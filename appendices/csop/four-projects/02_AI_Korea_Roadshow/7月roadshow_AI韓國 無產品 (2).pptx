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3.xml" ContentType="application/vnd.openxmlformats-officedocument.theme+xml"/>
  <Override PartName="/ppt/tags/tag4.xml" ContentType="application/vnd.openxmlformats-officedocument.presentationml.tags+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4.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5.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6.xml" ContentType="application/vnd.openxmlformats-officedocument.theme+xml"/>
  <Override PartName="/ppt/tags/tag12.xml" ContentType="application/vnd.openxmlformats-officedocument.presentationml.tags+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tags/tag13.xml" ContentType="application/vnd.openxmlformats-officedocument.presentationml.tags+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8.xml" ContentType="application/vnd.openxmlformats-officedocument.theme+xml"/>
  <Override PartName="/ppt/tags/tag14.xml" ContentType="application/vnd.openxmlformats-officedocument.presentationml.tags+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theme/theme9.xml" ContentType="application/vnd.openxmlformats-officedocument.theme+xml"/>
  <Override PartName="/ppt/tags/tag15.xml" ContentType="application/vnd.openxmlformats-officedocument.presentationml.tags+xml"/>
  <Override PartName="/ppt/tags/tag16.xml" ContentType="application/vnd.openxmlformats-officedocument.presentationml.tags+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theme/theme10.xml" ContentType="application/vnd.openxmlformats-officedocument.them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heme/theme11.xml" ContentType="application/vnd.openxmlformats-officedocument.them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1.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xml" ContentType="application/vnd.openxmlformats-officedocument.presentationml.notesSlide+xml"/>
  <Override PartName="/ppt/charts/chartEx1.xml" ContentType="application/vnd.ms-office.chartex+xml"/>
  <Override PartName="/ppt/charts/style3.xml" ContentType="application/vnd.ms-office.chartstyle+xml"/>
  <Override PartName="/ppt/charts/colors3.xml" ContentType="application/vnd.ms-office.chartcolorstyle+xml"/>
  <Override PartName="/ppt/charts/chart3.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4.xml" ContentType="application/vnd.openxmlformats-officedocument.presentationml.notesSlide+xml"/>
  <Override PartName="/ppt/charts/chartEx2.xml" ContentType="application/vnd.ms-office.chartex+xml"/>
  <Override PartName="/ppt/charts/style5.xml" ContentType="application/vnd.ms-office.chartstyle+xml"/>
  <Override PartName="/ppt/charts/colors5.xml" ContentType="application/vnd.ms-office.chartcolorstyle+xml"/>
  <Override PartName="/ppt/charts/chart4.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1.xml" ContentType="application/vnd.openxmlformats-officedocument.themeOverride+xml"/>
  <Override PartName="/ppt/drawings/drawing1.xml" ContentType="application/vnd.openxmlformats-officedocument.drawingml.chartshapes+xml"/>
  <Override PartName="/ppt/notesSlides/notesSlide5.xml" ContentType="application/vnd.openxmlformats-officedocument.presentationml.notesSlide+xml"/>
  <Override PartName="/ppt/charts/chart5.xml" ContentType="application/vnd.openxmlformats-officedocument.drawingml.chart+xml"/>
  <Override PartName="/ppt/charts/style7.xml" ContentType="application/vnd.ms-office.chartstyle+xml"/>
  <Override PartName="/ppt/charts/colors7.xml" ContentType="application/vnd.ms-office.chartcolorstyle+xml"/>
  <Override PartName="/ppt/tags/tag30.xml" ContentType="application/vnd.openxmlformats-officedocument.presentationml.tags+xml"/>
  <Override PartName="/ppt/notesSlides/notesSlide6.xml" ContentType="application/vnd.openxmlformats-officedocument.presentationml.notesSlide+xml"/>
  <Override PartName="/ppt/tags/tag31.xml" ContentType="application/vnd.openxmlformats-officedocument.presentationml.tags+xml"/>
  <Override PartName="/ppt/charts/chart6.xml" ContentType="application/vnd.openxmlformats-officedocument.drawingml.chart+xml"/>
  <Override PartName="/ppt/charts/style8.xml" ContentType="application/vnd.ms-office.chartstyle+xml"/>
  <Override PartName="/ppt/charts/colors8.xml" ContentType="application/vnd.ms-office.chartcolorstyle+xml"/>
  <Override PartName="/ppt/theme/themeOverride2.xml" ContentType="application/vnd.openxmlformats-officedocument.themeOverride+xml"/>
  <Override PartName="/ppt/charts/chart7.xml" ContentType="application/vnd.openxmlformats-officedocument.drawingml.chart+xml"/>
  <Override PartName="/ppt/charts/style9.xml" ContentType="application/vnd.ms-office.chartstyle+xml"/>
  <Override PartName="/ppt/charts/colors9.xml" ContentType="application/vnd.ms-office.chartcolorstyle+xml"/>
  <Override PartName="/ppt/theme/themeOverride3.xml" ContentType="application/vnd.openxmlformats-officedocument.themeOverride+xml"/>
  <Override PartName="/ppt/charts/chart8.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4.xml" ContentType="application/vnd.openxmlformats-officedocument.themeOverride+xml"/>
  <Override PartName="/ppt/tags/tag32.xml" ContentType="application/vnd.openxmlformats-officedocument.presentationml.tags+xml"/>
  <Override PartName="/ppt/charts/chart9.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0.xml" ContentType="application/vnd.openxmlformats-officedocument.drawingml.chart+xml"/>
  <Override PartName="/ppt/charts/style12.xml" ContentType="application/vnd.ms-office.chartstyle+xml"/>
  <Override PartName="/ppt/charts/colors12.xml" ContentType="application/vnd.ms-office.chartcolorstyle+xml"/>
  <Override PartName="/ppt/tags/tag33.xml" ContentType="application/vnd.openxmlformats-officedocument.presentationml.tags+xml"/>
  <Override PartName="/ppt/notesSlides/notesSlide7.xml" ContentType="application/vnd.openxmlformats-officedocument.presentationml.notesSlide+xml"/>
  <Override PartName="/ppt/charts/chart11.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2.xml" ContentType="application/vnd.openxmlformats-officedocument.drawingml.chart+xml"/>
  <Override PartName="/ppt/charts/style14.xml" ContentType="application/vnd.ms-office.chartstyle+xml"/>
  <Override PartName="/ppt/charts/colors14.xml" ContentType="application/vnd.ms-office.chartcolorstyle+xml"/>
  <Override PartName="/ppt/tags/tag34.xml" ContentType="application/vnd.openxmlformats-officedocument.presentationml.tags+xml"/>
  <Override PartName="/ppt/notesSlides/notesSlide8.xml" ContentType="application/vnd.openxmlformats-officedocument.presentationml.notesSlide+xml"/>
  <Override PartName="/ppt/tags/tag35.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3.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4.xml" ContentType="application/vnd.openxmlformats-officedocument.drawingml.chart+xml"/>
  <Override PartName="/ppt/charts/style16.xml" ContentType="application/vnd.ms-office.chartstyle+xml"/>
  <Override PartName="/ppt/charts/colors16.xml" ContentType="application/vnd.ms-office.chartcolorstyle+xml"/>
  <Override PartName="/ppt/theme/themeOverride5.xml" ContentType="application/vnd.openxmlformats-officedocument.themeOverride+xml"/>
  <Override PartName="/ppt/tags/tag36.xml" ContentType="application/vnd.openxmlformats-officedocument.presentationml.tags+xml"/>
  <Override PartName="/ppt/charts/chart15.xml" ContentType="application/vnd.openxmlformats-officedocument.drawingml.chart+xml"/>
  <Override PartName="/ppt/theme/themeOverride6.xml" ContentType="application/vnd.openxmlformats-officedocument.themeOverride+xml"/>
  <Override PartName="/ppt/drawings/drawing2.xml" ContentType="application/vnd.openxmlformats-officedocument.drawingml.chartshapes+xml"/>
  <Override PartName="/ppt/charts/chart16.xml" ContentType="application/vnd.openxmlformats-officedocument.drawingml.chart+xml"/>
  <Override PartName="/ppt/theme/themeOverride7.xml" ContentType="application/vnd.openxmlformats-officedocument.themeOverride+xml"/>
  <Override PartName="/ppt/drawings/drawing3.xml" ContentType="application/vnd.openxmlformats-officedocument.drawingml.chartshapes+xml"/>
  <Override PartName="/ppt/tags/tag37.xml" ContentType="application/vnd.openxmlformats-officedocument.presentationml.tags+xml"/>
  <Override PartName="/ppt/notesSlides/notesSlide11.xml" ContentType="application/vnd.openxmlformats-officedocument.presentationml.notesSlide+xml"/>
  <Override PartName="/ppt/theme/themeOverride8.xml" ContentType="application/vnd.openxmlformats-officedocument.themeOverrid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theme/themeOverride9.xml" ContentType="application/vnd.openxmlformats-officedocument.themeOverrid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theme/themeOverride10.xml" ContentType="application/vnd.openxmlformats-officedocument.themeOverrid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ppt/theme/themeOverride11.xml" ContentType="application/vnd.openxmlformats-officedocument.themeOverride+xml"/>
  <Override PartName="/ppt/notesSlides/notesSlide12.xml" ContentType="application/vnd.openxmlformats-officedocument.presentationml.notesSlide+xml"/>
  <Override PartName="/ppt/charts/chart21.xml" ContentType="application/vnd.openxmlformats-officedocument.drawingml.chart+xml"/>
  <Override PartName="/ppt/charts/style21.xml" ContentType="application/vnd.ms-office.chartstyle+xml"/>
  <Override PartName="/ppt/charts/colors21.xml" ContentType="application/vnd.ms-office.chartcolorstyle+xml"/>
  <Override PartName="/ppt/theme/themeOverride12.xml" ContentType="application/vnd.openxmlformats-officedocument.themeOverride+xml"/>
  <Override PartName="/ppt/charts/chart22.xml" ContentType="application/vnd.openxmlformats-officedocument.drawingml.chart+xml"/>
  <Override PartName="/ppt/charts/style22.xml" ContentType="application/vnd.ms-office.chartstyle+xml"/>
  <Override PartName="/ppt/charts/colors22.xml" ContentType="application/vnd.ms-office.chartcolorstyle+xml"/>
  <Override PartName="/ppt/theme/themeOverride13.xml" ContentType="application/vnd.openxmlformats-officedocument.themeOverride+xml"/>
  <Override PartName="/ppt/charts/chart23.xml" ContentType="application/vnd.openxmlformats-officedocument.drawingml.chart+xml"/>
  <Override PartName="/ppt/charts/style23.xml" ContentType="application/vnd.ms-office.chartstyle+xml"/>
  <Override PartName="/ppt/charts/colors23.xml" ContentType="application/vnd.ms-office.chartcolorstyle+xml"/>
  <Override PartName="/ppt/theme/themeOverride14.xml" ContentType="application/vnd.openxmlformats-officedocument.themeOverride+xml"/>
  <Override PartName="/ppt/charts/chart24.xml" ContentType="application/vnd.openxmlformats-officedocument.drawingml.chart+xml"/>
  <Override PartName="/ppt/charts/style24.xml" ContentType="application/vnd.ms-office.chartstyle+xml"/>
  <Override PartName="/ppt/charts/colors24.xml" ContentType="application/vnd.ms-office.chartcolorstyle+xml"/>
  <Override PartName="/ppt/theme/themeOverride15.xml" ContentType="application/vnd.openxmlformats-officedocument.themeOverr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25.xml" ContentType="application/vnd.openxmlformats-officedocument.drawingml.chart+xml"/>
  <Override PartName="/ppt/charts/style25.xml" ContentType="application/vnd.ms-office.chartstyle+xml"/>
  <Override PartName="/ppt/charts/colors25.xml" ContentType="application/vnd.ms-office.chartcolorstyle+xml"/>
  <Override PartName="/ppt/charts/chart26.xml" ContentType="application/vnd.openxmlformats-officedocument.drawingml.chart+xml"/>
  <Override PartName="/ppt/charts/style26.xml" ContentType="application/vnd.ms-office.chartstyle+xml"/>
  <Override PartName="/ppt/charts/colors26.xml" ContentType="application/vnd.ms-office.chartcolorstyle+xml"/>
  <Override PartName="/ppt/charts/chart27.xml" ContentType="application/vnd.openxmlformats-officedocument.drawingml.chart+xml"/>
  <Override PartName="/ppt/charts/style27.xml" ContentType="application/vnd.ms-office.chartstyle+xml"/>
  <Override PartName="/ppt/charts/colors27.xml" ContentType="application/vnd.ms-office.chartcolorstyle+xml"/>
  <Override PartName="/ppt/charts/chart28.xml" ContentType="application/vnd.openxmlformats-officedocument.drawingml.chart+xml"/>
  <Override PartName="/ppt/charts/style28.xml" ContentType="application/vnd.ms-office.chartstyle+xml"/>
  <Override PartName="/ppt/charts/colors28.xml" ContentType="application/vnd.ms-office.chartcolorstyle+xml"/>
  <Override PartName="/ppt/charts/chart29.xml" ContentType="application/vnd.openxmlformats-officedocument.drawingml.chart+xml"/>
  <Override PartName="/ppt/charts/style29.xml" ContentType="application/vnd.ms-office.chartstyle+xml"/>
  <Override PartName="/ppt/charts/colors29.xml" ContentType="application/vnd.ms-office.chartcolorstyle+xml"/>
  <Override PartName="/ppt/theme/themeOverride16.xml" ContentType="application/vnd.openxmlformats-officedocument.themeOverride+xml"/>
  <Override PartName="/ppt/charts/chart30.xml" ContentType="application/vnd.openxmlformats-officedocument.drawingml.chart+xml"/>
  <Override PartName="/ppt/charts/style30.xml" ContentType="application/vnd.ms-office.chartstyle+xml"/>
  <Override PartName="/ppt/charts/colors30.xml" ContentType="application/vnd.ms-office.chartcolorstyle+xml"/>
  <Override PartName="/ppt/charts/chart31.xml" ContentType="application/vnd.openxmlformats-officedocument.drawingml.chart+xml"/>
  <Override PartName="/ppt/charts/style31.xml" ContentType="application/vnd.ms-office.chartstyle+xml"/>
  <Override PartName="/ppt/charts/colors31.xml" ContentType="application/vnd.ms-office.chartcolorstyle+xml"/>
  <Override PartName="/ppt/charts/chart32.xml" ContentType="application/vnd.openxmlformats-officedocument.drawingml.chart+xml"/>
  <Override PartName="/ppt/charts/style32.xml" ContentType="application/vnd.ms-office.chartstyle+xml"/>
  <Override PartName="/ppt/charts/colors32.xml" ContentType="application/vnd.ms-office.chartcolorstyle+xml"/>
  <Override PartName="/ppt/drawings/drawing4.xml" ContentType="application/vnd.openxmlformats-officedocument.drawingml.chartshapes+xml"/>
  <Override PartName="/ppt/charts/chart33.xml" ContentType="application/vnd.openxmlformats-officedocument.drawingml.chart+xml"/>
  <Override PartName="/ppt/charts/style33.xml" ContentType="application/vnd.ms-office.chartstyle+xml"/>
  <Override PartName="/ppt/charts/colors33.xml" ContentType="application/vnd.ms-office.chartcolorstyle+xml"/>
  <Override PartName="/ppt/theme/themeOverride17.xml" ContentType="application/vnd.openxmlformats-officedocument.themeOverride+xml"/>
  <Override PartName="/ppt/charts/chart34.xml" ContentType="application/vnd.openxmlformats-officedocument.drawingml.chart+xml"/>
  <Override PartName="/ppt/charts/style34.xml" ContentType="application/vnd.ms-office.chartstyle+xml"/>
  <Override PartName="/ppt/charts/colors34.xml" ContentType="application/vnd.ms-office.chartcolorstyle+xml"/>
  <Override PartName="/ppt/theme/themeOverride18.xml" ContentType="application/vnd.openxmlformats-officedocument.themeOverr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720" r:id="rId2"/>
    <p:sldMasterId id="2147484012" r:id="rId3"/>
    <p:sldMasterId id="2147484024" r:id="rId4"/>
    <p:sldMasterId id="2147484051" r:id="rId5"/>
    <p:sldMasterId id="2147484078" r:id="rId6"/>
    <p:sldMasterId id="2147484139" r:id="rId7"/>
    <p:sldMasterId id="2147484158" r:id="rId8"/>
    <p:sldMasterId id="2147484163" r:id="rId9"/>
    <p:sldMasterId id="2147484184" r:id="rId10"/>
  </p:sldMasterIdLst>
  <p:notesMasterIdLst>
    <p:notesMasterId r:id="rId62"/>
  </p:notesMasterIdLst>
  <p:sldIdLst>
    <p:sldId id="2299" r:id="rId11"/>
    <p:sldId id="2147483442" r:id="rId12"/>
    <p:sldId id="2473" r:id="rId13"/>
    <p:sldId id="2147483361" r:id="rId14"/>
    <p:sldId id="2147483357" r:id="rId15"/>
    <p:sldId id="2147483413" r:id="rId16"/>
    <p:sldId id="2147483426" r:id="rId17"/>
    <p:sldId id="302" r:id="rId18"/>
    <p:sldId id="11089401" r:id="rId19"/>
    <p:sldId id="11089393" r:id="rId20"/>
    <p:sldId id="260" r:id="rId21"/>
    <p:sldId id="2147483536" r:id="rId22"/>
    <p:sldId id="11089384" r:id="rId23"/>
    <p:sldId id="11089167" r:id="rId24"/>
    <p:sldId id="2147483365" r:id="rId25"/>
    <p:sldId id="2147483411" r:id="rId26"/>
    <p:sldId id="2147483434" r:id="rId27"/>
    <p:sldId id="2147483433" r:id="rId28"/>
    <p:sldId id="2147483372" r:id="rId29"/>
    <p:sldId id="2680" r:id="rId30"/>
    <p:sldId id="2147483437" r:id="rId31"/>
    <p:sldId id="2147483569" r:id="rId32"/>
    <p:sldId id="2147483373" r:id="rId33"/>
    <p:sldId id="2147483443" r:id="rId34"/>
    <p:sldId id="2147483374" r:id="rId35"/>
    <p:sldId id="2147483376" r:id="rId36"/>
    <p:sldId id="2147483375" r:id="rId37"/>
    <p:sldId id="2147483467" r:id="rId38"/>
    <p:sldId id="2147483567" r:id="rId39"/>
    <p:sldId id="2147483377" r:id="rId40"/>
    <p:sldId id="2147483379" r:id="rId41"/>
    <p:sldId id="2147483566" r:id="rId42"/>
    <p:sldId id="2499" r:id="rId43"/>
    <p:sldId id="2147483380" r:id="rId44"/>
    <p:sldId id="11089188" r:id="rId45"/>
    <p:sldId id="11089189" r:id="rId46"/>
    <p:sldId id="2147483381" r:id="rId47"/>
    <p:sldId id="11089410" r:id="rId48"/>
    <p:sldId id="11089411" r:id="rId49"/>
    <p:sldId id="11089198" r:id="rId50"/>
    <p:sldId id="11089373" r:id="rId51"/>
    <p:sldId id="2147483439" r:id="rId52"/>
    <p:sldId id="16776893" r:id="rId53"/>
    <p:sldId id="11089370" r:id="rId54"/>
    <p:sldId id="16776975" r:id="rId55"/>
    <p:sldId id="2147483385" r:id="rId56"/>
    <p:sldId id="2147483386" r:id="rId57"/>
    <p:sldId id="2147483387" r:id="rId58"/>
    <p:sldId id="2147483388" r:id="rId59"/>
    <p:sldId id="2147483575" r:id="rId60"/>
    <p:sldId id="2147483463"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3950889-7C99-4DF3-B934-F996848BAEC4}">
          <p14:sldIdLst>
            <p14:sldId id="2299"/>
            <p14:sldId id="2147483442"/>
            <p14:sldId id="2473"/>
            <p14:sldId id="2147483361"/>
            <p14:sldId id="2147483357"/>
            <p14:sldId id="2147483413"/>
            <p14:sldId id="2147483426"/>
            <p14:sldId id="302"/>
            <p14:sldId id="11089401"/>
            <p14:sldId id="11089393"/>
            <p14:sldId id="260"/>
            <p14:sldId id="2147483536"/>
            <p14:sldId id="11089384"/>
            <p14:sldId id="11089167"/>
            <p14:sldId id="2147483365"/>
            <p14:sldId id="2147483411"/>
            <p14:sldId id="2147483434"/>
            <p14:sldId id="2147483433"/>
            <p14:sldId id="2147483372"/>
            <p14:sldId id="2680"/>
            <p14:sldId id="2147483437"/>
            <p14:sldId id="2147483569"/>
            <p14:sldId id="2147483373"/>
            <p14:sldId id="2147483443"/>
            <p14:sldId id="2147483374"/>
            <p14:sldId id="2147483376"/>
            <p14:sldId id="2147483375"/>
            <p14:sldId id="2147483467"/>
            <p14:sldId id="2147483567"/>
            <p14:sldId id="2147483377"/>
            <p14:sldId id="2147483379"/>
            <p14:sldId id="2147483566"/>
            <p14:sldId id="2499"/>
            <p14:sldId id="2147483380"/>
            <p14:sldId id="11089188"/>
            <p14:sldId id="11089189"/>
            <p14:sldId id="2147483381"/>
            <p14:sldId id="11089410"/>
            <p14:sldId id="11089411"/>
            <p14:sldId id="11089198"/>
            <p14:sldId id="11089373"/>
            <p14:sldId id="2147483439"/>
            <p14:sldId id="16776893"/>
            <p14:sldId id="11089370"/>
            <p14:sldId id="16776975"/>
            <p14:sldId id="2147483385"/>
            <p14:sldId id="2147483386"/>
            <p14:sldId id="2147483387"/>
            <p14:sldId id="2147483388"/>
            <p14:sldId id="2147483575"/>
            <p14:sldId id="2147483463"/>
          </p14:sldIdLst>
        </p14:section>
      </p14:sectionLst>
    </p:ext>
    <p:ext uri="{EFAFB233-063F-42B5-8137-9DF3F51BA10A}">
      <p15:sldGuideLst xmlns:p15="http://schemas.microsoft.com/office/powerpoint/2012/main">
        <p15:guide id="1" orient="horz" pos="312" userDrawn="1">
          <p15:clr>
            <a:srgbClr val="A4A3A4"/>
          </p15:clr>
        </p15:guide>
        <p15:guide id="2" pos="384" userDrawn="1">
          <p15:clr>
            <a:srgbClr val="A4A3A4"/>
          </p15:clr>
        </p15:guide>
        <p15:guide id="3" pos="7296" userDrawn="1">
          <p15:clr>
            <a:srgbClr val="A4A3A4"/>
          </p15:clr>
        </p15:guide>
        <p15:guide id="5" orient="horz" pos="3000" userDrawn="1">
          <p15:clr>
            <a:srgbClr val="A4A3A4"/>
          </p15:clr>
        </p15:guide>
        <p15:guide id="6" orient="horz" pos="2808" userDrawn="1">
          <p15:clr>
            <a:srgbClr val="A4A3A4"/>
          </p15:clr>
        </p15:guide>
        <p15:guide id="7" orient="horz" pos="1536"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06ABB13-30F1-557F-7E18-DBC55F40944E}" name="Joanne Liu" initials="JL" userId="S::Joanne.Liu@csopasset.com::0ef70ae0-fc85-4f52-b037-0b13749c92fc" providerId="AD"/>
  <p188:author id="{AE1F471C-1A6F-8743-E1C7-22998DC7E821}" name="Lynn Hong" initials="LH" userId="S::lynn.hong@csopasset.com::796c6c6c-3f3f-4405-961d-539855f8b790" providerId="AD"/>
  <p188:author id="{00C0DF1C-321A-8327-B24D-D2942237C93E}" name="Chen Wang" initials="CW" userId="S::chen.wang@csopasset.com::ffd7d490-f38e-4ef0-8485-3538ad002115" providerId="AD"/>
  <p188:author id="{DB6C0563-0DE1-BBA5-E509-2930EE28AD20}" name="Kathy So" initials="KS" userId="S::Kathy.So@csopasset.com::a72b2a82-3a10-4092-af37-34f58012164c" providerId="AD"/>
  <p188:author id="{FC2E216C-C557-C69C-DC2F-11A7CD157A2A}" name="Denyse Hong" initials="DH" userId="Denyse Hong" providerId="None"/>
  <p188:author id="{0BACDC99-7F61-EAE6-E0AD-D4FAE1508A0F}" name="Gillian Du" initials="GD" userId="Gillian Du" providerId="None"/>
  <p188:author id="{912047F9-7182-6E9B-580A-2993ED133FC9}" name="Branson Chee" initials="BC" userId="S::branson.chee@csopasset.com::c8df8736-eeb8-4a5c-88e3-593911238f36"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ary Liu" initials="GL" lastIdx="7" clrIdx="0">
    <p:extLst>
      <p:ext uri="{19B8F6BF-5375-455C-9EA6-DF929625EA0E}">
        <p15:presenceInfo xmlns:p15="http://schemas.microsoft.com/office/powerpoint/2012/main" userId="S-1-5-21-805403633-1353835230-1248604934-511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B2A4A"/>
    <a:srgbClr val="001E67"/>
    <a:srgbClr val="009ADD"/>
    <a:srgbClr val="030200"/>
    <a:srgbClr val="0E8299"/>
    <a:srgbClr val="358799"/>
    <a:srgbClr val="2660AD"/>
    <a:srgbClr val="FCFCFD"/>
    <a:srgbClr val="F2F2F2"/>
    <a:srgbClr val="F2EE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474" autoAdjust="0"/>
    <p:restoredTop sz="74749" autoAdjust="0"/>
  </p:normalViewPr>
  <p:slideViewPr>
    <p:cSldViewPr snapToGrid="0">
      <p:cViewPr>
        <p:scale>
          <a:sx n="70" d="100"/>
          <a:sy n="70" d="100"/>
        </p:scale>
        <p:origin x="1236" y="198"/>
      </p:cViewPr>
      <p:guideLst>
        <p:guide orient="horz" pos="312"/>
        <p:guide pos="384"/>
        <p:guide pos="7296"/>
        <p:guide orient="horz" pos="3000"/>
        <p:guide orient="horz" pos="2808"/>
        <p:guide orient="horz" pos="153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6.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slide" Target="slides/slide32.xml"/><Relationship Id="rId47" Type="http://schemas.openxmlformats.org/officeDocument/2006/relationships/slide" Target="slides/slide37.xml"/><Relationship Id="rId50" Type="http://schemas.openxmlformats.org/officeDocument/2006/relationships/slide" Target="slides/slide40.xml"/><Relationship Id="rId55" Type="http://schemas.openxmlformats.org/officeDocument/2006/relationships/slide" Target="slides/slide45.xml"/><Relationship Id="rId63" Type="http://schemas.openxmlformats.org/officeDocument/2006/relationships/commentAuthors" Target="commentAuthors.xml"/><Relationship Id="rId68" Type="http://schemas.microsoft.com/office/2018/10/relationships/authors" Target="author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6.xml"/><Relationship Id="rId29" Type="http://schemas.openxmlformats.org/officeDocument/2006/relationships/slide" Target="slides/slide19.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slide" Target="slides/slide35.xml"/><Relationship Id="rId53" Type="http://schemas.openxmlformats.org/officeDocument/2006/relationships/slide" Target="slides/slide43.xml"/><Relationship Id="rId58" Type="http://schemas.openxmlformats.org/officeDocument/2006/relationships/slide" Target="slides/slide48.xml"/><Relationship Id="rId66" Type="http://schemas.openxmlformats.org/officeDocument/2006/relationships/theme" Target="theme/theme1.xml"/><Relationship Id="rId5" Type="http://schemas.openxmlformats.org/officeDocument/2006/relationships/slideMaster" Target="slideMasters/slideMaster5.xml"/><Relationship Id="rId61" Type="http://schemas.openxmlformats.org/officeDocument/2006/relationships/slide" Target="slides/slide51.xml"/><Relationship Id="rId19" Type="http://schemas.openxmlformats.org/officeDocument/2006/relationships/slide" Target="slides/slide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slide" Target="slides/slide38.xml"/><Relationship Id="rId56" Type="http://schemas.openxmlformats.org/officeDocument/2006/relationships/slide" Target="slides/slide46.xml"/><Relationship Id="rId64" Type="http://schemas.openxmlformats.org/officeDocument/2006/relationships/presProps" Target="presProps.xml"/><Relationship Id="rId8" Type="http://schemas.openxmlformats.org/officeDocument/2006/relationships/slideMaster" Target="slideMasters/slideMaster8.xml"/><Relationship Id="rId51" Type="http://schemas.openxmlformats.org/officeDocument/2006/relationships/slide" Target="slides/slide41.xml"/><Relationship Id="rId3" Type="http://schemas.openxmlformats.org/officeDocument/2006/relationships/slideMaster" Target="slideMasters/slideMaster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59" Type="http://schemas.openxmlformats.org/officeDocument/2006/relationships/slide" Target="slides/slide49.xml"/><Relationship Id="rId67" Type="http://schemas.openxmlformats.org/officeDocument/2006/relationships/tableStyles" Target="tableStyles.xml"/><Relationship Id="rId20" Type="http://schemas.openxmlformats.org/officeDocument/2006/relationships/slide" Target="slides/slide10.xml"/><Relationship Id="rId41" Type="http://schemas.openxmlformats.org/officeDocument/2006/relationships/slide" Target="slides/slide31.xml"/><Relationship Id="rId54" Type="http://schemas.openxmlformats.org/officeDocument/2006/relationships/slide" Target="slides/slide44.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 Id="rId57" Type="http://schemas.openxmlformats.org/officeDocument/2006/relationships/slide" Target="slides/slide47.xml"/><Relationship Id="rId10" Type="http://schemas.openxmlformats.org/officeDocument/2006/relationships/slideMaster" Target="slideMasters/slideMaster10.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slide" Target="slides/slide42.xml"/><Relationship Id="rId60" Type="http://schemas.openxmlformats.org/officeDocument/2006/relationships/slide" Target="slides/slide50.xml"/><Relationship Id="rId65"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 Target="slides/slide3.xml"/><Relationship Id="rId18" Type="http://schemas.openxmlformats.org/officeDocument/2006/relationships/slide" Target="slides/slide8.xml"/><Relationship Id="rId39" Type="http://schemas.openxmlformats.org/officeDocument/2006/relationships/slide" Target="slides/slide29.xml"/></Relationships>
</file>

<file path=ppt/charts/_rels/chart1.xml.rels><?xml version="1.0" encoding="UTF-8" standalone="yes"?>
<Relationships xmlns="http://schemas.openxmlformats.org/package/2006/relationships"><Relationship Id="rId3" Type="http://schemas.openxmlformats.org/officeDocument/2006/relationships/oleObject" Target="https://csopasset-my.sharepoint.com/personal/frank_shao_csopasset_com/Documents/Documents/1.%20Portfolio%20Management/FS%20Reports/&#20840;&#29699;&#20928;&#21033;&#28070;&#27604;&#36739;.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4.xml"/><Relationship Id="rId1" Type="http://schemas.microsoft.com/office/2011/relationships/chartStyle" Target="style4.xml"/></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6.xml"/><Relationship Id="rId1" Type="http://schemas.microsoft.com/office/2011/relationships/chartStyle" Target="style6.xml"/><Relationship Id="rId5" Type="http://schemas.openxmlformats.org/officeDocument/2006/relationships/chartUserShapes" Target="../drawings/drawing1.xml"/><Relationship Id="rId4" Type="http://schemas.openxmlformats.org/officeDocument/2006/relationships/oleObject" Target="https://csopasset-my.sharepoint.com/personal/shujin_chen_csopasset_com/Documents/Documents/Global%20macro/AI_hardware.xlsx" TargetMode="External"/></Relationships>
</file>

<file path=ppt/charts/_rels/chart5.xml.rels><?xml version="1.0" encoding="UTF-8" standalone="yes"?>
<Relationships xmlns="http://schemas.openxmlformats.org/package/2006/relationships"><Relationship Id="rId3" Type="http://schemas.openxmlformats.org/officeDocument/2006/relationships/oleObject" Target="Book8" TargetMode="External"/><Relationship Id="rId2" Type="http://schemas.microsoft.com/office/2011/relationships/chartColorStyle" Target="colors7.xml"/><Relationship Id="rId1" Type="http://schemas.microsoft.com/office/2011/relationships/chartStyle" Target="style7.xml"/></Relationships>
</file>

<file path=ppt/charts/_rels/chart6.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oleObject" Target="https://csopasset-my.sharepoint.com/personal/shujin_chen_csopasset_com/Documents/Documents/Global%20macro/Tech_AI_power.xlsx" TargetMode="External"/></Relationships>
</file>

<file path=ppt/charts/_rels/chart7.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oleObject" Target="https://csopasset-my.sharepoint.com/personal/shujin_chen_csopasset_com/Documents/Documents/Global%20macro/Tech_AI_power.xlsx" TargetMode="External"/></Relationships>
</file>

<file path=ppt/charts/_rels/chart8.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oleObject" Target="https://csopasset-my.sharepoint.com/personal/shujin_chen_csopasset_com/Documents/Documents/Global%20macro/Tech_AI_power.xlsx" TargetMode="External"/></Relationships>
</file>

<file path=ppt/charts/_rels/chart9.xml.rels><?xml version="1.0" encoding="UTF-8" standalone="yes"?>
<Relationships xmlns="http://schemas.openxmlformats.org/package/2006/relationships"><Relationship Id="rId3" Type="http://schemas.openxmlformats.org/officeDocument/2006/relationships/oleObject" Target="https://csopasset-my.sharepoint.com/personal/hayley_li_csopasset_com/Documents/Desktop/!!!%20&#20840;&#37096;&#30340;Update%20!!!/3431.xlsm" TargetMode="External"/><Relationship Id="rId2" Type="http://schemas.microsoft.com/office/2011/relationships/chartColorStyle" Target="colors11.xml"/><Relationship Id="rId1" Type="http://schemas.microsoft.com/office/2011/relationships/chartStyle" Target="style11.xml"/></Relationships>
</file>

<file path=ppt/charts/_rels/chart10.xml.rels><?xml version="1.0" encoding="UTF-8" standalone="yes"?>
<Relationships xmlns="http://schemas.openxmlformats.org/package/2006/relationships"><Relationship Id="rId3" Type="http://schemas.openxmlformats.org/officeDocument/2006/relationships/oleObject" Target="https://csopasset-my.sharepoint.com/personal/hayley_li_csopasset_com/Documents/Desktop/!!!%20&#20840;&#37096;&#30340;Update%20!!!/3431.xlsm" TargetMode="External"/><Relationship Id="rId2" Type="http://schemas.microsoft.com/office/2011/relationships/chartColorStyle" Target="colors12.xml"/><Relationship Id="rId1" Type="http://schemas.microsoft.com/office/2011/relationships/chartStyle" Target="style12.xml"/></Relationships>
</file>

<file path=ppt/charts/_rels/chart11.xml.rels><?xml version="1.0" encoding="UTF-8" standalone="yes"?>
<Relationships xmlns="http://schemas.openxmlformats.org/package/2006/relationships"><Relationship Id="rId3" Type="http://schemas.openxmlformats.org/officeDocument/2006/relationships/oleObject" Target="Book8" TargetMode="External"/><Relationship Id="rId2" Type="http://schemas.microsoft.com/office/2011/relationships/chartColorStyle" Target="colors13.xml"/><Relationship Id="rId1" Type="http://schemas.microsoft.com/office/2011/relationships/chartStyle" Target="style13.xml"/></Relationships>
</file>

<file path=ppt/charts/_rels/chart12.xml.rels><?xml version="1.0" encoding="UTF-8" standalone="yes"?>
<Relationships xmlns="http://schemas.openxmlformats.org/package/2006/relationships"><Relationship Id="rId3" Type="http://schemas.openxmlformats.org/officeDocument/2006/relationships/oleObject" Target="Book8" TargetMode="External"/><Relationship Id="rId2" Type="http://schemas.microsoft.com/office/2011/relationships/chartColorStyle" Target="colors14.xml"/><Relationship Id="rId1" Type="http://schemas.microsoft.com/office/2011/relationships/chartStyle" Target="style14.xml"/></Relationships>
</file>

<file path=ppt/charts/_rels/chart13.xml.rels><?xml version="1.0" encoding="UTF-8" standalone="yes"?>
<Relationships xmlns="http://schemas.openxmlformats.org/package/2006/relationships"><Relationship Id="rId3" Type="http://schemas.openxmlformats.org/officeDocument/2006/relationships/oleObject" Target="file:///C:\Users\eugenewang\AppData\Local\Temp\&#38889;&#22269;_&#29983;&#32946;&#29575;.xlsx" TargetMode="External"/><Relationship Id="rId2" Type="http://schemas.microsoft.com/office/2011/relationships/chartColorStyle" Target="colors15.xml"/><Relationship Id="rId1" Type="http://schemas.microsoft.com/office/2011/relationships/chartStyle" Target="style15.xml"/></Relationships>
</file>

<file path=ppt/charts/_rels/chart14.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16.xml"/><Relationship Id="rId1" Type="http://schemas.microsoft.com/office/2011/relationships/chartStyle" Target="style16.xml"/><Relationship Id="rId4" Type="http://schemas.openxmlformats.org/officeDocument/2006/relationships/oleObject" Target="file:///C:\Users\eugenewang\wehcat-eugenewang\xwechat_files\wyx951241642_9ec2\msg\file\2026-06\&#12304;&#19996;&#26041;&#22320;&#20135;-&#21556;&#32996;&#32724;&#22242;&#38431;&#12305;&#38889;&#22269;&#25151;&#20215;&#25968;&#25454;.xlsx" TargetMode="External"/></Relationships>
</file>

<file path=ppt/charts/_rels/chart15.xml.rels><?xml version="1.0" encoding="UTF-8" standalone="yes"?>
<Relationships xmlns="http://schemas.openxmlformats.org/package/2006/relationships"><Relationship Id="rId3" Type="http://schemas.openxmlformats.org/officeDocument/2006/relationships/chartUserShapes" Target="../drawings/drawing2.xml"/><Relationship Id="rId2" Type="http://schemas.openxmlformats.org/officeDocument/2006/relationships/oleObject" Target="file:///C:\Users\eugenewang\AppData\Local\Temp\7zO41AA19EF\&#12304;&#21326;&#27888;&#31574;&#30053;&#12305;&#38889;&#32929;&#26085;&#25253;&#25968;&#25454;&#26356;&#26032;_20260629.xlsm" TargetMode="External"/><Relationship Id="rId1" Type="http://schemas.openxmlformats.org/officeDocument/2006/relationships/themeOverride" Target="../theme/themeOverride6.xml"/></Relationships>
</file>

<file path=ppt/charts/_rels/chart16.xml.rels><?xml version="1.0" encoding="UTF-8" standalone="yes"?>
<Relationships xmlns="http://schemas.openxmlformats.org/package/2006/relationships"><Relationship Id="rId3" Type="http://schemas.openxmlformats.org/officeDocument/2006/relationships/chartUserShapes" Target="../drawings/drawing3.xml"/><Relationship Id="rId2" Type="http://schemas.openxmlformats.org/officeDocument/2006/relationships/oleObject" Target="file:///C:\Users\eugenewang\AppData\Local\Temp\7zO41AA19EF\&#12304;&#21326;&#27888;&#31574;&#30053;&#12305;&#38889;&#32929;&#26085;&#25253;&#25968;&#25454;&#26356;&#26032;_20260629.xlsm" TargetMode="External"/><Relationship Id="rId1" Type="http://schemas.openxmlformats.org/officeDocument/2006/relationships/themeOverride" Target="../theme/themeOverride7.xml"/></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themeOverride" Target="../theme/themeOverride10.xml"/><Relationship Id="rId2" Type="http://schemas.microsoft.com/office/2011/relationships/chartColorStyle" Target="colors19.xml"/><Relationship Id="rId1" Type="http://schemas.microsoft.com/office/2011/relationships/chartStyle" Target="style19.xml"/><Relationship Id="rId4" Type="http://schemas.openxmlformats.org/officeDocument/2006/relationships/package" Target="../embeddings/Microsoft_Excel_Worksheet4.xlsx"/></Relationships>
</file>

<file path=ppt/charts/_rels/chart20.xml.rels><?xml version="1.0" encoding="UTF-8" standalone="yes"?>
<Relationships xmlns="http://schemas.openxmlformats.org/package/2006/relationships"><Relationship Id="rId3" Type="http://schemas.openxmlformats.org/officeDocument/2006/relationships/themeOverride" Target="../theme/themeOverride11.xml"/><Relationship Id="rId2" Type="http://schemas.microsoft.com/office/2011/relationships/chartColorStyle" Target="colors20.xml"/><Relationship Id="rId1" Type="http://schemas.microsoft.com/office/2011/relationships/chartStyle" Target="style20.xml"/><Relationship Id="rId4" Type="http://schemas.openxmlformats.org/officeDocument/2006/relationships/package" Target="../embeddings/Microsoft_Excel_Worksheet5.xlsx"/></Relationships>
</file>

<file path=ppt/charts/_rels/chart21.xml.rels><?xml version="1.0" encoding="UTF-8" standalone="yes"?>
<Relationships xmlns="http://schemas.openxmlformats.org/package/2006/relationships"><Relationship Id="rId3" Type="http://schemas.openxmlformats.org/officeDocument/2006/relationships/themeOverride" Target="../theme/themeOverride12.xml"/><Relationship Id="rId2" Type="http://schemas.microsoft.com/office/2011/relationships/chartColorStyle" Target="colors21.xml"/><Relationship Id="rId1" Type="http://schemas.microsoft.com/office/2011/relationships/chartStyle" Target="style21.xml"/><Relationship Id="rId4" Type="http://schemas.openxmlformats.org/officeDocument/2006/relationships/package" Target="../embeddings/Microsoft_Excel_Worksheet6.xlsx"/></Relationships>
</file>

<file path=ppt/charts/_rels/chart22.xml.rels><?xml version="1.0" encoding="UTF-8" standalone="yes"?>
<Relationships xmlns="http://schemas.openxmlformats.org/package/2006/relationships"><Relationship Id="rId3" Type="http://schemas.openxmlformats.org/officeDocument/2006/relationships/themeOverride" Target="../theme/themeOverride13.xml"/><Relationship Id="rId2" Type="http://schemas.microsoft.com/office/2011/relationships/chartColorStyle" Target="colors22.xml"/><Relationship Id="rId1" Type="http://schemas.microsoft.com/office/2011/relationships/chartStyle" Target="style22.xml"/><Relationship Id="rId4" Type="http://schemas.openxmlformats.org/officeDocument/2006/relationships/package" Target="../embeddings/Microsoft_Excel_Worksheet7.xlsx"/></Relationships>
</file>

<file path=ppt/charts/_rels/chart23.xml.rels><?xml version="1.0" encoding="UTF-8" standalone="yes"?>
<Relationships xmlns="http://schemas.openxmlformats.org/package/2006/relationships"><Relationship Id="rId3" Type="http://schemas.openxmlformats.org/officeDocument/2006/relationships/themeOverride" Target="../theme/themeOverride14.xml"/><Relationship Id="rId2" Type="http://schemas.microsoft.com/office/2011/relationships/chartColorStyle" Target="colors23.xml"/><Relationship Id="rId1" Type="http://schemas.microsoft.com/office/2011/relationships/chartStyle" Target="style23.xml"/><Relationship Id="rId4" Type="http://schemas.openxmlformats.org/officeDocument/2006/relationships/package" Target="../embeddings/Microsoft_Excel_Worksheet8.xlsx"/></Relationships>
</file>

<file path=ppt/charts/_rels/chart24.xml.rels><?xml version="1.0" encoding="UTF-8" standalone="yes"?>
<Relationships xmlns="http://schemas.openxmlformats.org/package/2006/relationships"><Relationship Id="rId3" Type="http://schemas.openxmlformats.org/officeDocument/2006/relationships/themeOverride" Target="../theme/themeOverride15.xml"/><Relationship Id="rId2" Type="http://schemas.microsoft.com/office/2011/relationships/chartColorStyle" Target="colors24.xml"/><Relationship Id="rId1" Type="http://schemas.microsoft.com/office/2011/relationships/chartStyle" Target="style24.xml"/><Relationship Id="rId4" Type="http://schemas.openxmlformats.org/officeDocument/2006/relationships/package" Target="../embeddings/Microsoft_Excel_Worksheet9.xlsx"/></Relationships>
</file>

<file path=ppt/charts/_rels/chart25.xml.rels><?xml version="1.0" encoding="UTF-8" standalone="yes"?>
<Relationships xmlns="http://schemas.openxmlformats.org/package/2006/relationships"><Relationship Id="rId3" Type="http://schemas.openxmlformats.org/officeDocument/2006/relationships/oleObject" Target="file:///C:\Users\eugenewang\Downloads\UBS_Memory_Semis_Data%20(2).xlsx" TargetMode="External"/><Relationship Id="rId2" Type="http://schemas.microsoft.com/office/2011/relationships/chartColorStyle" Target="colors25.xml"/><Relationship Id="rId1" Type="http://schemas.microsoft.com/office/2011/relationships/chartStyle" Target="style25.xml"/></Relationships>
</file>

<file path=ppt/charts/_rels/chart26.xml.rels><?xml version="1.0" encoding="UTF-8" standalone="yes"?>
<Relationships xmlns="http://schemas.openxmlformats.org/package/2006/relationships"><Relationship Id="rId3" Type="http://schemas.openxmlformats.org/officeDocument/2006/relationships/oleObject" Target="Book8" TargetMode="External"/><Relationship Id="rId2" Type="http://schemas.microsoft.com/office/2011/relationships/chartColorStyle" Target="colors26.xml"/><Relationship Id="rId1" Type="http://schemas.microsoft.com/office/2011/relationships/chartStyle" Target="style26.xml"/></Relationships>
</file>

<file path=ppt/charts/_rels/chart27.xml.rels><?xml version="1.0" encoding="UTF-8" standalone="yes"?>
<Relationships xmlns="http://schemas.openxmlformats.org/package/2006/relationships"><Relationship Id="rId3" Type="http://schemas.openxmlformats.org/officeDocument/2006/relationships/oleObject" Target="Book8" TargetMode="External"/><Relationship Id="rId2" Type="http://schemas.microsoft.com/office/2011/relationships/chartColorStyle" Target="colors27.xml"/><Relationship Id="rId1" Type="http://schemas.microsoft.com/office/2011/relationships/chartStyle" Target="style27.xml"/></Relationships>
</file>

<file path=ppt/charts/_rels/chart28.xml.rels><?xml version="1.0" encoding="UTF-8" standalone="yes"?>
<Relationships xmlns="http://schemas.openxmlformats.org/package/2006/relationships"><Relationship Id="rId3" Type="http://schemas.openxmlformats.org/officeDocument/2006/relationships/oleObject" Target="Book8" TargetMode="External"/><Relationship Id="rId2" Type="http://schemas.microsoft.com/office/2011/relationships/chartColorStyle" Target="colors28.xml"/><Relationship Id="rId1" Type="http://schemas.microsoft.com/office/2011/relationships/chartStyle" Target="style28.xml"/></Relationships>
</file>

<file path=ppt/charts/_rels/chart29.xml.rels><?xml version="1.0" encoding="UTF-8" standalone="yes"?>
<Relationships xmlns="http://schemas.openxmlformats.org/package/2006/relationships"><Relationship Id="rId3" Type="http://schemas.openxmlformats.org/officeDocument/2006/relationships/themeOverride" Target="../theme/themeOverride16.xml"/><Relationship Id="rId2" Type="http://schemas.microsoft.com/office/2011/relationships/chartColorStyle" Target="colors29.xml"/><Relationship Id="rId1" Type="http://schemas.microsoft.com/office/2011/relationships/chartStyle" Target="style29.xml"/><Relationship Id="rId4" Type="http://schemas.openxmlformats.org/officeDocument/2006/relationships/oleObject" Target="Book8" TargetMode="External"/></Relationships>
</file>

<file path=ppt/charts/_rels/chart30.xml.rels><?xml version="1.0" encoding="UTF-8" standalone="yes"?>
<Relationships xmlns="http://schemas.openxmlformats.org/package/2006/relationships"><Relationship Id="rId3" Type="http://schemas.openxmlformats.org/officeDocument/2006/relationships/oleObject" Target="Book8" TargetMode="External"/><Relationship Id="rId2" Type="http://schemas.microsoft.com/office/2011/relationships/chartColorStyle" Target="colors30.xml"/><Relationship Id="rId1" Type="http://schemas.microsoft.com/office/2011/relationships/chartStyle" Target="style30.xml"/></Relationships>
</file>

<file path=ppt/charts/_rels/chart31.xml.rels><?xml version="1.0" encoding="UTF-8" standalone="yes"?>
<Relationships xmlns="http://schemas.openxmlformats.org/package/2006/relationships"><Relationship Id="rId3" Type="http://schemas.openxmlformats.org/officeDocument/2006/relationships/oleObject" Target="Book8" TargetMode="External"/><Relationship Id="rId2" Type="http://schemas.microsoft.com/office/2011/relationships/chartColorStyle" Target="colors31.xml"/><Relationship Id="rId1" Type="http://schemas.microsoft.com/office/2011/relationships/chartStyle" Target="style31.xml"/></Relationships>
</file>

<file path=ppt/charts/_rels/chart32.xml.rels><?xml version="1.0" encoding="UTF-8" standalone="yes"?>
<Relationships xmlns="http://schemas.openxmlformats.org/package/2006/relationships"><Relationship Id="rId3" Type="http://schemas.openxmlformats.org/officeDocument/2006/relationships/oleObject" Target="Book8" TargetMode="External"/><Relationship Id="rId2" Type="http://schemas.microsoft.com/office/2011/relationships/chartColorStyle" Target="colors32.xml"/><Relationship Id="rId1" Type="http://schemas.microsoft.com/office/2011/relationships/chartStyle" Target="style32.xml"/><Relationship Id="rId4" Type="http://schemas.openxmlformats.org/officeDocument/2006/relationships/chartUserShapes" Target="../drawings/drawing4.xml"/></Relationships>
</file>

<file path=ppt/charts/_rels/chart33.xml.rels><?xml version="1.0" encoding="UTF-8" standalone="yes"?>
<Relationships xmlns="http://schemas.openxmlformats.org/package/2006/relationships"><Relationship Id="rId3" Type="http://schemas.openxmlformats.org/officeDocument/2006/relationships/themeOverride" Target="../theme/themeOverride17.xml"/><Relationship Id="rId2" Type="http://schemas.microsoft.com/office/2011/relationships/chartColorStyle" Target="colors33.xml"/><Relationship Id="rId1" Type="http://schemas.microsoft.com/office/2011/relationships/chartStyle" Target="style33.xml"/><Relationship Id="rId4" Type="http://schemas.openxmlformats.org/officeDocument/2006/relationships/oleObject" Target="file:///C:\Users\joanneliu\AppData\Roaming\Microsoft\Excel\Book8%20(version%201).xlsb" TargetMode="External"/></Relationships>
</file>

<file path=ppt/charts/_rels/chart34.xml.rels><?xml version="1.0" encoding="UTF-8" standalone="yes"?>
<Relationships xmlns="http://schemas.openxmlformats.org/package/2006/relationships"><Relationship Id="rId3" Type="http://schemas.openxmlformats.org/officeDocument/2006/relationships/themeOverride" Target="../theme/themeOverride18.xml"/><Relationship Id="rId2" Type="http://schemas.microsoft.com/office/2011/relationships/chartColorStyle" Target="colors34.xml"/><Relationship Id="rId1" Type="http://schemas.microsoft.com/office/2011/relationships/chartStyle" Target="style34.xml"/><Relationship Id="rId4" Type="http://schemas.openxmlformats.org/officeDocument/2006/relationships/oleObject" Target="file:///C:\Users\joanneliu\AppData\Roaming\Microsoft\Excel\Book8%20(version%201).xlsb" TargetMode="External"/></Relationships>
</file>

<file path=ppt/charts/_rels/chartEx1.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oleObject" Target="file:///C:\Users\michaelpan\OneDrive%20-%20csopasset.com\Documents\ETFs\BOTTLENECK\working%20data.xlsx" TargetMode="External"/></Relationships>
</file>

<file path=ppt/charts/_rels/chartEx2.xml.rels><?xml version="1.0" encoding="UTF-8" standalone="yes"?>
<Relationships xmlns="http://schemas.openxmlformats.org/package/2006/relationships"><Relationship Id="rId3" Type="http://schemas.microsoft.com/office/2011/relationships/chartColorStyle" Target="colors5.xml"/><Relationship Id="rId2" Type="http://schemas.microsoft.com/office/2011/relationships/chartStyle" Target="style5.xml"/><Relationship Id="rId1" Type="http://schemas.openxmlformats.org/officeDocument/2006/relationships/oleObject" Target="https://csopasset-my.sharepoint.com/personal/shujin_chen_csopasset_com/Documents/Documents/Global%20macro/AI_hardware.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zh-CN" altLang="en-US" b="1" dirty="0">
                <a:solidFill>
                  <a:schemeClr val="tx2"/>
                </a:solidFill>
              </a:rPr>
              <a:t>全球上市</a:t>
            </a:r>
            <a:r>
              <a:rPr lang="zh-CN" altLang="en-US" b="1">
                <a:solidFill>
                  <a:schemeClr val="tx2"/>
                </a:solidFill>
              </a:rPr>
              <a:t>公司</a:t>
            </a:r>
            <a:r>
              <a:rPr lang="en-HK" altLang="zh-CN" b="1">
                <a:solidFill>
                  <a:schemeClr val="tx2"/>
                </a:solidFill>
              </a:rPr>
              <a:t>2026</a:t>
            </a:r>
            <a:r>
              <a:rPr lang="zh-CN" altLang="en-US" b="1">
                <a:solidFill>
                  <a:schemeClr val="tx2"/>
                </a:solidFill>
              </a:rPr>
              <a:t>年淨利潤排名</a:t>
            </a:r>
            <a:endParaRPr lang="en-US" b="1" dirty="0">
              <a:solidFill>
                <a:schemeClr val="tx2"/>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1"/>
            </a:solidFill>
            <a:ln>
              <a:noFill/>
            </a:ln>
            <a:effectLst/>
          </c:spPr>
          <c:invertIfNegative val="0"/>
          <c:dPt>
            <c:idx val="1"/>
            <c:invertIfNegative val="0"/>
            <c:bubble3D val="0"/>
            <c:spPr>
              <a:solidFill>
                <a:srgbClr val="C00000"/>
              </a:solidFill>
              <a:ln>
                <a:noFill/>
              </a:ln>
              <a:effectLst/>
            </c:spPr>
            <c:extLst>
              <c:ext xmlns:c16="http://schemas.microsoft.com/office/drawing/2014/chart" uri="{C3380CC4-5D6E-409C-BE32-E72D297353CC}">
                <c16:uniqueId val="{00000001-E92E-4A04-A517-B1F435671F4B}"/>
              </c:ext>
            </c:extLst>
          </c:dPt>
          <c:dPt>
            <c:idx val="4"/>
            <c:invertIfNegative val="0"/>
            <c:bubble3D val="0"/>
            <c:spPr>
              <a:solidFill>
                <a:srgbClr val="C00000"/>
              </a:solidFill>
              <a:ln>
                <a:noFill/>
              </a:ln>
              <a:effectLst/>
            </c:spPr>
            <c:extLst>
              <c:ext xmlns:c16="http://schemas.microsoft.com/office/drawing/2014/chart" uri="{C3380CC4-5D6E-409C-BE32-E72D297353CC}">
                <c16:uniqueId val="{00000002-E92E-4A04-A517-B1F435671F4B}"/>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Sheet1!$C$2:$C$11</c:f>
              <c:strCache>
                <c:ptCount val="10"/>
                <c:pt idx="0">
                  <c:v>NVIDIA Corp</c:v>
                </c:pt>
                <c:pt idx="1">
                  <c:v>Samsung Electronics Co Ltd</c:v>
                </c:pt>
                <c:pt idx="2">
                  <c:v>Alphabet Inc</c:v>
                </c:pt>
                <c:pt idx="3">
                  <c:v>Microsoft Corp</c:v>
                </c:pt>
                <c:pt idx="4">
                  <c:v>SK hynix Inc</c:v>
                </c:pt>
                <c:pt idx="5">
                  <c:v>Apple Inc</c:v>
                </c:pt>
                <c:pt idx="6">
                  <c:v>Saudi Arabian Oil Co</c:v>
                </c:pt>
                <c:pt idx="7">
                  <c:v>Amazon.com Inc</c:v>
                </c:pt>
                <c:pt idx="8">
                  <c:v>Meta Platforms Inc</c:v>
                </c:pt>
                <c:pt idx="9">
                  <c:v>Taiwan Semiconductor Manufacturing Co Ltd</c:v>
                </c:pt>
              </c:strCache>
            </c:strRef>
          </c:cat>
          <c:val>
            <c:numRef>
              <c:f>Sheet1!$D$2:$D$11</c:f>
              <c:numCache>
                <c:formatCode>_(* #,##0_);_(* \(#,##0\);_(* "-"??_);_(@_)</c:formatCode>
                <c:ptCount val="10"/>
                <c:pt idx="0">
                  <c:v>203533</c:v>
                </c:pt>
                <c:pt idx="1">
                  <c:v>180843.61499999999</c:v>
                </c:pt>
                <c:pt idx="2">
                  <c:v>175151.61900000001</c:v>
                </c:pt>
                <c:pt idx="3">
                  <c:v>135595</c:v>
                </c:pt>
                <c:pt idx="4">
                  <c:v>131320.08000000002</c:v>
                </c:pt>
                <c:pt idx="5">
                  <c:v>128081.63800000001</c:v>
                </c:pt>
                <c:pt idx="6">
                  <c:v>125390.15400000001</c:v>
                </c:pt>
                <c:pt idx="7">
                  <c:v>111996.071</c:v>
                </c:pt>
                <c:pt idx="8">
                  <c:v>89127.773000000001</c:v>
                </c:pt>
                <c:pt idx="9">
                  <c:v>80941.460999999996</c:v>
                </c:pt>
              </c:numCache>
            </c:numRef>
          </c:val>
          <c:extLst>
            <c:ext xmlns:c16="http://schemas.microsoft.com/office/drawing/2014/chart" uri="{C3380CC4-5D6E-409C-BE32-E72D297353CC}">
              <c16:uniqueId val="{00000000-E92E-4A04-A517-B1F435671F4B}"/>
            </c:ext>
          </c:extLst>
        </c:ser>
        <c:dLbls>
          <c:showLegendKey val="0"/>
          <c:showVal val="1"/>
          <c:showCatName val="0"/>
          <c:showSerName val="0"/>
          <c:showPercent val="0"/>
          <c:showBubbleSize val="0"/>
        </c:dLbls>
        <c:gapWidth val="75"/>
        <c:axId val="201784320"/>
        <c:axId val="1752288463"/>
      </c:barChart>
      <c:catAx>
        <c:axId val="2017843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52288463"/>
        <c:crosses val="autoZero"/>
        <c:auto val="1"/>
        <c:lblAlgn val="ctr"/>
        <c:lblOffset val="100"/>
        <c:noMultiLvlLbl val="0"/>
      </c:catAx>
      <c:valAx>
        <c:axId val="1752288463"/>
        <c:scaling>
          <c:orientation val="minMax"/>
        </c:scaling>
        <c:delete val="0"/>
        <c:axPos val="l"/>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178432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6556815658041145E-2"/>
          <c:y val="4.6004128187193662E-2"/>
          <c:w val="0.88746894304979296"/>
          <c:h val="0.74970182452006828"/>
        </c:manualLayout>
      </c:layout>
      <c:barChart>
        <c:barDir val="col"/>
        <c:grouping val="percentStacked"/>
        <c:varyColors val="0"/>
        <c:ser>
          <c:idx val="0"/>
          <c:order val="0"/>
          <c:tx>
            <c:strRef>
              <c:f>'DC capex'!$G$22</c:f>
              <c:strCache>
                <c:ptCount val="1"/>
                <c:pt idx="0">
                  <c:v>Ampere</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'DC capex'!$H$21:$Q$21</c:f>
              <c:strCache>
                <c:ptCount val="10"/>
                <c:pt idx="0">
                  <c:v>FY2024</c:v>
                </c:pt>
                <c:pt idx="1">
                  <c:v>FY2025</c:v>
                </c:pt>
                <c:pt idx="2">
                  <c:v>F1Q26</c:v>
                </c:pt>
                <c:pt idx="3">
                  <c:v>F2Q26</c:v>
                </c:pt>
                <c:pt idx="4">
                  <c:v>F3Q26</c:v>
                </c:pt>
                <c:pt idx="5">
                  <c:v>F4Q26</c:v>
                </c:pt>
                <c:pt idx="6">
                  <c:v>FY2026</c:v>
                </c:pt>
                <c:pt idx="7">
                  <c:v>FY2027E</c:v>
                </c:pt>
                <c:pt idx="8">
                  <c:v>FY2028E</c:v>
                </c:pt>
                <c:pt idx="9">
                  <c:v>FY2029E</c:v>
                </c:pt>
              </c:strCache>
            </c:strRef>
          </c:cat>
          <c:val>
            <c:numRef>
              <c:f>'DC capex'!$H$22:$Q$22</c:f>
              <c:numCache>
                <c:formatCode>0%</c:formatCode>
                <c:ptCount val="10"/>
                <c:pt idx="0">
                  <c:v>0.23</c:v>
                </c:pt>
                <c:pt idx="1">
                  <c:v>0.09</c:v>
                </c:pt>
              </c:numCache>
            </c:numRef>
          </c:val>
          <c:extLst>
            <c:ext xmlns:c16="http://schemas.microsoft.com/office/drawing/2014/chart" uri="{C3380CC4-5D6E-409C-BE32-E72D297353CC}">
              <c16:uniqueId val="{00000000-DF84-4DA1-9EF3-F519BD569EA0}"/>
            </c:ext>
          </c:extLst>
        </c:ser>
        <c:ser>
          <c:idx val="1"/>
          <c:order val="1"/>
          <c:tx>
            <c:strRef>
              <c:f>'DC capex'!$G$23</c:f>
              <c:strCache>
                <c:ptCount val="1"/>
                <c:pt idx="0">
                  <c:v>Hopper</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'DC capex'!$H$21:$Q$21</c:f>
              <c:strCache>
                <c:ptCount val="10"/>
                <c:pt idx="0">
                  <c:v>FY2024</c:v>
                </c:pt>
                <c:pt idx="1">
                  <c:v>FY2025</c:v>
                </c:pt>
                <c:pt idx="2">
                  <c:v>F1Q26</c:v>
                </c:pt>
                <c:pt idx="3">
                  <c:v>F2Q26</c:v>
                </c:pt>
                <c:pt idx="4">
                  <c:v>F3Q26</c:v>
                </c:pt>
                <c:pt idx="5">
                  <c:v>F4Q26</c:v>
                </c:pt>
                <c:pt idx="6">
                  <c:v>FY2026</c:v>
                </c:pt>
                <c:pt idx="7">
                  <c:v>FY2027E</c:v>
                </c:pt>
                <c:pt idx="8">
                  <c:v>FY2028E</c:v>
                </c:pt>
                <c:pt idx="9">
                  <c:v>FY2029E</c:v>
                </c:pt>
              </c:strCache>
            </c:strRef>
          </c:cat>
          <c:val>
            <c:numRef>
              <c:f>'DC capex'!$H$23:$Q$23</c:f>
              <c:numCache>
                <c:formatCode>0%</c:formatCode>
                <c:ptCount val="10"/>
                <c:pt idx="0">
                  <c:v>0.72</c:v>
                </c:pt>
                <c:pt idx="1">
                  <c:v>0.78</c:v>
                </c:pt>
                <c:pt idx="2">
                  <c:v>0.33</c:v>
                </c:pt>
                <c:pt idx="3">
                  <c:v>0.21</c:v>
                </c:pt>
                <c:pt idx="4">
                  <c:v>0.05</c:v>
                </c:pt>
                <c:pt idx="5">
                  <c:v>0.02</c:v>
                </c:pt>
                <c:pt idx="6">
                  <c:v>0.14000000000000001</c:v>
                </c:pt>
                <c:pt idx="7">
                  <c:v>0.02</c:v>
                </c:pt>
              </c:numCache>
            </c:numRef>
          </c:val>
          <c:extLst>
            <c:ext xmlns:c16="http://schemas.microsoft.com/office/drawing/2014/chart" uri="{C3380CC4-5D6E-409C-BE32-E72D297353CC}">
              <c16:uniqueId val="{00000001-DF84-4DA1-9EF3-F519BD569EA0}"/>
            </c:ext>
          </c:extLst>
        </c:ser>
        <c:ser>
          <c:idx val="2"/>
          <c:order val="2"/>
          <c:tx>
            <c:strRef>
              <c:f>'DC capex'!$G$24</c:f>
              <c:strCache>
                <c:ptCount val="1"/>
                <c:pt idx="0">
                  <c:v>Blackwell</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'DC capex'!$H$21:$Q$21</c:f>
              <c:strCache>
                <c:ptCount val="10"/>
                <c:pt idx="0">
                  <c:v>FY2024</c:v>
                </c:pt>
                <c:pt idx="1">
                  <c:v>FY2025</c:v>
                </c:pt>
                <c:pt idx="2">
                  <c:v>F1Q26</c:v>
                </c:pt>
                <c:pt idx="3">
                  <c:v>F2Q26</c:v>
                </c:pt>
                <c:pt idx="4">
                  <c:v>F3Q26</c:v>
                </c:pt>
                <c:pt idx="5">
                  <c:v>F4Q26</c:v>
                </c:pt>
                <c:pt idx="6">
                  <c:v>FY2026</c:v>
                </c:pt>
                <c:pt idx="7">
                  <c:v>FY2027E</c:v>
                </c:pt>
                <c:pt idx="8">
                  <c:v>FY2028E</c:v>
                </c:pt>
                <c:pt idx="9">
                  <c:v>FY2029E</c:v>
                </c:pt>
              </c:strCache>
            </c:strRef>
          </c:cat>
          <c:val>
            <c:numRef>
              <c:f>'DC capex'!$H$24:$Q$24</c:f>
              <c:numCache>
                <c:formatCode>0%</c:formatCode>
                <c:ptCount val="10"/>
                <c:pt idx="1">
                  <c:v>0.1</c:v>
                </c:pt>
                <c:pt idx="2">
                  <c:v>0.66</c:v>
                </c:pt>
                <c:pt idx="3">
                  <c:v>0.47</c:v>
                </c:pt>
                <c:pt idx="4">
                  <c:v>0.32</c:v>
                </c:pt>
                <c:pt idx="5">
                  <c:v>0.37</c:v>
                </c:pt>
                <c:pt idx="6">
                  <c:v>0.44</c:v>
                </c:pt>
                <c:pt idx="7">
                  <c:v>0.05</c:v>
                </c:pt>
              </c:numCache>
            </c:numRef>
          </c:val>
          <c:extLst>
            <c:ext xmlns:c16="http://schemas.microsoft.com/office/drawing/2014/chart" uri="{C3380CC4-5D6E-409C-BE32-E72D297353CC}">
              <c16:uniqueId val="{00000002-DF84-4DA1-9EF3-F519BD569EA0}"/>
            </c:ext>
          </c:extLst>
        </c:ser>
        <c:ser>
          <c:idx val="3"/>
          <c:order val="3"/>
          <c:tx>
            <c:strRef>
              <c:f>'DC capex'!$G$25</c:f>
              <c:strCache>
                <c:ptCount val="1"/>
                <c:pt idx="0">
                  <c:v>Blackwell Ultra</c:v>
                </c:pt>
              </c:strCache>
            </c:strRef>
          </c:tx>
          <c:spPr>
            <a:solidFill>
              <a:schemeClr val="accent4"/>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'DC capex'!$H$21:$Q$21</c:f>
              <c:strCache>
                <c:ptCount val="10"/>
                <c:pt idx="0">
                  <c:v>FY2024</c:v>
                </c:pt>
                <c:pt idx="1">
                  <c:v>FY2025</c:v>
                </c:pt>
                <c:pt idx="2">
                  <c:v>F1Q26</c:v>
                </c:pt>
                <c:pt idx="3">
                  <c:v>F2Q26</c:v>
                </c:pt>
                <c:pt idx="4">
                  <c:v>F3Q26</c:v>
                </c:pt>
                <c:pt idx="5">
                  <c:v>F4Q26</c:v>
                </c:pt>
                <c:pt idx="6">
                  <c:v>FY2026</c:v>
                </c:pt>
                <c:pt idx="7">
                  <c:v>FY2027E</c:v>
                </c:pt>
                <c:pt idx="8">
                  <c:v>FY2028E</c:v>
                </c:pt>
                <c:pt idx="9">
                  <c:v>FY2029E</c:v>
                </c:pt>
              </c:strCache>
            </c:strRef>
          </c:cat>
          <c:val>
            <c:numRef>
              <c:f>'DC capex'!$H$25:$Q$25</c:f>
              <c:numCache>
                <c:formatCode>General</c:formatCode>
                <c:ptCount val="10"/>
                <c:pt idx="3" formatCode="0%">
                  <c:v>0.31</c:v>
                </c:pt>
                <c:pt idx="4" formatCode="0%">
                  <c:v>0.62</c:v>
                </c:pt>
                <c:pt idx="5" formatCode="0%">
                  <c:v>0.6</c:v>
                </c:pt>
                <c:pt idx="6" formatCode="0%">
                  <c:v>0.42</c:v>
                </c:pt>
                <c:pt idx="7" formatCode="0%">
                  <c:v>0.7</c:v>
                </c:pt>
                <c:pt idx="8" formatCode="0%">
                  <c:v>0.09</c:v>
                </c:pt>
              </c:numCache>
            </c:numRef>
          </c:val>
          <c:extLst>
            <c:ext xmlns:c16="http://schemas.microsoft.com/office/drawing/2014/chart" uri="{C3380CC4-5D6E-409C-BE32-E72D297353CC}">
              <c16:uniqueId val="{00000003-DF84-4DA1-9EF3-F519BD569EA0}"/>
            </c:ext>
          </c:extLst>
        </c:ser>
        <c:ser>
          <c:idx val="4"/>
          <c:order val="4"/>
          <c:tx>
            <c:strRef>
              <c:f>'DC capex'!$G$26</c:f>
              <c:strCache>
                <c:ptCount val="1"/>
                <c:pt idx="0">
                  <c:v>Rubin</c:v>
                </c:pt>
              </c:strCache>
            </c:strRef>
          </c:tx>
          <c:spPr>
            <a:solidFill>
              <a:schemeClr val="accent5"/>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'DC capex'!$H$21:$Q$21</c:f>
              <c:strCache>
                <c:ptCount val="10"/>
                <c:pt idx="0">
                  <c:v>FY2024</c:v>
                </c:pt>
                <c:pt idx="1">
                  <c:v>FY2025</c:v>
                </c:pt>
                <c:pt idx="2">
                  <c:v>F1Q26</c:v>
                </c:pt>
                <c:pt idx="3">
                  <c:v>F2Q26</c:v>
                </c:pt>
                <c:pt idx="4">
                  <c:v>F3Q26</c:v>
                </c:pt>
                <c:pt idx="5">
                  <c:v>F4Q26</c:v>
                </c:pt>
                <c:pt idx="6">
                  <c:v>FY2026</c:v>
                </c:pt>
                <c:pt idx="7">
                  <c:v>FY2027E</c:v>
                </c:pt>
                <c:pt idx="8">
                  <c:v>FY2028E</c:v>
                </c:pt>
                <c:pt idx="9">
                  <c:v>FY2029E</c:v>
                </c:pt>
              </c:strCache>
            </c:strRef>
          </c:cat>
          <c:val>
            <c:numRef>
              <c:f>'DC capex'!$H$26:$Q$26</c:f>
              <c:numCache>
                <c:formatCode>General</c:formatCode>
                <c:ptCount val="10"/>
                <c:pt idx="7" formatCode="0%">
                  <c:v>0.22</c:v>
                </c:pt>
                <c:pt idx="8" formatCode="0%">
                  <c:v>0.68</c:v>
                </c:pt>
                <c:pt idx="9" formatCode="0%">
                  <c:v>0.19</c:v>
                </c:pt>
              </c:numCache>
            </c:numRef>
          </c:val>
          <c:extLst>
            <c:ext xmlns:c16="http://schemas.microsoft.com/office/drawing/2014/chart" uri="{C3380CC4-5D6E-409C-BE32-E72D297353CC}">
              <c16:uniqueId val="{00000004-DF84-4DA1-9EF3-F519BD569EA0}"/>
            </c:ext>
          </c:extLst>
        </c:ser>
        <c:ser>
          <c:idx val="5"/>
          <c:order val="5"/>
          <c:tx>
            <c:strRef>
              <c:f>'DC capex'!$G$27</c:f>
              <c:strCache>
                <c:ptCount val="1"/>
                <c:pt idx="0">
                  <c:v>Rubin Ultra</c:v>
                </c:pt>
              </c:strCache>
            </c:strRef>
          </c:tx>
          <c:spPr>
            <a:solidFill>
              <a:schemeClr val="accent6"/>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'DC capex'!$H$21:$Q$21</c:f>
              <c:strCache>
                <c:ptCount val="10"/>
                <c:pt idx="0">
                  <c:v>FY2024</c:v>
                </c:pt>
                <c:pt idx="1">
                  <c:v>FY2025</c:v>
                </c:pt>
                <c:pt idx="2">
                  <c:v>F1Q26</c:v>
                </c:pt>
                <c:pt idx="3">
                  <c:v>F2Q26</c:v>
                </c:pt>
                <c:pt idx="4">
                  <c:v>F3Q26</c:v>
                </c:pt>
                <c:pt idx="5">
                  <c:v>F4Q26</c:v>
                </c:pt>
                <c:pt idx="6">
                  <c:v>FY2026</c:v>
                </c:pt>
                <c:pt idx="7">
                  <c:v>FY2027E</c:v>
                </c:pt>
                <c:pt idx="8">
                  <c:v>FY2028E</c:v>
                </c:pt>
                <c:pt idx="9">
                  <c:v>FY2029E</c:v>
                </c:pt>
              </c:strCache>
            </c:strRef>
          </c:cat>
          <c:val>
            <c:numRef>
              <c:f>'DC capex'!$H$27:$Q$27</c:f>
              <c:numCache>
                <c:formatCode>General</c:formatCode>
                <c:ptCount val="10"/>
                <c:pt idx="8" formatCode="0%">
                  <c:v>0.23</c:v>
                </c:pt>
                <c:pt idx="9" formatCode="0%">
                  <c:v>0.57999999999999996</c:v>
                </c:pt>
              </c:numCache>
            </c:numRef>
          </c:val>
          <c:extLst>
            <c:ext xmlns:c16="http://schemas.microsoft.com/office/drawing/2014/chart" uri="{C3380CC4-5D6E-409C-BE32-E72D297353CC}">
              <c16:uniqueId val="{00000005-DF84-4DA1-9EF3-F519BD569EA0}"/>
            </c:ext>
          </c:extLst>
        </c:ser>
        <c:ser>
          <c:idx val="6"/>
          <c:order val="6"/>
          <c:tx>
            <c:strRef>
              <c:f>'DC capex'!$G$28</c:f>
              <c:strCache>
                <c:ptCount val="1"/>
                <c:pt idx="0">
                  <c:v>Feyman</c:v>
                </c:pt>
              </c:strCache>
            </c:strRef>
          </c:tx>
          <c:spPr>
            <a:solidFill>
              <a:schemeClr val="accent1">
                <a:lumMod val="60000"/>
              </a:schemeClr>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'DC capex'!$H$21:$Q$21</c:f>
              <c:strCache>
                <c:ptCount val="10"/>
                <c:pt idx="0">
                  <c:v>FY2024</c:v>
                </c:pt>
                <c:pt idx="1">
                  <c:v>FY2025</c:v>
                </c:pt>
                <c:pt idx="2">
                  <c:v>F1Q26</c:v>
                </c:pt>
                <c:pt idx="3">
                  <c:v>F2Q26</c:v>
                </c:pt>
                <c:pt idx="4">
                  <c:v>F3Q26</c:v>
                </c:pt>
                <c:pt idx="5">
                  <c:v>F4Q26</c:v>
                </c:pt>
                <c:pt idx="6">
                  <c:v>FY2026</c:v>
                </c:pt>
                <c:pt idx="7">
                  <c:v>FY2027E</c:v>
                </c:pt>
                <c:pt idx="8">
                  <c:v>FY2028E</c:v>
                </c:pt>
                <c:pt idx="9">
                  <c:v>FY2029E</c:v>
                </c:pt>
              </c:strCache>
            </c:strRef>
          </c:cat>
          <c:val>
            <c:numRef>
              <c:f>'DC capex'!$H$28:$Q$28</c:f>
              <c:numCache>
                <c:formatCode>General</c:formatCode>
                <c:ptCount val="10"/>
                <c:pt idx="9" formatCode="0%">
                  <c:v>0.24</c:v>
                </c:pt>
              </c:numCache>
            </c:numRef>
          </c:val>
          <c:extLst>
            <c:ext xmlns:c16="http://schemas.microsoft.com/office/drawing/2014/chart" uri="{C3380CC4-5D6E-409C-BE32-E72D297353CC}">
              <c16:uniqueId val="{00000006-DF84-4DA1-9EF3-F519BD569EA0}"/>
            </c:ext>
          </c:extLst>
        </c:ser>
        <c:ser>
          <c:idx val="7"/>
          <c:order val="7"/>
          <c:tx>
            <c:strRef>
              <c:f>'DC capex'!$G$29</c:f>
              <c:strCache>
                <c:ptCount val="1"/>
                <c:pt idx="0">
                  <c:v>Feyman Ultra</c:v>
                </c:pt>
              </c:strCache>
            </c:strRef>
          </c:tx>
          <c:spPr>
            <a:solidFill>
              <a:schemeClr val="accent2">
                <a:lumMod val="60000"/>
              </a:schemeClr>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'DC capex'!$H$21:$Q$21</c:f>
              <c:strCache>
                <c:ptCount val="10"/>
                <c:pt idx="0">
                  <c:v>FY2024</c:v>
                </c:pt>
                <c:pt idx="1">
                  <c:v>FY2025</c:v>
                </c:pt>
                <c:pt idx="2">
                  <c:v>F1Q26</c:v>
                </c:pt>
                <c:pt idx="3">
                  <c:v>F2Q26</c:v>
                </c:pt>
                <c:pt idx="4">
                  <c:v>F3Q26</c:v>
                </c:pt>
                <c:pt idx="5">
                  <c:v>F4Q26</c:v>
                </c:pt>
                <c:pt idx="6">
                  <c:v>FY2026</c:v>
                </c:pt>
                <c:pt idx="7">
                  <c:v>FY2027E</c:v>
                </c:pt>
                <c:pt idx="8">
                  <c:v>FY2028E</c:v>
                </c:pt>
                <c:pt idx="9">
                  <c:v>FY2029E</c:v>
                </c:pt>
              </c:strCache>
            </c:strRef>
          </c:cat>
          <c:val>
            <c:numRef>
              <c:f>'DC capex'!$H$29:$Q$29</c:f>
              <c:numCache>
                <c:formatCode>General</c:formatCode>
                <c:ptCount val="10"/>
              </c:numCache>
            </c:numRef>
          </c:val>
          <c:extLst>
            <c:ext xmlns:c16="http://schemas.microsoft.com/office/drawing/2014/chart" uri="{C3380CC4-5D6E-409C-BE32-E72D297353CC}">
              <c16:uniqueId val="{00000007-DF84-4DA1-9EF3-F519BD569EA0}"/>
            </c:ext>
          </c:extLst>
        </c:ser>
        <c:ser>
          <c:idx val="8"/>
          <c:order val="8"/>
          <c:tx>
            <c:strRef>
              <c:f>'DC capex'!$G$30</c:f>
              <c:strCache>
                <c:ptCount val="1"/>
                <c:pt idx="0">
                  <c:v>Other</c:v>
                </c:pt>
              </c:strCache>
            </c:strRef>
          </c:tx>
          <c:spPr>
            <a:solidFill>
              <a:schemeClr val="accent3">
                <a:lumMod val="60000"/>
              </a:schemeClr>
            </a:solidFill>
            <a:ln>
              <a:noFill/>
            </a:ln>
            <a:effectLst/>
          </c:spPr>
          <c:invertIfNegative val="0"/>
          <c:dLbls>
            <c:dLbl>
              <c:idx val="2"/>
              <c:layout>
                <c:manualLayout>
                  <c:x val="3.541926462169534E-2"/>
                  <c:y val="1.6728773886252241E-2"/>
                </c:manualLayout>
              </c:layout>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DF84-4DA1-9EF3-F519BD569EA0}"/>
                </c:ext>
              </c:extLst>
            </c:dLbl>
            <c:dLbl>
              <c:idx val="3"/>
              <c:layout>
                <c:manualLayout>
                  <c:x val="3.5419264621695208E-2"/>
                  <c:y val="1.6728773886252241E-2"/>
                </c:manualLayout>
              </c:layout>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DF84-4DA1-9EF3-F519BD569EA0}"/>
                </c:ext>
              </c:extLst>
            </c:dLbl>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'DC capex'!$H$21:$Q$21</c:f>
              <c:strCache>
                <c:ptCount val="10"/>
                <c:pt idx="0">
                  <c:v>FY2024</c:v>
                </c:pt>
                <c:pt idx="1">
                  <c:v>FY2025</c:v>
                </c:pt>
                <c:pt idx="2">
                  <c:v>F1Q26</c:v>
                </c:pt>
                <c:pt idx="3">
                  <c:v>F2Q26</c:v>
                </c:pt>
                <c:pt idx="4">
                  <c:v>F3Q26</c:v>
                </c:pt>
                <c:pt idx="5">
                  <c:v>F4Q26</c:v>
                </c:pt>
                <c:pt idx="6">
                  <c:v>FY2026</c:v>
                </c:pt>
                <c:pt idx="7">
                  <c:v>FY2027E</c:v>
                </c:pt>
                <c:pt idx="8">
                  <c:v>FY2028E</c:v>
                </c:pt>
                <c:pt idx="9">
                  <c:v>FY2029E</c:v>
                </c:pt>
              </c:strCache>
            </c:strRef>
          </c:cat>
          <c:val>
            <c:numRef>
              <c:f>'DC capex'!$H$30:$Q$30</c:f>
              <c:numCache>
                <c:formatCode>0%</c:formatCode>
                <c:ptCount val="10"/>
                <c:pt idx="0">
                  <c:v>0.05</c:v>
                </c:pt>
                <c:pt idx="1">
                  <c:v>0.03</c:v>
                </c:pt>
                <c:pt idx="2">
                  <c:v>0.01</c:v>
                </c:pt>
                <c:pt idx="3">
                  <c:v>0.01</c:v>
                </c:pt>
              </c:numCache>
            </c:numRef>
          </c:val>
          <c:extLst>
            <c:ext xmlns:c16="http://schemas.microsoft.com/office/drawing/2014/chart" uri="{C3380CC4-5D6E-409C-BE32-E72D297353CC}">
              <c16:uniqueId val="{00000008-DF84-4DA1-9EF3-F519BD569EA0}"/>
            </c:ext>
          </c:extLst>
        </c:ser>
        <c:dLbls>
          <c:dLblPos val="ctr"/>
          <c:showLegendKey val="0"/>
          <c:showVal val="1"/>
          <c:showCatName val="0"/>
          <c:showSerName val="0"/>
          <c:showPercent val="0"/>
          <c:showBubbleSize val="0"/>
        </c:dLbls>
        <c:gapWidth val="150"/>
        <c:overlap val="100"/>
        <c:axId val="723968911"/>
        <c:axId val="625758783"/>
      </c:barChart>
      <c:catAx>
        <c:axId val="723968911"/>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zh-CN"/>
          </a:p>
        </c:txPr>
        <c:crossAx val="625758783"/>
        <c:crosses val="autoZero"/>
        <c:auto val="1"/>
        <c:lblAlgn val="ctr"/>
        <c:lblOffset val="100"/>
        <c:noMultiLvlLbl val="0"/>
      </c:catAx>
      <c:valAx>
        <c:axId val="625758783"/>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solidFill>
              <a:schemeClr val="tx1"/>
            </a:solid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zh-CN"/>
          </a:p>
        </c:txPr>
        <c:crossAx val="723968911"/>
        <c:crosses val="autoZero"/>
        <c:crossBetween val="between"/>
        <c:majorUnit val="0.2"/>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1"/>
          </a:solidFill>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rgbClr val="2660AD"/>
                </a:solidFill>
                <a:latin typeface="+mj-ea"/>
                <a:ea typeface="+mj-ea"/>
                <a:cs typeface="+mn-cs"/>
              </a:defRPr>
            </a:pPr>
            <a:r>
              <a:rPr lang="en-US" b="1">
                <a:solidFill>
                  <a:srgbClr val="2660AD"/>
                </a:solidFill>
              </a:rPr>
              <a:t>CoWo</a:t>
            </a:r>
            <a:r>
              <a:rPr lang="en-US" altLang="zh-CN" b="1">
                <a:solidFill>
                  <a:srgbClr val="2660AD"/>
                </a:solidFill>
              </a:rPr>
              <a:t>S</a:t>
            </a:r>
            <a:r>
              <a:rPr lang="zh-CN" b="1">
                <a:solidFill>
                  <a:srgbClr val="2660AD"/>
                </a:solidFill>
              </a:rPr>
              <a:t>供應産能拆分（年末）</a:t>
            </a:r>
            <a:r>
              <a:rPr lang="zh-CN" altLang="en-US" b="1">
                <a:solidFill>
                  <a:srgbClr val="2660AD"/>
                </a:solidFill>
              </a:rPr>
              <a:t>（</a:t>
            </a:r>
            <a:r>
              <a:rPr lang="zh-CN" altLang="en-US" b="1" dirty="0">
                <a:solidFill>
                  <a:srgbClr val="2660AD"/>
                </a:solidFill>
              </a:rPr>
              <a:t>千片</a:t>
            </a:r>
            <a:r>
              <a:rPr lang="en-US" altLang="zh-CN" b="1" dirty="0">
                <a:solidFill>
                  <a:srgbClr val="2660AD"/>
                </a:solidFill>
              </a:rPr>
              <a:t>/</a:t>
            </a:r>
            <a:r>
              <a:rPr lang="zh-CN" altLang="en-US" b="1" dirty="0">
                <a:solidFill>
                  <a:srgbClr val="2660AD"/>
                </a:solidFill>
              </a:rPr>
              <a:t>月）</a:t>
            </a:r>
            <a:endParaRPr lang="zh-CN" b="1" dirty="0">
              <a:solidFill>
                <a:srgbClr val="2660AD"/>
              </a:solidFill>
            </a:endParaRPr>
          </a:p>
        </c:rich>
      </c:tx>
      <c:overlay val="0"/>
      <c:spPr>
        <a:noFill/>
        <a:ln>
          <a:noFill/>
        </a:ln>
        <a:effectLst/>
      </c:spPr>
      <c:txPr>
        <a:bodyPr rot="0" spcFirstLastPara="1" vertOverflow="ellipsis" vert="horz" wrap="square" anchor="ctr" anchorCtr="1"/>
        <a:lstStyle/>
        <a:p>
          <a:pPr>
            <a:defRPr sz="1200" b="1" i="0" u="none" strike="noStrike" kern="1200" spc="0" baseline="0">
              <a:solidFill>
                <a:srgbClr val="2660AD"/>
              </a:solidFill>
              <a:latin typeface="+mj-ea"/>
              <a:ea typeface="+mj-ea"/>
              <a:cs typeface="+mn-cs"/>
            </a:defRPr>
          </a:pPr>
          <a:endParaRPr lang="zh-CN"/>
        </a:p>
      </c:txPr>
    </c:title>
    <c:autoTitleDeleted val="0"/>
    <c:plotArea>
      <c:layout>
        <c:manualLayout>
          <c:layoutTarget val="inner"/>
          <c:xMode val="edge"/>
          <c:yMode val="edge"/>
          <c:x val="7.8999472832706183E-2"/>
          <c:y val="0.15907539132686249"/>
          <c:w val="0.89560560615149698"/>
          <c:h val="0.67989509146092264"/>
        </c:manualLayout>
      </c:layout>
      <c:barChart>
        <c:barDir val="col"/>
        <c:grouping val="stacked"/>
        <c:varyColors val="0"/>
        <c:ser>
          <c:idx val="0"/>
          <c:order val="0"/>
          <c:tx>
            <c:strRef>
              <c:f>Sheet2!$B$60</c:f>
              <c:strCache>
                <c:ptCount val="1"/>
                <c:pt idx="0">
                  <c:v>台积电</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j-ea"/>
                    <a:ea typeface="+mj-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Sheet2!$C$59:$H$59</c:f>
              <c:strCache>
                <c:ptCount val="6"/>
                <c:pt idx="0">
                  <c:v>2022</c:v>
                </c:pt>
                <c:pt idx="1">
                  <c:v>2023</c:v>
                </c:pt>
                <c:pt idx="2">
                  <c:v>2024</c:v>
                </c:pt>
                <c:pt idx="3">
                  <c:v>2025</c:v>
                </c:pt>
                <c:pt idx="4">
                  <c:v>2026E</c:v>
                </c:pt>
                <c:pt idx="5">
                  <c:v>2027E</c:v>
                </c:pt>
              </c:strCache>
            </c:strRef>
          </c:cat>
          <c:val>
            <c:numRef>
              <c:f>Sheet2!$C$60:$H$60</c:f>
              <c:numCache>
                <c:formatCode>General</c:formatCode>
                <c:ptCount val="6"/>
                <c:pt idx="0">
                  <c:v>10</c:v>
                </c:pt>
                <c:pt idx="1">
                  <c:v>13</c:v>
                </c:pt>
                <c:pt idx="2">
                  <c:v>32</c:v>
                </c:pt>
                <c:pt idx="3">
                  <c:v>70</c:v>
                </c:pt>
                <c:pt idx="4">
                  <c:v>120</c:v>
                </c:pt>
                <c:pt idx="5">
                  <c:v>160</c:v>
                </c:pt>
              </c:numCache>
            </c:numRef>
          </c:val>
          <c:extLst>
            <c:ext xmlns:c16="http://schemas.microsoft.com/office/drawing/2014/chart" uri="{C3380CC4-5D6E-409C-BE32-E72D297353CC}">
              <c16:uniqueId val="{00000000-ED96-46EA-8F6A-4255B98DB4B7}"/>
            </c:ext>
          </c:extLst>
        </c:ser>
        <c:ser>
          <c:idx val="1"/>
          <c:order val="1"/>
          <c:tx>
            <c:strRef>
              <c:f>Sheet2!$B$61</c:f>
              <c:strCache>
                <c:ptCount val="1"/>
                <c:pt idx="0">
                  <c:v>非台积电</c:v>
                </c:pt>
              </c:strCache>
            </c:strRef>
          </c:tx>
          <c:spPr>
            <a:solidFill>
              <a:schemeClr val="accent2"/>
            </a:solidFill>
            <a:ln>
              <a:noFill/>
            </a:ln>
            <a:effectLst/>
          </c:spPr>
          <c:invertIfNegative val="0"/>
          <c:dLbls>
            <c:dLbl>
              <c:idx val="0"/>
              <c:layout>
                <c:manualLayout>
                  <c:x val="-6.9258888087634848E-3"/>
                  <c:y val="-7.6319429003615089E-2"/>
                </c:manualLayout>
              </c:layout>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j-ea"/>
                      <a:ea typeface="+mj-ea"/>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D96-46EA-8F6A-4255B98DB4B7}"/>
                </c:ext>
              </c:extLst>
            </c:dLbl>
            <c:dLbl>
              <c:idx val="1"/>
              <c:layout>
                <c:manualLayout>
                  <c:x val="0"/>
                  <c:y val="-5.4513877859725064E-2"/>
                </c:manualLayout>
              </c:layout>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j-ea"/>
                      <a:ea typeface="+mj-ea"/>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ED96-46EA-8F6A-4255B98DB4B7}"/>
                </c:ext>
              </c:extLst>
            </c:dLbl>
            <c:dLbl>
              <c:idx val="2"/>
              <c:delete val="1"/>
              <c:extLst>
                <c:ext xmlns:c15="http://schemas.microsoft.com/office/drawing/2012/chart" uri="{CE6537A1-D6FC-4f65-9D91-7224C49458BB}"/>
                <c:ext xmlns:c16="http://schemas.microsoft.com/office/drawing/2014/chart" uri="{C3380CC4-5D6E-409C-BE32-E72D297353CC}">
                  <c16:uniqueId val="{00000003-ED96-46EA-8F6A-4255B98DB4B7}"/>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j-ea"/>
                    <a:ea typeface="+mj-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Sheet2!$C$59:$H$59</c:f>
              <c:strCache>
                <c:ptCount val="6"/>
                <c:pt idx="0">
                  <c:v>2022</c:v>
                </c:pt>
                <c:pt idx="1">
                  <c:v>2023</c:v>
                </c:pt>
                <c:pt idx="2">
                  <c:v>2024</c:v>
                </c:pt>
                <c:pt idx="3">
                  <c:v>2025</c:v>
                </c:pt>
                <c:pt idx="4">
                  <c:v>2026E</c:v>
                </c:pt>
                <c:pt idx="5">
                  <c:v>2027E</c:v>
                </c:pt>
              </c:strCache>
            </c:strRef>
          </c:cat>
          <c:val>
            <c:numRef>
              <c:f>Sheet2!$C$61:$H$61</c:f>
              <c:numCache>
                <c:formatCode>General</c:formatCode>
                <c:ptCount val="6"/>
                <c:pt idx="0">
                  <c:v>2</c:v>
                </c:pt>
                <c:pt idx="1">
                  <c:v>5</c:v>
                </c:pt>
                <c:pt idx="2">
                  <c:v>6</c:v>
                </c:pt>
                <c:pt idx="3">
                  <c:v>23</c:v>
                </c:pt>
                <c:pt idx="4">
                  <c:v>50</c:v>
                </c:pt>
                <c:pt idx="5">
                  <c:v>80</c:v>
                </c:pt>
              </c:numCache>
            </c:numRef>
          </c:val>
          <c:extLst>
            <c:ext xmlns:c16="http://schemas.microsoft.com/office/drawing/2014/chart" uri="{C3380CC4-5D6E-409C-BE32-E72D297353CC}">
              <c16:uniqueId val="{00000001-ED96-46EA-8F6A-4255B98DB4B7}"/>
            </c:ext>
          </c:extLst>
        </c:ser>
        <c:dLbls>
          <c:showLegendKey val="0"/>
          <c:showVal val="0"/>
          <c:showCatName val="0"/>
          <c:showSerName val="0"/>
          <c:showPercent val="0"/>
          <c:showBubbleSize val="0"/>
        </c:dLbls>
        <c:gapWidth val="150"/>
        <c:overlap val="100"/>
        <c:axId val="1230059488"/>
        <c:axId val="697491711"/>
      </c:barChart>
      <c:catAx>
        <c:axId val="1230059488"/>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j-ea"/>
                <a:ea typeface="+mj-ea"/>
                <a:cs typeface="+mn-cs"/>
              </a:defRPr>
            </a:pPr>
            <a:endParaRPr lang="zh-CN"/>
          </a:p>
        </c:txPr>
        <c:crossAx val="697491711"/>
        <c:crosses val="autoZero"/>
        <c:auto val="1"/>
        <c:lblAlgn val="ctr"/>
        <c:lblOffset val="100"/>
        <c:noMultiLvlLbl val="0"/>
      </c:catAx>
      <c:valAx>
        <c:axId val="697491711"/>
        <c:scaling>
          <c:orientation val="minMax"/>
        </c:scaling>
        <c:delete val="0"/>
        <c:axPos val="l"/>
        <c:numFmt formatCode="General" sourceLinked="1"/>
        <c:majorTickMark val="none"/>
        <c:minorTickMark val="none"/>
        <c:tickLblPos val="nextTo"/>
        <c:spPr>
          <a:noFill/>
          <a:ln>
            <a:solidFill>
              <a:schemeClr val="tx1"/>
            </a:solid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j-ea"/>
                <a:ea typeface="+mj-ea"/>
                <a:cs typeface="+mn-cs"/>
              </a:defRPr>
            </a:pPr>
            <a:endParaRPr lang="zh-CN"/>
          </a:p>
        </c:txPr>
        <c:crossAx val="123005948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j-ea"/>
              <a:ea typeface="+mj-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a:latin typeface="+mj-ea"/>
          <a:ea typeface="+mj-ea"/>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9.2047207022850949E-2"/>
          <c:y val="0.10051120063480436"/>
          <c:w val="0.90643790264853252"/>
          <c:h val="0.71583926736419412"/>
        </c:manualLayout>
      </c:layout>
      <c:barChart>
        <c:barDir val="col"/>
        <c:grouping val="clustered"/>
        <c:varyColors val="0"/>
        <c:ser>
          <c:idx val="1"/>
          <c:order val="0"/>
          <c:spPr>
            <a:solidFill>
              <a:schemeClr val="accent2"/>
            </a:solidFill>
            <a:ln>
              <a:noFill/>
            </a:ln>
            <a:effectLst/>
          </c:spPr>
          <c:invertIfNegative val="0"/>
          <c:dLbls>
            <c:numFmt formatCode="0%" sourceLinked="0"/>
            <c:spPr>
              <a:noFill/>
              <a:ln>
                <a:noFill/>
              </a:ln>
              <a:effectLst/>
            </c:spPr>
            <c:txPr>
              <a:bodyPr rot="0" spcFirstLastPara="1" vertOverflow="ellipsis" vert="horz" wrap="square" anchor="ctr" anchorCtr="1"/>
              <a:lstStyle/>
              <a:p>
                <a:pPr>
                  <a:defRPr sz="1000" b="0" i="0" u="none" strike="noStrike" kern="1200" baseline="0">
                    <a:solidFill>
                      <a:schemeClr val="bg1">
                        <a:lumMod val="50000"/>
                      </a:schemeClr>
                    </a:solidFill>
                    <a:latin typeface="Segoe UI" panose="020B0502040204020203" pitchFamily="34"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Sheet9!$A$10:$A$15</c:f>
              <c:strCache>
                <c:ptCount val="6"/>
                <c:pt idx="0">
                  <c:v>存儲</c:v>
                </c:pt>
                <c:pt idx="1">
                  <c:v>AI芯片</c:v>
                </c:pt>
                <c:pt idx="2">
                  <c:v>CPU</c:v>
                </c:pt>
                <c:pt idx="3">
                  <c:v>晶圓代工</c:v>
                </c:pt>
                <c:pt idx="4">
                  <c:v>超大雲服務商</c:v>
                </c:pt>
                <c:pt idx="5">
                  <c:v>半導體設備</c:v>
                </c:pt>
              </c:strCache>
            </c:strRef>
          </c:cat>
          <c:val>
            <c:numRef>
              <c:f>Sheet9!$B$10:$B$15</c:f>
              <c:numCache>
                <c:formatCode>0%</c:formatCode>
                <c:ptCount val="6"/>
                <c:pt idx="0">
                  <c:v>4.53</c:v>
                </c:pt>
                <c:pt idx="1">
                  <c:v>0.98</c:v>
                </c:pt>
                <c:pt idx="2">
                  <c:v>0.68</c:v>
                </c:pt>
                <c:pt idx="3">
                  <c:v>0.64</c:v>
                </c:pt>
                <c:pt idx="4">
                  <c:v>0.61</c:v>
                </c:pt>
                <c:pt idx="5">
                  <c:v>0.23</c:v>
                </c:pt>
              </c:numCache>
            </c:numRef>
          </c:val>
          <c:extLst>
            <c:ext xmlns:c16="http://schemas.microsoft.com/office/drawing/2014/chart" uri="{C3380CC4-5D6E-409C-BE32-E72D297353CC}">
              <c16:uniqueId val="{00000000-89E1-486E-BCF8-017457F00B78}"/>
            </c:ext>
          </c:extLst>
        </c:ser>
        <c:dLbls>
          <c:dLblPos val="outEnd"/>
          <c:showLegendKey val="0"/>
          <c:showVal val="1"/>
          <c:showCatName val="0"/>
          <c:showSerName val="0"/>
          <c:showPercent val="0"/>
          <c:showBubbleSize val="0"/>
        </c:dLbls>
        <c:gapWidth val="70"/>
        <c:axId val="291160448"/>
        <c:axId val="291161984"/>
      </c:barChart>
      <c:catAx>
        <c:axId val="291160448"/>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prstDash val="solid"/>
            <a:round/>
          </a:ln>
          <a:effectLst/>
        </c:spPr>
        <c:txPr>
          <a:bodyPr rot="-2700000" spcFirstLastPara="1" vertOverflow="overflow" wrap="square" anchor="ctr" anchorCtr="1"/>
          <a:lstStyle/>
          <a:p>
            <a:pPr>
              <a:defRPr sz="900" b="0" i="0" u="none" strike="noStrike" kern="1200" baseline="0">
                <a:solidFill>
                  <a:schemeClr val="bg1">
                    <a:lumMod val="50000"/>
                  </a:schemeClr>
                </a:solidFill>
                <a:latin typeface="Segoe UI" panose="020B0502040204020203" pitchFamily="34" charset="0"/>
                <a:ea typeface="+mn-ea"/>
                <a:cs typeface="+mn-cs"/>
              </a:defRPr>
            </a:pPr>
            <a:endParaRPr lang="zh-CN"/>
          </a:p>
        </c:txPr>
        <c:crossAx val="291161984"/>
        <c:crosses val="autoZero"/>
        <c:auto val="1"/>
        <c:lblAlgn val="ctr"/>
        <c:lblOffset val="100"/>
        <c:noMultiLvlLbl val="0"/>
      </c:catAx>
      <c:valAx>
        <c:axId val="291161984"/>
        <c:scaling>
          <c:orientation val="minMax"/>
          <c:max val="1.05"/>
          <c:min val="0"/>
        </c:scaling>
        <c:delete val="0"/>
        <c:axPos val="l"/>
        <c:majorGridlines>
          <c:spPr>
            <a:ln w="6350" cap="flat" cmpd="sng" algn="ctr">
              <a:solidFill>
                <a:schemeClr val="bg1">
                  <a:lumMod val="85000"/>
                </a:schemeClr>
              </a:solidFill>
              <a:prstDash val="solid"/>
              <a:round/>
            </a:ln>
            <a:effectLst/>
          </c:spPr>
        </c:majorGridlines>
        <c:title>
          <c:tx>
            <c:rich>
              <a:bodyPr rot="0" spcFirstLastPara="1" vertOverflow="ellipsis" wrap="square" anchor="ctr" anchorCtr="1"/>
              <a:lstStyle/>
              <a:p>
                <a:pPr>
                  <a:defRPr sz="1000" b="0" i="0" u="none" strike="noStrike" kern="1200" baseline="0">
                    <a:solidFill>
                      <a:schemeClr val="bg1">
                        <a:lumMod val="50000"/>
                      </a:schemeClr>
                    </a:solidFill>
                    <a:latin typeface="Segoe UI" panose="020B0502040204020203" pitchFamily="34" charset="0"/>
                    <a:ea typeface="+mn-ea"/>
                    <a:cs typeface="+mn-cs"/>
                  </a:defRPr>
                </a:pPr>
                <a:r>
                  <a:rPr lang="en-US" dirty="0"/>
                  <a:t>453%</a:t>
                </a:r>
              </a:p>
            </c:rich>
          </c:tx>
          <c:layout>
            <c:manualLayout>
              <c:xMode val="edge"/>
              <c:yMode val="edge"/>
              <c:x val="0.13418079096045199"/>
              <c:y val="3.875968992248062E-2"/>
            </c:manualLayout>
          </c:layout>
          <c:overlay val="0"/>
          <c:spPr>
            <a:noFill/>
            <a:ln>
              <a:noFill/>
            </a:ln>
            <a:effectLst/>
          </c:spPr>
          <c:txPr>
            <a:bodyPr rot="0" spcFirstLastPara="1" vertOverflow="ellipsis" wrap="square" anchor="ctr" anchorCtr="1"/>
            <a:lstStyle/>
            <a:p>
              <a:pPr>
                <a:defRPr sz="1000" b="0" i="0" u="none" strike="noStrike" kern="1200" baseline="0">
                  <a:solidFill>
                    <a:schemeClr val="bg1">
                      <a:lumMod val="50000"/>
                    </a:schemeClr>
                  </a:solidFill>
                  <a:latin typeface="Segoe UI" panose="020B0502040204020203" pitchFamily="34" charset="0"/>
                  <a:ea typeface="+mn-ea"/>
                  <a:cs typeface="+mn-cs"/>
                </a:defRPr>
              </a:pPr>
              <a:endParaRPr lang="en-US"/>
            </a:p>
          </c:txPr>
        </c:title>
        <c:numFmt formatCode="0%" sourceLinked="0"/>
        <c:majorTickMark val="none"/>
        <c:minorTickMark val="none"/>
        <c:tickLblPos val="nextTo"/>
        <c:spPr>
          <a:noFill/>
          <a:ln w="6350" cap="flat" cmpd="sng" algn="ctr">
            <a:noFill/>
            <a:prstDash val="solid"/>
            <a:round/>
          </a:ln>
          <a:effectLst/>
        </c:spPr>
        <c:txPr>
          <a:bodyPr rot="-60000000" spcFirstLastPara="1" vertOverflow="ellipsis" vert="horz" wrap="square" anchor="ctr" anchorCtr="1"/>
          <a:lstStyle/>
          <a:p>
            <a:pPr>
              <a:defRPr sz="1000" b="0" i="0" u="none" strike="noStrike" kern="1200" baseline="0">
                <a:solidFill>
                  <a:schemeClr val="bg1">
                    <a:lumMod val="50000"/>
                  </a:schemeClr>
                </a:solidFill>
                <a:latin typeface="Segoe UI" panose="020B0502040204020203" pitchFamily="34" charset="0"/>
                <a:ea typeface="+mn-ea"/>
                <a:cs typeface="+mn-cs"/>
              </a:defRPr>
            </a:pPr>
            <a:endParaRPr lang="zh-CN"/>
          </a:p>
        </c:txPr>
        <c:crossAx val="291160448"/>
        <c:crosses val="autoZero"/>
        <c:crossBetween val="between"/>
      </c:valAx>
      <c:spPr>
        <a:noFill/>
        <a:ln>
          <a:noFill/>
        </a:ln>
        <a:effectLst/>
      </c:spPr>
    </c:plotArea>
    <c:plotVisOnly val="1"/>
    <c:dispBlanksAs val="zero"/>
    <c:showDLblsOverMax val="0"/>
  </c:chart>
  <c:spPr>
    <a:solidFill>
      <a:schemeClr val="bg1"/>
    </a:solidFill>
    <a:ln w="25400" cap="flat" cmpd="sng" algn="ctr">
      <a:noFill/>
      <a:prstDash val="solid"/>
      <a:round/>
    </a:ln>
    <a:effectLst/>
  </c:spPr>
  <c:txPr>
    <a:bodyPr/>
    <a:lstStyle/>
    <a:p>
      <a:pPr>
        <a:defRPr sz="1000">
          <a:solidFill>
            <a:schemeClr val="bg1">
              <a:lumMod val="50000"/>
            </a:schemeClr>
          </a:solidFill>
          <a:latin typeface="Segoe UI" panose="020B0502040204020203" pitchFamily="34" charset="0"/>
        </a:defRPr>
      </a:pPr>
      <a:endParaRPr lang="zh-CN"/>
    </a:p>
  </c:txPr>
  <c:externalData r:id="rId4">
    <c:autoUpdate val="0"/>
  </c:externalData>
  <c:userShapes r:id="rId5"/>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AI产业链公司股价涨幅!$B$1</c:f>
              <c:strCache>
                <c:ptCount val="1"/>
                <c:pt idx="0">
                  <c:v>Murata</c:v>
                </c:pt>
              </c:strCache>
            </c:strRef>
          </c:tx>
          <c:spPr>
            <a:ln w="28575" cap="rnd">
              <a:solidFill>
                <a:schemeClr val="accent1"/>
              </a:solidFill>
              <a:round/>
            </a:ln>
            <a:effectLst/>
          </c:spPr>
          <c:marker>
            <c:symbol val="none"/>
          </c:marker>
          <c:cat>
            <c:numRef>
              <c:f>AI产业链公司股价涨幅!$A$2:$A$263</c:f>
              <c:numCache>
                <c:formatCode>m/d/yyyy</c:formatCode>
                <c:ptCount val="262"/>
                <c:pt idx="0">
                  <c:v>45777</c:v>
                </c:pt>
                <c:pt idx="1">
                  <c:v>45778</c:v>
                </c:pt>
                <c:pt idx="2">
                  <c:v>45779</c:v>
                </c:pt>
                <c:pt idx="3">
                  <c:v>45782</c:v>
                </c:pt>
                <c:pt idx="4">
                  <c:v>45783</c:v>
                </c:pt>
                <c:pt idx="5">
                  <c:v>45784</c:v>
                </c:pt>
                <c:pt idx="6">
                  <c:v>45785</c:v>
                </c:pt>
                <c:pt idx="7">
                  <c:v>45786</c:v>
                </c:pt>
                <c:pt idx="8">
                  <c:v>45789</c:v>
                </c:pt>
                <c:pt idx="9">
                  <c:v>45790</c:v>
                </c:pt>
                <c:pt idx="10">
                  <c:v>45791</c:v>
                </c:pt>
                <c:pt idx="11">
                  <c:v>45792</c:v>
                </c:pt>
                <c:pt idx="12">
                  <c:v>45793</c:v>
                </c:pt>
                <c:pt idx="13">
                  <c:v>45796</c:v>
                </c:pt>
                <c:pt idx="14">
                  <c:v>45797</c:v>
                </c:pt>
                <c:pt idx="15">
                  <c:v>45798</c:v>
                </c:pt>
                <c:pt idx="16">
                  <c:v>45799</c:v>
                </c:pt>
                <c:pt idx="17">
                  <c:v>45800</c:v>
                </c:pt>
                <c:pt idx="18">
                  <c:v>45803</c:v>
                </c:pt>
                <c:pt idx="19">
                  <c:v>45804</c:v>
                </c:pt>
                <c:pt idx="20">
                  <c:v>45805</c:v>
                </c:pt>
                <c:pt idx="21">
                  <c:v>45806</c:v>
                </c:pt>
                <c:pt idx="22">
                  <c:v>45807</c:v>
                </c:pt>
                <c:pt idx="23">
                  <c:v>45810</c:v>
                </c:pt>
                <c:pt idx="24">
                  <c:v>45811</c:v>
                </c:pt>
                <c:pt idx="25">
                  <c:v>45812</c:v>
                </c:pt>
                <c:pt idx="26">
                  <c:v>45813</c:v>
                </c:pt>
                <c:pt idx="27">
                  <c:v>45814</c:v>
                </c:pt>
                <c:pt idx="28">
                  <c:v>45817</c:v>
                </c:pt>
                <c:pt idx="29">
                  <c:v>45818</c:v>
                </c:pt>
                <c:pt idx="30">
                  <c:v>45819</c:v>
                </c:pt>
                <c:pt idx="31">
                  <c:v>45820</c:v>
                </c:pt>
                <c:pt idx="32">
                  <c:v>45821</c:v>
                </c:pt>
                <c:pt idx="33">
                  <c:v>45824</c:v>
                </c:pt>
                <c:pt idx="34">
                  <c:v>45825</c:v>
                </c:pt>
                <c:pt idx="35">
                  <c:v>45826</c:v>
                </c:pt>
                <c:pt idx="36">
                  <c:v>45827</c:v>
                </c:pt>
                <c:pt idx="37">
                  <c:v>45828</c:v>
                </c:pt>
                <c:pt idx="38">
                  <c:v>45831</c:v>
                </c:pt>
                <c:pt idx="39">
                  <c:v>45832</c:v>
                </c:pt>
                <c:pt idx="40">
                  <c:v>45833</c:v>
                </c:pt>
                <c:pt idx="41">
                  <c:v>45834</c:v>
                </c:pt>
                <c:pt idx="42">
                  <c:v>45835</c:v>
                </c:pt>
                <c:pt idx="43">
                  <c:v>45838</c:v>
                </c:pt>
                <c:pt idx="44">
                  <c:v>45839</c:v>
                </c:pt>
                <c:pt idx="45">
                  <c:v>45840</c:v>
                </c:pt>
                <c:pt idx="46">
                  <c:v>45841</c:v>
                </c:pt>
                <c:pt idx="47">
                  <c:v>45842</c:v>
                </c:pt>
                <c:pt idx="48">
                  <c:v>45845</c:v>
                </c:pt>
                <c:pt idx="49">
                  <c:v>45846</c:v>
                </c:pt>
                <c:pt idx="50">
                  <c:v>45847</c:v>
                </c:pt>
                <c:pt idx="51">
                  <c:v>45848</c:v>
                </c:pt>
                <c:pt idx="52">
                  <c:v>45849</c:v>
                </c:pt>
                <c:pt idx="53">
                  <c:v>45852</c:v>
                </c:pt>
                <c:pt idx="54">
                  <c:v>45853</c:v>
                </c:pt>
                <c:pt idx="55">
                  <c:v>45854</c:v>
                </c:pt>
                <c:pt idx="56">
                  <c:v>45855</c:v>
                </c:pt>
                <c:pt idx="57">
                  <c:v>45856</c:v>
                </c:pt>
                <c:pt idx="58">
                  <c:v>45859</c:v>
                </c:pt>
                <c:pt idx="59">
                  <c:v>45860</c:v>
                </c:pt>
                <c:pt idx="60">
                  <c:v>45861</c:v>
                </c:pt>
                <c:pt idx="61">
                  <c:v>45862</c:v>
                </c:pt>
                <c:pt idx="62">
                  <c:v>45863</c:v>
                </c:pt>
                <c:pt idx="63">
                  <c:v>45866</c:v>
                </c:pt>
                <c:pt idx="64">
                  <c:v>45867</c:v>
                </c:pt>
                <c:pt idx="65">
                  <c:v>45868</c:v>
                </c:pt>
                <c:pt idx="66">
                  <c:v>45869</c:v>
                </c:pt>
                <c:pt idx="67">
                  <c:v>45870</c:v>
                </c:pt>
                <c:pt idx="68">
                  <c:v>45873</c:v>
                </c:pt>
                <c:pt idx="69">
                  <c:v>45874</c:v>
                </c:pt>
                <c:pt idx="70">
                  <c:v>45875</c:v>
                </c:pt>
                <c:pt idx="71">
                  <c:v>45876</c:v>
                </c:pt>
                <c:pt idx="72">
                  <c:v>45877</c:v>
                </c:pt>
                <c:pt idx="73">
                  <c:v>45880</c:v>
                </c:pt>
                <c:pt idx="74">
                  <c:v>45881</c:v>
                </c:pt>
                <c:pt idx="75">
                  <c:v>45882</c:v>
                </c:pt>
                <c:pt idx="76">
                  <c:v>45883</c:v>
                </c:pt>
                <c:pt idx="77">
                  <c:v>45884</c:v>
                </c:pt>
                <c:pt idx="78">
                  <c:v>45887</c:v>
                </c:pt>
                <c:pt idx="79">
                  <c:v>45888</c:v>
                </c:pt>
                <c:pt idx="80">
                  <c:v>45889</c:v>
                </c:pt>
                <c:pt idx="81">
                  <c:v>45890</c:v>
                </c:pt>
                <c:pt idx="82">
                  <c:v>45891</c:v>
                </c:pt>
                <c:pt idx="83">
                  <c:v>45894</c:v>
                </c:pt>
                <c:pt idx="84">
                  <c:v>45895</c:v>
                </c:pt>
                <c:pt idx="85">
                  <c:v>45896</c:v>
                </c:pt>
                <c:pt idx="86">
                  <c:v>45897</c:v>
                </c:pt>
                <c:pt idx="87">
                  <c:v>45898</c:v>
                </c:pt>
                <c:pt idx="88">
                  <c:v>45901</c:v>
                </c:pt>
                <c:pt idx="89">
                  <c:v>45902</c:v>
                </c:pt>
                <c:pt idx="90">
                  <c:v>45903</c:v>
                </c:pt>
                <c:pt idx="91">
                  <c:v>45904</c:v>
                </c:pt>
                <c:pt idx="92">
                  <c:v>45905</c:v>
                </c:pt>
                <c:pt idx="93">
                  <c:v>45908</c:v>
                </c:pt>
                <c:pt idx="94">
                  <c:v>45909</c:v>
                </c:pt>
                <c:pt idx="95">
                  <c:v>45910</c:v>
                </c:pt>
                <c:pt idx="96">
                  <c:v>45911</c:v>
                </c:pt>
                <c:pt idx="97">
                  <c:v>45912</c:v>
                </c:pt>
                <c:pt idx="98">
                  <c:v>45915</c:v>
                </c:pt>
                <c:pt idx="99">
                  <c:v>45916</c:v>
                </c:pt>
                <c:pt idx="100">
                  <c:v>45917</c:v>
                </c:pt>
                <c:pt idx="101">
                  <c:v>45918</c:v>
                </c:pt>
                <c:pt idx="102">
                  <c:v>45919</c:v>
                </c:pt>
                <c:pt idx="103">
                  <c:v>45922</c:v>
                </c:pt>
                <c:pt idx="104">
                  <c:v>45923</c:v>
                </c:pt>
                <c:pt idx="105">
                  <c:v>45924</c:v>
                </c:pt>
                <c:pt idx="106">
                  <c:v>45925</c:v>
                </c:pt>
                <c:pt idx="107">
                  <c:v>45926</c:v>
                </c:pt>
                <c:pt idx="108">
                  <c:v>45929</c:v>
                </c:pt>
                <c:pt idx="109">
                  <c:v>45930</c:v>
                </c:pt>
                <c:pt idx="110">
                  <c:v>45931</c:v>
                </c:pt>
                <c:pt idx="111">
                  <c:v>45932</c:v>
                </c:pt>
                <c:pt idx="112">
                  <c:v>45933</c:v>
                </c:pt>
                <c:pt idx="113">
                  <c:v>45936</c:v>
                </c:pt>
                <c:pt idx="114">
                  <c:v>45937</c:v>
                </c:pt>
                <c:pt idx="115">
                  <c:v>45938</c:v>
                </c:pt>
                <c:pt idx="116">
                  <c:v>45939</c:v>
                </c:pt>
                <c:pt idx="117">
                  <c:v>45940</c:v>
                </c:pt>
                <c:pt idx="118">
                  <c:v>45943</c:v>
                </c:pt>
                <c:pt idx="119">
                  <c:v>45944</c:v>
                </c:pt>
                <c:pt idx="120">
                  <c:v>45945</c:v>
                </c:pt>
                <c:pt idx="121">
                  <c:v>45946</c:v>
                </c:pt>
                <c:pt idx="122">
                  <c:v>45947</c:v>
                </c:pt>
                <c:pt idx="123">
                  <c:v>45950</c:v>
                </c:pt>
                <c:pt idx="124">
                  <c:v>45951</c:v>
                </c:pt>
                <c:pt idx="125">
                  <c:v>45952</c:v>
                </c:pt>
                <c:pt idx="126">
                  <c:v>45953</c:v>
                </c:pt>
                <c:pt idx="127">
                  <c:v>45954</c:v>
                </c:pt>
                <c:pt idx="128">
                  <c:v>45957</c:v>
                </c:pt>
                <c:pt idx="129">
                  <c:v>45958</c:v>
                </c:pt>
                <c:pt idx="130">
                  <c:v>45959</c:v>
                </c:pt>
                <c:pt idx="131">
                  <c:v>45960</c:v>
                </c:pt>
                <c:pt idx="132">
                  <c:v>45961</c:v>
                </c:pt>
                <c:pt idx="133">
                  <c:v>45964</c:v>
                </c:pt>
                <c:pt idx="134">
                  <c:v>45965</c:v>
                </c:pt>
                <c:pt idx="135">
                  <c:v>45966</c:v>
                </c:pt>
                <c:pt idx="136">
                  <c:v>45967</c:v>
                </c:pt>
                <c:pt idx="137">
                  <c:v>45968</c:v>
                </c:pt>
                <c:pt idx="138">
                  <c:v>45971</c:v>
                </c:pt>
                <c:pt idx="139">
                  <c:v>45972</c:v>
                </c:pt>
                <c:pt idx="140">
                  <c:v>45973</c:v>
                </c:pt>
                <c:pt idx="141">
                  <c:v>45974</c:v>
                </c:pt>
                <c:pt idx="142">
                  <c:v>45975</c:v>
                </c:pt>
                <c:pt idx="143">
                  <c:v>45978</c:v>
                </c:pt>
                <c:pt idx="144">
                  <c:v>45979</c:v>
                </c:pt>
                <c:pt idx="145">
                  <c:v>45980</c:v>
                </c:pt>
                <c:pt idx="146">
                  <c:v>45981</c:v>
                </c:pt>
                <c:pt idx="147">
                  <c:v>45982</c:v>
                </c:pt>
                <c:pt idx="148">
                  <c:v>45985</c:v>
                </c:pt>
                <c:pt idx="149">
                  <c:v>45986</c:v>
                </c:pt>
                <c:pt idx="150">
                  <c:v>45987</c:v>
                </c:pt>
                <c:pt idx="151">
                  <c:v>45988</c:v>
                </c:pt>
                <c:pt idx="152">
                  <c:v>45989</c:v>
                </c:pt>
                <c:pt idx="153">
                  <c:v>45992</c:v>
                </c:pt>
                <c:pt idx="154">
                  <c:v>45993</c:v>
                </c:pt>
                <c:pt idx="155">
                  <c:v>45994</c:v>
                </c:pt>
                <c:pt idx="156">
                  <c:v>45995</c:v>
                </c:pt>
                <c:pt idx="157">
                  <c:v>45996</c:v>
                </c:pt>
                <c:pt idx="158">
                  <c:v>45999</c:v>
                </c:pt>
                <c:pt idx="159">
                  <c:v>46000</c:v>
                </c:pt>
                <c:pt idx="160">
                  <c:v>46001</c:v>
                </c:pt>
                <c:pt idx="161">
                  <c:v>46002</c:v>
                </c:pt>
                <c:pt idx="162">
                  <c:v>46003</c:v>
                </c:pt>
                <c:pt idx="163">
                  <c:v>46006</c:v>
                </c:pt>
                <c:pt idx="164">
                  <c:v>46007</c:v>
                </c:pt>
                <c:pt idx="165">
                  <c:v>46008</c:v>
                </c:pt>
                <c:pt idx="166">
                  <c:v>46009</c:v>
                </c:pt>
                <c:pt idx="167">
                  <c:v>46010</c:v>
                </c:pt>
                <c:pt idx="168">
                  <c:v>46013</c:v>
                </c:pt>
                <c:pt idx="169">
                  <c:v>46014</c:v>
                </c:pt>
                <c:pt idx="170">
                  <c:v>46015</c:v>
                </c:pt>
                <c:pt idx="171">
                  <c:v>46016</c:v>
                </c:pt>
                <c:pt idx="172">
                  <c:v>46017</c:v>
                </c:pt>
                <c:pt idx="173">
                  <c:v>46020</c:v>
                </c:pt>
                <c:pt idx="174">
                  <c:v>46021</c:v>
                </c:pt>
                <c:pt idx="175">
                  <c:v>46022</c:v>
                </c:pt>
                <c:pt idx="176">
                  <c:v>46023</c:v>
                </c:pt>
                <c:pt idx="177">
                  <c:v>46024</c:v>
                </c:pt>
                <c:pt idx="178">
                  <c:v>46027</c:v>
                </c:pt>
                <c:pt idx="179">
                  <c:v>46028</c:v>
                </c:pt>
                <c:pt idx="180">
                  <c:v>46029</c:v>
                </c:pt>
                <c:pt idx="181">
                  <c:v>46030</c:v>
                </c:pt>
                <c:pt idx="182">
                  <c:v>46031</c:v>
                </c:pt>
                <c:pt idx="183">
                  <c:v>46034</c:v>
                </c:pt>
                <c:pt idx="184">
                  <c:v>46035</c:v>
                </c:pt>
                <c:pt idx="185">
                  <c:v>46036</c:v>
                </c:pt>
                <c:pt idx="186">
                  <c:v>46037</c:v>
                </c:pt>
                <c:pt idx="187">
                  <c:v>46038</c:v>
                </c:pt>
                <c:pt idx="188">
                  <c:v>46041</c:v>
                </c:pt>
                <c:pt idx="189">
                  <c:v>46042</c:v>
                </c:pt>
                <c:pt idx="190">
                  <c:v>46043</c:v>
                </c:pt>
                <c:pt idx="191">
                  <c:v>46044</c:v>
                </c:pt>
                <c:pt idx="192">
                  <c:v>46045</c:v>
                </c:pt>
                <c:pt idx="193">
                  <c:v>46048</c:v>
                </c:pt>
                <c:pt idx="194">
                  <c:v>46049</c:v>
                </c:pt>
                <c:pt idx="195">
                  <c:v>46050</c:v>
                </c:pt>
                <c:pt idx="196">
                  <c:v>46051</c:v>
                </c:pt>
                <c:pt idx="197">
                  <c:v>46052</c:v>
                </c:pt>
                <c:pt idx="198">
                  <c:v>46055</c:v>
                </c:pt>
                <c:pt idx="199">
                  <c:v>46056</c:v>
                </c:pt>
                <c:pt idx="200">
                  <c:v>46057</c:v>
                </c:pt>
                <c:pt idx="201">
                  <c:v>46058</c:v>
                </c:pt>
                <c:pt idx="202">
                  <c:v>46059</c:v>
                </c:pt>
                <c:pt idx="203">
                  <c:v>46062</c:v>
                </c:pt>
                <c:pt idx="204">
                  <c:v>46063</c:v>
                </c:pt>
                <c:pt idx="205">
                  <c:v>46064</c:v>
                </c:pt>
                <c:pt idx="206">
                  <c:v>46065</c:v>
                </c:pt>
                <c:pt idx="207">
                  <c:v>46066</c:v>
                </c:pt>
                <c:pt idx="208">
                  <c:v>46069</c:v>
                </c:pt>
                <c:pt idx="209">
                  <c:v>46070</c:v>
                </c:pt>
                <c:pt idx="210">
                  <c:v>46071</c:v>
                </c:pt>
                <c:pt idx="211">
                  <c:v>46072</c:v>
                </c:pt>
                <c:pt idx="212">
                  <c:v>46073</c:v>
                </c:pt>
                <c:pt idx="213">
                  <c:v>46076</c:v>
                </c:pt>
                <c:pt idx="214">
                  <c:v>46077</c:v>
                </c:pt>
                <c:pt idx="215">
                  <c:v>46078</c:v>
                </c:pt>
                <c:pt idx="216">
                  <c:v>46079</c:v>
                </c:pt>
                <c:pt idx="217">
                  <c:v>46080</c:v>
                </c:pt>
                <c:pt idx="218">
                  <c:v>46083</c:v>
                </c:pt>
                <c:pt idx="219">
                  <c:v>46084</c:v>
                </c:pt>
                <c:pt idx="220">
                  <c:v>46085</c:v>
                </c:pt>
                <c:pt idx="221">
                  <c:v>46086</c:v>
                </c:pt>
                <c:pt idx="222">
                  <c:v>46087</c:v>
                </c:pt>
                <c:pt idx="223">
                  <c:v>46090</c:v>
                </c:pt>
                <c:pt idx="224">
                  <c:v>46091</c:v>
                </c:pt>
                <c:pt idx="225">
                  <c:v>46092</c:v>
                </c:pt>
                <c:pt idx="226">
                  <c:v>46093</c:v>
                </c:pt>
                <c:pt idx="227">
                  <c:v>46094</c:v>
                </c:pt>
                <c:pt idx="228">
                  <c:v>46097</c:v>
                </c:pt>
                <c:pt idx="229">
                  <c:v>46098</c:v>
                </c:pt>
                <c:pt idx="230">
                  <c:v>46099</c:v>
                </c:pt>
                <c:pt idx="231">
                  <c:v>46100</c:v>
                </c:pt>
                <c:pt idx="232">
                  <c:v>46101</c:v>
                </c:pt>
                <c:pt idx="233">
                  <c:v>46104</c:v>
                </c:pt>
                <c:pt idx="234">
                  <c:v>46105</c:v>
                </c:pt>
                <c:pt idx="235">
                  <c:v>46106</c:v>
                </c:pt>
                <c:pt idx="236">
                  <c:v>46107</c:v>
                </c:pt>
                <c:pt idx="237">
                  <c:v>46108</c:v>
                </c:pt>
                <c:pt idx="238">
                  <c:v>46111</c:v>
                </c:pt>
                <c:pt idx="239">
                  <c:v>46112</c:v>
                </c:pt>
                <c:pt idx="240">
                  <c:v>46113</c:v>
                </c:pt>
                <c:pt idx="241">
                  <c:v>46114</c:v>
                </c:pt>
                <c:pt idx="242">
                  <c:v>46115</c:v>
                </c:pt>
                <c:pt idx="243">
                  <c:v>46118</c:v>
                </c:pt>
                <c:pt idx="244">
                  <c:v>46119</c:v>
                </c:pt>
                <c:pt idx="245">
                  <c:v>46120</c:v>
                </c:pt>
                <c:pt idx="246">
                  <c:v>46121</c:v>
                </c:pt>
                <c:pt idx="247">
                  <c:v>46122</c:v>
                </c:pt>
                <c:pt idx="248">
                  <c:v>46125</c:v>
                </c:pt>
                <c:pt idx="249">
                  <c:v>46126</c:v>
                </c:pt>
                <c:pt idx="250">
                  <c:v>46127</c:v>
                </c:pt>
                <c:pt idx="251">
                  <c:v>46128</c:v>
                </c:pt>
                <c:pt idx="252">
                  <c:v>46129</c:v>
                </c:pt>
                <c:pt idx="253">
                  <c:v>46132</c:v>
                </c:pt>
                <c:pt idx="254">
                  <c:v>46133</c:v>
                </c:pt>
                <c:pt idx="255">
                  <c:v>46134</c:v>
                </c:pt>
                <c:pt idx="256">
                  <c:v>46135</c:v>
                </c:pt>
                <c:pt idx="257">
                  <c:v>46136</c:v>
                </c:pt>
                <c:pt idx="258">
                  <c:v>46139</c:v>
                </c:pt>
                <c:pt idx="259">
                  <c:v>46140</c:v>
                </c:pt>
                <c:pt idx="260">
                  <c:v>46141</c:v>
                </c:pt>
                <c:pt idx="261">
                  <c:v>46142</c:v>
                </c:pt>
              </c:numCache>
            </c:numRef>
          </c:cat>
          <c:val>
            <c:numRef>
              <c:f>AI产业链公司股价涨幅!$B$2:$B$263</c:f>
              <c:numCache>
                <c:formatCode>0.0</c:formatCode>
                <c:ptCount val="262"/>
                <c:pt idx="0">
                  <c:v>100</c:v>
                </c:pt>
                <c:pt idx="1">
                  <c:v>87.195121951219505</c:v>
                </c:pt>
                <c:pt idx="2">
                  <c:v>89.927732610659433</c:v>
                </c:pt>
                <c:pt idx="3">
                  <c:v>89.927732610659433</c:v>
                </c:pt>
                <c:pt idx="4">
                  <c:v>89.927732610659433</c:v>
                </c:pt>
                <c:pt idx="5">
                  <c:v>92.38934056007227</c:v>
                </c:pt>
                <c:pt idx="6">
                  <c:v>90.582655826558266</c:v>
                </c:pt>
                <c:pt idx="7">
                  <c:v>91.689250225835593</c:v>
                </c:pt>
                <c:pt idx="8">
                  <c:v>93.563685636856363</c:v>
                </c:pt>
                <c:pt idx="9">
                  <c:v>96.205962059620589</c:v>
                </c:pt>
                <c:pt idx="10">
                  <c:v>94.105691056910572</c:v>
                </c:pt>
                <c:pt idx="11">
                  <c:v>91.960252935862698</c:v>
                </c:pt>
                <c:pt idx="12">
                  <c:v>91.463414634146346</c:v>
                </c:pt>
                <c:pt idx="13">
                  <c:v>93.992773261065949</c:v>
                </c:pt>
                <c:pt idx="14">
                  <c:v>93.27009936766035</c:v>
                </c:pt>
                <c:pt idx="15">
                  <c:v>93.857271906052404</c:v>
                </c:pt>
                <c:pt idx="16">
                  <c:v>93.902439024390247</c:v>
                </c:pt>
                <c:pt idx="17">
                  <c:v>92.728093947606155</c:v>
                </c:pt>
                <c:pt idx="18">
                  <c:v>92.976513098464324</c:v>
                </c:pt>
                <c:pt idx="19">
                  <c:v>93.992773261065949</c:v>
                </c:pt>
                <c:pt idx="20">
                  <c:v>95.234869015356821</c:v>
                </c:pt>
                <c:pt idx="21">
                  <c:v>97.628726287262879</c:v>
                </c:pt>
                <c:pt idx="22">
                  <c:v>96.296296296296305</c:v>
                </c:pt>
                <c:pt idx="23">
                  <c:v>93.428184281842832</c:v>
                </c:pt>
                <c:pt idx="24">
                  <c:v>93.428184281842832</c:v>
                </c:pt>
                <c:pt idx="25">
                  <c:v>93.857271906052404</c:v>
                </c:pt>
                <c:pt idx="26">
                  <c:v>92.841011743450764</c:v>
                </c:pt>
                <c:pt idx="27">
                  <c:v>94.015356820234857</c:v>
                </c:pt>
                <c:pt idx="28">
                  <c:v>95.121951219512184</c:v>
                </c:pt>
                <c:pt idx="29">
                  <c:v>95.799457994579939</c:v>
                </c:pt>
                <c:pt idx="30">
                  <c:v>97.719060523938566</c:v>
                </c:pt>
                <c:pt idx="31">
                  <c:v>96.635049683830175</c:v>
                </c:pt>
                <c:pt idx="32">
                  <c:v>93.992773261065949</c:v>
                </c:pt>
                <c:pt idx="33">
                  <c:v>94.128274616079494</c:v>
                </c:pt>
                <c:pt idx="34">
                  <c:v>95.189701897018978</c:v>
                </c:pt>
                <c:pt idx="35">
                  <c:v>96.0252935862692</c:v>
                </c:pt>
                <c:pt idx="36">
                  <c:v>94.015356820234871</c:v>
                </c:pt>
                <c:pt idx="37">
                  <c:v>93.20234869015357</c:v>
                </c:pt>
                <c:pt idx="38">
                  <c:v>92.615176151761517</c:v>
                </c:pt>
                <c:pt idx="39">
                  <c:v>93.766937669376688</c:v>
                </c:pt>
                <c:pt idx="40">
                  <c:v>94.579945799457988</c:v>
                </c:pt>
                <c:pt idx="41">
                  <c:v>95.663956639566393</c:v>
                </c:pt>
                <c:pt idx="42">
                  <c:v>97.719060523938566</c:v>
                </c:pt>
                <c:pt idx="43">
                  <c:v>97.28997289972898</c:v>
                </c:pt>
                <c:pt idx="44">
                  <c:v>95.618789521228521</c:v>
                </c:pt>
                <c:pt idx="45">
                  <c:v>94.896115627822908</c:v>
                </c:pt>
                <c:pt idx="46">
                  <c:v>97.402890695573589</c:v>
                </c:pt>
                <c:pt idx="47">
                  <c:v>96.228545618789497</c:v>
                </c:pt>
                <c:pt idx="48">
                  <c:v>94.218608852755168</c:v>
                </c:pt>
                <c:pt idx="49">
                  <c:v>95.822041553748832</c:v>
                </c:pt>
                <c:pt idx="50">
                  <c:v>97.244805781391108</c:v>
                </c:pt>
                <c:pt idx="51">
                  <c:v>96.251129177958404</c:v>
                </c:pt>
                <c:pt idx="52">
                  <c:v>97.967479674796706</c:v>
                </c:pt>
                <c:pt idx="53">
                  <c:v>95.912375790424534</c:v>
                </c:pt>
                <c:pt idx="54">
                  <c:v>96.635049683830132</c:v>
                </c:pt>
                <c:pt idx="55">
                  <c:v>96.341463414634106</c:v>
                </c:pt>
                <c:pt idx="56">
                  <c:v>97.154471544715406</c:v>
                </c:pt>
                <c:pt idx="57">
                  <c:v>97.786811201445303</c:v>
                </c:pt>
                <c:pt idx="58">
                  <c:v>97.786811201445303</c:v>
                </c:pt>
                <c:pt idx="59">
                  <c:v>96.860885275519379</c:v>
                </c:pt>
                <c:pt idx="60">
                  <c:v>100.83559168925018</c:v>
                </c:pt>
                <c:pt idx="61">
                  <c:v>102.00993676603429</c:v>
                </c:pt>
                <c:pt idx="62">
                  <c:v>99.954832881662114</c:v>
                </c:pt>
                <c:pt idx="63">
                  <c:v>101.06142728093943</c:v>
                </c:pt>
                <c:pt idx="64">
                  <c:v>100.49683830171629</c:v>
                </c:pt>
                <c:pt idx="65">
                  <c:v>97.402890695573575</c:v>
                </c:pt>
                <c:pt idx="66">
                  <c:v>102.41644083107494</c:v>
                </c:pt>
                <c:pt idx="67">
                  <c:v>104.26829268292678</c:v>
                </c:pt>
                <c:pt idx="68">
                  <c:v>102.5745257452574</c:v>
                </c:pt>
                <c:pt idx="69">
                  <c:v>103.88437217705506</c:v>
                </c:pt>
                <c:pt idx="70">
                  <c:v>104.49412827461603</c:v>
                </c:pt>
                <c:pt idx="71">
                  <c:v>106.5492321589882</c:v>
                </c:pt>
                <c:pt idx="72">
                  <c:v>108.76242095754286</c:v>
                </c:pt>
                <c:pt idx="73">
                  <c:v>108.76242095754286</c:v>
                </c:pt>
                <c:pt idx="74">
                  <c:v>107.76874435411015</c:v>
                </c:pt>
                <c:pt idx="75">
                  <c:v>109.59801264679308</c:v>
                </c:pt>
                <c:pt idx="76">
                  <c:v>107.70099367660337</c:v>
                </c:pt>
                <c:pt idx="77">
                  <c:v>108.40108401084005</c:v>
                </c:pt>
                <c:pt idx="78">
                  <c:v>110.36585365853654</c:v>
                </c:pt>
                <c:pt idx="79">
                  <c:v>109.53026196928631</c:v>
                </c:pt>
                <c:pt idx="80">
                  <c:v>107.94941282746156</c:v>
                </c:pt>
                <c:pt idx="81">
                  <c:v>107.97199638663048</c:v>
                </c:pt>
                <c:pt idx="82">
                  <c:v>107.94941282746156</c:v>
                </c:pt>
                <c:pt idx="83">
                  <c:v>109.6883468834688</c:v>
                </c:pt>
                <c:pt idx="84">
                  <c:v>109.50767841011741</c:v>
                </c:pt>
                <c:pt idx="85">
                  <c:v>109.62059620596203</c:v>
                </c:pt>
                <c:pt idx="86">
                  <c:v>110.23035230352299</c:v>
                </c:pt>
                <c:pt idx="87">
                  <c:v>109.84643179765128</c:v>
                </c:pt>
                <c:pt idx="88">
                  <c:v>109.21409214092137</c:v>
                </c:pt>
                <c:pt idx="89">
                  <c:v>110.00451671183373</c:v>
                </c:pt>
                <c:pt idx="90">
                  <c:v>109.48509485094844</c:v>
                </c:pt>
                <c:pt idx="91">
                  <c:v>110.79494128274611</c:v>
                </c:pt>
                <c:pt idx="92">
                  <c:v>112.89521228545614</c:v>
                </c:pt>
                <c:pt idx="93">
                  <c:v>114.02439024390237</c:v>
                </c:pt>
                <c:pt idx="94">
                  <c:v>110.99819331526642</c:v>
                </c:pt>
                <c:pt idx="95">
                  <c:v>112.21770551038837</c:v>
                </c:pt>
                <c:pt idx="96">
                  <c:v>112.55645889792225</c:v>
                </c:pt>
                <c:pt idx="97">
                  <c:v>114.22764227642271</c:v>
                </c:pt>
                <c:pt idx="98">
                  <c:v>114.2276422764227</c:v>
                </c:pt>
                <c:pt idx="99">
                  <c:v>118.99277326106588</c:v>
                </c:pt>
                <c:pt idx="100">
                  <c:v>119.33152664859975</c:v>
                </c:pt>
                <c:pt idx="101">
                  <c:v>119.76061427280932</c:v>
                </c:pt>
                <c:pt idx="102">
                  <c:v>117.70551038843713</c:v>
                </c:pt>
                <c:pt idx="103">
                  <c:v>126.73893405600714</c:v>
                </c:pt>
                <c:pt idx="104">
                  <c:v>126.73893405600714</c:v>
                </c:pt>
                <c:pt idx="105">
                  <c:v>126.46793134598003</c:v>
                </c:pt>
                <c:pt idx="106">
                  <c:v>126.46793134598003</c:v>
                </c:pt>
                <c:pt idx="107">
                  <c:v>126.76151761517606</c:v>
                </c:pt>
                <c:pt idx="108">
                  <c:v>125.47425474254733</c:v>
                </c:pt>
                <c:pt idx="109">
                  <c:v>128.55465221318869</c:v>
                </c:pt>
                <c:pt idx="110">
                  <c:v>125.01806684733505</c:v>
                </c:pt>
                <c:pt idx="111">
                  <c:v>126.47696476964759</c:v>
                </c:pt>
                <c:pt idx="112">
                  <c:v>128.92050587172528</c:v>
                </c:pt>
                <c:pt idx="113">
                  <c:v>132.96296296296288</c:v>
                </c:pt>
                <c:pt idx="114">
                  <c:v>130.93044263775963</c:v>
                </c:pt>
                <c:pt idx="115">
                  <c:v>131.68473351400172</c:v>
                </c:pt>
                <c:pt idx="116">
                  <c:v>132.41644083107488</c:v>
                </c:pt>
                <c:pt idx="117">
                  <c:v>129.76513098464309</c:v>
                </c:pt>
                <c:pt idx="118">
                  <c:v>129.76513098464309</c:v>
                </c:pt>
                <c:pt idx="119">
                  <c:v>124.3089430894308</c:v>
                </c:pt>
                <c:pt idx="120">
                  <c:v>128.0758807588075</c:v>
                </c:pt>
                <c:pt idx="121">
                  <c:v>127.9855465221318</c:v>
                </c:pt>
                <c:pt idx="122">
                  <c:v>128.62691960252928</c:v>
                </c:pt>
                <c:pt idx="123">
                  <c:v>133.48690153568194</c:v>
                </c:pt>
                <c:pt idx="124">
                  <c:v>133.35140018066838</c:v>
                </c:pt>
                <c:pt idx="125">
                  <c:v>134.69738030713629</c:v>
                </c:pt>
                <c:pt idx="126">
                  <c:v>132.41644083107485</c:v>
                </c:pt>
                <c:pt idx="127">
                  <c:v>137.80036133694659</c:v>
                </c:pt>
                <c:pt idx="128">
                  <c:v>138.85275519421847</c:v>
                </c:pt>
                <c:pt idx="129">
                  <c:v>137.57452574525732</c:v>
                </c:pt>
                <c:pt idx="130">
                  <c:v>139.21860885275507</c:v>
                </c:pt>
                <c:pt idx="131">
                  <c:v>138.39656729900619</c:v>
                </c:pt>
                <c:pt idx="132">
                  <c:v>154.87804878048766</c:v>
                </c:pt>
                <c:pt idx="133">
                  <c:v>154.87804878048766</c:v>
                </c:pt>
                <c:pt idx="134">
                  <c:v>157.89521228545604</c:v>
                </c:pt>
                <c:pt idx="135">
                  <c:v>152.36675700090319</c:v>
                </c:pt>
                <c:pt idx="136">
                  <c:v>152.96296296296282</c:v>
                </c:pt>
                <c:pt idx="137">
                  <c:v>148.48690153568188</c:v>
                </c:pt>
                <c:pt idx="138">
                  <c:v>147.43902439024376</c:v>
                </c:pt>
                <c:pt idx="139">
                  <c:v>145.10840108401069</c:v>
                </c:pt>
                <c:pt idx="140">
                  <c:v>144.33152664859969</c:v>
                </c:pt>
                <c:pt idx="141">
                  <c:v>144.69738030713629</c:v>
                </c:pt>
                <c:pt idx="142">
                  <c:v>141.95573622402878</c:v>
                </c:pt>
                <c:pt idx="143">
                  <c:v>142.18608852755182</c:v>
                </c:pt>
                <c:pt idx="144">
                  <c:v>136.57181571815704</c:v>
                </c:pt>
                <c:pt idx="145">
                  <c:v>138.07588075880747</c:v>
                </c:pt>
                <c:pt idx="146">
                  <c:v>140.54200542005407</c:v>
                </c:pt>
                <c:pt idx="147">
                  <c:v>138.48690153568191</c:v>
                </c:pt>
                <c:pt idx="148">
                  <c:v>138.48690153568191</c:v>
                </c:pt>
                <c:pt idx="149">
                  <c:v>139.53929539295382</c:v>
                </c:pt>
                <c:pt idx="150">
                  <c:v>144.69738030713629</c:v>
                </c:pt>
                <c:pt idx="151">
                  <c:v>147.43902439024379</c:v>
                </c:pt>
                <c:pt idx="152">
                  <c:v>146.7073170731706</c:v>
                </c:pt>
                <c:pt idx="153">
                  <c:v>147.20867208672072</c:v>
                </c:pt>
                <c:pt idx="154">
                  <c:v>149.39927732610647</c:v>
                </c:pt>
                <c:pt idx="155">
                  <c:v>151.36404697380294</c:v>
                </c:pt>
                <c:pt idx="156">
                  <c:v>157.38934056007216</c:v>
                </c:pt>
                <c:pt idx="157">
                  <c:v>154.28635953026188</c:v>
                </c:pt>
                <c:pt idx="158">
                  <c:v>155.19873532068644</c:v>
                </c:pt>
                <c:pt idx="159">
                  <c:v>155.28906955736213</c:v>
                </c:pt>
                <c:pt idx="160">
                  <c:v>155.51942186088516</c:v>
                </c:pt>
                <c:pt idx="161">
                  <c:v>150.99819331526638</c:v>
                </c:pt>
                <c:pt idx="162">
                  <c:v>155.24390243902428</c:v>
                </c:pt>
                <c:pt idx="163">
                  <c:v>149.35411020776863</c:v>
                </c:pt>
                <c:pt idx="164">
                  <c:v>145.47425474254732</c:v>
                </c:pt>
                <c:pt idx="165">
                  <c:v>145.65492321589872</c:v>
                </c:pt>
                <c:pt idx="166">
                  <c:v>144.241192411924</c:v>
                </c:pt>
                <c:pt idx="167">
                  <c:v>146.15627822944884</c:v>
                </c:pt>
                <c:pt idx="168">
                  <c:v>146.29629629629619</c:v>
                </c:pt>
                <c:pt idx="169">
                  <c:v>146.06594399277316</c:v>
                </c:pt>
                <c:pt idx="170">
                  <c:v>144.46702800361325</c:v>
                </c:pt>
                <c:pt idx="171">
                  <c:v>144.65221318879844</c:v>
                </c:pt>
                <c:pt idx="172">
                  <c:v>146.43179765130972</c:v>
                </c:pt>
                <c:pt idx="173">
                  <c:v>145.97560975609744</c:v>
                </c:pt>
                <c:pt idx="174">
                  <c:v>148.21138211382103</c:v>
                </c:pt>
                <c:pt idx="175">
                  <c:v>148.21138211382103</c:v>
                </c:pt>
                <c:pt idx="176">
                  <c:v>148.21138211382103</c:v>
                </c:pt>
                <c:pt idx="177">
                  <c:v>148.21138211382103</c:v>
                </c:pt>
                <c:pt idx="178">
                  <c:v>152.05058717253829</c:v>
                </c:pt>
                <c:pt idx="179">
                  <c:v>152.14092140921397</c:v>
                </c:pt>
                <c:pt idx="180">
                  <c:v>152.55194218608841</c:v>
                </c:pt>
                <c:pt idx="181">
                  <c:v>145.51942186088519</c:v>
                </c:pt>
                <c:pt idx="182">
                  <c:v>145.84010840108391</c:v>
                </c:pt>
                <c:pt idx="183">
                  <c:v>145.84010840108391</c:v>
                </c:pt>
                <c:pt idx="184">
                  <c:v>151.04336043360422</c:v>
                </c:pt>
                <c:pt idx="185">
                  <c:v>157.29900632339644</c:v>
                </c:pt>
                <c:pt idx="186">
                  <c:v>155.24390243902428</c:v>
                </c:pt>
                <c:pt idx="187">
                  <c:v>155.88527551942178</c:v>
                </c:pt>
                <c:pt idx="188">
                  <c:v>156.7524841915085</c:v>
                </c:pt>
                <c:pt idx="189">
                  <c:v>150.95302619692856</c:v>
                </c:pt>
                <c:pt idx="190">
                  <c:v>150.67750677506768</c:v>
                </c:pt>
                <c:pt idx="191">
                  <c:v>152.23125564588972</c:v>
                </c:pt>
                <c:pt idx="192">
                  <c:v>152.14092140921403</c:v>
                </c:pt>
                <c:pt idx="193">
                  <c:v>145.15356820234862</c:v>
                </c:pt>
                <c:pt idx="194">
                  <c:v>147.38934056007218</c:v>
                </c:pt>
                <c:pt idx="195">
                  <c:v>145.51942186088522</c:v>
                </c:pt>
                <c:pt idx="196">
                  <c:v>143.14363143631428</c:v>
                </c:pt>
                <c:pt idx="197">
                  <c:v>143.18879855465215</c:v>
                </c:pt>
                <c:pt idx="198">
                  <c:v>140.86269196025287</c:v>
                </c:pt>
                <c:pt idx="199">
                  <c:v>151.49954832881656</c:v>
                </c:pt>
                <c:pt idx="200">
                  <c:v>151.68473351400175</c:v>
                </c:pt>
                <c:pt idx="201">
                  <c:v>149.99548328816616</c:v>
                </c:pt>
                <c:pt idx="202">
                  <c:v>146.88798554652206</c:v>
                </c:pt>
                <c:pt idx="203">
                  <c:v>149.26377597109297</c:v>
                </c:pt>
                <c:pt idx="204">
                  <c:v>151.5447154471544</c:v>
                </c:pt>
                <c:pt idx="205">
                  <c:v>151.5447154471544</c:v>
                </c:pt>
                <c:pt idx="206">
                  <c:v>150.45167118337844</c:v>
                </c:pt>
                <c:pt idx="207">
                  <c:v>148.80758807588069</c:v>
                </c:pt>
                <c:pt idx="208">
                  <c:v>149.90063233965668</c:v>
                </c:pt>
                <c:pt idx="209">
                  <c:v>160.22131887985543</c:v>
                </c:pt>
                <c:pt idx="210">
                  <c:v>164.83288166214993</c:v>
                </c:pt>
                <c:pt idx="211">
                  <c:v>167.38934056007224</c:v>
                </c:pt>
                <c:pt idx="212">
                  <c:v>167.80036133694668</c:v>
                </c:pt>
                <c:pt idx="213">
                  <c:v>167.80036133694668</c:v>
                </c:pt>
                <c:pt idx="214">
                  <c:v>184.69738030713637</c:v>
                </c:pt>
                <c:pt idx="215">
                  <c:v>192.82294489611562</c:v>
                </c:pt>
                <c:pt idx="216">
                  <c:v>186.65763324299908</c:v>
                </c:pt>
                <c:pt idx="217">
                  <c:v>187.57000903342364</c:v>
                </c:pt>
                <c:pt idx="218">
                  <c:v>185.60975609756093</c:v>
                </c:pt>
                <c:pt idx="219">
                  <c:v>170.31165311653115</c:v>
                </c:pt>
                <c:pt idx="220">
                  <c:v>166.97831978319783</c:v>
                </c:pt>
                <c:pt idx="221">
                  <c:v>173.87533875338752</c:v>
                </c:pt>
                <c:pt idx="222">
                  <c:v>172.73261065943993</c:v>
                </c:pt>
                <c:pt idx="223">
                  <c:v>158.57723577235771</c:v>
                </c:pt>
                <c:pt idx="224">
                  <c:v>167.66485998193315</c:v>
                </c:pt>
                <c:pt idx="225">
                  <c:v>171.58988256549233</c:v>
                </c:pt>
                <c:pt idx="226">
                  <c:v>169.85546522131887</c:v>
                </c:pt>
                <c:pt idx="227">
                  <c:v>166.65763324299908</c:v>
                </c:pt>
                <c:pt idx="228">
                  <c:v>164.6973803071364</c:v>
                </c:pt>
                <c:pt idx="229">
                  <c:v>173.59981933152662</c:v>
                </c:pt>
                <c:pt idx="230">
                  <c:v>175.51942186088525</c:v>
                </c:pt>
                <c:pt idx="231">
                  <c:v>171.13369467028002</c:v>
                </c:pt>
                <c:pt idx="232">
                  <c:v>171.13369467028002</c:v>
                </c:pt>
                <c:pt idx="233">
                  <c:v>160.17615176151759</c:v>
                </c:pt>
                <c:pt idx="234">
                  <c:v>161.77506775067747</c:v>
                </c:pt>
                <c:pt idx="235">
                  <c:v>167.11833785004515</c:v>
                </c:pt>
                <c:pt idx="236">
                  <c:v>169.9909665763324</c:v>
                </c:pt>
                <c:pt idx="237">
                  <c:v>170.99819331526646</c:v>
                </c:pt>
                <c:pt idx="238">
                  <c:v>162.96296296296293</c:v>
                </c:pt>
                <c:pt idx="239">
                  <c:v>157.19512195121948</c:v>
                </c:pt>
                <c:pt idx="240">
                  <c:v>169.27732610659436</c:v>
                </c:pt>
                <c:pt idx="241">
                  <c:v>160.3794037940379</c:v>
                </c:pt>
                <c:pt idx="242">
                  <c:v>174.71996386630528</c:v>
                </c:pt>
                <c:pt idx="243">
                  <c:v>175.55103884372173</c:v>
                </c:pt>
                <c:pt idx="244">
                  <c:v>174.57994579945796</c:v>
                </c:pt>
                <c:pt idx="245">
                  <c:v>184.44896115627819</c:v>
                </c:pt>
                <c:pt idx="246">
                  <c:v>183.98825654923212</c:v>
                </c:pt>
                <c:pt idx="247">
                  <c:v>191.18337850045162</c:v>
                </c:pt>
                <c:pt idx="248">
                  <c:v>192.28997289972895</c:v>
                </c:pt>
                <c:pt idx="249">
                  <c:v>199.62059620596202</c:v>
                </c:pt>
                <c:pt idx="250">
                  <c:v>208.42818428184276</c:v>
                </c:pt>
                <c:pt idx="251">
                  <c:v>220.97109304426368</c:v>
                </c:pt>
                <c:pt idx="252">
                  <c:v>212.11833785004507</c:v>
                </c:pt>
                <c:pt idx="253">
                  <c:v>218.48238482384812</c:v>
                </c:pt>
                <c:pt idx="254">
                  <c:v>221.8021680216801</c:v>
                </c:pt>
                <c:pt idx="255">
                  <c:v>226.45889792231247</c:v>
                </c:pt>
                <c:pt idx="256">
                  <c:v>221.93766937669369</c:v>
                </c:pt>
                <c:pt idx="257">
                  <c:v>227.61065943992767</c:v>
                </c:pt>
                <c:pt idx="258">
                  <c:v>226.68925022583548</c:v>
                </c:pt>
                <c:pt idx="259">
                  <c:v>223.18428184281834</c:v>
                </c:pt>
                <c:pt idx="260">
                  <c:v>223.18428184281834</c:v>
                </c:pt>
                <c:pt idx="261">
                  <c:v>237.75519421860875</c:v>
                </c:pt>
              </c:numCache>
            </c:numRef>
          </c:val>
          <c:smooth val="0"/>
          <c:extLst>
            <c:ext xmlns:c16="http://schemas.microsoft.com/office/drawing/2014/chart" uri="{C3380CC4-5D6E-409C-BE32-E72D297353CC}">
              <c16:uniqueId val="{00000000-6134-464B-9E80-AD82B1F3DB96}"/>
            </c:ext>
          </c:extLst>
        </c:ser>
        <c:ser>
          <c:idx val="1"/>
          <c:order val="1"/>
          <c:tx>
            <c:strRef>
              <c:f>AI产业链公司股价涨幅!$C$1</c:f>
              <c:strCache>
                <c:ptCount val="1"/>
                <c:pt idx="0">
                  <c:v>揖斐电</c:v>
                </c:pt>
              </c:strCache>
            </c:strRef>
          </c:tx>
          <c:spPr>
            <a:ln w="28575" cap="rnd">
              <a:solidFill>
                <a:schemeClr val="accent2"/>
              </a:solidFill>
              <a:round/>
            </a:ln>
            <a:effectLst/>
          </c:spPr>
          <c:marker>
            <c:symbol val="none"/>
          </c:marker>
          <c:cat>
            <c:numRef>
              <c:f>AI产业链公司股价涨幅!$A$2:$A$263</c:f>
              <c:numCache>
                <c:formatCode>m/d/yyyy</c:formatCode>
                <c:ptCount val="262"/>
                <c:pt idx="0">
                  <c:v>45777</c:v>
                </c:pt>
                <c:pt idx="1">
                  <c:v>45778</c:v>
                </c:pt>
                <c:pt idx="2">
                  <c:v>45779</c:v>
                </c:pt>
                <c:pt idx="3">
                  <c:v>45782</c:v>
                </c:pt>
                <c:pt idx="4">
                  <c:v>45783</c:v>
                </c:pt>
                <c:pt idx="5">
                  <c:v>45784</c:v>
                </c:pt>
                <c:pt idx="6">
                  <c:v>45785</c:v>
                </c:pt>
                <c:pt idx="7">
                  <c:v>45786</c:v>
                </c:pt>
                <c:pt idx="8">
                  <c:v>45789</c:v>
                </c:pt>
                <c:pt idx="9">
                  <c:v>45790</c:v>
                </c:pt>
                <c:pt idx="10">
                  <c:v>45791</c:v>
                </c:pt>
                <c:pt idx="11">
                  <c:v>45792</c:v>
                </c:pt>
                <c:pt idx="12">
                  <c:v>45793</c:v>
                </c:pt>
                <c:pt idx="13">
                  <c:v>45796</c:v>
                </c:pt>
                <c:pt idx="14">
                  <c:v>45797</c:v>
                </c:pt>
                <c:pt idx="15">
                  <c:v>45798</c:v>
                </c:pt>
                <c:pt idx="16">
                  <c:v>45799</c:v>
                </c:pt>
                <c:pt idx="17">
                  <c:v>45800</c:v>
                </c:pt>
                <c:pt idx="18">
                  <c:v>45803</c:v>
                </c:pt>
                <c:pt idx="19">
                  <c:v>45804</c:v>
                </c:pt>
                <c:pt idx="20">
                  <c:v>45805</c:v>
                </c:pt>
                <c:pt idx="21">
                  <c:v>45806</c:v>
                </c:pt>
                <c:pt idx="22">
                  <c:v>45807</c:v>
                </c:pt>
                <c:pt idx="23">
                  <c:v>45810</c:v>
                </c:pt>
                <c:pt idx="24">
                  <c:v>45811</c:v>
                </c:pt>
                <c:pt idx="25">
                  <c:v>45812</c:v>
                </c:pt>
                <c:pt idx="26">
                  <c:v>45813</c:v>
                </c:pt>
                <c:pt idx="27">
                  <c:v>45814</c:v>
                </c:pt>
                <c:pt idx="28">
                  <c:v>45817</c:v>
                </c:pt>
                <c:pt idx="29">
                  <c:v>45818</c:v>
                </c:pt>
                <c:pt idx="30">
                  <c:v>45819</c:v>
                </c:pt>
                <c:pt idx="31">
                  <c:v>45820</c:v>
                </c:pt>
                <c:pt idx="32">
                  <c:v>45821</c:v>
                </c:pt>
                <c:pt idx="33">
                  <c:v>45824</c:v>
                </c:pt>
                <c:pt idx="34">
                  <c:v>45825</c:v>
                </c:pt>
                <c:pt idx="35">
                  <c:v>45826</c:v>
                </c:pt>
                <c:pt idx="36">
                  <c:v>45827</c:v>
                </c:pt>
                <c:pt idx="37">
                  <c:v>45828</c:v>
                </c:pt>
                <c:pt idx="38">
                  <c:v>45831</c:v>
                </c:pt>
                <c:pt idx="39">
                  <c:v>45832</c:v>
                </c:pt>
                <c:pt idx="40">
                  <c:v>45833</c:v>
                </c:pt>
                <c:pt idx="41">
                  <c:v>45834</c:v>
                </c:pt>
                <c:pt idx="42">
                  <c:v>45835</c:v>
                </c:pt>
                <c:pt idx="43">
                  <c:v>45838</c:v>
                </c:pt>
                <c:pt idx="44">
                  <c:v>45839</c:v>
                </c:pt>
                <c:pt idx="45">
                  <c:v>45840</c:v>
                </c:pt>
                <c:pt idx="46">
                  <c:v>45841</c:v>
                </c:pt>
                <c:pt idx="47">
                  <c:v>45842</c:v>
                </c:pt>
                <c:pt idx="48">
                  <c:v>45845</c:v>
                </c:pt>
                <c:pt idx="49">
                  <c:v>45846</c:v>
                </c:pt>
                <c:pt idx="50">
                  <c:v>45847</c:v>
                </c:pt>
                <c:pt idx="51">
                  <c:v>45848</c:v>
                </c:pt>
                <c:pt idx="52">
                  <c:v>45849</c:v>
                </c:pt>
                <c:pt idx="53">
                  <c:v>45852</c:v>
                </c:pt>
                <c:pt idx="54">
                  <c:v>45853</c:v>
                </c:pt>
                <c:pt idx="55">
                  <c:v>45854</c:v>
                </c:pt>
                <c:pt idx="56">
                  <c:v>45855</c:v>
                </c:pt>
                <c:pt idx="57">
                  <c:v>45856</c:v>
                </c:pt>
                <c:pt idx="58">
                  <c:v>45859</c:v>
                </c:pt>
                <c:pt idx="59">
                  <c:v>45860</c:v>
                </c:pt>
                <c:pt idx="60">
                  <c:v>45861</c:v>
                </c:pt>
                <c:pt idx="61">
                  <c:v>45862</c:v>
                </c:pt>
                <c:pt idx="62">
                  <c:v>45863</c:v>
                </c:pt>
                <c:pt idx="63">
                  <c:v>45866</c:v>
                </c:pt>
                <c:pt idx="64">
                  <c:v>45867</c:v>
                </c:pt>
                <c:pt idx="65">
                  <c:v>45868</c:v>
                </c:pt>
                <c:pt idx="66">
                  <c:v>45869</c:v>
                </c:pt>
                <c:pt idx="67">
                  <c:v>45870</c:v>
                </c:pt>
                <c:pt idx="68">
                  <c:v>45873</c:v>
                </c:pt>
                <c:pt idx="69">
                  <c:v>45874</c:v>
                </c:pt>
                <c:pt idx="70">
                  <c:v>45875</c:v>
                </c:pt>
                <c:pt idx="71">
                  <c:v>45876</c:v>
                </c:pt>
                <c:pt idx="72">
                  <c:v>45877</c:v>
                </c:pt>
                <c:pt idx="73">
                  <c:v>45880</c:v>
                </c:pt>
                <c:pt idx="74">
                  <c:v>45881</c:v>
                </c:pt>
                <c:pt idx="75">
                  <c:v>45882</c:v>
                </c:pt>
                <c:pt idx="76">
                  <c:v>45883</c:v>
                </c:pt>
                <c:pt idx="77">
                  <c:v>45884</c:v>
                </c:pt>
                <c:pt idx="78">
                  <c:v>45887</c:v>
                </c:pt>
                <c:pt idx="79">
                  <c:v>45888</c:v>
                </c:pt>
                <c:pt idx="80">
                  <c:v>45889</c:v>
                </c:pt>
                <c:pt idx="81">
                  <c:v>45890</c:v>
                </c:pt>
                <c:pt idx="82">
                  <c:v>45891</c:v>
                </c:pt>
                <c:pt idx="83">
                  <c:v>45894</c:v>
                </c:pt>
                <c:pt idx="84">
                  <c:v>45895</c:v>
                </c:pt>
                <c:pt idx="85">
                  <c:v>45896</c:v>
                </c:pt>
                <c:pt idx="86">
                  <c:v>45897</c:v>
                </c:pt>
                <c:pt idx="87">
                  <c:v>45898</c:v>
                </c:pt>
                <c:pt idx="88">
                  <c:v>45901</c:v>
                </c:pt>
                <c:pt idx="89">
                  <c:v>45902</c:v>
                </c:pt>
                <c:pt idx="90">
                  <c:v>45903</c:v>
                </c:pt>
                <c:pt idx="91">
                  <c:v>45904</c:v>
                </c:pt>
                <c:pt idx="92">
                  <c:v>45905</c:v>
                </c:pt>
                <c:pt idx="93">
                  <c:v>45908</c:v>
                </c:pt>
                <c:pt idx="94">
                  <c:v>45909</c:v>
                </c:pt>
                <c:pt idx="95">
                  <c:v>45910</c:v>
                </c:pt>
                <c:pt idx="96">
                  <c:v>45911</c:v>
                </c:pt>
                <c:pt idx="97">
                  <c:v>45912</c:v>
                </c:pt>
                <c:pt idx="98">
                  <c:v>45915</c:v>
                </c:pt>
                <c:pt idx="99">
                  <c:v>45916</c:v>
                </c:pt>
                <c:pt idx="100">
                  <c:v>45917</c:v>
                </c:pt>
                <c:pt idx="101">
                  <c:v>45918</c:v>
                </c:pt>
                <c:pt idx="102">
                  <c:v>45919</c:v>
                </c:pt>
                <c:pt idx="103">
                  <c:v>45922</c:v>
                </c:pt>
                <c:pt idx="104">
                  <c:v>45923</c:v>
                </c:pt>
                <c:pt idx="105">
                  <c:v>45924</c:v>
                </c:pt>
                <c:pt idx="106">
                  <c:v>45925</c:v>
                </c:pt>
                <c:pt idx="107">
                  <c:v>45926</c:v>
                </c:pt>
                <c:pt idx="108">
                  <c:v>45929</c:v>
                </c:pt>
                <c:pt idx="109">
                  <c:v>45930</c:v>
                </c:pt>
                <c:pt idx="110">
                  <c:v>45931</c:v>
                </c:pt>
                <c:pt idx="111">
                  <c:v>45932</c:v>
                </c:pt>
                <c:pt idx="112">
                  <c:v>45933</c:v>
                </c:pt>
                <c:pt idx="113">
                  <c:v>45936</c:v>
                </c:pt>
                <c:pt idx="114">
                  <c:v>45937</c:v>
                </c:pt>
                <c:pt idx="115">
                  <c:v>45938</c:v>
                </c:pt>
                <c:pt idx="116">
                  <c:v>45939</c:v>
                </c:pt>
                <c:pt idx="117">
                  <c:v>45940</c:v>
                </c:pt>
                <c:pt idx="118">
                  <c:v>45943</c:v>
                </c:pt>
                <c:pt idx="119">
                  <c:v>45944</c:v>
                </c:pt>
                <c:pt idx="120">
                  <c:v>45945</c:v>
                </c:pt>
                <c:pt idx="121">
                  <c:v>45946</c:v>
                </c:pt>
                <c:pt idx="122">
                  <c:v>45947</c:v>
                </c:pt>
                <c:pt idx="123">
                  <c:v>45950</c:v>
                </c:pt>
                <c:pt idx="124">
                  <c:v>45951</c:v>
                </c:pt>
                <c:pt idx="125">
                  <c:v>45952</c:v>
                </c:pt>
                <c:pt idx="126">
                  <c:v>45953</c:v>
                </c:pt>
                <c:pt idx="127">
                  <c:v>45954</c:v>
                </c:pt>
                <c:pt idx="128">
                  <c:v>45957</c:v>
                </c:pt>
                <c:pt idx="129">
                  <c:v>45958</c:v>
                </c:pt>
                <c:pt idx="130">
                  <c:v>45959</c:v>
                </c:pt>
                <c:pt idx="131">
                  <c:v>45960</c:v>
                </c:pt>
                <c:pt idx="132">
                  <c:v>45961</c:v>
                </c:pt>
                <c:pt idx="133">
                  <c:v>45964</c:v>
                </c:pt>
                <c:pt idx="134">
                  <c:v>45965</c:v>
                </c:pt>
                <c:pt idx="135">
                  <c:v>45966</c:v>
                </c:pt>
                <c:pt idx="136">
                  <c:v>45967</c:v>
                </c:pt>
                <c:pt idx="137">
                  <c:v>45968</c:v>
                </c:pt>
                <c:pt idx="138">
                  <c:v>45971</c:v>
                </c:pt>
                <c:pt idx="139">
                  <c:v>45972</c:v>
                </c:pt>
                <c:pt idx="140">
                  <c:v>45973</c:v>
                </c:pt>
                <c:pt idx="141">
                  <c:v>45974</c:v>
                </c:pt>
                <c:pt idx="142">
                  <c:v>45975</c:v>
                </c:pt>
                <c:pt idx="143">
                  <c:v>45978</c:v>
                </c:pt>
                <c:pt idx="144">
                  <c:v>45979</c:v>
                </c:pt>
                <c:pt idx="145">
                  <c:v>45980</c:v>
                </c:pt>
                <c:pt idx="146">
                  <c:v>45981</c:v>
                </c:pt>
                <c:pt idx="147">
                  <c:v>45982</c:v>
                </c:pt>
                <c:pt idx="148">
                  <c:v>45985</c:v>
                </c:pt>
                <c:pt idx="149">
                  <c:v>45986</c:v>
                </c:pt>
                <c:pt idx="150">
                  <c:v>45987</c:v>
                </c:pt>
                <c:pt idx="151">
                  <c:v>45988</c:v>
                </c:pt>
                <c:pt idx="152">
                  <c:v>45989</c:v>
                </c:pt>
                <c:pt idx="153">
                  <c:v>45992</c:v>
                </c:pt>
                <c:pt idx="154">
                  <c:v>45993</c:v>
                </c:pt>
                <c:pt idx="155">
                  <c:v>45994</c:v>
                </c:pt>
                <c:pt idx="156">
                  <c:v>45995</c:v>
                </c:pt>
                <c:pt idx="157">
                  <c:v>45996</c:v>
                </c:pt>
                <c:pt idx="158">
                  <c:v>45999</c:v>
                </c:pt>
                <c:pt idx="159">
                  <c:v>46000</c:v>
                </c:pt>
                <c:pt idx="160">
                  <c:v>46001</c:v>
                </c:pt>
                <c:pt idx="161">
                  <c:v>46002</c:v>
                </c:pt>
                <c:pt idx="162">
                  <c:v>46003</c:v>
                </c:pt>
                <c:pt idx="163">
                  <c:v>46006</c:v>
                </c:pt>
                <c:pt idx="164">
                  <c:v>46007</c:v>
                </c:pt>
                <c:pt idx="165">
                  <c:v>46008</c:v>
                </c:pt>
                <c:pt idx="166">
                  <c:v>46009</c:v>
                </c:pt>
                <c:pt idx="167">
                  <c:v>46010</c:v>
                </c:pt>
                <c:pt idx="168">
                  <c:v>46013</c:v>
                </c:pt>
                <c:pt idx="169">
                  <c:v>46014</c:v>
                </c:pt>
                <c:pt idx="170">
                  <c:v>46015</c:v>
                </c:pt>
                <c:pt idx="171">
                  <c:v>46016</c:v>
                </c:pt>
                <c:pt idx="172">
                  <c:v>46017</c:v>
                </c:pt>
                <c:pt idx="173">
                  <c:v>46020</c:v>
                </c:pt>
                <c:pt idx="174">
                  <c:v>46021</c:v>
                </c:pt>
                <c:pt idx="175">
                  <c:v>46022</c:v>
                </c:pt>
                <c:pt idx="176">
                  <c:v>46023</c:v>
                </c:pt>
                <c:pt idx="177">
                  <c:v>46024</c:v>
                </c:pt>
                <c:pt idx="178">
                  <c:v>46027</c:v>
                </c:pt>
                <c:pt idx="179">
                  <c:v>46028</c:v>
                </c:pt>
                <c:pt idx="180">
                  <c:v>46029</c:v>
                </c:pt>
                <c:pt idx="181">
                  <c:v>46030</c:v>
                </c:pt>
                <c:pt idx="182">
                  <c:v>46031</c:v>
                </c:pt>
                <c:pt idx="183">
                  <c:v>46034</c:v>
                </c:pt>
                <c:pt idx="184">
                  <c:v>46035</c:v>
                </c:pt>
                <c:pt idx="185">
                  <c:v>46036</c:v>
                </c:pt>
                <c:pt idx="186">
                  <c:v>46037</c:v>
                </c:pt>
                <c:pt idx="187">
                  <c:v>46038</c:v>
                </c:pt>
                <c:pt idx="188">
                  <c:v>46041</c:v>
                </c:pt>
                <c:pt idx="189">
                  <c:v>46042</c:v>
                </c:pt>
                <c:pt idx="190">
                  <c:v>46043</c:v>
                </c:pt>
                <c:pt idx="191">
                  <c:v>46044</c:v>
                </c:pt>
                <c:pt idx="192">
                  <c:v>46045</c:v>
                </c:pt>
                <c:pt idx="193">
                  <c:v>46048</c:v>
                </c:pt>
                <c:pt idx="194">
                  <c:v>46049</c:v>
                </c:pt>
                <c:pt idx="195">
                  <c:v>46050</c:v>
                </c:pt>
                <c:pt idx="196">
                  <c:v>46051</c:v>
                </c:pt>
                <c:pt idx="197">
                  <c:v>46052</c:v>
                </c:pt>
                <c:pt idx="198">
                  <c:v>46055</c:v>
                </c:pt>
                <c:pt idx="199">
                  <c:v>46056</c:v>
                </c:pt>
                <c:pt idx="200">
                  <c:v>46057</c:v>
                </c:pt>
                <c:pt idx="201">
                  <c:v>46058</c:v>
                </c:pt>
                <c:pt idx="202">
                  <c:v>46059</c:v>
                </c:pt>
                <c:pt idx="203">
                  <c:v>46062</c:v>
                </c:pt>
                <c:pt idx="204">
                  <c:v>46063</c:v>
                </c:pt>
                <c:pt idx="205">
                  <c:v>46064</c:v>
                </c:pt>
                <c:pt idx="206">
                  <c:v>46065</c:v>
                </c:pt>
                <c:pt idx="207">
                  <c:v>46066</c:v>
                </c:pt>
                <c:pt idx="208">
                  <c:v>46069</c:v>
                </c:pt>
                <c:pt idx="209">
                  <c:v>46070</c:v>
                </c:pt>
                <c:pt idx="210">
                  <c:v>46071</c:v>
                </c:pt>
                <c:pt idx="211">
                  <c:v>46072</c:v>
                </c:pt>
                <c:pt idx="212">
                  <c:v>46073</c:v>
                </c:pt>
                <c:pt idx="213">
                  <c:v>46076</c:v>
                </c:pt>
                <c:pt idx="214">
                  <c:v>46077</c:v>
                </c:pt>
                <c:pt idx="215">
                  <c:v>46078</c:v>
                </c:pt>
                <c:pt idx="216">
                  <c:v>46079</c:v>
                </c:pt>
                <c:pt idx="217">
                  <c:v>46080</c:v>
                </c:pt>
                <c:pt idx="218">
                  <c:v>46083</c:v>
                </c:pt>
                <c:pt idx="219">
                  <c:v>46084</c:v>
                </c:pt>
                <c:pt idx="220">
                  <c:v>46085</c:v>
                </c:pt>
                <c:pt idx="221">
                  <c:v>46086</c:v>
                </c:pt>
                <c:pt idx="222">
                  <c:v>46087</c:v>
                </c:pt>
                <c:pt idx="223">
                  <c:v>46090</c:v>
                </c:pt>
                <c:pt idx="224">
                  <c:v>46091</c:v>
                </c:pt>
                <c:pt idx="225">
                  <c:v>46092</c:v>
                </c:pt>
                <c:pt idx="226">
                  <c:v>46093</c:v>
                </c:pt>
                <c:pt idx="227">
                  <c:v>46094</c:v>
                </c:pt>
                <c:pt idx="228">
                  <c:v>46097</c:v>
                </c:pt>
                <c:pt idx="229">
                  <c:v>46098</c:v>
                </c:pt>
                <c:pt idx="230">
                  <c:v>46099</c:v>
                </c:pt>
                <c:pt idx="231">
                  <c:v>46100</c:v>
                </c:pt>
                <c:pt idx="232">
                  <c:v>46101</c:v>
                </c:pt>
                <c:pt idx="233">
                  <c:v>46104</c:v>
                </c:pt>
                <c:pt idx="234">
                  <c:v>46105</c:v>
                </c:pt>
                <c:pt idx="235">
                  <c:v>46106</c:v>
                </c:pt>
                <c:pt idx="236">
                  <c:v>46107</c:v>
                </c:pt>
                <c:pt idx="237">
                  <c:v>46108</c:v>
                </c:pt>
                <c:pt idx="238">
                  <c:v>46111</c:v>
                </c:pt>
                <c:pt idx="239">
                  <c:v>46112</c:v>
                </c:pt>
                <c:pt idx="240">
                  <c:v>46113</c:v>
                </c:pt>
                <c:pt idx="241">
                  <c:v>46114</c:v>
                </c:pt>
                <c:pt idx="242">
                  <c:v>46115</c:v>
                </c:pt>
                <c:pt idx="243">
                  <c:v>46118</c:v>
                </c:pt>
                <c:pt idx="244">
                  <c:v>46119</c:v>
                </c:pt>
                <c:pt idx="245">
                  <c:v>46120</c:v>
                </c:pt>
                <c:pt idx="246">
                  <c:v>46121</c:v>
                </c:pt>
                <c:pt idx="247">
                  <c:v>46122</c:v>
                </c:pt>
                <c:pt idx="248">
                  <c:v>46125</c:v>
                </c:pt>
                <c:pt idx="249">
                  <c:v>46126</c:v>
                </c:pt>
                <c:pt idx="250">
                  <c:v>46127</c:v>
                </c:pt>
                <c:pt idx="251">
                  <c:v>46128</c:v>
                </c:pt>
                <c:pt idx="252">
                  <c:v>46129</c:v>
                </c:pt>
                <c:pt idx="253">
                  <c:v>46132</c:v>
                </c:pt>
                <c:pt idx="254">
                  <c:v>46133</c:v>
                </c:pt>
                <c:pt idx="255">
                  <c:v>46134</c:v>
                </c:pt>
                <c:pt idx="256">
                  <c:v>46135</c:v>
                </c:pt>
                <c:pt idx="257">
                  <c:v>46136</c:v>
                </c:pt>
                <c:pt idx="258">
                  <c:v>46139</c:v>
                </c:pt>
                <c:pt idx="259">
                  <c:v>46140</c:v>
                </c:pt>
                <c:pt idx="260">
                  <c:v>46141</c:v>
                </c:pt>
                <c:pt idx="261">
                  <c:v>46142</c:v>
                </c:pt>
              </c:numCache>
            </c:numRef>
          </c:cat>
          <c:val>
            <c:numRef>
              <c:f>AI产业链公司股价涨幅!$C$2:$C$263</c:f>
              <c:numCache>
                <c:formatCode>0.0</c:formatCode>
                <c:ptCount val="262"/>
                <c:pt idx="0">
                  <c:v>100</c:v>
                </c:pt>
                <c:pt idx="1">
                  <c:v>102.55566801619433</c:v>
                </c:pt>
                <c:pt idx="2">
                  <c:v>103.36538461538463</c:v>
                </c:pt>
                <c:pt idx="3">
                  <c:v>103.36538461538463</c:v>
                </c:pt>
                <c:pt idx="4">
                  <c:v>103.36538461538463</c:v>
                </c:pt>
                <c:pt idx="5">
                  <c:v>101.21457489878543</c:v>
                </c:pt>
                <c:pt idx="6">
                  <c:v>104.35222672064778</c:v>
                </c:pt>
                <c:pt idx="7">
                  <c:v>122.06477732793523</c:v>
                </c:pt>
                <c:pt idx="8">
                  <c:v>125.65789473684212</c:v>
                </c:pt>
                <c:pt idx="9">
                  <c:v>124.92408906882592</c:v>
                </c:pt>
                <c:pt idx="10">
                  <c:v>129.251012145749</c:v>
                </c:pt>
                <c:pt idx="11">
                  <c:v>129.2257085020243</c:v>
                </c:pt>
                <c:pt idx="12">
                  <c:v>128.16295546558706</c:v>
                </c:pt>
                <c:pt idx="13">
                  <c:v>127.98582995951418</c:v>
                </c:pt>
                <c:pt idx="14">
                  <c:v>133.02125506072875</c:v>
                </c:pt>
                <c:pt idx="15">
                  <c:v>132.11032388663969</c:v>
                </c:pt>
                <c:pt idx="16">
                  <c:v>131.50303643724698</c:v>
                </c:pt>
                <c:pt idx="17">
                  <c:v>131.57894736842107</c:v>
                </c:pt>
                <c:pt idx="18">
                  <c:v>136.33603238866399</c:v>
                </c:pt>
                <c:pt idx="19">
                  <c:v>140.86538461538464</c:v>
                </c:pt>
                <c:pt idx="20">
                  <c:v>146.38157894736844</c:v>
                </c:pt>
                <c:pt idx="21">
                  <c:v>150.53137651821865</c:v>
                </c:pt>
                <c:pt idx="22">
                  <c:v>149.5698380566802</c:v>
                </c:pt>
                <c:pt idx="23">
                  <c:v>151.18927125506076</c:v>
                </c:pt>
                <c:pt idx="24">
                  <c:v>149.01315789473688</c:v>
                </c:pt>
                <c:pt idx="25">
                  <c:v>150.2783400809717</c:v>
                </c:pt>
                <c:pt idx="26">
                  <c:v>146.28036437246968</c:v>
                </c:pt>
                <c:pt idx="27">
                  <c:v>147.46963562753041</c:v>
                </c:pt>
                <c:pt idx="28">
                  <c:v>145.24291497975713</c:v>
                </c:pt>
                <c:pt idx="29">
                  <c:v>144.91396761133609</c:v>
                </c:pt>
                <c:pt idx="30">
                  <c:v>149.36740890688264</c:v>
                </c:pt>
                <c:pt idx="31">
                  <c:v>145.87550607287454</c:v>
                </c:pt>
                <c:pt idx="32">
                  <c:v>145.69838056680166</c:v>
                </c:pt>
                <c:pt idx="33">
                  <c:v>150.86032388663972</c:v>
                </c:pt>
                <c:pt idx="34">
                  <c:v>154.14979757085024</c:v>
                </c:pt>
                <c:pt idx="35">
                  <c:v>157.31275303643727</c:v>
                </c:pt>
                <c:pt idx="36">
                  <c:v>156.6042510121458</c:v>
                </c:pt>
                <c:pt idx="37">
                  <c:v>151.51821862348183</c:v>
                </c:pt>
                <c:pt idx="38">
                  <c:v>147.5202429149798</c:v>
                </c:pt>
                <c:pt idx="39">
                  <c:v>150.3542510121458</c:v>
                </c:pt>
                <c:pt idx="40">
                  <c:v>155.66801619433201</c:v>
                </c:pt>
                <c:pt idx="41">
                  <c:v>158.502024291498</c:v>
                </c:pt>
                <c:pt idx="42">
                  <c:v>161.56376518218627</c:v>
                </c:pt>
                <c:pt idx="43">
                  <c:v>160.60222672064782</c:v>
                </c:pt>
                <c:pt idx="44">
                  <c:v>161.81680161943325</c:v>
                </c:pt>
                <c:pt idx="45">
                  <c:v>156.04757085020248</c:v>
                </c:pt>
                <c:pt idx="46">
                  <c:v>160.42510121457494</c:v>
                </c:pt>
                <c:pt idx="47">
                  <c:v>160.8552631578948</c:v>
                </c:pt>
                <c:pt idx="48">
                  <c:v>161.18421052631587</c:v>
                </c:pt>
                <c:pt idx="49">
                  <c:v>167.1052631578948</c:v>
                </c:pt>
                <c:pt idx="50">
                  <c:v>162.82894736842113</c:v>
                </c:pt>
                <c:pt idx="51">
                  <c:v>160.07085020242923</c:v>
                </c:pt>
                <c:pt idx="52">
                  <c:v>157.28744939271263</c:v>
                </c:pt>
                <c:pt idx="53">
                  <c:v>156.8825910931175</c:v>
                </c:pt>
                <c:pt idx="54">
                  <c:v>162.80364372469646</c:v>
                </c:pt>
                <c:pt idx="55">
                  <c:v>161.1589068825912</c:v>
                </c:pt>
                <c:pt idx="56">
                  <c:v>161.8674089068827</c:v>
                </c:pt>
                <c:pt idx="57">
                  <c:v>159.28643724696369</c:v>
                </c:pt>
                <c:pt idx="58">
                  <c:v>159.28643724696369</c:v>
                </c:pt>
                <c:pt idx="59">
                  <c:v>158.12246963562765</c:v>
                </c:pt>
                <c:pt idx="60">
                  <c:v>155.46558704453452</c:v>
                </c:pt>
                <c:pt idx="61">
                  <c:v>158.19838056680172</c:v>
                </c:pt>
                <c:pt idx="62">
                  <c:v>158.60323886639685</c:v>
                </c:pt>
                <c:pt idx="63">
                  <c:v>160.93117408906892</c:v>
                </c:pt>
                <c:pt idx="64">
                  <c:v>157.66700404858307</c:v>
                </c:pt>
                <c:pt idx="65">
                  <c:v>160.34919028340087</c:v>
                </c:pt>
                <c:pt idx="66">
                  <c:v>163.46153846153851</c:v>
                </c:pt>
                <c:pt idx="67">
                  <c:v>159.05870445344135</c:v>
                </c:pt>
                <c:pt idx="68">
                  <c:v>165.96659919028346</c:v>
                </c:pt>
                <c:pt idx="69">
                  <c:v>174.13967611336039</c:v>
                </c:pt>
                <c:pt idx="70">
                  <c:v>171.45748987854259</c:v>
                </c:pt>
                <c:pt idx="71">
                  <c:v>168.92712550607294</c:v>
                </c:pt>
                <c:pt idx="72">
                  <c:v>167.1052631578948</c:v>
                </c:pt>
                <c:pt idx="73">
                  <c:v>167.1052631578948</c:v>
                </c:pt>
                <c:pt idx="74">
                  <c:v>168.80060728744945</c:v>
                </c:pt>
                <c:pt idx="75">
                  <c:v>167.96558704453446</c:v>
                </c:pt>
                <c:pt idx="76">
                  <c:v>168.24392712550613</c:v>
                </c:pt>
                <c:pt idx="77">
                  <c:v>174.31680161943325</c:v>
                </c:pt>
                <c:pt idx="78">
                  <c:v>176.31578947368425</c:v>
                </c:pt>
                <c:pt idx="79">
                  <c:v>177.50506072874498</c:v>
                </c:pt>
                <c:pt idx="80">
                  <c:v>170.34412955465592</c:v>
                </c:pt>
                <c:pt idx="81">
                  <c:v>172.09008097165997</c:v>
                </c:pt>
                <c:pt idx="82">
                  <c:v>178.59311740890692</c:v>
                </c:pt>
                <c:pt idx="83">
                  <c:v>182.69230769230774</c:v>
                </c:pt>
                <c:pt idx="84">
                  <c:v>187.24696356275308</c:v>
                </c:pt>
                <c:pt idx="85">
                  <c:v>185.60222672064782</c:v>
                </c:pt>
                <c:pt idx="86">
                  <c:v>189.39777327935226</c:v>
                </c:pt>
                <c:pt idx="87">
                  <c:v>183.24898785425103</c:v>
                </c:pt>
                <c:pt idx="88">
                  <c:v>177.37854251012149</c:v>
                </c:pt>
                <c:pt idx="89">
                  <c:v>177.20141700404861</c:v>
                </c:pt>
                <c:pt idx="90">
                  <c:v>176.5688259109312</c:v>
                </c:pt>
                <c:pt idx="91">
                  <c:v>176.31578947368422</c:v>
                </c:pt>
                <c:pt idx="92">
                  <c:v>182.54048582995952</c:v>
                </c:pt>
                <c:pt idx="93">
                  <c:v>183.88157894736844</c:v>
                </c:pt>
                <c:pt idx="94">
                  <c:v>182.13562753036439</c:v>
                </c:pt>
                <c:pt idx="95">
                  <c:v>197.87449392712551</c:v>
                </c:pt>
                <c:pt idx="96">
                  <c:v>214.14473684210526</c:v>
                </c:pt>
                <c:pt idx="97">
                  <c:v>212.22165991902835</c:v>
                </c:pt>
                <c:pt idx="98">
                  <c:v>212.22165991902835</c:v>
                </c:pt>
                <c:pt idx="99">
                  <c:v>212.72773279352228</c:v>
                </c:pt>
                <c:pt idx="100">
                  <c:v>200.86032388663969</c:v>
                </c:pt>
                <c:pt idx="101">
                  <c:v>201.46761133603238</c:v>
                </c:pt>
                <c:pt idx="102">
                  <c:v>216.27024291497975</c:v>
                </c:pt>
                <c:pt idx="103">
                  <c:v>228.39068825910931</c:v>
                </c:pt>
                <c:pt idx="104">
                  <c:v>228.39068825910931</c:v>
                </c:pt>
                <c:pt idx="105">
                  <c:v>223.22874493927125</c:v>
                </c:pt>
                <c:pt idx="106">
                  <c:v>231.78137651821862</c:v>
                </c:pt>
                <c:pt idx="107">
                  <c:v>226.64473684210526</c:v>
                </c:pt>
                <c:pt idx="108">
                  <c:v>230.5161943319838</c:v>
                </c:pt>
                <c:pt idx="109">
                  <c:v>228.07692307692307</c:v>
                </c:pt>
                <c:pt idx="110">
                  <c:v>226.98886639676113</c:v>
                </c:pt>
                <c:pt idx="111">
                  <c:v>232.39372469635629</c:v>
                </c:pt>
                <c:pt idx="112">
                  <c:v>234.01821862348174</c:v>
                </c:pt>
                <c:pt idx="113">
                  <c:v>246.25506072874492</c:v>
                </c:pt>
                <c:pt idx="114">
                  <c:v>244.85829959514169</c:v>
                </c:pt>
                <c:pt idx="115">
                  <c:v>251.33603238866394</c:v>
                </c:pt>
                <c:pt idx="116">
                  <c:v>262.37854251012146</c:v>
                </c:pt>
                <c:pt idx="117">
                  <c:v>252.60121457489876</c:v>
                </c:pt>
                <c:pt idx="118">
                  <c:v>252.60121457489876</c:v>
                </c:pt>
                <c:pt idx="119">
                  <c:v>248.23886639676113</c:v>
                </c:pt>
                <c:pt idx="120">
                  <c:v>259.2054655870445</c:v>
                </c:pt>
                <c:pt idx="121">
                  <c:v>265.29858299595139</c:v>
                </c:pt>
                <c:pt idx="122">
                  <c:v>255.39473684210523</c:v>
                </c:pt>
                <c:pt idx="123">
                  <c:v>259.07894736842098</c:v>
                </c:pt>
                <c:pt idx="124">
                  <c:v>253.87145748987848</c:v>
                </c:pt>
                <c:pt idx="125">
                  <c:v>258.06174089068821</c:v>
                </c:pt>
                <c:pt idx="126">
                  <c:v>245.36943319838053</c:v>
                </c:pt>
                <c:pt idx="127">
                  <c:v>266.82186234817812</c:v>
                </c:pt>
                <c:pt idx="128">
                  <c:v>275.57692307692304</c:v>
                </c:pt>
                <c:pt idx="129">
                  <c:v>320.76923076923072</c:v>
                </c:pt>
                <c:pt idx="130">
                  <c:v>344.63056680161935</c:v>
                </c:pt>
                <c:pt idx="131">
                  <c:v>345.14170040485828</c:v>
                </c:pt>
                <c:pt idx="132">
                  <c:v>371.03238866396759</c:v>
                </c:pt>
                <c:pt idx="133">
                  <c:v>371.03238866396759</c:v>
                </c:pt>
                <c:pt idx="134">
                  <c:v>364.43319838056675</c:v>
                </c:pt>
                <c:pt idx="135">
                  <c:v>342.72773279352225</c:v>
                </c:pt>
                <c:pt idx="136">
                  <c:v>351.74089068825901</c:v>
                </c:pt>
                <c:pt idx="137">
                  <c:v>325.46558704453435</c:v>
                </c:pt>
                <c:pt idx="138">
                  <c:v>330.92105263157885</c:v>
                </c:pt>
                <c:pt idx="139">
                  <c:v>339.55465587044523</c:v>
                </c:pt>
                <c:pt idx="140">
                  <c:v>347.93016194331972</c:v>
                </c:pt>
                <c:pt idx="141">
                  <c:v>345.77429149797558</c:v>
                </c:pt>
                <c:pt idx="142">
                  <c:v>316.45242914979747</c:v>
                </c:pt>
                <c:pt idx="143">
                  <c:v>336.7611336032387</c:v>
                </c:pt>
                <c:pt idx="144">
                  <c:v>308.20344129554644</c:v>
                </c:pt>
                <c:pt idx="145">
                  <c:v>295.50607287449378</c:v>
                </c:pt>
                <c:pt idx="146">
                  <c:v>318.22874493927111</c:v>
                </c:pt>
                <c:pt idx="147">
                  <c:v>287.63663967611325</c:v>
                </c:pt>
                <c:pt idx="148">
                  <c:v>287.63663967611325</c:v>
                </c:pt>
                <c:pt idx="149">
                  <c:v>287.63663967611325</c:v>
                </c:pt>
                <c:pt idx="150">
                  <c:v>276.84716599190273</c:v>
                </c:pt>
                <c:pt idx="151">
                  <c:v>290.68319838056664</c:v>
                </c:pt>
                <c:pt idx="152">
                  <c:v>301.59919028340067</c:v>
                </c:pt>
                <c:pt idx="153">
                  <c:v>287.38360323886627</c:v>
                </c:pt>
                <c:pt idx="154">
                  <c:v>283.57793522267195</c:v>
                </c:pt>
                <c:pt idx="155">
                  <c:v>299.69635627530351</c:v>
                </c:pt>
                <c:pt idx="156">
                  <c:v>301.85222672064765</c:v>
                </c:pt>
                <c:pt idx="157">
                  <c:v>322.5455465587043</c:v>
                </c:pt>
                <c:pt idx="158">
                  <c:v>323.43117408906863</c:v>
                </c:pt>
                <c:pt idx="159">
                  <c:v>328.2591093117407</c:v>
                </c:pt>
                <c:pt idx="160">
                  <c:v>320.13157894736827</c:v>
                </c:pt>
                <c:pt idx="161">
                  <c:v>321.90789473684191</c:v>
                </c:pt>
                <c:pt idx="162">
                  <c:v>323.81578947368405</c:v>
                </c:pt>
                <c:pt idx="163">
                  <c:v>301.85222672064759</c:v>
                </c:pt>
                <c:pt idx="164">
                  <c:v>288.78036437246948</c:v>
                </c:pt>
                <c:pt idx="165">
                  <c:v>296.0172064777326</c:v>
                </c:pt>
                <c:pt idx="166">
                  <c:v>283.19331983805648</c:v>
                </c:pt>
                <c:pt idx="167">
                  <c:v>295.7591093117407</c:v>
                </c:pt>
                <c:pt idx="168">
                  <c:v>310.99190283400793</c:v>
                </c:pt>
                <c:pt idx="169">
                  <c:v>319.24595141700388</c:v>
                </c:pt>
                <c:pt idx="170">
                  <c:v>336.88765182186216</c:v>
                </c:pt>
                <c:pt idx="171">
                  <c:v>328.38562753036416</c:v>
                </c:pt>
                <c:pt idx="172">
                  <c:v>336.12854251012129</c:v>
                </c:pt>
                <c:pt idx="173">
                  <c:v>336.43218623481766</c:v>
                </c:pt>
                <c:pt idx="174">
                  <c:v>341.7611336032387</c:v>
                </c:pt>
                <c:pt idx="175">
                  <c:v>341.7611336032387</c:v>
                </c:pt>
                <c:pt idx="176">
                  <c:v>341.7611336032387</c:v>
                </c:pt>
                <c:pt idx="177">
                  <c:v>341.7611336032387</c:v>
                </c:pt>
                <c:pt idx="178">
                  <c:v>363.44129554655859</c:v>
                </c:pt>
                <c:pt idx="179">
                  <c:v>356.03238866396748</c:v>
                </c:pt>
                <c:pt idx="180">
                  <c:v>366.69534412955448</c:v>
                </c:pt>
                <c:pt idx="181">
                  <c:v>347.8542510121456</c:v>
                </c:pt>
                <c:pt idx="182">
                  <c:v>340.90080971659899</c:v>
                </c:pt>
                <c:pt idx="183">
                  <c:v>340.90080971659899</c:v>
                </c:pt>
                <c:pt idx="184">
                  <c:v>369.12955465587021</c:v>
                </c:pt>
                <c:pt idx="185">
                  <c:v>377.56072874493907</c:v>
                </c:pt>
                <c:pt idx="186">
                  <c:v>379.893724696356</c:v>
                </c:pt>
                <c:pt idx="187">
                  <c:v>397.81882591093091</c:v>
                </c:pt>
                <c:pt idx="188">
                  <c:v>397.61639676113333</c:v>
                </c:pt>
                <c:pt idx="189">
                  <c:v>402.74291497975679</c:v>
                </c:pt>
                <c:pt idx="190">
                  <c:v>422.29251012145716</c:v>
                </c:pt>
                <c:pt idx="191">
                  <c:v>433.91700404858267</c:v>
                </c:pt>
                <c:pt idx="192">
                  <c:v>420.61740890688219</c:v>
                </c:pt>
                <c:pt idx="193">
                  <c:v>402.18623481781339</c:v>
                </c:pt>
                <c:pt idx="194">
                  <c:v>406.19433198380528</c:v>
                </c:pt>
                <c:pt idx="195">
                  <c:v>418.89170040485789</c:v>
                </c:pt>
                <c:pt idx="196">
                  <c:v>419.24595141700365</c:v>
                </c:pt>
                <c:pt idx="197">
                  <c:v>417.82388663967578</c:v>
                </c:pt>
                <c:pt idx="198">
                  <c:v>392.48481781376483</c:v>
                </c:pt>
                <c:pt idx="199">
                  <c:v>426.04757085020208</c:v>
                </c:pt>
                <c:pt idx="200">
                  <c:v>365.57692307692275</c:v>
                </c:pt>
                <c:pt idx="201">
                  <c:v>361.26012145748956</c:v>
                </c:pt>
                <c:pt idx="202">
                  <c:v>359.73684210526284</c:v>
                </c:pt>
                <c:pt idx="203">
                  <c:v>395.73886639676078</c:v>
                </c:pt>
                <c:pt idx="204">
                  <c:v>402.0344129554652</c:v>
                </c:pt>
                <c:pt idx="205">
                  <c:v>402.0344129554652</c:v>
                </c:pt>
                <c:pt idx="206">
                  <c:v>431.7864372469632</c:v>
                </c:pt>
                <c:pt idx="207">
                  <c:v>438.68927125506036</c:v>
                </c:pt>
                <c:pt idx="208">
                  <c:v>445.79959514170002</c:v>
                </c:pt>
                <c:pt idx="209">
                  <c:v>454.18016194331943</c:v>
                </c:pt>
                <c:pt idx="210">
                  <c:v>473.92712550607234</c:v>
                </c:pt>
                <c:pt idx="211">
                  <c:v>489.3623481781371</c:v>
                </c:pt>
                <c:pt idx="212">
                  <c:v>464.94433198380511</c:v>
                </c:pt>
                <c:pt idx="213">
                  <c:v>464.94433198380511</c:v>
                </c:pt>
                <c:pt idx="214">
                  <c:v>501.85728744939212</c:v>
                </c:pt>
                <c:pt idx="215">
                  <c:v>490.07591093117344</c:v>
                </c:pt>
                <c:pt idx="216">
                  <c:v>472.15080971659859</c:v>
                </c:pt>
                <c:pt idx="217">
                  <c:v>484.23582995951347</c:v>
                </c:pt>
                <c:pt idx="218">
                  <c:v>475.6578947368414</c:v>
                </c:pt>
                <c:pt idx="219">
                  <c:v>437.57591093117344</c:v>
                </c:pt>
                <c:pt idx="220">
                  <c:v>403.65890688259049</c:v>
                </c:pt>
                <c:pt idx="221">
                  <c:v>411.22469635627471</c:v>
                </c:pt>
                <c:pt idx="222">
                  <c:v>400.10121457489822</c:v>
                </c:pt>
                <c:pt idx="223">
                  <c:v>367.50506072874441</c:v>
                </c:pt>
                <c:pt idx="224">
                  <c:v>397.71761133603178</c:v>
                </c:pt>
                <c:pt idx="225">
                  <c:v>395.89068825910874</c:v>
                </c:pt>
                <c:pt idx="226">
                  <c:v>389.23582995951364</c:v>
                </c:pt>
                <c:pt idx="227">
                  <c:v>398.78036437246908</c:v>
                </c:pt>
                <c:pt idx="228">
                  <c:v>413.76012145748933</c:v>
                </c:pt>
                <c:pt idx="229">
                  <c:v>431.53340080971606</c:v>
                </c:pt>
                <c:pt idx="230">
                  <c:v>430.61740890688202</c:v>
                </c:pt>
                <c:pt idx="231">
                  <c:v>419.80263157894677</c:v>
                </c:pt>
                <c:pt idx="232">
                  <c:v>419.80263157894677</c:v>
                </c:pt>
                <c:pt idx="233">
                  <c:v>382.83906882591037</c:v>
                </c:pt>
                <c:pt idx="234">
                  <c:v>397.81882591093057</c:v>
                </c:pt>
                <c:pt idx="235">
                  <c:v>430.46558704453378</c:v>
                </c:pt>
                <c:pt idx="236">
                  <c:v>429.55465587044472</c:v>
                </c:pt>
                <c:pt idx="237">
                  <c:v>419.85323886639611</c:v>
                </c:pt>
                <c:pt idx="238">
                  <c:v>395.32894736842047</c:v>
                </c:pt>
                <c:pt idx="239">
                  <c:v>374.79251012145693</c:v>
                </c:pt>
                <c:pt idx="240">
                  <c:v>410.27834008097108</c:v>
                </c:pt>
                <c:pt idx="241">
                  <c:v>395.27834008097108</c:v>
                </c:pt>
                <c:pt idx="242">
                  <c:v>417.39372469635572</c:v>
                </c:pt>
                <c:pt idx="243">
                  <c:v>434.88360323886576</c:v>
                </c:pt>
                <c:pt idx="244">
                  <c:v>443.22368421052573</c:v>
                </c:pt>
                <c:pt idx="245">
                  <c:v>497.92510121457423</c:v>
                </c:pt>
                <c:pt idx="246">
                  <c:v>498.73987854250942</c:v>
                </c:pt>
                <c:pt idx="247">
                  <c:v>502.70242914979679</c:v>
                </c:pt>
                <c:pt idx="248">
                  <c:v>477.18117408906812</c:v>
                </c:pt>
                <c:pt idx="249">
                  <c:v>504.0789473684203</c:v>
                </c:pt>
                <c:pt idx="250">
                  <c:v>476.87753036437175</c:v>
                </c:pt>
                <c:pt idx="251">
                  <c:v>486.6396761133596</c:v>
                </c:pt>
                <c:pt idx="252">
                  <c:v>469.50404858299521</c:v>
                </c:pt>
                <c:pt idx="253">
                  <c:v>486.79149797570778</c:v>
                </c:pt>
                <c:pt idx="254">
                  <c:v>536.86740890688179</c:v>
                </c:pt>
                <c:pt idx="255">
                  <c:v>569.40789473684129</c:v>
                </c:pt>
                <c:pt idx="256">
                  <c:v>566.10323886639594</c:v>
                </c:pt>
                <c:pt idx="257">
                  <c:v>637.53036437246874</c:v>
                </c:pt>
                <c:pt idx="258">
                  <c:v>644.13967611335943</c:v>
                </c:pt>
                <c:pt idx="259">
                  <c:v>638.54757085020151</c:v>
                </c:pt>
                <c:pt idx="260">
                  <c:v>638.54757085020151</c:v>
                </c:pt>
                <c:pt idx="261">
                  <c:v>685.31882591093017</c:v>
                </c:pt>
              </c:numCache>
            </c:numRef>
          </c:val>
          <c:smooth val="0"/>
          <c:extLst>
            <c:ext xmlns:c16="http://schemas.microsoft.com/office/drawing/2014/chart" uri="{C3380CC4-5D6E-409C-BE32-E72D297353CC}">
              <c16:uniqueId val="{00000001-6134-464B-9E80-AD82B1F3DB96}"/>
            </c:ext>
          </c:extLst>
        </c:ser>
        <c:ser>
          <c:idx val="2"/>
          <c:order val="2"/>
          <c:tx>
            <c:strRef>
              <c:f>AI产业链公司股价涨幅!$D$1</c:f>
              <c:strCache>
                <c:ptCount val="1"/>
                <c:pt idx="0">
                  <c:v>三星电机</c:v>
                </c:pt>
              </c:strCache>
            </c:strRef>
          </c:tx>
          <c:spPr>
            <a:ln w="28575" cap="rnd">
              <a:solidFill>
                <a:schemeClr val="accent3"/>
              </a:solidFill>
              <a:round/>
            </a:ln>
            <a:effectLst/>
          </c:spPr>
          <c:marker>
            <c:symbol val="none"/>
          </c:marker>
          <c:cat>
            <c:numRef>
              <c:f>AI产业链公司股价涨幅!$A$2:$A$263</c:f>
              <c:numCache>
                <c:formatCode>m/d/yyyy</c:formatCode>
                <c:ptCount val="262"/>
                <c:pt idx="0">
                  <c:v>45777</c:v>
                </c:pt>
                <c:pt idx="1">
                  <c:v>45778</c:v>
                </c:pt>
                <c:pt idx="2">
                  <c:v>45779</c:v>
                </c:pt>
                <c:pt idx="3">
                  <c:v>45782</c:v>
                </c:pt>
                <c:pt idx="4">
                  <c:v>45783</c:v>
                </c:pt>
                <c:pt idx="5">
                  <c:v>45784</c:v>
                </c:pt>
                <c:pt idx="6">
                  <c:v>45785</c:v>
                </c:pt>
                <c:pt idx="7">
                  <c:v>45786</c:v>
                </c:pt>
                <c:pt idx="8">
                  <c:v>45789</c:v>
                </c:pt>
                <c:pt idx="9">
                  <c:v>45790</c:v>
                </c:pt>
                <c:pt idx="10">
                  <c:v>45791</c:v>
                </c:pt>
                <c:pt idx="11">
                  <c:v>45792</c:v>
                </c:pt>
                <c:pt idx="12">
                  <c:v>45793</c:v>
                </c:pt>
                <c:pt idx="13">
                  <c:v>45796</c:v>
                </c:pt>
                <c:pt idx="14">
                  <c:v>45797</c:v>
                </c:pt>
                <c:pt idx="15">
                  <c:v>45798</c:v>
                </c:pt>
                <c:pt idx="16">
                  <c:v>45799</c:v>
                </c:pt>
                <c:pt idx="17">
                  <c:v>45800</c:v>
                </c:pt>
                <c:pt idx="18">
                  <c:v>45803</c:v>
                </c:pt>
                <c:pt idx="19">
                  <c:v>45804</c:v>
                </c:pt>
                <c:pt idx="20">
                  <c:v>45805</c:v>
                </c:pt>
                <c:pt idx="21">
                  <c:v>45806</c:v>
                </c:pt>
                <c:pt idx="22">
                  <c:v>45807</c:v>
                </c:pt>
                <c:pt idx="23">
                  <c:v>45810</c:v>
                </c:pt>
                <c:pt idx="24">
                  <c:v>45811</c:v>
                </c:pt>
                <c:pt idx="25">
                  <c:v>45812</c:v>
                </c:pt>
                <c:pt idx="26">
                  <c:v>45813</c:v>
                </c:pt>
                <c:pt idx="27">
                  <c:v>45814</c:v>
                </c:pt>
                <c:pt idx="28">
                  <c:v>45817</c:v>
                </c:pt>
                <c:pt idx="29">
                  <c:v>45818</c:v>
                </c:pt>
                <c:pt idx="30">
                  <c:v>45819</c:v>
                </c:pt>
                <c:pt idx="31">
                  <c:v>45820</c:v>
                </c:pt>
                <c:pt idx="32">
                  <c:v>45821</c:v>
                </c:pt>
                <c:pt idx="33">
                  <c:v>45824</c:v>
                </c:pt>
                <c:pt idx="34">
                  <c:v>45825</c:v>
                </c:pt>
                <c:pt idx="35">
                  <c:v>45826</c:v>
                </c:pt>
                <c:pt idx="36">
                  <c:v>45827</c:v>
                </c:pt>
                <c:pt idx="37">
                  <c:v>45828</c:v>
                </c:pt>
                <c:pt idx="38">
                  <c:v>45831</c:v>
                </c:pt>
                <c:pt idx="39">
                  <c:v>45832</c:v>
                </c:pt>
                <c:pt idx="40">
                  <c:v>45833</c:v>
                </c:pt>
                <c:pt idx="41">
                  <c:v>45834</c:v>
                </c:pt>
                <c:pt idx="42">
                  <c:v>45835</c:v>
                </c:pt>
                <c:pt idx="43">
                  <c:v>45838</c:v>
                </c:pt>
                <c:pt idx="44">
                  <c:v>45839</c:v>
                </c:pt>
                <c:pt idx="45">
                  <c:v>45840</c:v>
                </c:pt>
                <c:pt idx="46">
                  <c:v>45841</c:v>
                </c:pt>
                <c:pt idx="47">
                  <c:v>45842</c:v>
                </c:pt>
                <c:pt idx="48">
                  <c:v>45845</c:v>
                </c:pt>
                <c:pt idx="49">
                  <c:v>45846</c:v>
                </c:pt>
                <c:pt idx="50">
                  <c:v>45847</c:v>
                </c:pt>
                <c:pt idx="51">
                  <c:v>45848</c:v>
                </c:pt>
                <c:pt idx="52">
                  <c:v>45849</c:v>
                </c:pt>
                <c:pt idx="53">
                  <c:v>45852</c:v>
                </c:pt>
                <c:pt idx="54">
                  <c:v>45853</c:v>
                </c:pt>
                <c:pt idx="55">
                  <c:v>45854</c:v>
                </c:pt>
                <c:pt idx="56">
                  <c:v>45855</c:v>
                </c:pt>
                <c:pt idx="57">
                  <c:v>45856</c:v>
                </c:pt>
                <c:pt idx="58">
                  <c:v>45859</c:v>
                </c:pt>
                <c:pt idx="59">
                  <c:v>45860</c:v>
                </c:pt>
                <c:pt idx="60">
                  <c:v>45861</c:v>
                </c:pt>
                <c:pt idx="61">
                  <c:v>45862</c:v>
                </c:pt>
                <c:pt idx="62">
                  <c:v>45863</c:v>
                </c:pt>
                <c:pt idx="63">
                  <c:v>45866</c:v>
                </c:pt>
                <c:pt idx="64">
                  <c:v>45867</c:v>
                </c:pt>
                <c:pt idx="65">
                  <c:v>45868</c:v>
                </c:pt>
                <c:pt idx="66">
                  <c:v>45869</c:v>
                </c:pt>
                <c:pt idx="67">
                  <c:v>45870</c:v>
                </c:pt>
                <c:pt idx="68">
                  <c:v>45873</c:v>
                </c:pt>
                <c:pt idx="69">
                  <c:v>45874</c:v>
                </c:pt>
                <c:pt idx="70">
                  <c:v>45875</c:v>
                </c:pt>
                <c:pt idx="71">
                  <c:v>45876</c:v>
                </c:pt>
                <c:pt idx="72">
                  <c:v>45877</c:v>
                </c:pt>
                <c:pt idx="73">
                  <c:v>45880</c:v>
                </c:pt>
                <c:pt idx="74">
                  <c:v>45881</c:v>
                </c:pt>
                <c:pt idx="75">
                  <c:v>45882</c:v>
                </c:pt>
                <c:pt idx="76">
                  <c:v>45883</c:v>
                </c:pt>
                <c:pt idx="77">
                  <c:v>45884</c:v>
                </c:pt>
                <c:pt idx="78">
                  <c:v>45887</c:v>
                </c:pt>
                <c:pt idx="79">
                  <c:v>45888</c:v>
                </c:pt>
                <c:pt idx="80">
                  <c:v>45889</c:v>
                </c:pt>
                <c:pt idx="81">
                  <c:v>45890</c:v>
                </c:pt>
                <c:pt idx="82">
                  <c:v>45891</c:v>
                </c:pt>
                <c:pt idx="83">
                  <c:v>45894</c:v>
                </c:pt>
                <c:pt idx="84">
                  <c:v>45895</c:v>
                </c:pt>
                <c:pt idx="85">
                  <c:v>45896</c:v>
                </c:pt>
                <c:pt idx="86">
                  <c:v>45897</c:v>
                </c:pt>
                <c:pt idx="87">
                  <c:v>45898</c:v>
                </c:pt>
                <c:pt idx="88">
                  <c:v>45901</c:v>
                </c:pt>
                <c:pt idx="89">
                  <c:v>45902</c:v>
                </c:pt>
                <c:pt idx="90">
                  <c:v>45903</c:v>
                </c:pt>
                <c:pt idx="91">
                  <c:v>45904</c:v>
                </c:pt>
                <c:pt idx="92">
                  <c:v>45905</c:v>
                </c:pt>
                <c:pt idx="93">
                  <c:v>45908</c:v>
                </c:pt>
                <c:pt idx="94">
                  <c:v>45909</c:v>
                </c:pt>
                <c:pt idx="95">
                  <c:v>45910</c:v>
                </c:pt>
                <c:pt idx="96">
                  <c:v>45911</c:v>
                </c:pt>
                <c:pt idx="97">
                  <c:v>45912</c:v>
                </c:pt>
                <c:pt idx="98">
                  <c:v>45915</c:v>
                </c:pt>
                <c:pt idx="99">
                  <c:v>45916</c:v>
                </c:pt>
                <c:pt idx="100">
                  <c:v>45917</c:v>
                </c:pt>
                <c:pt idx="101">
                  <c:v>45918</c:v>
                </c:pt>
                <c:pt idx="102">
                  <c:v>45919</c:v>
                </c:pt>
                <c:pt idx="103">
                  <c:v>45922</c:v>
                </c:pt>
                <c:pt idx="104">
                  <c:v>45923</c:v>
                </c:pt>
                <c:pt idx="105">
                  <c:v>45924</c:v>
                </c:pt>
                <c:pt idx="106">
                  <c:v>45925</c:v>
                </c:pt>
                <c:pt idx="107">
                  <c:v>45926</c:v>
                </c:pt>
                <c:pt idx="108">
                  <c:v>45929</c:v>
                </c:pt>
                <c:pt idx="109">
                  <c:v>45930</c:v>
                </c:pt>
                <c:pt idx="110">
                  <c:v>45931</c:v>
                </c:pt>
                <c:pt idx="111">
                  <c:v>45932</c:v>
                </c:pt>
                <c:pt idx="112">
                  <c:v>45933</c:v>
                </c:pt>
                <c:pt idx="113">
                  <c:v>45936</c:v>
                </c:pt>
                <c:pt idx="114">
                  <c:v>45937</c:v>
                </c:pt>
                <c:pt idx="115">
                  <c:v>45938</c:v>
                </c:pt>
                <c:pt idx="116">
                  <c:v>45939</c:v>
                </c:pt>
                <c:pt idx="117">
                  <c:v>45940</c:v>
                </c:pt>
                <c:pt idx="118">
                  <c:v>45943</c:v>
                </c:pt>
                <c:pt idx="119">
                  <c:v>45944</c:v>
                </c:pt>
                <c:pt idx="120">
                  <c:v>45945</c:v>
                </c:pt>
                <c:pt idx="121">
                  <c:v>45946</c:v>
                </c:pt>
                <c:pt idx="122">
                  <c:v>45947</c:v>
                </c:pt>
                <c:pt idx="123">
                  <c:v>45950</c:v>
                </c:pt>
                <c:pt idx="124">
                  <c:v>45951</c:v>
                </c:pt>
                <c:pt idx="125">
                  <c:v>45952</c:v>
                </c:pt>
                <c:pt idx="126">
                  <c:v>45953</c:v>
                </c:pt>
                <c:pt idx="127">
                  <c:v>45954</c:v>
                </c:pt>
                <c:pt idx="128">
                  <c:v>45957</c:v>
                </c:pt>
                <c:pt idx="129">
                  <c:v>45958</c:v>
                </c:pt>
                <c:pt idx="130">
                  <c:v>45959</c:v>
                </c:pt>
                <c:pt idx="131">
                  <c:v>45960</c:v>
                </c:pt>
                <c:pt idx="132">
                  <c:v>45961</c:v>
                </c:pt>
                <c:pt idx="133">
                  <c:v>45964</c:v>
                </c:pt>
                <c:pt idx="134">
                  <c:v>45965</c:v>
                </c:pt>
                <c:pt idx="135">
                  <c:v>45966</c:v>
                </c:pt>
                <c:pt idx="136">
                  <c:v>45967</c:v>
                </c:pt>
                <c:pt idx="137">
                  <c:v>45968</c:v>
                </c:pt>
                <c:pt idx="138">
                  <c:v>45971</c:v>
                </c:pt>
                <c:pt idx="139">
                  <c:v>45972</c:v>
                </c:pt>
                <c:pt idx="140">
                  <c:v>45973</c:v>
                </c:pt>
                <c:pt idx="141">
                  <c:v>45974</c:v>
                </c:pt>
                <c:pt idx="142">
                  <c:v>45975</c:v>
                </c:pt>
                <c:pt idx="143">
                  <c:v>45978</c:v>
                </c:pt>
                <c:pt idx="144">
                  <c:v>45979</c:v>
                </c:pt>
                <c:pt idx="145">
                  <c:v>45980</c:v>
                </c:pt>
                <c:pt idx="146">
                  <c:v>45981</c:v>
                </c:pt>
                <c:pt idx="147">
                  <c:v>45982</c:v>
                </c:pt>
                <c:pt idx="148">
                  <c:v>45985</c:v>
                </c:pt>
                <c:pt idx="149">
                  <c:v>45986</c:v>
                </c:pt>
                <c:pt idx="150">
                  <c:v>45987</c:v>
                </c:pt>
                <c:pt idx="151">
                  <c:v>45988</c:v>
                </c:pt>
                <c:pt idx="152">
                  <c:v>45989</c:v>
                </c:pt>
                <c:pt idx="153">
                  <c:v>45992</c:v>
                </c:pt>
                <c:pt idx="154">
                  <c:v>45993</c:v>
                </c:pt>
                <c:pt idx="155">
                  <c:v>45994</c:v>
                </c:pt>
                <c:pt idx="156">
                  <c:v>45995</c:v>
                </c:pt>
                <c:pt idx="157">
                  <c:v>45996</c:v>
                </c:pt>
                <c:pt idx="158">
                  <c:v>45999</c:v>
                </c:pt>
                <c:pt idx="159">
                  <c:v>46000</c:v>
                </c:pt>
                <c:pt idx="160">
                  <c:v>46001</c:v>
                </c:pt>
                <c:pt idx="161">
                  <c:v>46002</c:v>
                </c:pt>
                <c:pt idx="162">
                  <c:v>46003</c:v>
                </c:pt>
                <c:pt idx="163">
                  <c:v>46006</c:v>
                </c:pt>
                <c:pt idx="164">
                  <c:v>46007</c:v>
                </c:pt>
                <c:pt idx="165">
                  <c:v>46008</c:v>
                </c:pt>
                <c:pt idx="166">
                  <c:v>46009</c:v>
                </c:pt>
                <c:pt idx="167">
                  <c:v>46010</c:v>
                </c:pt>
                <c:pt idx="168">
                  <c:v>46013</c:v>
                </c:pt>
                <c:pt idx="169">
                  <c:v>46014</c:v>
                </c:pt>
                <c:pt idx="170">
                  <c:v>46015</c:v>
                </c:pt>
                <c:pt idx="171">
                  <c:v>46016</c:v>
                </c:pt>
                <c:pt idx="172">
                  <c:v>46017</c:v>
                </c:pt>
                <c:pt idx="173">
                  <c:v>46020</c:v>
                </c:pt>
                <c:pt idx="174">
                  <c:v>46021</c:v>
                </c:pt>
                <c:pt idx="175">
                  <c:v>46022</c:v>
                </c:pt>
                <c:pt idx="176">
                  <c:v>46023</c:v>
                </c:pt>
                <c:pt idx="177">
                  <c:v>46024</c:v>
                </c:pt>
                <c:pt idx="178">
                  <c:v>46027</c:v>
                </c:pt>
                <c:pt idx="179">
                  <c:v>46028</c:v>
                </c:pt>
                <c:pt idx="180">
                  <c:v>46029</c:v>
                </c:pt>
                <c:pt idx="181">
                  <c:v>46030</c:v>
                </c:pt>
                <c:pt idx="182">
                  <c:v>46031</c:v>
                </c:pt>
                <c:pt idx="183">
                  <c:v>46034</c:v>
                </c:pt>
                <c:pt idx="184">
                  <c:v>46035</c:v>
                </c:pt>
                <c:pt idx="185">
                  <c:v>46036</c:v>
                </c:pt>
                <c:pt idx="186">
                  <c:v>46037</c:v>
                </c:pt>
                <c:pt idx="187">
                  <c:v>46038</c:v>
                </c:pt>
                <c:pt idx="188">
                  <c:v>46041</c:v>
                </c:pt>
                <c:pt idx="189">
                  <c:v>46042</c:v>
                </c:pt>
                <c:pt idx="190">
                  <c:v>46043</c:v>
                </c:pt>
                <c:pt idx="191">
                  <c:v>46044</c:v>
                </c:pt>
                <c:pt idx="192">
                  <c:v>46045</c:v>
                </c:pt>
                <c:pt idx="193">
                  <c:v>46048</c:v>
                </c:pt>
                <c:pt idx="194">
                  <c:v>46049</c:v>
                </c:pt>
                <c:pt idx="195">
                  <c:v>46050</c:v>
                </c:pt>
                <c:pt idx="196">
                  <c:v>46051</c:v>
                </c:pt>
                <c:pt idx="197">
                  <c:v>46052</c:v>
                </c:pt>
                <c:pt idx="198">
                  <c:v>46055</c:v>
                </c:pt>
                <c:pt idx="199">
                  <c:v>46056</c:v>
                </c:pt>
                <c:pt idx="200">
                  <c:v>46057</c:v>
                </c:pt>
                <c:pt idx="201">
                  <c:v>46058</c:v>
                </c:pt>
                <c:pt idx="202">
                  <c:v>46059</c:v>
                </c:pt>
                <c:pt idx="203">
                  <c:v>46062</c:v>
                </c:pt>
                <c:pt idx="204">
                  <c:v>46063</c:v>
                </c:pt>
                <c:pt idx="205">
                  <c:v>46064</c:v>
                </c:pt>
                <c:pt idx="206">
                  <c:v>46065</c:v>
                </c:pt>
                <c:pt idx="207">
                  <c:v>46066</c:v>
                </c:pt>
                <c:pt idx="208">
                  <c:v>46069</c:v>
                </c:pt>
                <c:pt idx="209">
                  <c:v>46070</c:v>
                </c:pt>
                <c:pt idx="210">
                  <c:v>46071</c:v>
                </c:pt>
                <c:pt idx="211">
                  <c:v>46072</c:v>
                </c:pt>
                <c:pt idx="212">
                  <c:v>46073</c:v>
                </c:pt>
                <c:pt idx="213">
                  <c:v>46076</c:v>
                </c:pt>
                <c:pt idx="214">
                  <c:v>46077</c:v>
                </c:pt>
                <c:pt idx="215">
                  <c:v>46078</c:v>
                </c:pt>
                <c:pt idx="216">
                  <c:v>46079</c:v>
                </c:pt>
                <c:pt idx="217">
                  <c:v>46080</c:v>
                </c:pt>
                <c:pt idx="218">
                  <c:v>46083</c:v>
                </c:pt>
                <c:pt idx="219">
                  <c:v>46084</c:v>
                </c:pt>
                <c:pt idx="220">
                  <c:v>46085</c:v>
                </c:pt>
                <c:pt idx="221">
                  <c:v>46086</c:v>
                </c:pt>
                <c:pt idx="222">
                  <c:v>46087</c:v>
                </c:pt>
                <c:pt idx="223">
                  <c:v>46090</c:v>
                </c:pt>
                <c:pt idx="224">
                  <c:v>46091</c:v>
                </c:pt>
                <c:pt idx="225">
                  <c:v>46092</c:v>
                </c:pt>
                <c:pt idx="226">
                  <c:v>46093</c:v>
                </c:pt>
                <c:pt idx="227">
                  <c:v>46094</c:v>
                </c:pt>
                <c:pt idx="228">
                  <c:v>46097</c:v>
                </c:pt>
                <c:pt idx="229">
                  <c:v>46098</c:v>
                </c:pt>
                <c:pt idx="230">
                  <c:v>46099</c:v>
                </c:pt>
                <c:pt idx="231">
                  <c:v>46100</c:v>
                </c:pt>
                <c:pt idx="232">
                  <c:v>46101</c:v>
                </c:pt>
                <c:pt idx="233">
                  <c:v>46104</c:v>
                </c:pt>
                <c:pt idx="234">
                  <c:v>46105</c:v>
                </c:pt>
                <c:pt idx="235">
                  <c:v>46106</c:v>
                </c:pt>
                <c:pt idx="236">
                  <c:v>46107</c:v>
                </c:pt>
                <c:pt idx="237">
                  <c:v>46108</c:v>
                </c:pt>
                <c:pt idx="238">
                  <c:v>46111</c:v>
                </c:pt>
                <c:pt idx="239">
                  <c:v>46112</c:v>
                </c:pt>
                <c:pt idx="240">
                  <c:v>46113</c:v>
                </c:pt>
                <c:pt idx="241">
                  <c:v>46114</c:v>
                </c:pt>
                <c:pt idx="242">
                  <c:v>46115</c:v>
                </c:pt>
                <c:pt idx="243">
                  <c:v>46118</c:v>
                </c:pt>
                <c:pt idx="244">
                  <c:v>46119</c:v>
                </c:pt>
                <c:pt idx="245">
                  <c:v>46120</c:v>
                </c:pt>
                <c:pt idx="246">
                  <c:v>46121</c:v>
                </c:pt>
                <c:pt idx="247">
                  <c:v>46122</c:v>
                </c:pt>
                <c:pt idx="248">
                  <c:v>46125</c:v>
                </c:pt>
                <c:pt idx="249">
                  <c:v>46126</c:v>
                </c:pt>
                <c:pt idx="250">
                  <c:v>46127</c:v>
                </c:pt>
                <c:pt idx="251">
                  <c:v>46128</c:v>
                </c:pt>
                <c:pt idx="252">
                  <c:v>46129</c:v>
                </c:pt>
                <c:pt idx="253">
                  <c:v>46132</c:v>
                </c:pt>
                <c:pt idx="254">
                  <c:v>46133</c:v>
                </c:pt>
                <c:pt idx="255">
                  <c:v>46134</c:v>
                </c:pt>
                <c:pt idx="256">
                  <c:v>46135</c:v>
                </c:pt>
                <c:pt idx="257">
                  <c:v>46136</c:v>
                </c:pt>
                <c:pt idx="258">
                  <c:v>46139</c:v>
                </c:pt>
                <c:pt idx="259">
                  <c:v>46140</c:v>
                </c:pt>
                <c:pt idx="260">
                  <c:v>46141</c:v>
                </c:pt>
                <c:pt idx="261">
                  <c:v>46142</c:v>
                </c:pt>
              </c:numCache>
            </c:numRef>
          </c:cat>
          <c:val>
            <c:numRef>
              <c:f>AI产业链公司股价涨幅!$D$2:$D$263</c:f>
              <c:numCache>
                <c:formatCode>0.0</c:formatCode>
                <c:ptCount val="262"/>
                <c:pt idx="0">
                  <c:v>100</c:v>
                </c:pt>
                <c:pt idx="1">
                  <c:v>100</c:v>
                </c:pt>
                <c:pt idx="2">
                  <c:v>99.91503823279524</c:v>
                </c:pt>
                <c:pt idx="3">
                  <c:v>99.91503823279524</c:v>
                </c:pt>
                <c:pt idx="4">
                  <c:v>99.91503823279524</c:v>
                </c:pt>
                <c:pt idx="5">
                  <c:v>100.50977060322855</c:v>
                </c:pt>
                <c:pt idx="6">
                  <c:v>100.08496176720476</c:v>
                </c:pt>
                <c:pt idx="7">
                  <c:v>99.575191163976214</c:v>
                </c:pt>
                <c:pt idx="8">
                  <c:v>106.88190314358539</c:v>
                </c:pt>
                <c:pt idx="9">
                  <c:v>107.05182667799491</c:v>
                </c:pt>
                <c:pt idx="10">
                  <c:v>107.30671197960919</c:v>
                </c:pt>
                <c:pt idx="11">
                  <c:v>103.82327952421412</c:v>
                </c:pt>
                <c:pt idx="12">
                  <c:v>104.16312659303314</c:v>
                </c:pt>
                <c:pt idx="13">
                  <c:v>102.54885301614274</c:v>
                </c:pt>
                <c:pt idx="14">
                  <c:v>101.44435004248089</c:v>
                </c:pt>
                <c:pt idx="15">
                  <c:v>102.54885301614274</c:v>
                </c:pt>
                <c:pt idx="16">
                  <c:v>100.93457943925235</c:v>
                </c:pt>
                <c:pt idx="17">
                  <c:v>99.660152931180974</c:v>
                </c:pt>
                <c:pt idx="18">
                  <c:v>102.88870008496177</c:v>
                </c:pt>
                <c:pt idx="19">
                  <c:v>100.93457943925235</c:v>
                </c:pt>
                <c:pt idx="20">
                  <c:v>104.75785896346646</c:v>
                </c:pt>
                <c:pt idx="21">
                  <c:v>105.35259133389977</c:v>
                </c:pt>
                <c:pt idx="22">
                  <c:v>103.82327952421413</c:v>
                </c:pt>
                <c:pt idx="23">
                  <c:v>102.63381478334752</c:v>
                </c:pt>
                <c:pt idx="24">
                  <c:v>102.63381478334752</c:v>
                </c:pt>
                <c:pt idx="25">
                  <c:v>103.39847068819034</c:v>
                </c:pt>
                <c:pt idx="26">
                  <c:v>112.1495327102804</c:v>
                </c:pt>
                <c:pt idx="27">
                  <c:v>112.1495327102804</c:v>
                </c:pt>
                <c:pt idx="28">
                  <c:v>110.45029736618524</c:v>
                </c:pt>
                <c:pt idx="29">
                  <c:v>110.28037383177573</c:v>
                </c:pt>
                <c:pt idx="30">
                  <c:v>112.48937977909944</c:v>
                </c:pt>
                <c:pt idx="31">
                  <c:v>111.63976210705187</c:v>
                </c:pt>
                <c:pt idx="32">
                  <c:v>108.24129141886155</c:v>
                </c:pt>
                <c:pt idx="33">
                  <c:v>107.81648258283776</c:v>
                </c:pt>
                <c:pt idx="34">
                  <c:v>111.04502973661857</c:v>
                </c:pt>
                <c:pt idx="35">
                  <c:v>112.99915038232801</c:v>
                </c:pt>
                <c:pt idx="36">
                  <c:v>110.70518266779955</c:v>
                </c:pt>
                <c:pt idx="37">
                  <c:v>113.25403568394229</c:v>
                </c:pt>
                <c:pt idx="38">
                  <c:v>110.70518266779955</c:v>
                </c:pt>
                <c:pt idx="39">
                  <c:v>116.14273576890405</c:v>
                </c:pt>
                <c:pt idx="40">
                  <c:v>118.18181818181823</c:v>
                </c:pt>
                <c:pt idx="41">
                  <c:v>118.01189464740871</c:v>
                </c:pt>
                <c:pt idx="42">
                  <c:v>115.12319456244694</c:v>
                </c:pt>
                <c:pt idx="43">
                  <c:v>114.44350042480887</c:v>
                </c:pt>
                <c:pt idx="44">
                  <c:v>114.86830926083266</c:v>
                </c:pt>
                <c:pt idx="45">
                  <c:v>114.27357689039935</c:v>
                </c:pt>
                <c:pt idx="46">
                  <c:v>120.90059473237046</c:v>
                </c:pt>
                <c:pt idx="47">
                  <c:v>117.75700934579443</c:v>
                </c:pt>
                <c:pt idx="48">
                  <c:v>118.01189464740871</c:v>
                </c:pt>
                <c:pt idx="49">
                  <c:v>116.14273576890403</c:v>
                </c:pt>
                <c:pt idx="50">
                  <c:v>115.03823279524218</c:v>
                </c:pt>
                <c:pt idx="51">
                  <c:v>116.48258283772306</c:v>
                </c:pt>
                <c:pt idx="52">
                  <c:v>116.48258283772306</c:v>
                </c:pt>
                <c:pt idx="53">
                  <c:v>116.8224299065421</c:v>
                </c:pt>
                <c:pt idx="54">
                  <c:v>118.43670348343251</c:v>
                </c:pt>
                <c:pt idx="55">
                  <c:v>117.2472387425659</c:v>
                </c:pt>
                <c:pt idx="56">
                  <c:v>117.07731520815638</c:v>
                </c:pt>
                <c:pt idx="57">
                  <c:v>117.8419711129992</c:v>
                </c:pt>
                <c:pt idx="58">
                  <c:v>116.65250637213259</c:v>
                </c:pt>
                <c:pt idx="59">
                  <c:v>114.27357689039938</c:v>
                </c:pt>
                <c:pt idx="60">
                  <c:v>115.46304163126599</c:v>
                </c:pt>
                <c:pt idx="61">
                  <c:v>114.78334749362793</c:v>
                </c:pt>
                <c:pt idx="62">
                  <c:v>114.61342395921841</c:v>
                </c:pt>
                <c:pt idx="63">
                  <c:v>117.6720475785897</c:v>
                </c:pt>
                <c:pt idx="64">
                  <c:v>116.73746813933735</c:v>
                </c:pt>
                <c:pt idx="65">
                  <c:v>129.05692438402724</c:v>
                </c:pt>
                <c:pt idx="66">
                  <c:v>126.33814783347499</c:v>
                </c:pt>
                <c:pt idx="67">
                  <c:v>121.75021240441806</c:v>
                </c:pt>
                <c:pt idx="68">
                  <c:v>127.69753610875112</c:v>
                </c:pt>
                <c:pt idx="69">
                  <c:v>132.28547153780806</c:v>
                </c:pt>
                <c:pt idx="70">
                  <c:v>132.2005097706033</c:v>
                </c:pt>
                <c:pt idx="71">
                  <c:v>131.94562446898902</c:v>
                </c:pt>
                <c:pt idx="72">
                  <c:v>136.02378929481739</c:v>
                </c:pt>
                <c:pt idx="73">
                  <c:v>135.76890399320314</c:v>
                </c:pt>
                <c:pt idx="74">
                  <c:v>134.06966864910797</c:v>
                </c:pt>
                <c:pt idx="75">
                  <c:v>138.40271877655064</c:v>
                </c:pt>
                <c:pt idx="76">
                  <c:v>138.14783347493639</c:v>
                </c:pt>
                <c:pt idx="77">
                  <c:v>138.14783347493639</c:v>
                </c:pt>
                <c:pt idx="78">
                  <c:v>134.40951571792704</c:v>
                </c:pt>
                <c:pt idx="79">
                  <c:v>135.08920985556512</c:v>
                </c:pt>
                <c:pt idx="80">
                  <c:v>132.96516567544614</c:v>
                </c:pt>
                <c:pt idx="81">
                  <c:v>131.52081563296525</c:v>
                </c:pt>
                <c:pt idx="82">
                  <c:v>131.43585386576049</c:v>
                </c:pt>
                <c:pt idx="83">
                  <c:v>133.89974511469848</c:v>
                </c:pt>
                <c:pt idx="84">
                  <c:v>135.51401869158886</c:v>
                </c:pt>
                <c:pt idx="85">
                  <c:v>137.04333050127451</c:v>
                </c:pt>
                <c:pt idx="86">
                  <c:v>137.55310110450307</c:v>
                </c:pt>
                <c:pt idx="87">
                  <c:v>136.36363636363646</c:v>
                </c:pt>
                <c:pt idx="88">
                  <c:v>137.80798640611735</c:v>
                </c:pt>
                <c:pt idx="89">
                  <c:v>144.3500424808837</c:v>
                </c:pt>
                <c:pt idx="90">
                  <c:v>148.0033984706883</c:v>
                </c:pt>
                <c:pt idx="91">
                  <c:v>151.57179269328813</c:v>
                </c:pt>
                <c:pt idx="92">
                  <c:v>151.40186915887861</c:v>
                </c:pt>
                <c:pt idx="93">
                  <c:v>151.82667799490238</c:v>
                </c:pt>
                <c:pt idx="94">
                  <c:v>153.18606627017851</c:v>
                </c:pt>
                <c:pt idx="95">
                  <c:v>153.35598980458803</c:v>
                </c:pt>
                <c:pt idx="96">
                  <c:v>159.72812234494489</c:v>
                </c:pt>
                <c:pt idx="97">
                  <c:v>161.76720475785908</c:v>
                </c:pt>
                <c:pt idx="98">
                  <c:v>160.57774001699246</c:v>
                </c:pt>
                <c:pt idx="99">
                  <c:v>163.89124893797802</c:v>
                </c:pt>
                <c:pt idx="100">
                  <c:v>163.21155480033994</c:v>
                </c:pt>
                <c:pt idx="101">
                  <c:v>165.25063721325412</c:v>
                </c:pt>
                <c:pt idx="102">
                  <c:v>167.96941376380639</c:v>
                </c:pt>
                <c:pt idx="103">
                  <c:v>175.8708581138489</c:v>
                </c:pt>
                <c:pt idx="104">
                  <c:v>173.32200509770618</c:v>
                </c:pt>
                <c:pt idx="105">
                  <c:v>171.19796091758724</c:v>
                </c:pt>
                <c:pt idx="106">
                  <c:v>169.92353440951587</c:v>
                </c:pt>
                <c:pt idx="107">
                  <c:v>162.87170773152096</c:v>
                </c:pt>
                <c:pt idx="108">
                  <c:v>167.88445199660168</c:v>
                </c:pt>
                <c:pt idx="109">
                  <c:v>164.40101954120661</c:v>
                </c:pt>
                <c:pt idx="110">
                  <c:v>164.23109600679709</c:v>
                </c:pt>
                <c:pt idx="111">
                  <c:v>166.35514018691603</c:v>
                </c:pt>
                <c:pt idx="112">
                  <c:v>166.35514018691603</c:v>
                </c:pt>
                <c:pt idx="113">
                  <c:v>166.35514018691603</c:v>
                </c:pt>
                <c:pt idx="114">
                  <c:v>166.35514018691603</c:v>
                </c:pt>
                <c:pt idx="115">
                  <c:v>166.35514018691603</c:v>
                </c:pt>
                <c:pt idx="116">
                  <c:v>166.35514018691603</c:v>
                </c:pt>
                <c:pt idx="117">
                  <c:v>178.84451996601544</c:v>
                </c:pt>
                <c:pt idx="118">
                  <c:v>175.02124044180133</c:v>
                </c:pt>
                <c:pt idx="119">
                  <c:v>167.28971962616836</c:v>
                </c:pt>
                <c:pt idx="120">
                  <c:v>170.34834324553964</c:v>
                </c:pt>
                <c:pt idx="121">
                  <c:v>171.62276975361101</c:v>
                </c:pt>
                <c:pt idx="122">
                  <c:v>172.04757858963481</c:v>
                </c:pt>
                <c:pt idx="123">
                  <c:v>180.96856414613441</c:v>
                </c:pt>
                <c:pt idx="124">
                  <c:v>184.36703483432473</c:v>
                </c:pt>
                <c:pt idx="125">
                  <c:v>180.54375531011061</c:v>
                </c:pt>
                <c:pt idx="126">
                  <c:v>188.19031435853881</c:v>
                </c:pt>
                <c:pt idx="127">
                  <c:v>189.46474086661019</c:v>
                </c:pt>
                <c:pt idx="128">
                  <c:v>193.28802039082427</c:v>
                </c:pt>
                <c:pt idx="129">
                  <c:v>197.53610875106219</c:v>
                </c:pt>
                <c:pt idx="130">
                  <c:v>196.68649107901462</c:v>
                </c:pt>
                <c:pt idx="131">
                  <c:v>191.58878504672913</c:v>
                </c:pt>
                <c:pt idx="132">
                  <c:v>205.60747663551419</c:v>
                </c:pt>
                <c:pt idx="133">
                  <c:v>206.88190314358556</c:v>
                </c:pt>
                <c:pt idx="134">
                  <c:v>199.23534409515733</c:v>
                </c:pt>
                <c:pt idx="135">
                  <c:v>194.56244689889564</c:v>
                </c:pt>
                <c:pt idx="136">
                  <c:v>196.26168224299082</c:v>
                </c:pt>
                <c:pt idx="137">
                  <c:v>186.91588785046744</c:v>
                </c:pt>
                <c:pt idx="138">
                  <c:v>192.86321155480047</c:v>
                </c:pt>
                <c:pt idx="139">
                  <c:v>193.71282922684804</c:v>
                </c:pt>
                <c:pt idx="140">
                  <c:v>193.71282922684804</c:v>
                </c:pt>
                <c:pt idx="141">
                  <c:v>189.03993203058636</c:v>
                </c:pt>
                <c:pt idx="142">
                  <c:v>180.54375531011056</c:v>
                </c:pt>
                <c:pt idx="143">
                  <c:v>183.0926083262533</c:v>
                </c:pt>
                <c:pt idx="144">
                  <c:v>174.17162276975372</c:v>
                </c:pt>
                <c:pt idx="145">
                  <c:v>185.21665250637227</c:v>
                </c:pt>
                <c:pt idx="146">
                  <c:v>184.79184367034847</c:v>
                </c:pt>
                <c:pt idx="147">
                  <c:v>183.0926083262533</c:v>
                </c:pt>
                <c:pt idx="148">
                  <c:v>192.86321155480044</c:v>
                </c:pt>
                <c:pt idx="149">
                  <c:v>204.33305012744273</c:v>
                </c:pt>
                <c:pt idx="150">
                  <c:v>218.35174171622779</c:v>
                </c:pt>
                <c:pt idx="151">
                  <c:v>216.22769753610885</c:v>
                </c:pt>
                <c:pt idx="152">
                  <c:v>214.95327102803748</c:v>
                </c:pt>
                <c:pt idx="153">
                  <c:v>210.28037383177579</c:v>
                </c:pt>
                <c:pt idx="154">
                  <c:v>215.37807986406128</c:v>
                </c:pt>
                <c:pt idx="155">
                  <c:v>221.75021240441814</c:v>
                </c:pt>
                <c:pt idx="156">
                  <c:v>223.87425658453708</c:v>
                </c:pt>
                <c:pt idx="157">
                  <c:v>222.17502124044191</c:v>
                </c:pt>
                <c:pt idx="158">
                  <c:v>222.17502124044191</c:v>
                </c:pt>
                <c:pt idx="159">
                  <c:v>233.22005097706042</c:v>
                </c:pt>
                <c:pt idx="160">
                  <c:v>227.27272727272737</c:v>
                </c:pt>
                <c:pt idx="161">
                  <c:v>231.09600679694148</c:v>
                </c:pt>
                <c:pt idx="162">
                  <c:v>230.24638912489391</c:v>
                </c:pt>
                <c:pt idx="163">
                  <c:v>226.42310960067979</c:v>
                </c:pt>
                <c:pt idx="164">
                  <c:v>217.50212404418022</c:v>
                </c:pt>
                <c:pt idx="165">
                  <c:v>220.47578589634676</c:v>
                </c:pt>
                <c:pt idx="166">
                  <c:v>216.22769753610888</c:v>
                </c:pt>
                <c:pt idx="167">
                  <c:v>214.95327102803751</c:v>
                </c:pt>
                <c:pt idx="168">
                  <c:v>216.65250637213268</c:v>
                </c:pt>
                <c:pt idx="169">
                  <c:v>212.82922684791856</c:v>
                </c:pt>
                <c:pt idx="170">
                  <c:v>215.80288870008511</c:v>
                </c:pt>
                <c:pt idx="171">
                  <c:v>215.80288870008511</c:v>
                </c:pt>
                <c:pt idx="172">
                  <c:v>221.75021240441816</c:v>
                </c:pt>
                <c:pt idx="173">
                  <c:v>220.34834324553967</c:v>
                </c:pt>
                <c:pt idx="174">
                  <c:v>219.06202209005963</c:v>
                </c:pt>
                <c:pt idx="175">
                  <c:v>219.06202209005963</c:v>
                </c:pt>
                <c:pt idx="176">
                  <c:v>219.06202209005963</c:v>
                </c:pt>
                <c:pt idx="177">
                  <c:v>232.35174171622785</c:v>
                </c:pt>
                <c:pt idx="178">
                  <c:v>232.35174171622785</c:v>
                </c:pt>
                <c:pt idx="179">
                  <c:v>228.49362786745979</c:v>
                </c:pt>
                <c:pt idx="180">
                  <c:v>229.35089209855582</c:v>
                </c:pt>
                <c:pt idx="181">
                  <c:v>236.63891248937995</c:v>
                </c:pt>
                <c:pt idx="182">
                  <c:v>228.92183517417178</c:v>
                </c:pt>
                <c:pt idx="183">
                  <c:v>237.49617672047594</c:v>
                </c:pt>
                <c:pt idx="184">
                  <c:v>247.78504672897211</c:v>
                </c:pt>
                <c:pt idx="185">
                  <c:v>243.49787595582001</c:v>
                </c:pt>
                <c:pt idx="186">
                  <c:v>249.07051826678011</c:v>
                </c:pt>
                <c:pt idx="187">
                  <c:v>247.78504672897211</c:v>
                </c:pt>
                <c:pt idx="188">
                  <c:v>248.21325403568409</c:v>
                </c:pt>
                <c:pt idx="189">
                  <c:v>237.0671197960919</c:v>
                </c:pt>
                <c:pt idx="190">
                  <c:v>240.92523364485996</c:v>
                </c:pt>
                <c:pt idx="191">
                  <c:v>244.355140186916</c:v>
                </c:pt>
                <c:pt idx="192">
                  <c:v>234.06627017841978</c:v>
                </c:pt>
                <c:pt idx="193">
                  <c:v>236.20985556499582</c:v>
                </c:pt>
                <c:pt idx="194">
                  <c:v>237.92438402718784</c:v>
                </c:pt>
                <c:pt idx="195">
                  <c:v>240.0679694137639</c:v>
                </c:pt>
                <c:pt idx="196">
                  <c:v>240.06796941376388</c:v>
                </c:pt>
                <c:pt idx="197">
                  <c:v>247.78504672897205</c:v>
                </c:pt>
                <c:pt idx="198">
                  <c:v>247.35598980458801</c:v>
                </c:pt>
                <c:pt idx="199">
                  <c:v>264.50382327952428</c:v>
                </c:pt>
                <c:pt idx="200">
                  <c:v>260.6457094307562</c:v>
                </c:pt>
                <c:pt idx="201">
                  <c:v>250.35683942226001</c:v>
                </c:pt>
                <c:pt idx="202">
                  <c:v>248.21325403568395</c:v>
                </c:pt>
                <c:pt idx="203">
                  <c:v>256.78759558198811</c:v>
                </c:pt>
                <c:pt idx="204">
                  <c:v>269.21920135938825</c:v>
                </c:pt>
                <c:pt idx="205">
                  <c:v>264.07476635514013</c:v>
                </c:pt>
                <c:pt idx="206">
                  <c:v>273.50637213254026</c:v>
                </c:pt>
                <c:pt idx="207">
                  <c:v>267.93372982158019</c:v>
                </c:pt>
                <c:pt idx="208">
                  <c:v>267.93372982158019</c:v>
                </c:pt>
                <c:pt idx="209">
                  <c:v>267.93372982158019</c:v>
                </c:pt>
                <c:pt idx="210">
                  <c:v>267.93372982158019</c:v>
                </c:pt>
                <c:pt idx="211">
                  <c:v>303.94392523364473</c:v>
                </c:pt>
                <c:pt idx="212">
                  <c:v>322.37723024638899</c:v>
                </c:pt>
                <c:pt idx="213">
                  <c:v>369.96261682242971</c:v>
                </c:pt>
                <c:pt idx="214">
                  <c:v>382.3942225998299</c:v>
                </c:pt>
                <c:pt idx="215">
                  <c:v>397.82752761257416</c:v>
                </c:pt>
                <c:pt idx="216">
                  <c:v>402.54290569243824</c:v>
                </c:pt>
                <c:pt idx="217">
                  <c:v>388.82497875955806</c:v>
                </c:pt>
                <c:pt idx="218">
                  <c:v>388.82497875955806</c:v>
                </c:pt>
                <c:pt idx="219">
                  <c:v>331.37977909940514</c:v>
                </c:pt>
                <c:pt idx="220">
                  <c:v>337.81053525913325</c:v>
                </c:pt>
                <c:pt idx="221">
                  <c:v>353.67204757858951</c:v>
                </c:pt>
                <c:pt idx="222">
                  <c:v>342.52591333899733</c:v>
                </c:pt>
                <c:pt idx="223">
                  <c:v>321.94902293967704</c:v>
                </c:pt>
                <c:pt idx="224">
                  <c:v>346.38402718776541</c:v>
                </c:pt>
                <c:pt idx="225">
                  <c:v>350.67119796091754</c:v>
                </c:pt>
                <c:pt idx="226">
                  <c:v>345.95581988105351</c:v>
                </c:pt>
                <c:pt idx="227">
                  <c:v>345.09770603228543</c:v>
                </c:pt>
                <c:pt idx="228">
                  <c:v>356.24384027187762</c:v>
                </c:pt>
                <c:pt idx="229">
                  <c:v>396.97026338147833</c:v>
                </c:pt>
                <c:pt idx="230">
                  <c:v>396.97026338147833</c:v>
                </c:pt>
                <c:pt idx="231">
                  <c:v>400.39932030586232</c:v>
                </c:pt>
                <c:pt idx="232">
                  <c:v>396.11299915038228</c:v>
                </c:pt>
                <c:pt idx="233">
                  <c:v>360.10195412064564</c:v>
                </c:pt>
                <c:pt idx="234">
                  <c:v>375.10705182667795</c:v>
                </c:pt>
                <c:pt idx="235">
                  <c:v>392.68309260832621</c:v>
                </c:pt>
                <c:pt idx="236">
                  <c:v>384.53780798640605</c:v>
                </c:pt>
                <c:pt idx="237">
                  <c:v>364.38912489379771</c:v>
                </c:pt>
                <c:pt idx="238">
                  <c:v>367.81903143585379</c:v>
                </c:pt>
                <c:pt idx="239">
                  <c:v>344.24044180118938</c:v>
                </c:pt>
                <c:pt idx="240">
                  <c:v>379.39337298215793</c:v>
                </c:pt>
                <c:pt idx="241">
                  <c:v>352.38572642310953</c:v>
                </c:pt>
                <c:pt idx="242">
                  <c:v>387.53865760407808</c:v>
                </c:pt>
                <c:pt idx="243">
                  <c:v>400.8283772302463</c:v>
                </c:pt>
                <c:pt idx="244">
                  <c:v>387.53865760407808</c:v>
                </c:pt>
                <c:pt idx="245">
                  <c:v>450.12829226847913</c:v>
                </c:pt>
                <c:pt idx="246">
                  <c:v>442.41121495327099</c:v>
                </c:pt>
                <c:pt idx="247">
                  <c:v>480.99405267629561</c:v>
                </c:pt>
                <c:pt idx="248">
                  <c:v>485.28122344944774</c:v>
                </c:pt>
                <c:pt idx="249">
                  <c:v>506.71537807986408</c:v>
                </c:pt>
                <c:pt idx="250">
                  <c:v>529.00764655904845</c:v>
                </c:pt>
                <c:pt idx="251">
                  <c:v>551.29991503823283</c:v>
                </c:pt>
                <c:pt idx="252">
                  <c:v>591.59643160577741</c:v>
                </c:pt>
                <c:pt idx="253">
                  <c:v>585.59473237043335</c:v>
                </c:pt>
                <c:pt idx="254">
                  <c:v>666.1894647408667</c:v>
                </c:pt>
                <c:pt idx="255">
                  <c:v>709.05862361937136</c:v>
                </c:pt>
                <c:pt idx="256">
                  <c:v>660.18776550552263</c:v>
                </c:pt>
                <c:pt idx="257">
                  <c:v>676.47833474936294</c:v>
                </c:pt>
                <c:pt idx="258">
                  <c:v>685.90909090909111</c:v>
                </c:pt>
                <c:pt idx="259">
                  <c:v>706.48683092608348</c:v>
                </c:pt>
                <c:pt idx="260">
                  <c:v>714.20305862361954</c:v>
                </c:pt>
                <c:pt idx="261">
                  <c:v>713.34579439252343</c:v>
                </c:pt>
              </c:numCache>
            </c:numRef>
          </c:val>
          <c:smooth val="0"/>
          <c:extLst>
            <c:ext xmlns:c16="http://schemas.microsoft.com/office/drawing/2014/chart" uri="{C3380CC4-5D6E-409C-BE32-E72D297353CC}">
              <c16:uniqueId val="{00000002-6134-464B-9E80-AD82B1F3DB96}"/>
            </c:ext>
          </c:extLst>
        </c:ser>
        <c:ser>
          <c:idx val="3"/>
          <c:order val="3"/>
          <c:tx>
            <c:strRef>
              <c:f>AI产业链公司股价涨幅!$E$1</c:f>
              <c:strCache>
                <c:ptCount val="1"/>
                <c:pt idx="0">
                  <c:v>韩美半导体</c:v>
                </c:pt>
              </c:strCache>
            </c:strRef>
          </c:tx>
          <c:spPr>
            <a:ln w="28575" cap="rnd">
              <a:solidFill>
                <a:schemeClr val="accent4"/>
              </a:solidFill>
              <a:round/>
            </a:ln>
            <a:effectLst/>
          </c:spPr>
          <c:marker>
            <c:symbol val="none"/>
          </c:marker>
          <c:cat>
            <c:numRef>
              <c:f>AI产业链公司股价涨幅!$A$2:$A$263</c:f>
              <c:numCache>
                <c:formatCode>m/d/yyyy</c:formatCode>
                <c:ptCount val="262"/>
                <c:pt idx="0">
                  <c:v>45777</c:v>
                </c:pt>
                <c:pt idx="1">
                  <c:v>45778</c:v>
                </c:pt>
                <c:pt idx="2">
                  <c:v>45779</c:v>
                </c:pt>
                <c:pt idx="3">
                  <c:v>45782</c:v>
                </c:pt>
                <c:pt idx="4">
                  <c:v>45783</c:v>
                </c:pt>
                <c:pt idx="5">
                  <c:v>45784</c:v>
                </c:pt>
                <c:pt idx="6">
                  <c:v>45785</c:v>
                </c:pt>
                <c:pt idx="7">
                  <c:v>45786</c:v>
                </c:pt>
                <c:pt idx="8">
                  <c:v>45789</c:v>
                </c:pt>
                <c:pt idx="9">
                  <c:v>45790</c:v>
                </c:pt>
                <c:pt idx="10">
                  <c:v>45791</c:v>
                </c:pt>
                <c:pt idx="11">
                  <c:v>45792</c:v>
                </c:pt>
                <c:pt idx="12">
                  <c:v>45793</c:v>
                </c:pt>
                <c:pt idx="13">
                  <c:v>45796</c:v>
                </c:pt>
                <c:pt idx="14">
                  <c:v>45797</c:v>
                </c:pt>
                <c:pt idx="15">
                  <c:v>45798</c:v>
                </c:pt>
                <c:pt idx="16">
                  <c:v>45799</c:v>
                </c:pt>
                <c:pt idx="17">
                  <c:v>45800</c:v>
                </c:pt>
                <c:pt idx="18">
                  <c:v>45803</c:v>
                </c:pt>
                <c:pt idx="19">
                  <c:v>45804</c:v>
                </c:pt>
                <c:pt idx="20">
                  <c:v>45805</c:v>
                </c:pt>
                <c:pt idx="21">
                  <c:v>45806</c:v>
                </c:pt>
                <c:pt idx="22">
                  <c:v>45807</c:v>
                </c:pt>
                <c:pt idx="23">
                  <c:v>45810</c:v>
                </c:pt>
                <c:pt idx="24">
                  <c:v>45811</c:v>
                </c:pt>
                <c:pt idx="25">
                  <c:v>45812</c:v>
                </c:pt>
                <c:pt idx="26">
                  <c:v>45813</c:v>
                </c:pt>
                <c:pt idx="27">
                  <c:v>45814</c:v>
                </c:pt>
                <c:pt idx="28">
                  <c:v>45817</c:v>
                </c:pt>
                <c:pt idx="29">
                  <c:v>45818</c:v>
                </c:pt>
                <c:pt idx="30">
                  <c:v>45819</c:v>
                </c:pt>
                <c:pt idx="31">
                  <c:v>45820</c:v>
                </c:pt>
                <c:pt idx="32">
                  <c:v>45821</c:v>
                </c:pt>
                <c:pt idx="33">
                  <c:v>45824</c:v>
                </c:pt>
                <c:pt idx="34">
                  <c:v>45825</c:v>
                </c:pt>
                <c:pt idx="35">
                  <c:v>45826</c:v>
                </c:pt>
                <c:pt idx="36">
                  <c:v>45827</c:v>
                </c:pt>
                <c:pt idx="37">
                  <c:v>45828</c:v>
                </c:pt>
                <c:pt idx="38">
                  <c:v>45831</c:v>
                </c:pt>
                <c:pt idx="39">
                  <c:v>45832</c:v>
                </c:pt>
                <c:pt idx="40">
                  <c:v>45833</c:v>
                </c:pt>
                <c:pt idx="41">
                  <c:v>45834</c:v>
                </c:pt>
                <c:pt idx="42">
                  <c:v>45835</c:v>
                </c:pt>
                <c:pt idx="43">
                  <c:v>45838</c:v>
                </c:pt>
                <c:pt idx="44">
                  <c:v>45839</c:v>
                </c:pt>
                <c:pt idx="45">
                  <c:v>45840</c:v>
                </c:pt>
                <c:pt idx="46">
                  <c:v>45841</c:v>
                </c:pt>
                <c:pt idx="47">
                  <c:v>45842</c:v>
                </c:pt>
                <c:pt idx="48">
                  <c:v>45845</c:v>
                </c:pt>
                <c:pt idx="49">
                  <c:v>45846</c:v>
                </c:pt>
                <c:pt idx="50">
                  <c:v>45847</c:v>
                </c:pt>
                <c:pt idx="51">
                  <c:v>45848</c:v>
                </c:pt>
                <c:pt idx="52">
                  <c:v>45849</c:v>
                </c:pt>
                <c:pt idx="53">
                  <c:v>45852</c:v>
                </c:pt>
                <c:pt idx="54">
                  <c:v>45853</c:v>
                </c:pt>
                <c:pt idx="55">
                  <c:v>45854</c:v>
                </c:pt>
                <c:pt idx="56">
                  <c:v>45855</c:v>
                </c:pt>
                <c:pt idx="57">
                  <c:v>45856</c:v>
                </c:pt>
                <c:pt idx="58">
                  <c:v>45859</c:v>
                </c:pt>
                <c:pt idx="59">
                  <c:v>45860</c:v>
                </c:pt>
                <c:pt idx="60">
                  <c:v>45861</c:v>
                </c:pt>
                <c:pt idx="61">
                  <c:v>45862</c:v>
                </c:pt>
                <c:pt idx="62">
                  <c:v>45863</c:v>
                </c:pt>
                <c:pt idx="63">
                  <c:v>45866</c:v>
                </c:pt>
                <c:pt idx="64">
                  <c:v>45867</c:v>
                </c:pt>
                <c:pt idx="65">
                  <c:v>45868</c:v>
                </c:pt>
                <c:pt idx="66">
                  <c:v>45869</c:v>
                </c:pt>
                <c:pt idx="67">
                  <c:v>45870</c:v>
                </c:pt>
                <c:pt idx="68">
                  <c:v>45873</c:v>
                </c:pt>
                <c:pt idx="69">
                  <c:v>45874</c:v>
                </c:pt>
                <c:pt idx="70">
                  <c:v>45875</c:v>
                </c:pt>
                <c:pt idx="71">
                  <c:v>45876</c:v>
                </c:pt>
                <c:pt idx="72">
                  <c:v>45877</c:v>
                </c:pt>
                <c:pt idx="73">
                  <c:v>45880</c:v>
                </c:pt>
                <c:pt idx="74">
                  <c:v>45881</c:v>
                </c:pt>
                <c:pt idx="75">
                  <c:v>45882</c:v>
                </c:pt>
                <c:pt idx="76">
                  <c:v>45883</c:v>
                </c:pt>
                <c:pt idx="77">
                  <c:v>45884</c:v>
                </c:pt>
                <c:pt idx="78">
                  <c:v>45887</c:v>
                </c:pt>
                <c:pt idx="79">
                  <c:v>45888</c:v>
                </c:pt>
                <c:pt idx="80">
                  <c:v>45889</c:v>
                </c:pt>
                <c:pt idx="81">
                  <c:v>45890</c:v>
                </c:pt>
                <c:pt idx="82">
                  <c:v>45891</c:v>
                </c:pt>
                <c:pt idx="83">
                  <c:v>45894</c:v>
                </c:pt>
                <c:pt idx="84">
                  <c:v>45895</c:v>
                </c:pt>
                <c:pt idx="85">
                  <c:v>45896</c:v>
                </c:pt>
                <c:pt idx="86">
                  <c:v>45897</c:v>
                </c:pt>
                <c:pt idx="87">
                  <c:v>45898</c:v>
                </c:pt>
                <c:pt idx="88">
                  <c:v>45901</c:v>
                </c:pt>
                <c:pt idx="89">
                  <c:v>45902</c:v>
                </c:pt>
                <c:pt idx="90">
                  <c:v>45903</c:v>
                </c:pt>
                <c:pt idx="91">
                  <c:v>45904</c:v>
                </c:pt>
                <c:pt idx="92">
                  <c:v>45905</c:v>
                </c:pt>
                <c:pt idx="93">
                  <c:v>45908</c:v>
                </c:pt>
                <c:pt idx="94">
                  <c:v>45909</c:v>
                </c:pt>
                <c:pt idx="95">
                  <c:v>45910</c:v>
                </c:pt>
                <c:pt idx="96">
                  <c:v>45911</c:v>
                </c:pt>
                <c:pt idx="97">
                  <c:v>45912</c:v>
                </c:pt>
                <c:pt idx="98">
                  <c:v>45915</c:v>
                </c:pt>
                <c:pt idx="99">
                  <c:v>45916</c:v>
                </c:pt>
                <c:pt idx="100">
                  <c:v>45917</c:v>
                </c:pt>
                <c:pt idx="101">
                  <c:v>45918</c:v>
                </c:pt>
                <c:pt idx="102">
                  <c:v>45919</c:v>
                </c:pt>
                <c:pt idx="103">
                  <c:v>45922</c:v>
                </c:pt>
                <c:pt idx="104">
                  <c:v>45923</c:v>
                </c:pt>
                <c:pt idx="105">
                  <c:v>45924</c:v>
                </c:pt>
                <c:pt idx="106">
                  <c:v>45925</c:v>
                </c:pt>
                <c:pt idx="107">
                  <c:v>45926</c:v>
                </c:pt>
                <c:pt idx="108">
                  <c:v>45929</c:v>
                </c:pt>
                <c:pt idx="109">
                  <c:v>45930</c:v>
                </c:pt>
                <c:pt idx="110">
                  <c:v>45931</c:v>
                </c:pt>
                <c:pt idx="111">
                  <c:v>45932</c:v>
                </c:pt>
                <c:pt idx="112">
                  <c:v>45933</c:v>
                </c:pt>
                <c:pt idx="113">
                  <c:v>45936</c:v>
                </c:pt>
                <c:pt idx="114">
                  <c:v>45937</c:v>
                </c:pt>
                <c:pt idx="115">
                  <c:v>45938</c:v>
                </c:pt>
                <c:pt idx="116">
                  <c:v>45939</c:v>
                </c:pt>
                <c:pt idx="117">
                  <c:v>45940</c:v>
                </c:pt>
                <c:pt idx="118">
                  <c:v>45943</c:v>
                </c:pt>
                <c:pt idx="119">
                  <c:v>45944</c:v>
                </c:pt>
                <c:pt idx="120">
                  <c:v>45945</c:v>
                </c:pt>
                <c:pt idx="121">
                  <c:v>45946</c:v>
                </c:pt>
                <c:pt idx="122">
                  <c:v>45947</c:v>
                </c:pt>
                <c:pt idx="123">
                  <c:v>45950</c:v>
                </c:pt>
                <c:pt idx="124">
                  <c:v>45951</c:v>
                </c:pt>
                <c:pt idx="125">
                  <c:v>45952</c:v>
                </c:pt>
                <c:pt idx="126">
                  <c:v>45953</c:v>
                </c:pt>
                <c:pt idx="127">
                  <c:v>45954</c:v>
                </c:pt>
                <c:pt idx="128">
                  <c:v>45957</c:v>
                </c:pt>
                <c:pt idx="129">
                  <c:v>45958</c:v>
                </c:pt>
                <c:pt idx="130">
                  <c:v>45959</c:v>
                </c:pt>
                <c:pt idx="131">
                  <c:v>45960</c:v>
                </c:pt>
                <c:pt idx="132">
                  <c:v>45961</c:v>
                </c:pt>
                <c:pt idx="133">
                  <c:v>45964</c:v>
                </c:pt>
                <c:pt idx="134">
                  <c:v>45965</c:v>
                </c:pt>
                <c:pt idx="135">
                  <c:v>45966</c:v>
                </c:pt>
                <c:pt idx="136">
                  <c:v>45967</c:v>
                </c:pt>
                <c:pt idx="137">
                  <c:v>45968</c:v>
                </c:pt>
                <c:pt idx="138">
                  <c:v>45971</c:v>
                </c:pt>
                <c:pt idx="139">
                  <c:v>45972</c:v>
                </c:pt>
                <c:pt idx="140">
                  <c:v>45973</c:v>
                </c:pt>
                <c:pt idx="141">
                  <c:v>45974</c:v>
                </c:pt>
                <c:pt idx="142">
                  <c:v>45975</c:v>
                </c:pt>
                <c:pt idx="143">
                  <c:v>45978</c:v>
                </c:pt>
                <c:pt idx="144">
                  <c:v>45979</c:v>
                </c:pt>
                <c:pt idx="145">
                  <c:v>45980</c:v>
                </c:pt>
                <c:pt idx="146">
                  <c:v>45981</c:v>
                </c:pt>
                <c:pt idx="147">
                  <c:v>45982</c:v>
                </c:pt>
                <c:pt idx="148">
                  <c:v>45985</c:v>
                </c:pt>
                <c:pt idx="149">
                  <c:v>45986</c:v>
                </c:pt>
                <c:pt idx="150">
                  <c:v>45987</c:v>
                </c:pt>
                <c:pt idx="151">
                  <c:v>45988</c:v>
                </c:pt>
                <c:pt idx="152">
                  <c:v>45989</c:v>
                </c:pt>
                <c:pt idx="153">
                  <c:v>45992</c:v>
                </c:pt>
                <c:pt idx="154">
                  <c:v>45993</c:v>
                </c:pt>
                <c:pt idx="155">
                  <c:v>45994</c:v>
                </c:pt>
                <c:pt idx="156">
                  <c:v>45995</c:v>
                </c:pt>
                <c:pt idx="157">
                  <c:v>45996</c:v>
                </c:pt>
                <c:pt idx="158">
                  <c:v>45999</c:v>
                </c:pt>
                <c:pt idx="159">
                  <c:v>46000</c:v>
                </c:pt>
                <c:pt idx="160">
                  <c:v>46001</c:v>
                </c:pt>
                <c:pt idx="161">
                  <c:v>46002</c:v>
                </c:pt>
                <c:pt idx="162">
                  <c:v>46003</c:v>
                </c:pt>
                <c:pt idx="163">
                  <c:v>46006</c:v>
                </c:pt>
                <c:pt idx="164">
                  <c:v>46007</c:v>
                </c:pt>
                <c:pt idx="165">
                  <c:v>46008</c:v>
                </c:pt>
                <c:pt idx="166">
                  <c:v>46009</c:v>
                </c:pt>
                <c:pt idx="167">
                  <c:v>46010</c:v>
                </c:pt>
                <c:pt idx="168">
                  <c:v>46013</c:v>
                </c:pt>
                <c:pt idx="169">
                  <c:v>46014</c:v>
                </c:pt>
                <c:pt idx="170">
                  <c:v>46015</c:v>
                </c:pt>
                <c:pt idx="171">
                  <c:v>46016</c:v>
                </c:pt>
                <c:pt idx="172">
                  <c:v>46017</c:v>
                </c:pt>
                <c:pt idx="173">
                  <c:v>46020</c:v>
                </c:pt>
                <c:pt idx="174">
                  <c:v>46021</c:v>
                </c:pt>
                <c:pt idx="175">
                  <c:v>46022</c:v>
                </c:pt>
                <c:pt idx="176">
                  <c:v>46023</c:v>
                </c:pt>
                <c:pt idx="177">
                  <c:v>46024</c:v>
                </c:pt>
                <c:pt idx="178">
                  <c:v>46027</c:v>
                </c:pt>
                <c:pt idx="179">
                  <c:v>46028</c:v>
                </c:pt>
                <c:pt idx="180">
                  <c:v>46029</c:v>
                </c:pt>
                <c:pt idx="181">
                  <c:v>46030</c:v>
                </c:pt>
                <c:pt idx="182">
                  <c:v>46031</c:v>
                </c:pt>
                <c:pt idx="183">
                  <c:v>46034</c:v>
                </c:pt>
                <c:pt idx="184">
                  <c:v>46035</c:v>
                </c:pt>
                <c:pt idx="185">
                  <c:v>46036</c:v>
                </c:pt>
                <c:pt idx="186">
                  <c:v>46037</c:v>
                </c:pt>
                <c:pt idx="187">
                  <c:v>46038</c:v>
                </c:pt>
                <c:pt idx="188">
                  <c:v>46041</c:v>
                </c:pt>
                <c:pt idx="189">
                  <c:v>46042</c:v>
                </c:pt>
                <c:pt idx="190">
                  <c:v>46043</c:v>
                </c:pt>
                <c:pt idx="191">
                  <c:v>46044</c:v>
                </c:pt>
                <c:pt idx="192">
                  <c:v>46045</c:v>
                </c:pt>
                <c:pt idx="193">
                  <c:v>46048</c:v>
                </c:pt>
                <c:pt idx="194">
                  <c:v>46049</c:v>
                </c:pt>
                <c:pt idx="195">
                  <c:v>46050</c:v>
                </c:pt>
                <c:pt idx="196">
                  <c:v>46051</c:v>
                </c:pt>
                <c:pt idx="197">
                  <c:v>46052</c:v>
                </c:pt>
                <c:pt idx="198">
                  <c:v>46055</c:v>
                </c:pt>
                <c:pt idx="199">
                  <c:v>46056</c:v>
                </c:pt>
                <c:pt idx="200">
                  <c:v>46057</c:v>
                </c:pt>
                <c:pt idx="201">
                  <c:v>46058</c:v>
                </c:pt>
                <c:pt idx="202">
                  <c:v>46059</c:v>
                </c:pt>
                <c:pt idx="203">
                  <c:v>46062</c:v>
                </c:pt>
                <c:pt idx="204">
                  <c:v>46063</c:v>
                </c:pt>
                <c:pt idx="205">
                  <c:v>46064</c:v>
                </c:pt>
                <c:pt idx="206">
                  <c:v>46065</c:v>
                </c:pt>
                <c:pt idx="207">
                  <c:v>46066</c:v>
                </c:pt>
                <c:pt idx="208">
                  <c:v>46069</c:v>
                </c:pt>
                <c:pt idx="209">
                  <c:v>46070</c:v>
                </c:pt>
                <c:pt idx="210">
                  <c:v>46071</c:v>
                </c:pt>
                <c:pt idx="211">
                  <c:v>46072</c:v>
                </c:pt>
                <c:pt idx="212">
                  <c:v>46073</c:v>
                </c:pt>
                <c:pt idx="213">
                  <c:v>46076</c:v>
                </c:pt>
                <c:pt idx="214">
                  <c:v>46077</c:v>
                </c:pt>
                <c:pt idx="215">
                  <c:v>46078</c:v>
                </c:pt>
                <c:pt idx="216">
                  <c:v>46079</c:v>
                </c:pt>
                <c:pt idx="217">
                  <c:v>46080</c:v>
                </c:pt>
                <c:pt idx="218">
                  <c:v>46083</c:v>
                </c:pt>
                <c:pt idx="219">
                  <c:v>46084</c:v>
                </c:pt>
                <c:pt idx="220">
                  <c:v>46085</c:v>
                </c:pt>
                <c:pt idx="221">
                  <c:v>46086</c:v>
                </c:pt>
                <c:pt idx="222">
                  <c:v>46087</c:v>
                </c:pt>
                <c:pt idx="223">
                  <c:v>46090</c:v>
                </c:pt>
                <c:pt idx="224">
                  <c:v>46091</c:v>
                </c:pt>
                <c:pt idx="225">
                  <c:v>46092</c:v>
                </c:pt>
                <c:pt idx="226">
                  <c:v>46093</c:v>
                </c:pt>
                <c:pt idx="227">
                  <c:v>46094</c:v>
                </c:pt>
                <c:pt idx="228">
                  <c:v>46097</c:v>
                </c:pt>
                <c:pt idx="229">
                  <c:v>46098</c:v>
                </c:pt>
                <c:pt idx="230">
                  <c:v>46099</c:v>
                </c:pt>
                <c:pt idx="231">
                  <c:v>46100</c:v>
                </c:pt>
                <c:pt idx="232">
                  <c:v>46101</c:v>
                </c:pt>
                <c:pt idx="233">
                  <c:v>46104</c:v>
                </c:pt>
                <c:pt idx="234">
                  <c:v>46105</c:v>
                </c:pt>
                <c:pt idx="235">
                  <c:v>46106</c:v>
                </c:pt>
                <c:pt idx="236">
                  <c:v>46107</c:v>
                </c:pt>
                <c:pt idx="237">
                  <c:v>46108</c:v>
                </c:pt>
                <c:pt idx="238">
                  <c:v>46111</c:v>
                </c:pt>
                <c:pt idx="239">
                  <c:v>46112</c:v>
                </c:pt>
                <c:pt idx="240">
                  <c:v>46113</c:v>
                </c:pt>
                <c:pt idx="241">
                  <c:v>46114</c:v>
                </c:pt>
                <c:pt idx="242">
                  <c:v>46115</c:v>
                </c:pt>
                <c:pt idx="243">
                  <c:v>46118</c:v>
                </c:pt>
                <c:pt idx="244">
                  <c:v>46119</c:v>
                </c:pt>
                <c:pt idx="245">
                  <c:v>46120</c:v>
                </c:pt>
                <c:pt idx="246">
                  <c:v>46121</c:v>
                </c:pt>
                <c:pt idx="247">
                  <c:v>46122</c:v>
                </c:pt>
                <c:pt idx="248">
                  <c:v>46125</c:v>
                </c:pt>
                <c:pt idx="249">
                  <c:v>46126</c:v>
                </c:pt>
                <c:pt idx="250">
                  <c:v>46127</c:v>
                </c:pt>
                <c:pt idx="251">
                  <c:v>46128</c:v>
                </c:pt>
                <c:pt idx="252">
                  <c:v>46129</c:v>
                </c:pt>
                <c:pt idx="253">
                  <c:v>46132</c:v>
                </c:pt>
                <c:pt idx="254">
                  <c:v>46133</c:v>
                </c:pt>
                <c:pt idx="255">
                  <c:v>46134</c:v>
                </c:pt>
                <c:pt idx="256">
                  <c:v>46135</c:v>
                </c:pt>
                <c:pt idx="257">
                  <c:v>46136</c:v>
                </c:pt>
                <c:pt idx="258">
                  <c:v>46139</c:v>
                </c:pt>
                <c:pt idx="259">
                  <c:v>46140</c:v>
                </c:pt>
                <c:pt idx="260">
                  <c:v>46141</c:v>
                </c:pt>
                <c:pt idx="261">
                  <c:v>46142</c:v>
                </c:pt>
              </c:numCache>
            </c:numRef>
          </c:cat>
          <c:val>
            <c:numRef>
              <c:f>AI产业链公司股价涨幅!$E$2:$E$263</c:f>
              <c:numCache>
                <c:formatCode>0.0</c:formatCode>
                <c:ptCount val="262"/>
                <c:pt idx="0">
                  <c:v>100</c:v>
                </c:pt>
                <c:pt idx="1">
                  <c:v>100</c:v>
                </c:pt>
                <c:pt idx="2">
                  <c:v>100.26281208935612</c:v>
                </c:pt>
                <c:pt idx="3">
                  <c:v>100.26281208935612</c:v>
                </c:pt>
                <c:pt idx="4">
                  <c:v>100.26281208935612</c:v>
                </c:pt>
                <c:pt idx="5">
                  <c:v>102.1024967148489</c:v>
                </c:pt>
                <c:pt idx="6">
                  <c:v>103.15374507227334</c:v>
                </c:pt>
                <c:pt idx="7">
                  <c:v>101.70827858081473</c:v>
                </c:pt>
                <c:pt idx="8">
                  <c:v>109.06701708278582</c:v>
                </c:pt>
                <c:pt idx="9">
                  <c:v>106.43889618922472</c:v>
                </c:pt>
                <c:pt idx="10">
                  <c:v>110.11826544021027</c:v>
                </c:pt>
                <c:pt idx="11">
                  <c:v>107.62155059132721</c:v>
                </c:pt>
                <c:pt idx="12">
                  <c:v>120.2365308804205</c:v>
                </c:pt>
                <c:pt idx="13">
                  <c:v>112.6149802890933</c:v>
                </c:pt>
                <c:pt idx="14">
                  <c:v>112.22076215505913</c:v>
                </c:pt>
                <c:pt idx="15">
                  <c:v>110.64388961892247</c:v>
                </c:pt>
                <c:pt idx="16">
                  <c:v>106.70170827858081</c:v>
                </c:pt>
                <c:pt idx="17">
                  <c:v>103.02233902759527</c:v>
                </c:pt>
                <c:pt idx="18">
                  <c:v>110.11826544021024</c:v>
                </c:pt>
                <c:pt idx="19">
                  <c:v>108.14717477003941</c:v>
                </c:pt>
                <c:pt idx="20">
                  <c:v>110.90670170827858</c:v>
                </c:pt>
                <c:pt idx="21">
                  <c:v>109.46123521681996</c:v>
                </c:pt>
                <c:pt idx="22">
                  <c:v>105.65045992115635</c:v>
                </c:pt>
                <c:pt idx="23">
                  <c:v>105.12483574244413</c:v>
                </c:pt>
                <c:pt idx="24">
                  <c:v>105.12483574244412</c:v>
                </c:pt>
                <c:pt idx="25">
                  <c:v>108.80420499342966</c:v>
                </c:pt>
                <c:pt idx="26">
                  <c:v>108.67279894875161</c:v>
                </c:pt>
                <c:pt idx="27">
                  <c:v>108.67279894875159</c:v>
                </c:pt>
                <c:pt idx="28">
                  <c:v>109.72404730617603</c:v>
                </c:pt>
                <c:pt idx="29">
                  <c:v>108.93561103810769</c:v>
                </c:pt>
                <c:pt idx="30">
                  <c:v>112.74638633377128</c:v>
                </c:pt>
                <c:pt idx="31">
                  <c:v>115.63731931668849</c:v>
                </c:pt>
                <c:pt idx="32">
                  <c:v>114.06044678055184</c:v>
                </c:pt>
                <c:pt idx="33">
                  <c:v>114.98028909329823</c:v>
                </c:pt>
                <c:pt idx="34">
                  <c:v>114.32325886990795</c:v>
                </c:pt>
                <c:pt idx="35">
                  <c:v>114.98028909329821</c:v>
                </c:pt>
                <c:pt idx="36">
                  <c:v>121.55059132720096</c:v>
                </c:pt>
                <c:pt idx="37">
                  <c:v>122.20762155059123</c:v>
                </c:pt>
                <c:pt idx="38">
                  <c:v>118.7910643889618</c:v>
                </c:pt>
                <c:pt idx="39">
                  <c:v>121.94480946123511</c:v>
                </c:pt>
                <c:pt idx="40">
                  <c:v>128.12089356110368</c:v>
                </c:pt>
                <c:pt idx="41">
                  <c:v>136.2680683311431</c:v>
                </c:pt>
                <c:pt idx="42">
                  <c:v>135.21681997371866</c:v>
                </c:pt>
                <c:pt idx="43">
                  <c:v>134.03416557161614</c:v>
                </c:pt>
                <c:pt idx="44">
                  <c:v>127.06964520367923</c:v>
                </c:pt>
                <c:pt idx="45">
                  <c:v>123.3902759526937</c:v>
                </c:pt>
                <c:pt idx="46">
                  <c:v>125.22996057818646</c:v>
                </c:pt>
                <c:pt idx="47">
                  <c:v>123.91590013140592</c:v>
                </c:pt>
                <c:pt idx="48">
                  <c:v>123.91590013140592</c:v>
                </c:pt>
                <c:pt idx="49">
                  <c:v>126.14980289093285</c:v>
                </c:pt>
                <c:pt idx="50">
                  <c:v>124.31011826544007</c:v>
                </c:pt>
                <c:pt idx="51">
                  <c:v>128.12089356110366</c:v>
                </c:pt>
                <c:pt idx="52">
                  <c:v>125.36136662286449</c:v>
                </c:pt>
                <c:pt idx="53">
                  <c:v>117.73981603153729</c:v>
                </c:pt>
                <c:pt idx="54">
                  <c:v>119.97371879106423</c:v>
                </c:pt>
                <c:pt idx="55">
                  <c:v>119.71090670170811</c:v>
                </c:pt>
                <c:pt idx="56">
                  <c:v>116.03153745072257</c:v>
                </c:pt>
                <c:pt idx="57">
                  <c:v>115.3745072273323</c:v>
                </c:pt>
                <c:pt idx="58">
                  <c:v>116.5571616294348</c:v>
                </c:pt>
                <c:pt idx="59">
                  <c:v>113.79763469119564</c:v>
                </c:pt>
                <c:pt idx="60">
                  <c:v>113.14060446780536</c:v>
                </c:pt>
                <c:pt idx="61">
                  <c:v>111.16951379763454</c:v>
                </c:pt>
                <c:pt idx="62">
                  <c:v>112.61498028909314</c:v>
                </c:pt>
                <c:pt idx="63">
                  <c:v>111.95795006570286</c:v>
                </c:pt>
                <c:pt idx="64">
                  <c:v>110.90670170827843</c:v>
                </c:pt>
                <c:pt idx="65">
                  <c:v>112.87779237844926</c:v>
                </c:pt>
                <c:pt idx="66">
                  <c:v>120.76215505913255</c:v>
                </c:pt>
                <c:pt idx="67">
                  <c:v>114.06044678055176</c:v>
                </c:pt>
                <c:pt idx="68">
                  <c:v>114.06044678055174</c:v>
                </c:pt>
                <c:pt idx="69">
                  <c:v>115.50591327201035</c:v>
                </c:pt>
                <c:pt idx="70">
                  <c:v>116.16294349540063</c:v>
                </c:pt>
                <c:pt idx="71">
                  <c:v>114.98028909329814</c:v>
                </c:pt>
                <c:pt idx="72">
                  <c:v>114.32325886990786</c:v>
                </c:pt>
                <c:pt idx="73">
                  <c:v>119.05387647831785</c:v>
                </c:pt>
                <c:pt idx="74">
                  <c:v>117.60840998685924</c:v>
                </c:pt>
                <c:pt idx="75">
                  <c:v>120.23653088042033</c:v>
                </c:pt>
                <c:pt idx="76">
                  <c:v>122.20762155059117</c:v>
                </c:pt>
                <c:pt idx="77">
                  <c:v>122.20762155059116</c:v>
                </c:pt>
                <c:pt idx="78">
                  <c:v>116.68856767411283</c:v>
                </c:pt>
                <c:pt idx="79">
                  <c:v>118.13403416557144</c:v>
                </c:pt>
                <c:pt idx="80">
                  <c:v>114.45466491458589</c:v>
                </c:pt>
                <c:pt idx="81">
                  <c:v>114.19185282522977</c:v>
                </c:pt>
                <c:pt idx="82">
                  <c:v>114.06044678055173</c:v>
                </c:pt>
                <c:pt idx="83">
                  <c:v>116.95137976346894</c:v>
                </c:pt>
                <c:pt idx="84">
                  <c:v>117.21419185282505</c:v>
                </c:pt>
                <c:pt idx="85">
                  <c:v>117.08278580814701</c:v>
                </c:pt>
                <c:pt idx="86">
                  <c:v>116.16294349540063</c:v>
                </c:pt>
                <c:pt idx="87">
                  <c:v>114.32325886990786</c:v>
                </c:pt>
                <c:pt idx="88">
                  <c:v>107.09592641261483</c:v>
                </c:pt>
                <c:pt idx="89">
                  <c:v>108.93561103810761</c:v>
                </c:pt>
                <c:pt idx="90">
                  <c:v>109.85545335085399</c:v>
                </c:pt>
                <c:pt idx="91">
                  <c:v>108.54139290407345</c:v>
                </c:pt>
                <c:pt idx="92">
                  <c:v>108.93561103810761</c:v>
                </c:pt>
                <c:pt idx="93">
                  <c:v>108.80420499342955</c:v>
                </c:pt>
                <c:pt idx="94">
                  <c:v>110.38107752956621</c:v>
                </c:pt>
                <c:pt idx="95">
                  <c:v>114.71747700394202</c:v>
                </c:pt>
                <c:pt idx="96">
                  <c:v>118.26544021024949</c:v>
                </c:pt>
                <c:pt idx="97">
                  <c:v>119.44809461235199</c:v>
                </c:pt>
                <c:pt idx="98">
                  <c:v>119.7109067017081</c:v>
                </c:pt>
                <c:pt idx="99">
                  <c:v>122.6018396846253</c:v>
                </c:pt>
                <c:pt idx="100">
                  <c:v>119.57950065703004</c:v>
                </c:pt>
                <c:pt idx="101">
                  <c:v>123.91590013140585</c:v>
                </c:pt>
                <c:pt idx="102">
                  <c:v>122.6018396846253</c:v>
                </c:pt>
                <c:pt idx="103">
                  <c:v>122.47043363994725</c:v>
                </c:pt>
                <c:pt idx="104">
                  <c:v>126.14980289093279</c:v>
                </c:pt>
                <c:pt idx="105">
                  <c:v>126.41261498028889</c:v>
                </c:pt>
                <c:pt idx="106">
                  <c:v>123.65308804204975</c:v>
                </c:pt>
                <c:pt idx="107">
                  <c:v>118.00262812089338</c:v>
                </c:pt>
                <c:pt idx="108">
                  <c:v>120.23653088042032</c:v>
                </c:pt>
                <c:pt idx="109">
                  <c:v>126.80683311432307</c:v>
                </c:pt>
                <c:pt idx="110">
                  <c:v>124.7043363994742</c:v>
                </c:pt>
                <c:pt idx="111">
                  <c:v>132.19448094612332</c:v>
                </c:pt>
                <c:pt idx="112">
                  <c:v>132.19448094612332</c:v>
                </c:pt>
                <c:pt idx="113">
                  <c:v>132.19448094612332</c:v>
                </c:pt>
                <c:pt idx="114">
                  <c:v>132.19448094612332</c:v>
                </c:pt>
                <c:pt idx="115">
                  <c:v>132.19448094612332</c:v>
                </c:pt>
                <c:pt idx="116">
                  <c:v>132.19448094612332</c:v>
                </c:pt>
                <c:pt idx="117">
                  <c:v>156.50459921156349</c:v>
                </c:pt>
                <c:pt idx="118">
                  <c:v>168.19973718791039</c:v>
                </c:pt>
                <c:pt idx="119">
                  <c:v>164.52036793692486</c:v>
                </c:pt>
                <c:pt idx="120">
                  <c:v>189.22470433639918</c:v>
                </c:pt>
                <c:pt idx="121">
                  <c:v>192.11563731931639</c:v>
                </c:pt>
                <c:pt idx="122">
                  <c:v>183.3114323258867</c:v>
                </c:pt>
                <c:pt idx="123">
                  <c:v>197.10906701708245</c:v>
                </c:pt>
                <c:pt idx="124">
                  <c:v>199.21156373193134</c:v>
                </c:pt>
                <c:pt idx="125">
                  <c:v>198.16031537450689</c:v>
                </c:pt>
                <c:pt idx="126">
                  <c:v>195.26938239158969</c:v>
                </c:pt>
                <c:pt idx="127">
                  <c:v>196.84625492772633</c:v>
                </c:pt>
                <c:pt idx="128">
                  <c:v>197.24047306176053</c:v>
                </c:pt>
                <c:pt idx="129">
                  <c:v>186.99080157687223</c:v>
                </c:pt>
                <c:pt idx="130">
                  <c:v>182.26018396846226</c:v>
                </c:pt>
                <c:pt idx="131">
                  <c:v>186.85939553219418</c:v>
                </c:pt>
                <c:pt idx="132">
                  <c:v>185.93955321944782</c:v>
                </c:pt>
                <c:pt idx="133">
                  <c:v>186.59658344283807</c:v>
                </c:pt>
                <c:pt idx="134">
                  <c:v>178.71222076215477</c:v>
                </c:pt>
                <c:pt idx="135">
                  <c:v>174.90144546649117</c:v>
                </c:pt>
                <c:pt idx="136">
                  <c:v>169.51379763469092</c:v>
                </c:pt>
                <c:pt idx="137">
                  <c:v>167.14848883048592</c:v>
                </c:pt>
                <c:pt idx="138">
                  <c:v>170.30223390275924</c:v>
                </c:pt>
                <c:pt idx="139">
                  <c:v>170.43363994743729</c:v>
                </c:pt>
                <c:pt idx="140">
                  <c:v>172.27332457293005</c:v>
                </c:pt>
                <c:pt idx="141">
                  <c:v>175.42706964520337</c:v>
                </c:pt>
                <c:pt idx="142">
                  <c:v>165.04599211563703</c:v>
                </c:pt>
                <c:pt idx="143">
                  <c:v>173.85019710906673</c:v>
                </c:pt>
                <c:pt idx="144">
                  <c:v>159.9211563731929</c:v>
                </c:pt>
                <c:pt idx="145">
                  <c:v>158.60709592641237</c:v>
                </c:pt>
                <c:pt idx="146">
                  <c:v>162.28646517739793</c:v>
                </c:pt>
                <c:pt idx="147">
                  <c:v>157.81865965834405</c:v>
                </c:pt>
                <c:pt idx="148">
                  <c:v>157.16162943495377</c:v>
                </c:pt>
                <c:pt idx="149">
                  <c:v>157.81865965834405</c:v>
                </c:pt>
                <c:pt idx="150">
                  <c:v>168.85676741130067</c:v>
                </c:pt>
                <c:pt idx="151">
                  <c:v>163.33771353482234</c:v>
                </c:pt>
                <c:pt idx="152">
                  <c:v>162.41787122207597</c:v>
                </c:pt>
                <c:pt idx="153">
                  <c:v>159.92115637319293</c:v>
                </c:pt>
                <c:pt idx="154">
                  <c:v>158.34428383705628</c:v>
                </c:pt>
                <c:pt idx="155">
                  <c:v>159.65834428383681</c:v>
                </c:pt>
                <c:pt idx="156">
                  <c:v>152.56241787122184</c:v>
                </c:pt>
                <c:pt idx="157">
                  <c:v>156.50459921156349</c:v>
                </c:pt>
                <c:pt idx="158">
                  <c:v>159.52693823915877</c:v>
                </c:pt>
                <c:pt idx="159">
                  <c:v>159.39553219448072</c:v>
                </c:pt>
                <c:pt idx="160">
                  <c:v>159.13272010512463</c:v>
                </c:pt>
                <c:pt idx="161">
                  <c:v>159.00131406044656</c:v>
                </c:pt>
                <c:pt idx="162">
                  <c:v>157.95006570302212</c:v>
                </c:pt>
                <c:pt idx="163">
                  <c:v>155.71616294349516</c:v>
                </c:pt>
                <c:pt idx="164">
                  <c:v>152.82522996057796</c:v>
                </c:pt>
                <c:pt idx="165">
                  <c:v>157.55584756898793</c:v>
                </c:pt>
                <c:pt idx="166">
                  <c:v>152.956636005256</c:v>
                </c:pt>
                <c:pt idx="167">
                  <c:v>152.956636005256</c:v>
                </c:pt>
                <c:pt idx="168">
                  <c:v>166.88567674112983</c:v>
                </c:pt>
                <c:pt idx="169">
                  <c:v>166.88567674112983</c:v>
                </c:pt>
                <c:pt idx="170">
                  <c:v>163.7319316688565</c:v>
                </c:pt>
                <c:pt idx="171">
                  <c:v>163.7319316688565</c:v>
                </c:pt>
                <c:pt idx="172">
                  <c:v>174.24441524310092</c:v>
                </c:pt>
                <c:pt idx="173">
                  <c:v>171.35348226018371</c:v>
                </c:pt>
                <c:pt idx="174">
                  <c:v>167.41130091984206</c:v>
                </c:pt>
                <c:pt idx="175">
                  <c:v>167.41130091984206</c:v>
                </c:pt>
                <c:pt idx="176">
                  <c:v>167.41130091984206</c:v>
                </c:pt>
                <c:pt idx="177">
                  <c:v>191.72141918528223</c:v>
                </c:pt>
                <c:pt idx="178">
                  <c:v>228.51511169513762</c:v>
                </c:pt>
                <c:pt idx="179">
                  <c:v>234.03416557161594</c:v>
                </c:pt>
                <c:pt idx="180">
                  <c:v>242.04993429697728</c:v>
                </c:pt>
                <c:pt idx="181">
                  <c:v>241.65571616294312</c:v>
                </c:pt>
                <c:pt idx="182">
                  <c:v>228.90932982917181</c:v>
                </c:pt>
                <c:pt idx="183">
                  <c:v>221.68199737187877</c:v>
                </c:pt>
                <c:pt idx="184">
                  <c:v>227.7266754270693</c:v>
                </c:pt>
                <c:pt idx="185">
                  <c:v>231.27463863337678</c:v>
                </c:pt>
                <c:pt idx="186">
                  <c:v>239.55321944809427</c:v>
                </c:pt>
                <c:pt idx="187">
                  <c:v>234.8226018396843</c:v>
                </c:pt>
                <c:pt idx="188">
                  <c:v>233.37713534822569</c:v>
                </c:pt>
                <c:pt idx="189">
                  <c:v>221.81340341655684</c:v>
                </c:pt>
                <c:pt idx="190">
                  <c:v>227.8580814717474</c:v>
                </c:pt>
                <c:pt idx="191">
                  <c:v>224.44152431011798</c:v>
                </c:pt>
                <c:pt idx="192">
                  <c:v>224.96714848883022</c:v>
                </c:pt>
                <c:pt idx="193">
                  <c:v>223.12746386333743</c:v>
                </c:pt>
                <c:pt idx="194">
                  <c:v>231.01182654402069</c:v>
                </c:pt>
                <c:pt idx="195">
                  <c:v>247.43758212877756</c:v>
                </c:pt>
                <c:pt idx="196">
                  <c:v>268.72536136662245</c:v>
                </c:pt>
                <c:pt idx="197">
                  <c:v>269.38239159001273</c:v>
                </c:pt>
                <c:pt idx="198">
                  <c:v>247.70039421813365</c:v>
                </c:pt>
                <c:pt idx="199">
                  <c:v>264.1261498028905</c:v>
                </c:pt>
                <c:pt idx="200">
                  <c:v>266.09724047306133</c:v>
                </c:pt>
                <c:pt idx="201">
                  <c:v>257.29303547963167</c:v>
                </c:pt>
                <c:pt idx="202">
                  <c:v>250.1971090670167</c:v>
                </c:pt>
                <c:pt idx="203">
                  <c:v>256.11038107752915</c:v>
                </c:pt>
                <c:pt idx="204">
                  <c:v>256.11038107752915</c:v>
                </c:pt>
                <c:pt idx="205">
                  <c:v>250.06570302233865</c:v>
                </c:pt>
                <c:pt idx="206">
                  <c:v>275.29566360052519</c:v>
                </c:pt>
                <c:pt idx="207">
                  <c:v>264.78318002628077</c:v>
                </c:pt>
                <c:pt idx="208">
                  <c:v>264.78318002628077</c:v>
                </c:pt>
                <c:pt idx="209">
                  <c:v>264.78318002628077</c:v>
                </c:pt>
                <c:pt idx="210">
                  <c:v>264.78318002628077</c:v>
                </c:pt>
                <c:pt idx="211">
                  <c:v>264.1261498028905</c:v>
                </c:pt>
                <c:pt idx="212">
                  <c:v>264.1261498028905</c:v>
                </c:pt>
                <c:pt idx="213">
                  <c:v>270.03942181340295</c:v>
                </c:pt>
                <c:pt idx="214">
                  <c:v>275.95269382391541</c:v>
                </c:pt>
                <c:pt idx="215">
                  <c:v>300.91984231274586</c:v>
                </c:pt>
                <c:pt idx="216">
                  <c:v>362.02365308804139</c:v>
                </c:pt>
                <c:pt idx="217">
                  <c:v>415.24310118265367</c:v>
                </c:pt>
                <c:pt idx="218">
                  <c:v>415.24310118265367</c:v>
                </c:pt>
                <c:pt idx="219">
                  <c:v>346.25492772667485</c:v>
                </c:pt>
                <c:pt idx="220">
                  <c:v>373.85019710906641</c:v>
                </c:pt>
                <c:pt idx="221">
                  <c:v>439.94743758212809</c:v>
                </c:pt>
                <c:pt idx="222">
                  <c:v>420.84756898817278</c:v>
                </c:pt>
                <c:pt idx="223">
                  <c:v>397.13797634691133</c:v>
                </c:pt>
                <c:pt idx="224">
                  <c:v>426.11695137976278</c:v>
                </c:pt>
                <c:pt idx="225">
                  <c:v>408.33508541392843</c:v>
                </c:pt>
                <c:pt idx="226">
                  <c:v>412.94480946123457</c:v>
                </c:pt>
                <c:pt idx="227">
                  <c:v>403.72404730617546</c:v>
                </c:pt>
                <c:pt idx="228">
                  <c:v>404.3823915900125</c:v>
                </c:pt>
                <c:pt idx="229">
                  <c:v>399.11432325886926</c:v>
                </c:pt>
                <c:pt idx="230">
                  <c:v>410.31011826543954</c:v>
                </c:pt>
                <c:pt idx="231">
                  <c:v>397.79632063074837</c:v>
                </c:pt>
                <c:pt idx="232">
                  <c:v>407.67542706964457</c:v>
                </c:pt>
                <c:pt idx="233">
                  <c:v>388.57687253613608</c:v>
                </c:pt>
                <c:pt idx="234">
                  <c:v>393.18659658344228</c:v>
                </c:pt>
                <c:pt idx="235">
                  <c:v>397.13797634691144</c:v>
                </c:pt>
                <c:pt idx="236">
                  <c:v>368.81865965834379</c:v>
                </c:pt>
                <c:pt idx="237">
                  <c:v>355.64651773981558</c:v>
                </c:pt>
                <c:pt idx="238">
                  <c:v>345.76741130091943</c:v>
                </c:pt>
                <c:pt idx="239">
                  <c:v>322.71616294349502</c:v>
                </c:pt>
                <c:pt idx="240">
                  <c:v>360.91458607095888</c:v>
                </c:pt>
                <c:pt idx="241">
                  <c:v>330.61892247043329</c:v>
                </c:pt>
                <c:pt idx="242">
                  <c:v>340.49802890932949</c:v>
                </c:pt>
                <c:pt idx="243">
                  <c:v>344.4494086727986</c:v>
                </c:pt>
                <c:pt idx="244">
                  <c:v>326.66754270696418</c:v>
                </c:pt>
                <c:pt idx="245">
                  <c:v>376.06307490144508</c:v>
                </c:pt>
                <c:pt idx="246">
                  <c:v>370.13534822601804</c:v>
                </c:pt>
                <c:pt idx="247">
                  <c:v>374.74507227332424</c:v>
                </c:pt>
                <c:pt idx="248">
                  <c:v>364.86596583442804</c:v>
                </c:pt>
                <c:pt idx="249">
                  <c:v>376.72141918528217</c:v>
                </c:pt>
                <c:pt idx="250">
                  <c:v>385.28383705650424</c:v>
                </c:pt>
                <c:pt idx="251">
                  <c:v>384.62417871222038</c:v>
                </c:pt>
                <c:pt idx="252">
                  <c:v>380.01445466491418</c:v>
                </c:pt>
                <c:pt idx="253">
                  <c:v>378.69776609724011</c:v>
                </c:pt>
                <c:pt idx="254">
                  <c:v>389.89356110381044</c:v>
                </c:pt>
                <c:pt idx="255">
                  <c:v>385.94218134034128</c:v>
                </c:pt>
                <c:pt idx="256">
                  <c:v>383.30749014454631</c:v>
                </c:pt>
                <c:pt idx="257">
                  <c:v>389.23521681997335</c:v>
                </c:pt>
                <c:pt idx="258">
                  <c:v>495.2706964520363</c:v>
                </c:pt>
                <c:pt idx="259">
                  <c:v>474.85282522996016</c:v>
                </c:pt>
                <c:pt idx="260">
                  <c:v>476.17082785808105</c:v>
                </c:pt>
                <c:pt idx="261">
                  <c:v>488.68462549277223</c:v>
                </c:pt>
              </c:numCache>
            </c:numRef>
          </c:val>
          <c:smooth val="0"/>
          <c:extLst>
            <c:ext xmlns:c16="http://schemas.microsoft.com/office/drawing/2014/chart" uri="{C3380CC4-5D6E-409C-BE32-E72D297353CC}">
              <c16:uniqueId val="{00000003-6134-464B-9E80-AD82B1F3DB96}"/>
            </c:ext>
          </c:extLst>
        </c:ser>
        <c:ser>
          <c:idx val="4"/>
          <c:order val="4"/>
          <c:tx>
            <c:strRef>
              <c:f>AI产业链公司股价涨幅!$F$1</c:f>
              <c:strCache>
                <c:ptCount val="1"/>
                <c:pt idx="0">
                  <c:v>欣兴电子</c:v>
                </c:pt>
              </c:strCache>
            </c:strRef>
          </c:tx>
          <c:spPr>
            <a:ln w="28575" cap="rnd">
              <a:solidFill>
                <a:schemeClr val="accent5"/>
              </a:solidFill>
              <a:round/>
            </a:ln>
            <a:effectLst/>
          </c:spPr>
          <c:marker>
            <c:symbol val="none"/>
          </c:marker>
          <c:cat>
            <c:numRef>
              <c:f>AI产业链公司股价涨幅!$A$2:$A$263</c:f>
              <c:numCache>
                <c:formatCode>m/d/yyyy</c:formatCode>
                <c:ptCount val="262"/>
                <c:pt idx="0">
                  <c:v>45777</c:v>
                </c:pt>
                <c:pt idx="1">
                  <c:v>45778</c:v>
                </c:pt>
                <c:pt idx="2">
                  <c:v>45779</c:v>
                </c:pt>
                <c:pt idx="3">
                  <c:v>45782</c:v>
                </c:pt>
                <c:pt idx="4">
                  <c:v>45783</c:v>
                </c:pt>
                <c:pt idx="5">
                  <c:v>45784</c:v>
                </c:pt>
                <c:pt idx="6">
                  <c:v>45785</c:v>
                </c:pt>
                <c:pt idx="7">
                  <c:v>45786</c:v>
                </c:pt>
                <c:pt idx="8">
                  <c:v>45789</c:v>
                </c:pt>
                <c:pt idx="9">
                  <c:v>45790</c:v>
                </c:pt>
                <c:pt idx="10">
                  <c:v>45791</c:v>
                </c:pt>
                <c:pt idx="11">
                  <c:v>45792</c:v>
                </c:pt>
                <c:pt idx="12">
                  <c:v>45793</c:v>
                </c:pt>
                <c:pt idx="13">
                  <c:v>45796</c:v>
                </c:pt>
                <c:pt idx="14">
                  <c:v>45797</c:v>
                </c:pt>
                <c:pt idx="15">
                  <c:v>45798</c:v>
                </c:pt>
                <c:pt idx="16">
                  <c:v>45799</c:v>
                </c:pt>
                <c:pt idx="17">
                  <c:v>45800</c:v>
                </c:pt>
                <c:pt idx="18">
                  <c:v>45803</c:v>
                </c:pt>
                <c:pt idx="19">
                  <c:v>45804</c:v>
                </c:pt>
                <c:pt idx="20">
                  <c:v>45805</c:v>
                </c:pt>
                <c:pt idx="21">
                  <c:v>45806</c:v>
                </c:pt>
                <c:pt idx="22">
                  <c:v>45807</c:v>
                </c:pt>
                <c:pt idx="23">
                  <c:v>45810</c:v>
                </c:pt>
                <c:pt idx="24">
                  <c:v>45811</c:v>
                </c:pt>
                <c:pt idx="25">
                  <c:v>45812</c:v>
                </c:pt>
                <c:pt idx="26">
                  <c:v>45813</c:v>
                </c:pt>
                <c:pt idx="27">
                  <c:v>45814</c:v>
                </c:pt>
                <c:pt idx="28">
                  <c:v>45817</c:v>
                </c:pt>
                <c:pt idx="29">
                  <c:v>45818</c:v>
                </c:pt>
                <c:pt idx="30">
                  <c:v>45819</c:v>
                </c:pt>
                <c:pt idx="31">
                  <c:v>45820</c:v>
                </c:pt>
                <c:pt idx="32">
                  <c:v>45821</c:v>
                </c:pt>
                <c:pt idx="33">
                  <c:v>45824</c:v>
                </c:pt>
                <c:pt idx="34">
                  <c:v>45825</c:v>
                </c:pt>
                <c:pt idx="35">
                  <c:v>45826</c:v>
                </c:pt>
                <c:pt idx="36">
                  <c:v>45827</c:v>
                </c:pt>
                <c:pt idx="37">
                  <c:v>45828</c:v>
                </c:pt>
                <c:pt idx="38">
                  <c:v>45831</c:v>
                </c:pt>
                <c:pt idx="39">
                  <c:v>45832</c:v>
                </c:pt>
                <c:pt idx="40">
                  <c:v>45833</c:v>
                </c:pt>
                <c:pt idx="41">
                  <c:v>45834</c:v>
                </c:pt>
                <c:pt idx="42">
                  <c:v>45835</c:v>
                </c:pt>
                <c:pt idx="43">
                  <c:v>45838</c:v>
                </c:pt>
                <c:pt idx="44">
                  <c:v>45839</c:v>
                </c:pt>
                <c:pt idx="45">
                  <c:v>45840</c:v>
                </c:pt>
                <c:pt idx="46">
                  <c:v>45841</c:v>
                </c:pt>
                <c:pt idx="47">
                  <c:v>45842</c:v>
                </c:pt>
                <c:pt idx="48">
                  <c:v>45845</c:v>
                </c:pt>
                <c:pt idx="49">
                  <c:v>45846</c:v>
                </c:pt>
                <c:pt idx="50">
                  <c:v>45847</c:v>
                </c:pt>
                <c:pt idx="51">
                  <c:v>45848</c:v>
                </c:pt>
                <c:pt idx="52">
                  <c:v>45849</c:v>
                </c:pt>
                <c:pt idx="53">
                  <c:v>45852</c:v>
                </c:pt>
                <c:pt idx="54">
                  <c:v>45853</c:v>
                </c:pt>
                <c:pt idx="55">
                  <c:v>45854</c:v>
                </c:pt>
                <c:pt idx="56">
                  <c:v>45855</c:v>
                </c:pt>
                <c:pt idx="57">
                  <c:v>45856</c:v>
                </c:pt>
                <c:pt idx="58">
                  <c:v>45859</c:v>
                </c:pt>
                <c:pt idx="59">
                  <c:v>45860</c:v>
                </c:pt>
                <c:pt idx="60">
                  <c:v>45861</c:v>
                </c:pt>
                <c:pt idx="61">
                  <c:v>45862</c:v>
                </c:pt>
                <c:pt idx="62">
                  <c:v>45863</c:v>
                </c:pt>
                <c:pt idx="63">
                  <c:v>45866</c:v>
                </c:pt>
                <c:pt idx="64">
                  <c:v>45867</c:v>
                </c:pt>
                <c:pt idx="65">
                  <c:v>45868</c:v>
                </c:pt>
                <c:pt idx="66">
                  <c:v>45869</c:v>
                </c:pt>
                <c:pt idx="67">
                  <c:v>45870</c:v>
                </c:pt>
                <c:pt idx="68">
                  <c:v>45873</c:v>
                </c:pt>
                <c:pt idx="69">
                  <c:v>45874</c:v>
                </c:pt>
                <c:pt idx="70">
                  <c:v>45875</c:v>
                </c:pt>
                <c:pt idx="71">
                  <c:v>45876</c:v>
                </c:pt>
                <c:pt idx="72">
                  <c:v>45877</c:v>
                </c:pt>
                <c:pt idx="73">
                  <c:v>45880</c:v>
                </c:pt>
                <c:pt idx="74">
                  <c:v>45881</c:v>
                </c:pt>
                <c:pt idx="75">
                  <c:v>45882</c:v>
                </c:pt>
                <c:pt idx="76">
                  <c:v>45883</c:v>
                </c:pt>
                <c:pt idx="77">
                  <c:v>45884</c:v>
                </c:pt>
                <c:pt idx="78">
                  <c:v>45887</c:v>
                </c:pt>
                <c:pt idx="79">
                  <c:v>45888</c:v>
                </c:pt>
                <c:pt idx="80">
                  <c:v>45889</c:v>
                </c:pt>
                <c:pt idx="81">
                  <c:v>45890</c:v>
                </c:pt>
                <c:pt idx="82">
                  <c:v>45891</c:v>
                </c:pt>
                <c:pt idx="83">
                  <c:v>45894</c:v>
                </c:pt>
                <c:pt idx="84">
                  <c:v>45895</c:v>
                </c:pt>
                <c:pt idx="85">
                  <c:v>45896</c:v>
                </c:pt>
                <c:pt idx="86">
                  <c:v>45897</c:v>
                </c:pt>
                <c:pt idx="87">
                  <c:v>45898</c:v>
                </c:pt>
                <c:pt idx="88">
                  <c:v>45901</c:v>
                </c:pt>
                <c:pt idx="89">
                  <c:v>45902</c:v>
                </c:pt>
                <c:pt idx="90">
                  <c:v>45903</c:v>
                </c:pt>
                <c:pt idx="91">
                  <c:v>45904</c:v>
                </c:pt>
                <c:pt idx="92">
                  <c:v>45905</c:v>
                </c:pt>
                <c:pt idx="93">
                  <c:v>45908</c:v>
                </c:pt>
                <c:pt idx="94">
                  <c:v>45909</c:v>
                </c:pt>
                <c:pt idx="95">
                  <c:v>45910</c:v>
                </c:pt>
                <c:pt idx="96">
                  <c:v>45911</c:v>
                </c:pt>
                <c:pt idx="97">
                  <c:v>45912</c:v>
                </c:pt>
                <c:pt idx="98">
                  <c:v>45915</c:v>
                </c:pt>
                <c:pt idx="99">
                  <c:v>45916</c:v>
                </c:pt>
                <c:pt idx="100">
                  <c:v>45917</c:v>
                </c:pt>
                <c:pt idx="101">
                  <c:v>45918</c:v>
                </c:pt>
                <c:pt idx="102">
                  <c:v>45919</c:v>
                </c:pt>
                <c:pt idx="103">
                  <c:v>45922</c:v>
                </c:pt>
                <c:pt idx="104">
                  <c:v>45923</c:v>
                </c:pt>
                <c:pt idx="105">
                  <c:v>45924</c:v>
                </c:pt>
                <c:pt idx="106">
                  <c:v>45925</c:v>
                </c:pt>
                <c:pt idx="107">
                  <c:v>45926</c:v>
                </c:pt>
                <c:pt idx="108">
                  <c:v>45929</c:v>
                </c:pt>
                <c:pt idx="109">
                  <c:v>45930</c:v>
                </c:pt>
                <c:pt idx="110">
                  <c:v>45931</c:v>
                </c:pt>
                <c:pt idx="111">
                  <c:v>45932</c:v>
                </c:pt>
                <c:pt idx="112">
                  <c:v>45933</c:v>
                </c:pt>
                <c:pt idx="113">
                  <c:v>45936</c:v>
                </c:pt>
                <c:pt idx="114">
                  <c:v>45937</c:v>
                </c:pt>
                <c:pt idx="115">
                  <c:v>45938</c:v>
                </c:pt>
                <c:pt idx="116">
                  <c:v>45939</c:v>
                </c:pt>
                <c:pt idx="117">
                  <c:v>45940</c:v>
                </c:pt>
                <c:pt idx="118">
                  <c:v>45943</c:v>
                </c:pt>
                <c:pt idx="119">
                  <c:v>45944</c:v>
                </c:pt>
                <c:pt idx="120">
                  <c:v>45945</c:v>
                </c:pt>
                <c:pt idx="121">
                  <c:v>45946</c:v>
                </c:pt>
                <c:pt idx="122">
                  <c:v>45947</c:v>
                </c:pt>
                <c:pt idx="123">
                  <c:v>45950</c:v>
                </c:pt>
                <c:pt idx="124">
                  <c:v>45951</c:v>
                </c:pt>
                <c:pt idx="125">
                  <c:v>45952</c:v>
                </c:pt>
                <c:pt idx="126">
                  <c:v>45953</c:v>
                </c:pt>
                <c:pt idx="127">
                  <c:v>45954</c:v>
                </c:pt>
                <c:pt idx="128">
                  <c:v>45957</c:v>
                </c:pt>
                <c:pt idx="129">
                  <c:v>45958</c:v>
                </c:pt>
                <c:pt idx="130">
                  <c:v>45959</c:v>
                </c:pt>
                <c:pt idx="131">
                  <c:v>45960</c:v>
                </c:pt>
                <c:pt idx="132">
                  <c:v>45961</c:v>
                </c:pt>
                <c:pt idx="133">
                  <c:v>45964</c:v>
                </c:pt>
                <c:pt idx="134">
                  <c:v>45965</c:v>
                </c:pt>
                <c:pt idx="135">
                  <c:v>45966</c:v>
                </c:pt>
                <c:pt idx="136">
                  <c:v>45967</c:v>
                </c:pt>
                <c:pt idx="137">
                  <c:v>45968</c:v>
                </c:pt>
                <c:pt idx="138">
                  <c:v>45971</c:v>
                </c:pt>
                <c:pt idx="139">
                  <c:v>45972</c:v>
                </c:pt>
                <c:pt idx="140">
                  <c:v>45973</c:v>
                </c:pt>
                <c:pt idx="141">
                  <c:v>45974</c:v>
                </c:pt>
                <c:pt idx="142">
                  <c:v>45975</c:v>
                </c:pt>
                <c:pt idx="143">
                  <c:v>45978</c:v>
                </c:pt>
                <c:pt idx="144">
                  <c:v>45979</c:v>
                </c:pt>
                <c:pt idx="145">
                  <c:v>45980</c:v>
                </c:pt>
                <c:pt idx="146">
                  <c:v>45981</c:v>
                </c:pt>
                <c:pt idx="147">
                  <c:v>45982</c:v>
                </c:pt>
                <c:pt idx="148">
                  <c:v>45985</c:v>
                </c:pt>
                <c:pt idx="149">
                  <c:v>45986</c:v>
                </c:pt>
                <c:pt idx="150">
                  <c:v>45987</c:v>
                </c:pt>
                <c:pt idx="151">
                  <c:v>45988</c:v>
                </c:pt>
                <c:pt idx="152">
                  <c:v>45989</c:v>
                </c:pt>
                <c:pt idx="153">
                  <c:v>45992</c:v>
                </c:pt>
                <c:pt idx="154">
                  <c:v>45993</c:v>
                </c:pt>
                <c:pt idx="155">
                  <c:v>45994</c:v>
                </c:pt>
                <c:pt idx="156">
                  <c:v>45995</c:v>
                </c:pt>
                <c:pt idx="157">
                  <c:v>45996</c:v>
                </c:pt>
                <c:pt idx="158">
                  <c:v>45999</c:v>
                </c:pt>
                <c:pt idx="159">
                  <c:v>46000</c:v>
                </c:pt>
                <c:pt idx="160">
                  <c:v>46001</c:v>
                </c:pt>
                <c:pt idx="161">
                  <c:v>46002</c:v>
                </c:pt>
                <c:pt idx="162">
                  <c:v>46003</c:v>
                </c:pt>
                <c:pt idx="163">
                  <c:v>46006</c:v>
                </c:pt>
                <c:pt idx="164">
                  <c:v>46007</c:v>
                </c:pt>
                <c:pt idx="165">
                  <c:v>46008</c:v>
                </c:pt>
                <c:pt idx="166">
                  <c:v>46009</c:v>
                </c:pt>
                <c:pt idx="167">
                  <c:v>46010</c:v>
                </c:pt>
                <c:pt idx="168">
                  <c:v>46013</c:v>
                </c:pt>
                <c:pt idx="169">
                  <c:v>46014</c:v>
                </c:pt>
                <c:pt idx="170">
                  <c:v>46015</c:v>
                </c:pt>
                <c:pt idx="171">
                  <c:v>46016</c:v>
                </c:pt>
                <c:pt idx="172">
                  <c:v>46017</c:v>
                </c:pt>
                <c:pt idx="173">
                  <c:v>46020</c:v>
                </c:pt>
                <c:pt idx="174">
                  <c:v>46021</c:v>
                </c:pt>
                <c:pt idx="175">
                  <c:v>46022</c:v>
                </c:pt>
                <c:pt idx="176">
                  <c:v>46023</c:v>
                </c:pt>
                <c:pt idx="177">
                  <c:v>46024</c:v>
                </c:pt>
                <c:pt idx="178">
                  <c:v>46027</c:v>
                </c:pt>
                <c:pt idx="179">
                  <c:v>46028</c:v>
                </c:pt>
                <c:pt idx="180">
                  <c:v>46029</c:v>
                </c:pt>
                <c:pt idx="181">
                  <c:v>46030</c:v>
                </c:pt>
                <c:pt idx="182">
                  <c:v>46031</c:v>
                </c:pt>
                <c:pt idx="183">
                  <c:v>46034</c:v>
                </c:pt>
                <c:pt idx="184">
                  <c:v>46035</c:v>
                </c:pt>
                <c:pt idx="185">
                  <c:v>46036</c:v>
                </c:pt>
                <c:pt idx="186">
                  <c:v>46037</c:v>
                </c:pt>
                <c:pt idx="187">
                  <c:v>46038</c:v>
                </c:pt>
                <c:pt idx="188">
                  <c:v>46041</c:v>
                </c:pt>
                <c:pt idx="189">
                  <c:v>46042</c:v>
                </c:pt>
                <c:pt idx="190">
                  <c:v>46043</c:v>
                </c:pt>
                <c:pt idx="191">
                  <c:v>46044</c:v>
                </c:pt>
                <c:pt idx="192">
                  <c:v>46045</c:v>
                </c:pt>
                <c:pt idx="193">
                  <c:v>46048</c:v>
                </c:pt>
                <c:pt idx="194">
                  <c:v>46049</c:v>
                </c:pt>
                <c:pt idx="195">
                  <c:v>46050</c:v>
                </c:pt>
                <c:pt idx="196">
                  <c:v>46051</c:v>
                </c:pt>
                <c:pt idx="197">
                  <c:v>46052</c:v>
                </c:pt>
                <c:pt idx="198">
                  <c:v>46055</c:v>
                </c:pt>
                <c:pt idx="199">
                  <c:v>46056</c:v>
                </c:pt>
                <c:pt idx="200">
                  <c:v>46057</c:v>
                </c:pt>
                <c:pt idx="201">
                  <c:v>46058</c:v>
                </c:pt>
                <c:pt idx="202">
                  <c:v>46059</c:v>
                </c:pt>
                <c:pt idx="203">
                  <c:v>46062</c:v>
                </c:pt>
                <c:pt idx="204">
                  <c:v>46063</c:v>
                </c:pt>
                <c:pt idx="205">
                  <c:v>46064</c:v>
                </c:pt>
                <c:pt idx="206">
                  <c:v>46065</c:v>
                </c:pt>
                <c:pt idx="207">
                  <c:v>46066</c:v>
                </c:pt>
                <c:pt idx="208">
                  <c:v>46069</c:v>
                </c:pt>
                <c:pt idx="209">
                  <c:v>46070</c:v>
                </c:pt>
                <c:pt idx="210">
                  <c:v>46071</c:v>
                </c:pt>
                <c:pt idx="211">
                  <c:v>46072</c:v>
                </c:pt>
                <c:pt idx="212">
                  <c:v>46073</c:v>
                </c:pt>
                <c:pt idx="213">
                  <c:v>46076</c:v>
                </c:pt>
                <c:pt idx="214">
                  <c:v>46077</c:v>
                </c:pt>
                <c:pt idx="215">
                  <c:v>46078</c:v>
                </c:pt>
                <c:pt idx="216">
                  <c:v>46079</c:v>
                </c:pt>
                <c:pt idx="217">
                  <c:v>46080</c:v>
                </c:pt>
                <c:pt idx="218">
                  <c:v>46083</c:v>
                </c:pt>
                <c:pt idx="219">
                  <c:v>46084</c:v>
                </c:pt>
                <c:pt idx="220">
                  <c:v>46085</c:v>
                </c:pt>
                <c:pt idx="221">
                  <c:v>46086</c:v>
                </c:pt>
                <c:pt idx="222">
                  <c:v>46087</c:v>
                </c:pt>
                <c:pt idx="223">
                  <c:v>46090</c:v>
                </c:pt>
                <c:pt idx="224">
                  <c:v>46091</c:v>
                </c:pt>
                <c:pt idx="225">
                  <c:v>46092</c:v>
                </c:pt>
                <c:pt idx="226">
                  <c:v>46093</c:v>
                </c:pt>
                <c:pt idx="227">
                  <c:v>46094</c:v>
                </c:pt>
                <c:pt idx="228">
                  <c:v>46097</c:v>
                </c:pt>
                <c:pt idx="229">
                  <c:v>46098</c:v>
                </c:pt>
                <c:pt idx="230">
                  <c:v>46099</c:v>
                </c:pt>
                <c:pt idx="231">
                  <c:v>46100</c:v>
                </c:pt>
                <c:pt idx="232">
                  <c:v>46101</c:v>
                </c:pt>
                <c:pt idx="233">
                  <c:v>46104</c:v>
                </c:pt>
                <c:pt idx="234">
                  <c:v>46105</c:v>
                </c:pt>
                <c:pt idx="235">
                  <c:v>46106</c:v>
                </c:pt>
                <c:pt idx="236">
                  <c:v>46107</c:v>
                </c:pt>
                <c:pt idx="237">
                  <c:v>46108</c:v>
                </c:pt>
                <c:pt idx="238">
                  <c:v>46111</c:v>
                </c:pt>
                <c:pt idx="239">
                  <c:v>46112</c:v>
                </c:pt>
                <c:pt idx="240">
                  <c:v>46113</c:v>
                </c:pt>
                <c:pt idx="241">
                  <c:v>46114</c:v>
                </c:pt>
                <c:pt idx="242">
                  <c:v>46115</c:v>
                </c:pt>
                <c:pt idx="243">
                  <c:v>46118</c:v>
                </c:pt>
                <c:pt idx="244">
                  <c:v>46119</c:v>
                </c:pt>
                <c:pt idx="245">
                  <c:v>46120</c:v>
                </c:pt>
                <c:pt idx="246">
                  <c:v>46121</c:v>
                </c:pt>
                <c:pt idx="247">
                  <c:v>46122</c:v>
                </c:pt>
                <c:pt idx="248">
                  <c:v>46125</c:v>
                </c:pt>
                <c:pt idx="249">
                  <c:v>46126</c:v>
                </c:pt>
                <c:pt idx="250">
                  <c:v>46127</c:v>
                </c:pt>
                <c:pt idx="251">
                  <c:v>46128</c:v>
                </c:pt>
                <c:pt idx="252">
                  <c:v>46129</c:v>
                </c:pt>
                <c:pt idx="253">
                  <c:v>46132</c:v>
                </c:pt>
                <c:pt idx="254">
                  <c:v>46133</c:v>
                </c:pt>
                <c:pt idx="255">
                  <c:v>46134</c:v>
                </c:pt>
                <c:pt idx="256">
                  <c:v>46135</c:v>
                </c:pt>
                <c:pt idx="257">
                  <c:v>46136</c:v>
                </c:pt>
                <c:pt idx="258">
                  <c:v>46139</c:v>
                </c:pt>
                <c:pt idx="259">
                  <c:v>46140</c:v>
                </c:pt>
                <c:pt idx="260">
                  <c:v>46141</c:v>
                </c:pt>
                <c:pt idx="261">
                  <c:v>46142</c:v>
                </c:pt>
              </c:numCache>
            </c:numRef>
          </c:cat>
          <c:val>
            <c:numRef>
              <c:f>AI产业链公司股价涨幅!$F$2:$F$263</c:f>
              <c:numCache>
                <c:formatCode>0.0</c:formatCode>
                <c:ptCount val="262"/>
                <c:pt idx="0">
                  <c:v>100</c:v>
                </c:pt>
                <c:pt idx="1">
                  <c:v>100</c:v>
                </c:pt>
                <c:pt idx="2">
                  <c:v>100.75131480090158</c:v>
                </c:pt>
                <c:pt idx="3">
                  <c:v>98.51883653536548</c:v>
                </c:pt>
                <c:pt idx="4">
                  <c:v>98.304175163679304</c:v>
                </c:pt>
                <c:pt idx="5">
                  <c:v>96.812278630460455</c:v>
                </c:pt>
                <c:pt idx="6">
                  <c:v>98.615434152624246</c:v>
                </c:pt>
                <c:pt idx="7">
                  <c:v>100.00000000000003</c:v>
                </c:pt>
                <c:pt idx="8">
                  <c:v>107.56681335193736</c:v>
                </c:pt>
                <c:pt idx="9">
                  <c:v>106.28957819040468</c:v>
                </c:pt>
                <c:pt idx="10">
                  <c:v>109.16604057099929</c:v>
                </c:pt>
                <c:pt idx="11">
                  <c:v>107.56681335193737</c:v>
                </c:pt>
                <c:pt idx="12">
                  <c:v>108.62938714178388</c:v>
                </c:pt>
                <c:pt idx="13">
                  <c:v>105.44166577224432</c:v>
                </c:pt>
                <c:pt idx="14">
                  <c:v>107.03015992272194</c:v>
                </c:pt>
                <c:pt idx="15">
                  <c:v>109.16604057099927</c:v>
                </c:pt>
                <c:pt idx="16">
                  <c:v>108.62938714178385</c:v>
                </c:pt>
                <c:pt idx="17">
                  <c:v>112.89041536975424</c:v>
                </c:pt>
                <c:pt idx="18">
                  <c:v>110.76526779006119</c:v>
                </c:pt>
                <c:pt idx="19">
                  <c:v>117.68809702694001</c:v>
                </c:pt>
                <c:pt idx="20">
                  <c:v>116.61479016850919</c:v>
                </c:pt>
                <c:pt idx="21">
                  <c:v>112.89041536975422</c:v>
                </c:pt>
                <c:pt idx="22">
                  <c:v>112.89041536975422</c:v>
                </c:pt>
                <c:pt idx="23">
                  <c:v>107.56681335193731</c:v>
                </c:pt>
                <c:pt idx="24">
                  <c:v>108.62938714178382</c:v>
                </c:pt>
                <c:pt idx="25">
                  <c:v>109.69196093163035</c:v>
                </c:pt>
                <c:pt idx="26">
                  <c:v>109.69196093163035</c:v>
                </c:pt>
                <c:pt idx="27">
                  <c:v>109.69196093163035</c:v>
                </c:pt>
                <c:pt idx="28">
                  <c:v>106.50423956209079</c:v>
                </c:pt>
                <c:pt idx="29">
                  <c:v>113.9529891596007</c:v>
                </c:pt>
                <c:pt idx="30">
                  <c:v>116.08886980787804</c:v>
                </c:pt>
                <c:pt idx="31">
                  <c:v>113.9529891596007</c:v>
                </c:pt>
                <c:pt idx="32">
                  <c:v>109.16604057099921</c:v>
                </c:pt>
                <c:pt idx="33">
                  <c:v>109.69196093163033</c:v>
                </c:pt>
                <c:pt idx="34">
                  <c:v>108.1034667811527</c:v>
                </c:pt>
                <c:pt idx="35">
                  <c:v>110.22861436084575</c:v>
                </c:pt>
                <c:pt idx="36">
                  <c:v>107.03015992272189</c:v>
                </c:pt>
                <c:pt idx="37">
                  <c:v>106.5042395620908</c:v>
                </c:pt>
                <c:pt idx="38">
                  <c:v>117.15144359772459</c:v>
                </c:pt>
                <c:pt idx="39">
                  <c:v>118.75067081678652</c:v>
                </c:pt>
                <c:pt idx="40">
                  <c:v>121.41247182569498</c:v>
                </c:pt>
                <c:pt idx="41">
                  <c:v>121.41247182569498</c:v>
                </c:pt>
                <c:pt idx="42">
                  <c:v>120.34989803584845</c:v>
                </c:pt>
                <c:pt idx="43">
                  <c:v>121.41247182569498</c:v>
                </c:pt>
                <c:pt idx="44">
                  <c:v>119.28732424600194</c:v>
                </c:pt>
                <c:pt idx="45">
                  <c:v>119.28732424600194</c:v>
                </c:pt>
                <c:pt idx="46">
                  <c:v>124.61092626381883</c:v>
                </c:pt>
                <c:pt idx="47">
                  <c:v>125.67350005366536</c:v>
                </c:pt>
                <c:pt idx="48">
                  <c:v>122.47504561554149</c:v>
                </c:pt>
                <c:pt idx="49">
                  <c:v>123.53761940538801</c:v>
                </c:pt>
                <c:pt idx="50">
                  <c:v>130.46044864226684</c:v>
                </c:pt>
                <c:pt idx="51">
                  <c:v>135.25813029945263</c:v>
                </c:pt>
                <c:pt idx="52">
                  <c:v>133.6374369432221</c:v>
                </c:pt>
                <c:pt idx="53">
                  <c:v>129.3334764409145</c:v>
                </c:pt>
                <c:pt idx="54">
                  <c:v>142.26682408500596</c:v>
                </c:pt>
                <c:pt idx="55">
                  <c:v>146.03413115809815</c:v>
                </c:pt>
                <c:pt idx="56">
                  <c:v>143.8767843726522</c:v>
                </c:pt>
                <c:pt idx="57">
                  <c:v>143.34013094343678</c:v>
                </c:pt>
                <c:pt idx="58">
                  <c:v>143.8767843726522</c:v>
                </c:pt>
                <c:pt idx="59">
                  <c:v>138.48878394332945</c:v>
                </c:pt>
                <c:pt idx="60">
                  <c:v>141.71943758720622</c:v>
                </c:pt>
                <c:pt idx="61">
                  <c:v>142.80347751422136</c:v>
                </c:pt>
                <c:pt idx="62">
                  <c:v>141.1827841579908</c:v>
                </c:pt>
                <c:pt idx="63">
                  <c:v>143.34013094343678</c:v>
                </c:pt>
                <c:pt idx="64">
                  <c:v>150.88547815820547</c:v>
                </c:pt>
                <c:pt idx="65">
                  <c:v>153.04282494365142</c:v>
                </c:pt>
                <c:pt idx="66">
                  <c:v>148.19147794354407</c:v>
                </c:pt>
                <c:pt idx="67">
                  <c:v>149.26478480197491</c:v>
                </c:pt>
                <c:pt idx="68">
                  <c:v>145.49747772888273</c:v>
                </c:pt>
                <c:pt idx="69">
                  <c:v>146.03413115809815</c:v>
                </c:pt>
                <c:pt idx="70">
                  <c:v>144.41343780186762</c:v>
                </c:pt>
                <c:pt idx="71">
                  <c:v>146.57078458731357</c:v>
                </c:pt>
                <c:pt idx="72">
                  <c:v>147.65482451432868</c:v>
                </c:pt>
                <c:pt idx="73">
                  <c:v>153.57947837286684</c:v>
                </c:pt>
                <c:pt idx="74">
                  <c:v>149.26478480197491</c:v>
                </c:pt>
                <c:pt idx="75">
                  <c:v>148.72813137275949</c:v>
                </c:pt>
                <c:pt idx="76">
                  <c:v>148.72813137275949</c:v>
                </c:pt>
                <c:pt idx="77">
                  <c:v>146.03413115809812</c:v>
                </c:pt>
                <c:pt idx="78">
                  <c:v>153.0428249436514</c:v>
                </c:pt>
                <c:pt idx="79">
                  <c:v>149.81217129977463</c:v>
                </c:pt>
                <c:pt idx="80">
                  <c:v>143.87678437265217</c:v>
                </c:pt>
                <c:pt idx="81">
                  <c:v>143.87678437265217</c:v>
                </c:pt>
                <c:pt idx="82">
                  <c:v>145.4974777288827</c:v>
                </c:pt>
                <c:pt idx="83">
                  <c:v>150.88547815820544</c:v>
                </c:pt>
                <c:pt idx="84">
                  <c:v>153.0428249436514</c:v>
                </c:pt>
                <c:pt idx="85">
                  <c:v>163.81882580229686</c:v>
                </c:pt>
                <c:pt idx="86">
                  <c:v>161.6614790168509</c:v>
                </c:pt>
                <c:pt idx="87">
                  <c:v>155.73682515831274</c:v>
                </c:pt>
                <c:pt idx="88">
                  <c:v>144.96082429966725</c:v>
                </c:pt>
                <c:pt idx="89">
                  <c:v>141.18278415799074</c:v>
                </c:pt>
                <c:pt idx="90">
                  <c:v>142.8034775142213</c:v>
                </c:pt>
                <c:pt idx="91">
                  <c:v>143.87678437265211</c:v>
                </c:pt>
                <c:pt idx="92">
                  <c:v>144.41343780186753</c:v>
                </c:pt>
                <c:pt idx="93">
                  <c:v>143.87678437265211</c:v>
                </c:pt>
                <c:pt idx="94">
                  <c:v>145.49747772888264</c:v>
                </c:pt>
                <c:pt idx="95">
                  <c:v>152.50617151443595</c:v>
                </c:pt>
                <c:pt idx="96">
                  <c:v>153.57947837286676</c:v>
                </c:pt>
                <c:pt idx="97">
                  <c:v>155.73682515831271</c:v>
                </c:pt>
                <c:pt idx="98">
                  <c:v>153.04282494365137</c:v>
                </c:pt>
                <c:pt idx="99">
                  <c:v>163.81882580229686</c:v>
                </c:pt>
                <c:pt idx="100">
                  <c:v>158.96747880218953</c:v>
                </c:pt>
                <c:pt idx="101">
                  <c:v>160.04078566062034</c:v>
                </c:pt>
                <c:pt idx="102">
                  <c:v>169.74347966083499</c:v>
                </c:pt>
                <c:pt idx="103">
                  <c:v>170.82751958785011</c:v>
                </c:pt>
                <c:pt idx="104">
                  <c:v>171.36417301706553</c:v>
                </c:pt>
                <c:pt idx="105">
                  <c:v>169.20682623161957</c:v>
                </c:pt>
                <c:pt idx="106">
                  <c:v>169.20682623161957</c:v>
                </c:pt>
                <c:pt idx="107">
                  <c:v>160.58817215842004</c:v>
                </c:pt>
                <c:pt idx="108">
                  <c:v>160.58817215842004</c:v>
                </c:pt>
                <c:pt idx="109">
                  <c:v>163.28217237308138</c:v>
                </c:pt>
                <c:pt idx="110">
                  <c:v>167.04947944617356</c:v>
                </c:pt>
                <c:pt idx="111">
                  <c:v>164.89213266072761</c:v>
                </c:pt>
                <c:pt idx="112">
                  <c:v>168.1335193731887</c:v>
                </c:pt>
                <c:pt idx="113">
                  <c:v>168.1335193731887</c:v>
                </c:pt>
                <c:pt idx="114">
                  <c:v>170.28013309005036</c:v>
                </c:pt>
                <c:pt idx="115">
                  <c:v>172.43747987549631</c:v>
                </c:pt>
                <c:pt idx="116">
                  <c:v>173.52151980251142</c:v>
                </c:pt>
                <c:pt idx="117">
                  <c:v>173.52151980251142</c:v>
                </c:pt>
                <c:pt idx="118">
                  <c:v>165.4395191585273</c:v>
                </c:pt>
                <c:pt idx="119">
                  <c:v>157.34678544595889</c:v>
                </c:pt>
                <c:pt idx="120">
                  <c:v>170.82751958785005</c:v>
                </c:pt>
                <c:pt idx="121">
                  <c:v>178.36213373403444</c:v>
                </c:pt>
                <c:pt idx="122">
                  <c:v>172.9741333047117</c:v>
                </c:pt>
                <c:pt idx="123">
                  <c:v>172.43747987549628</c:v>
                </c:pt>
                <c:pt idx="124">
                  <c:v>172.43747987549628</c:v>
                </c:pt>
                <c:pt idx="125">
                  <c:v>171.36417301706547</c:v>
                </c:pt>
                <c:pt idx="126">
                  <c:v>168.1335193731887</c:v>
                </c:pt>
                <c:pt idx="127">
                  <c:v>168.1335193731887</c:v>
                </c:pt>
                <c:pt idx="128">
                  <c:v>176.21552001717282</c:v>
                </c:pt>
                <c:pt idx="129">
                  <c:v>175.13148009015765</c:v>
                </c:pt>
                <c:pt idx="130">
                  <c:v>178.90952023183416</c:v>
                </c:pt>
                <c:pt idx="131">
                  <c:v>172.43747987549628</c:v>
                </c:pt>
                <c:pt idx="132">
                  <c:v>176.21552001717279</c:v>
                </c:pt>
                <c:pt idx="133">
                  <c:v>192.37952130514103</c:v>
                </c:pt>
                <c:pt idx="134">
                  <c:v>181.60352044649551</c:v>
                </c:pt>
                <c:pt idx="135">
                  <c:v>176.75217344638821</c:v>
                </c:pt>
                <c:pt idx="136">
                  <c:v>178.36213373403444</c:v>
                </c:pt>
                <c:pt idx="137">
                  <c:v>174.05817323172681</c:v>
                </c:pt>
                <c:pt idx="138">
                  <c:v>177.2888268756036</c:v>
                </c:pt>
                <c:pt idx="139">
                  <c:v>179.44617366104956</c:v>
                </c:pt>
                <c:pt idx="140">
                  <c:v>180.5194805194804</c:v>
                </c:pt>
                <c:pt idx="141">
                  <c:v>192.37952130514103</c:v>
                </c:pt>
                <c:pt idx="142">
                  <c:v>186.27240528066963</c:v>
                </c:pt>
                <c:pt idx="143">
                  <c:v>181.92551250402479</c:v>
                </c:pt>
                <c:pt idx="144">
                  <c:v>184.64097885585477</c:v>
                </c:pt>
                <c:pt idx="145">
                  <c:v>174.32649994633454</c:v>
                </c:pt>
                <c:pt idx="146">
                  <c:v>186.27240528066963</c:v>
                </c:pt>
                <c:pt idx="147">
                  <c:v>173.77911344853482</c:v>
                </c:pt>
                <c:pt idx="148">
                  <c:v>178.12600622517965</c:v>
                </c:pt>
                <c:pt idx="149">
                  <c:v>191.15595148652986</c:v>
                </c:pt>
                <c:pt idx="150">
                  <c:v>193.87141783835983</c:v>
                </c:pt>
                <c:pt idx="151">
                  <c:v>203.11258988944925</c:v>
                </c:pt>
                <c:pt idx="152">
                  <c:v>202.5652033916495</c:v>
                </c:pt>
                <c:pt idx="153">
                  <c:v>213.96372222818485</c:v>
                </c:pt>
                <c:pt idx="154">
                  <c:v>212.87968230116971</c:v>
                </c:pt>
                <c:pt idx="155">
                  <c:v>213.42706879896943</c:v>
                </c:pt>
                <c:pt idx="156">
                  <c:v>215.59514865299971</c:v>
                </c:pt>
                <c:pt idx="157">
                  <c:v>233.51937318879445</c:v>
                </c:pt>
                <c:pt idx="158">
                  <c:v>239.49769239025414</c:v>
                </c:pt>
                <c:pt idx="159">
                  <c:v>245.46527852312951</c:v>
                </c:pt>
                <c:pt idx="160">
                  <c:v>247.09670494794437</c:v>
                </c:pt>
                <c:pt idx="161">
                  <c:v>244.38123859611437</c:v>
                </c:pt>
                <c:pt idx="162">
                  <c:v>244.38123859611437</c:v>
                </c:pt>
                <c:pt idx="163">
                  <c:v>240.58173231726926</c:v>
                </c:pt>
                <c:pt idx="164">
                  <c:v>232.43533326177931</c:v>
                </c:pt>
                <c:pt idx="165">
                  <c:v>230.25652033916475</c:v>
                </c:pt>
                <c:pt idx="166">
                  <c:v>224.82558763550477</c:v>
                </c:pt>
                <c:pt idx="167">
                  <c:v>233.51937318879445</c:v>
                </c:pt>
                <c:pt idx="168">
                  <c:v>239.49769239025414</c:v>
                </c:pt>
                <c:pt idx="169">
                  <c:v>234.0667596865942</c:v>
                </c:pt>
                <c:pt idx="170">
                  <c:v>235.68745304282473</c:v>
                </c:pt>
                <c:pt idx="171">
                  <c:v>235.6874530428247</c:v>
                </c:pt>
                <c:pt idx="172">
                  <c:v>239.49769239025412</c:v>
                </c:pt>
                <c:pt idx="173">
                  <c:v>239.49769239025409</c:v>
                </c:pt>
                <c:pt idx="174">
                  <c:v>238.40291939465465</c:v>
                </c:pt>
                <c:pt idx="175">
                  <c:v>238.95030589245437</c:v>
                </c:pt>
                <c:pt idx="176">
                  <c:v>238.95030589245437</c:v>
                </c:pt>
                <c:pt idx="177">
                  <c:v>237.86626596543923</c:v>
                </c:pt>
                <c:pt idx="178">
                  <c:v>249.81217129977429</c:v>
                </c:pt>
                <c:pt idx="179">
                  <c:v>250.35955779757401</c:v>
                </c:pt>
                <c:pt idx="180">
                  <c:v>245.46527852312946</c:v>
                </c:pt>
                <c:pt idx="181">
                  <c:v>247.09670494794432</c:v>
                </c:pt>
                <c:pt idx="182">
                  <c:v>244.92862509391404</c:v>
                </c:pt>
                <c:pt idx="183">
                  <c:v>264.47354298593933</c:v>
                </c:pt>
                <c:pt idx="184">
                  <c:v>275.88279489105906</c:v>
                </c:pt>
                <c:pt idx="185">
                  <c:v>271.53590211441423</c:v>
                </c:pt>
                <c:pt idx="186">
                  <c:v>270.98851561661451</c:v>
                </c:pt>
                <c:pt idx="187">
                  <c:v>297.59579263711464</c:v>
                </c:pt>
                <c:pt idx="188">
                  <c:v>326.92926907802911</c:v>
                </c:pt>
                <c:pt idx="189">
                  <c:v>334.52828163571934</c:v>
                </c:pt>
                <c:pt idx="190">
                  <c:v>348.65299989266896</c:v>
                </c:pt>
                <c:pt idx="191">
                  <c:v>355.16797252334413</c:v>
                </c:pt>
                <c:pt idx="192">
                  <c:v>368.19791778469431</c:v>
                </c:pt>
                <c:pt idx="193">
                  <c:v>361.68294515401925</c:v>
                </c:pt>
                <c:pt idx="194">
                  <c:v>384.49071589567427</c:v>
                </c:pt>
                <c:pt idx="195">
                  <c:v>399.15208758183934</c:v>
                </c:pt>
                <c:pt idx="196">
                  <c:v>374.17623698615404</c:v>
                </c:pt>
                <c:pt idx="197">
                  <c:v>411.09799291617441</c:v>
                </c:pt>
                <c:pt idx="198">
                  <c:v>396.43662123000939</c:v>
                </c:pt>
                <c:pt idx="199">
                  <c:v>418.1603520446493</c:v>
                </c:pt>
                <c:pt idx="200">
                  <c:v>421.42320489427897</c:v>
                </c:pt>
                <c:pt idx="201">
                  <c:v>396.98400772780911</c:v>
                </c:pt>
                <c:pt idx="202">
                  <c:v>369.28195771170954</c:v>
                </c:pt>
                <c:pt idx="203">
                  <c:v>377.42835676719949</c:v>
                </c:pt>
                <c:pt idx="204">
                  <c:v>403.49898035848423</c:v>
                </c:pt>
                <c:pt idx="205">
                  <c:v>400.78351400665429</c:v>
                </c:pt>
                <c:pt idx="206">
                  <c:v>400.78351400665429</c:v>
                </c:pt>
                <c:pt idx="207">
                  <c:v>400.78351400665429</c:v>
                </c:pt>
                <c:pt idx="208">
                  <c:v>400.78351400665429</c:v>
                </c:pt>
                <c:pt idx="209">
                  <c:v>400.78351400665429</c:v>
                </c:pt>
                <c:pt idx="210">
                  <c:v>400.78351400665429</c:v>
                </c:pt>
                <c:pt idx="211">
                  <c:v>400.78351400665429</c:v>
                </c:pt>
                <c:pt idx="212">
                  <c:v>400.78351400665429</c:v>
                </c:pt>
                <c:pt idx="213">
                  <c:v>440.43146935708893</c:v>
                </c:pt>
                <c:pt idx="214">
                  <c:v>484.41558441558414</c:v>
                </c:pt>
                <c:pt idx="215">
                  <c:v>497.99291617473409</c:v>
                </c:pt>
                <c:pt idx="216">
                  <c:v>522.97949983900367</c:v>
                </c:pt>
                <c:pt idx="217">
                  <c:v>522.97949983900367</c:v>
                </c:pt>
                <c:pt idx="218">
                  <c:v>522.43211334120394</c:v>
                </c:pt>
                <c:pt idx="219">
                  <c:v>502.87646238059426</c:v>
                </c:pt>
                <c:pt idx="220">
                  <c:v>452.91402812063944</c:v>
                </c:pt>
                <c:pt idx="221">
                  <c:v>488.76247719222897</c:v>
                </c:pt>
                <c:pt idx="222">
                  <c:v>469.20682623161935</c:v>
                </c:pt>
                <c:pt idx="223">
                  <c:v>422.50724482129414</c:v>
                </c:pt>
                <c:pt idx="224">
                  <c:v>460.52377374691395</c:v>
                </c:pt>
                <c:pt idx="225">
                  <c:v>506.13931523022399</c:v>
                </c:pt>
                <c:pt idx="226">
                  <c:v>521.34807341418878</c:v>
                </c:pt>
                <c:pt idx="227">
                  <c:v>551.75485671353408</c:v>
                </c:pt>
                <c:pt idx="228">
                  <c:v>596.28635826982884</c:v>
                </c:pt>
                <c:pt idx="229">
                  <c:v>589.77138563915378</c:v>
                </c:pt>
                <c:pt idx="230">
                  <c:v>629.95599441880381</c:v>
                </c:pt>
                <c:pt idx="231">
                  <c:v>631.04003434581909</c:v>
                </c:pt>
                <c:pt idx="232">
                  <c:v>601.71729097348884</c:v>
                </c:pt>
                <c:pt idx="233">
                  <c:v>541.97703123322913</c:v>
                </c:pt>
                <c:pt idx="234">
                  <c:v>499.62434259954881</c:v>
                </c:pt>
                <c:pt idx="235">
                  <c:v>549.58677685950363</c:v>
                </c:pt>
                <c:pt idx="236">
                  <c:v>545.23988408285879</c:v>
                </c:pt>
                <c:pt idx="237">
                  <c:v>548.50273693248846</c:v>
                </c:pt>
                <c:pt idx="238">
                  <c:v>536.00944510035367</c:v>
                </c:pt>
                <c:pt idx="239">
                  <c:v>482.78415799076913</c:v>
                </c:pt>
                <c:pt idx="240">
                  <c:v>530.57851239669367</c:v>
                </c:pt>
                <c:pt idx="241">
                  <c:v>563.70076204786892</c:v>
                </c:pt>
                <c:pt idx="242">
                  <c:v>563.70076204786892</c:v>
                </c:pt>
                <c:pt idx="243">
                  <c:v>563.70076204786892</c:v>
                </c:pt>
                <c:pt idx="244">
                  <c:v>612.57915638080863</c:v>
                </c:pt>
                <c:pt idx="245">
                  <c:v>673.4034560480834</c:v>
                </c:pt>
                <c:pt idx="246">
                  <c:v>678.8343887517434</c:v>
                </c:pt>
                <c:pt idx="247">
                  <c:v>692.95910700869297</c:v>
                </c:pt>
                <c:pt idx="248">
                  <c:v>679.91842867875846</c:v>
                </c:pt>
                <c:pt idx="249">
                  <c:v>648.4276054523981</c:v>
                </c:pt>
                <c:pt idx="250">
                  <c:v>671.23537619405317</c:v>
                </c:pt>
                <c:pt idx="251">
                  <c:v>700.55811956638343</c:v>
                </c:pt>
                <c:pt idx="252">
                  <c:v>698.3900397123532</c:v>
                </c:pt>
                <c:pt idx="253">
                  <c:v>736.39583556938862</c:v>
                </c:pt>
                <c:pt idx="254">
                  <c:v>771.16024471396304</c:v>
                </c:pt>
                <c:pt idx="255">
                  <c:v>777.67521734463799</c:v>
                </c:pt>
                <c:pt idx="256">
                  <c:v>790.70516260598833</c:v>
                </c:pt>
                <c:pt idx="257">
                  <c:v>858.04443490393828</c:v>
                </c:pt>
                <c:pt idx="258">
                  <c:v>911.26972201352282</c:v>
                </c:pt>
                <c:pt idx="259">
                  <c:v>896.06096382955809</c:v>
                </c:pt>
                <c:pt idx="260">
                  <c:v>872.16915316088784</c:v>
                </c:pt>
                <c:pt idx="261">
                  <c:v>959.05334335086297</c:v>
                </c:pt>
              </c:numCache>
            </c:numRef>
          </c:val>
          <c:smooth val="0"/>
          <c:extLst>
            <c:ext xmlns:c16="http://schemas.microsoft.com/office/drawing/2014/chart" uri="{C3380CC4-5D6E-409C-BE32-E72D297353CC}">
              <c16:uniqueId val="{00000004-6134-464B-9E80-AD82B1F3DB96}"/>
            </c:ext>
          </c:extLst>
        </c:ser>
        <c:ser>
          <c:idx val="5"/>
          <c:order val="5"/>
          <c:tx>
            <c:strRef>
              <c:f>AI产业链公司股价涨幅!$G$1</c:f>
              <c:strCache>
                <c:ptCount val="1"/>
                <c:pt idx="0">
                  <c:v>MSCI亚太指数</c:v>
                </c:pt>
              </c:strCache>
            </c:strRef>
          </c:tx>
          <c:spPr>
            <a:ln w="28575" cap="rnd">
              <a:solidFill>
                <a:schemeClr val="accent6"/>
              </a:solidFill>
              <a:round/>
            </a:ln>
            <a:effectLst/>
          </c:spPr>
          <c:marker>
            <c:symbol val="none"/>
          </c:marker>
          <c:cat>
            <c:numRef>
              <c:f>AI产业链公司股价涨幅!$A$2:$A$263</c:f>
              <c:numCache>
                <c:formatCode>m/d/yyyy</c:formatCode>
                <c:ptCount val="262"/>
                <c:pt idx="0">
                  <c:v>45777</c:v>
                </c:pt>
                <c:pt idx="1">
                  <c:v>45778</c:v>
                </c:pt>
                <c:pt idx="2">
                  <c:v>45779</c:v>
                </c:pt>
                <c:pt idx="3">
                  <c:v>45782</c:v>
                </c:pt>
                <c:pt idx="4">
                  <c:v>45783</c:v>
                </c:pt>
                <c:pt idx="5">
                  <c:v>45784</c:v>
                </c:pt>
                <c:pt idx="6">
                  <c:v>45785</c:v>
                </c:pt>
                <c:pt idx="7">
                  <c:v>45786</c:v>
                </c:pt>
                <c:pt idx="8">
                  <c:v>45789</c:v>
                </c:pt>
                <c:pt idx="9">
                  <c:v>45790</c:v>
                </c:pt>
                <c:pt idx="10">
                  <c:v>45791</c:v>
                </c:pt>
                <c:pt idx="11">
                  <c:v>45792</c:v>
                </c:pt>
                <c:pt idx="12">
                  <c:v>45793</c:v>
                </c:pt>
                <c:pt idx="13">
                  <c:v>45796</c:v>
                </c:pt>
                <c:pt idx="14">
                  <c:v>45797</c:v>
                </c:pt>
                <c:pt idx="15">
                  <c:v>45798</c:v>
                </c:pt>
                <c:pt idx="16">
                  <c:v>45799</c:v>
                </c:pt>
                <c:pt idx="17">
                  <c:v>45800</c:v>
                </c:pt>
                <c:pt idx="18">
                  <c:v>45803</c:v>
                </c:pt>
                <c:pt idx="19">
                  <c:v>45804</c:v>
                </c:pt>
                <c:pt idx="20">
                  <c:v>45805</c:v>
                </c:pt>
                <c:pt idx="21">
                  <c:v>45806</c:v>
                </c:pt>
                <c:pt idx="22">
                  <c:v>45807</c:v>
                </c:pt>
                <c:pt idx="23">
                  <c:v>45810</c:v>
                </c:pt>
                <c:pt idx="24">
                  <c:v>45811</c:v>
                </c:pt>
                <c:pt idx="25">
                  <c:v>45812</c:v>
                </c:pt>
                <c:pt idx="26">
                  <c:v>45813</c:v>
                </c:pt>
                <c:pt idx="27">
                  <c:v>45814</c:v>
                </c:pt>
                <c:pt idx="28">
                  <c:v>45817</c:v>
                </c:pt>
                <c:pt idx="29">
                  <c:v>45818</c:v>
                </c:pt>
                <c:pt idx="30">
                  <c:v>45819</c:v>
                </c:pt>
                <c:pt idx="31">
                  <c:v>45820</c:v>
                </c:pt>
                <c:pt idx="32">
                  <c:v>45821</c:v>
                </c:pt>
                <c:pt idx="33">
                  <c:v>45824</c:v>
                </c:pt>
                <c:pt idx="34">
                  <c:v>45825</c:v>
                </c:pt>
                <c:pt idx="35">
                  <c:v>45826</c:v>
                </c:pt>
                <c:pt idx="36">
                  <c:v>45827</c:v>
                </c:pt>
                <c:pt idx="37">
                  <c:v>45828</c:v>
                </c:pt>
                <c:pt idx="38">
                  <c:v>45831</c:v>
                </c:pt>
                <c:pt idx="39">
                  <c:v>45832</c:v>
                </c:pt>
                <c:pt idx="40">
                  <c:v>45833</c:v>
                </c:pt>
                <c:pt idx="41">
                  <c:v>45834</c:v>
                </c:pt>
                <c:pt idx="42">
                  <c:v>45835</c:v>
                </c:pt>
                <c:pt idx="43">
                  <c:v>45838</c:v>
                </c:pt>
                <c:pt idx="44">
                  <c:v>45839</c:v>
                </c:pt>
                <c:pt idx="45">
                  <c:v>45840</c:v>
                </c:pt>
                <c:pt idx="46">
                  <c:v>45841</c:v>
                </c:pt>
                <c:pt idx="47">
                  <c:v>45842</c:v>
                </c:pt>
                <c:pt idx="48">
                  <c:v>45845</c:v>
                </c:pt>
                <c:pt idx="49">
                  <c:v>45846</c:v>
                </c:pt>
                <c:pt idx="50">
                  <c:v>45847</c:v>
                </c:pt>
                <c:pt idx="51">
                  <c:v>45848</c:v>
                </c:pt>
                <c:pt idx="52">
                  <c:v>45849</c:v>
                </c:pt>
                <c:pt idx="53">
                  <c:v>45852</c:v>
                </c:pt>
                <c:pt idx="54">
                  <c:v>45853</c:v>
                </c:pt>
                <c:pt idx="55">
                  <c:v>45854</c:v>
                </c:pt>
                <c:pt idx="56">
                  <c:v>45855</c:v>
                </c:pt>
                <c:pt idx="57">
                  <c:v>45856</c:v>
                </c:pt>
                <c:pt idx="58">
                  <c:v>45859</c:v>
                </c:pt>
                <c:pt idx="59">
                  <c:v>45860</c:v>
                </c:pt>
                <c:pt idx="60">
                  <c:v>45861</c:v>
                </c:pt>
                <c:pt idx="61">
                  <c:v>45862</c:v>
                </c:pt>
                <c:pt idx="62">
                  <c:v>45863</c:v>
                </c:pt>
                <c:pt idx="63">
                  <c:v>45866</c:v>
                </c:pt>
                <c:pt idx="64">
                  <c:v>45867</c:v>
                </c:pt>
                <c:pt idx="65">
                  <c:v>45868</c:v>
                </c:pt>
                <c:pt idx="66">
                  <c:v>45869</c:v>
                </c:pt>
                <c:pt idx="67">
                  <c:v>45870</c:v>
                </c:pt>
                <c:pt idx="68">
                  <c:v>45873</c:v>
                </c:pt>
                <c:pt idx="69">
                  <c:v>45874</c:v>
                </c:pt>
                <c:pt idx="70">
                  <c:v>45875</c:v>
                </c:pt>
                <c:pt idx="71">
                  <c:v>45876</c:v>
                </c:pt>
                <c:pt idx="72">
                  <c:v>45877</c:v>
                </c:pt>
                <c:pt idx="73">
                  <c:v>45880</c:v>
                </c:pt>
                <c:pt idx="74">
                  <c:v>45881</c:v>
                </c:pt>
                <c:pt idx="75">
                  <c:v>45882</c:v>
                </c:pt>
                <c:pt idx="76">
                  <c:v>45883</c:v>
                </c:pt>
                <c:pt idx="77">
                  <c:v>45884</c:v>
                </c:pt>
                <c:pt idx="78">
                  <c:v>45887</c:v>
                </c:pt>
                <c:pt idx="79">
                  <c:v>45888</c:v>
                </c:pt>
                <c:pt idx="80">
                  <c:v>45889</c:v>
                </c:pt>
                <c:pt idx="81">
                  <c:v>45890</c:v>
                </c:pt>
                <c:pt idx="82">
                  <c:v>45891</c:v>
                </c:pt>
                <c:pt idx="83">
                  <c:v>45894</c:v>
                </c:pt>
                <c:pt idx="84">
                  <c:v>45895</c:v>
                </c:pt>
                <c:pt idx="85">
                  <c:v>45896</c:v>
                </c:pt>
                <c:pt idx="86">
                  <c:v>45897</c:v>
                </c:pt>
                <c:pt idx="87">
                  <c:v>45898</c:v>
                </c:pt>
                <c:pt idx="88">
                  <c:v>45901</c:v>
                </c:pt>
                <c:pt idx="89">
                  <c:v>45902</c:v>
                </c:pt>
                <c:pt idx="90">
                  <c:v>45903</c:v>
                </c:pt>
                <c:pt idx="91">
                  <c:v>45904</c:v>
                </c:pt>
                <c:pt idx="92">
                  <c:v>45905</c:v>
                </c:pt>
                <c:pt idx="93">
                  <c:v>45908</c:v>
                </c:pt>
                <c:pt idx="94">
                  <c:v>45909</c:v>
                </c:pt>
                <c:pt idx="95">
                  <c:v>45910</c:v>
                </c:pt>
                <c:pt idx="96">
                  <c:v>45911</c:v>
                </c:pt>
                <c:pt idx="97">
                  <c:v>45912</c:v>
                </c:pt>
                <c:pt idx="98">
                  <c:v>45915</c:v>
                </c:pt>
                <c:pt idx="99">
                  <c:v>45916</c:v>
                </c:pt>
                <c:pt idx="100">
                  <c:v>45917</c:v>
                </c:pt>
                <c:pt idx="101">
                  <c:v>45918</c:v>
                </c:pt>
                <c:pt idx="102">
                  <c:v>45919</c:v>
                </c:pt>
                <c:pt idx="103">
                  <c:v>45922</c:v>
                </c:pt>
                <c:pt idx="104">
                  <c:v>45923</c:v>
                </c:pt>
                <c:pt idx="105">
                  <c:v>45924</c:v>
                </c:pt>
                <c:pt idx="106">
                  <c:v>45925</c:v>
                </c:pt>
                <c:pt idx="107">
                  <c:v>45926</c:v>
                </c:pt>
                <c:pt idx="108">
                  <c:v>45929</c:v>
                </c:pt>
                <c:pt idx="109">
                  <c:v>45930</c:v>
                </c:pt>
                <c:pt idx="110">
                  <c:v>45931</c:v>
                </c:pt>
                <c:pt idx="111">
                  <c:v>45932</c:v>
                </c:pt>
                <c:pt idx="112">
                  <c:v>45933</c:v>
                </c:pt>
                <c:pt idx="113">
                  <c:v>45936</c:v>
                </c:pt>
                <c:pt idx="114">
                  <c:v>45937</c:v>
                </c:pt>
                <c:pt idx="115">
                  <c:v>45938</c:v>
                </c:pt>
                <c:pt idx="116">
                  <c:v>45939</c:v>
                </c:pt>
                <c:pt idx="117">
                  <c:v>45940</c:v>
                </c:pt>
                <c:pt idx="118">
                  <c:v>45943</c:v>
                </c:pt>
                <c:pt idx="119">
                  <c:v>45944</c:v>
                </c:pt>
                <c:pt idx="120">
                  <c:v>45945</c:v>
                </c:pt>
                <c:pt idx="121">
                  <c:v>45946</c:v>
                </c:pt>
                <c:pt idx="122">
                  <c:v>45947</c:v>
                </c:pt>
                <c:pt idx="123">
                  <c:v>45950</c:v>
                </c:pt>
                <c:pt idx="124">
                  <c:v>45951</c:v>
                </c:pt>
                <c:pt idx="125">
                  <c:v>45952</c:v>
                </c:pt>
                <c:pt idx="126">
                  <c:v>45953</c:v>
                </c:pt>
                <c:pt idx="127">
                  <c:v>45954</c:v>
                </c:pt>
                <c:pt idx="128">
                  <c:v>45957</c:v>
                </c:pt>
                <c:pt idx="129">
                  <c:v>45958</c:v>
                </c:pt>
                <c:pt idx="130">
                  <c:v>45959</c:v>
                </c:pt>
                <c:pt idx="131">
                  <c:v>45960</c:v>
                </c:pt>
                <c:pt idx="132">
                  <c:v>45961</c:v>
                </c:pt>
                <c:pt idx="133">
                  <c:v>45964</c:v>
                </c:pt>
                <c:pt idx="134">
                  <c:v>45965</c:v>
                </c:pt>
                <c:pt idx="135">
                  <c:v>45966</c:v>
                </c:pt>
                <c:pt idx="136">
                  <c:v>45967</c:v>
                </c:pt>
                <c:pt idx="137">
                  <c:v>45968</c:v>
                </c:pt>
                <c:pt idx="138">
                  <c:v>45971</c:v>
                </c:pt>
                <c:pt idx="139">
                  <c:v>45972</c:v>
                </c:pt>
                <c:pt idx="140">
                  <c:v>45973</c:v>
                </c:pt>
                <c:pt idx="141">
                  <c:v>45974</c:v>
                </c:pt>
                <c:pt idx="142">
                  <c:v>45975</c:v>
                </c:pt>
                <c:pt idx="143">
                  <c:v>45978</c:v>
                </c:pt>
                <c:pt idx="144">
                  <c:v>45979</c:v>
                </c:pt>
                <c:pt idx="145">
                  <c:v>45980</c:v>
                </c:pt>
                <c:pt idx="146">
                  <c:v>45981</c:v>
                </c:pt>
                <c:pt idx="147">
                  <c:v>45982</c:v>
                </c:pt>
                <c:pt idx="148">
                  <c:v>45985</c:v>
                </c:pt>
                <c:pt idx="149">
                  <c:v>45986</c:v>
                </c:pt>
                <c:pt idx="150">
                  <c:v>45987</c:v>
                </c:pt>
                <c:pt idx="151">
                  <c:v>45988</c:v>
                </c:pt>
                <c:pt idx="152">
                  <c:v>45989</c:v>
                </c:pt>
                <c:pt idx="153">
                  <c:v>45992</c:v>
                </c:pt>
                <c:pt idx="154">
                  <c:v>45993</c:v>
                </c:pt>
                <c:pt idx="155">
                  <c:v>45994</c:v>
                </c:pt>
                <c:pt idx="156">
                  <c:v>45995</c:v>
                </c:pt>
                <c:pt idx="157">
                  <c:v>45996</c:v>
                </c:pt>
                <c:pt idx="158">
                  <c:v>45999</c:v>
                </c:pt>
                <c:pt idx="159">
                  <c:v>46000</c:v>
                </c:pt>
                <c:pt idx="160">
                  <c:v>46001</c:v>
                </c:pt>
                <c:pt idx="161">
                  <c:v>46002</c:v>
                </c:pt>
                <c:pt idx="162">
                  <c:v>46003</c:v>
                </c:pt>
                <c:pt idx="163">
                  <c:v>46006</c:v>
                </c:pt>
                <c:pt idx="164">
                  <c:v>46007</c:v>
                </c:pt>
                <c:pt idx="165">
                  <c:v>46008</c:v>
                </c:pt>
                <c:pt idx="166">
                  <c:v>46009</c:v>
                </c:pt>
                <c:pt idx="167">
                  <c:v>46010</c:v>
                </c:pt>
                <c:pt idx="168">
                  <c:v>46013</c:v>
                </c:pt>
                <c:pt idx="169">
                  <c:v>46014</c:v>
                </c:pt>
                <c:pt idx="170">
                  <c:v>46015</c:v>
                </c:pt>
                <c:pt idx="171">
                  <c:v>46016</c:v>
                </c:pt>
                <c:pt idx="172">
                  <c:v>46017</c:v>
                </c:pt>
                <c:pt idx="173">
                  <c:v>46020</c:v>
                </c:pt>
                <c:pt idx="174">
                  <c:v>46021</c:v>
                </c:pt>
                <c:pt idx="175">
                  <c:v>46022</c:v>
                </c:pt>
                <c:pt idx="176">
                  <c:v>46023</c:v>
                </c:pt>
                <c:pt idx="177">
                  <c:v>46024</c:v>
                </c:pt>
                <c:pt idx="178">
                  <c:v>46027</c:v>
                </c:pt>
                <c:pt idx="179">
                  <c:v>46028</c:v>
                </c:pt>
                <c:pt idx="180">
                  <c:v>46029</c:v>
                </c:pt>
                <c:pt idx="181">
                  <c:v>46030</c:v>
                </c:pt>
                <c:pt idx="182">
                  <c:v>46031</c:v>
                </c:pt>
                <c:pt idx="183">
                  <c:v>46034</c:v>
                </c:pt>
                <c:pt idx="184">
                  <c:v>46035</c:v>
                </c:pt>
                <c:pt idx="185">
                  <c:v>46036</c:v>
                </c:pt>
                <c:pt idx="186">
                  <c:v>46037</c:v>
                </c:pt>
                <c:pt idx="187">
                  <c:v>46038</c:v>
                </c:pt>
                <c:pt idx="188">
                  <c:v>46041</c:v>
                </c:pt>
                <c:pt idx="189">
                  <c:v>46042</c:v>
                </c:pt>
                <c:pt idx="190">
                  <c:v>46043</c:v>
                </c:pt>
                <c:pt idx="191">
                  <c:v>46044</c:v>
                </c:pt>
                <c:pt idx="192">
                  <c:v>46045</c:v>
                </c:pt>
                <c:pt idx="193">
                  <c:v>46048</c:v>
                </c:pt>
                <c:pt idx="194">
                  <c:v>46049</c:v>
                </c:pt>
                <c:pt idx="195">
                  <c:v>46050</c:v>
                </c:pt>
                <c:pt idx="196">
                  <c:v>46051</c:v>
                </c:pt>
                <c:pt idx="197">
                  <c:v>46052</c:v>
                </c:pt>
                <c:pt idx="198">
                  <c:v>46055</c:v>
                </c:pt>
                <c:pt idx="199">
                  <c:v>46056</c:v>
                </c:pt>
                <c:pt idx="200">
                  <c:v>46057</c:v>
                </c:pt>
                <c:pt idx="201">
                  <c:v>46058</c:v>
                </c:pt>
                <c:pt idx="202">
                  <c:v>46059</c:v>
                </c:pt>
                <c:pt idx="203">
                  <c:v>46062</c:v>
                </c:pt>
                <c:pt idx="204">
                  <c:v>46063</c:v>
                </c:pt>
                <c:pt idx="205">
                  <c:v>46064</c:v>
                </c:pt>
                <c:pt idx="206">
                  <c:v>46065</c:v>
                </c:pt>
                <c:pt idx="207">
                  <c:v>46066</c:v>
                </c:pt>
                <c:pt idx="208">
                  <c:v>46069</c:v>
                </c:pt>
                <c:pt idx="209">
                  <c:v>46070</c:v>
                </c:pt>
                <c:pt idx="210">
                  <c:v>46071</c:v>
                </c:pt>
                <c:pt idx="211">
                  <c:v>46072</c:v>
                </c:pt>
                <c:pt idx="212">
                  <c:v>46073</c:v>
                </c:pt>
                <c:pt idx="213">
                  <c:v>46076</c:v>
                </c:pt>
                <c:pt idx="214">
                  <c:v>46077</c:v>
                </c:pt>
                <c:pt idx="215">
                  <c:v>46078</c:v>
                </c:pt>
                <c:pt idx="216">
                  <c:v>46079</c:v>
                </c:pt>
                <c:pt idx="217">
                  <c:v>46080</c:v>
                </c:pt>
                <c:pt idx="218">
                  <c:v>46083</c:v>
                </c:pt>
                <c:pt idx="219">
                  <c:v>46084</c:v>
                </c:pt>
                <c:pt idx="220">
                  <c:v>46085</c:v>
                </c:pt>
                <c:pt idx="221">
                  <c:v>46086</c:v>
                </c:pt>
                <c:pt idx="222">
                  <c:v>46087</c:v>
                </c:pt>
                <c:pt idx="223">
                  <c:v>46090</c:v>
                </c:pt>
                <c:pt idx="224">
                  <c:v>46091</c:v>
                </c:pt>
                <c:pt idx="225">
                  <c:v>46092</c:v>
                </c:pt>
                <c:pt idx="226">
                  <c:v>46093</c:v>
                </c:pt>
                <c:pt idx="227">
                  <c:v>46094</c:v>
                </c:pt>
                <c:pt idx="228">
                  <c:v>46097</c:v>
                </c:pt>
                <c:pt idx="229">
                  <c:v>46098</c:v>
                </c:pt>
                <c:pt idx="230">
                  <c:v>46099</c:v>
                </c:pt>
                <c:pt idx="231">
                  <c:v>46100</c:v>
                </c:pt>
                <c:pt idx="232">
                  <c:v>46101</c:v>
                </c:pt>
                <c:pt idx="233">
                  <c:v>46104</c:v>
                </c:pt>
                <c:pt idx="234">
                  <c:v>46105</c:v>
                </c:pt>
                <c:pt idx="235">
                  <c:v>46106</c:v>
                </c:pt>
                <c:pt idx="236">
                  <c:v>46107</c:v>
                </c:pt>
                <c:pt idx="237">
                  <c:v>46108</c:v>
                </c:pt>
                <c:pt idx="238">
                  <c:v>46111</c:v>
                </c:pt>
                <c:pt idx="239">
                  <c:v>46112</c:v>
                </c:pt>
                <c:pt idx="240">
                  <c:v>46113</c:v>
                </c:pt>
                <c:pt idx="241">
                  <c:v>46114</c:v>
                </c:pt>
                <c:pt idx="242">
                  <c:v>46115</c:v>
                </c:pt>
                <c:pt idx="243">
                  <c:v>46118</c:v>
                </c:pt>
                <c:pt idx="244">
                  <c:v>46119</c:v>
                </c:pt>
                <c:pt idx="245">
                  <c:v>46120</c:v>
                </c:pt>
                <c:pt idx="246">
                  <c:v>46121</c:v>
                </c:pt>
                <c:pt idx="247">
                  <c:v>46122</c:v>
                </c:pt>
                <c:pt idx="248">
                  <c:v>46125</c:v>
                </c:pt>
                <c:pt idx="249">
                  <c:v>46126</c:v>
                </c:pt>
                <c:pt idx="250">
                  <c:v>46127</c:v>
                </c:pt>
                <c:pt idx="251">
                  <c:v>46128</c:v>
                </c:pt>
                <c:pt idx="252">
                  <c:v>46129</c:v>
                </c:pt>
                <c:pt idx="253">
                  <c:v>46132</c:v>
                </c:pt>
                <c:pt idx="254">
                  <c:v>46133</c:v>
                </c:pt>
                <c:pt idx="255">
                  <c:v>46134</c:v>
                </c:pt>
                <c:pt idx="256">
                  <c:v>46135</c:v>
                </c:pt>
                <c:pt idx="257">
                  <c:v>46136</c:v>
                </c:pt>
                <c:pt idx="258">
                  <c:v>46139</c:v>
                </c:pt>
                <c:pt idx="259">
                  <c:v>46140</c:v>
                </c:pt>
                <c:pt idx="260">
                  <c:v>46141</c:v>
                </c:pt>
                <c:pt idx="261">
                  <c:v>46142</c:v>
                </c:pt>
              </c:numCache>
            </c:numRef>
          </c:cat>
          <c:val>
            <c:numRef>
              <c:f>AI产业链公司股价涨幅!$G$2:$G$263</c:f>
              <c:numCache>
                <c:formatCode>0.0</c:formatCode>
                <c:ptCount val="262"/>
                <c:pt idx="0">
                  <c:v>100</c:v>
                </c:pt>
                <c:pt idx="1">
                  <c:v>99.593147751605983</c:v>
                </c:pt>
                <c:pt idx="2">
                  <c:v>101.5465203426124</c:v>
                </c:pt>
                <c:pt idx="3">
                  <c:v>101.96076017130621</c:v>
                </c:pt>
                <c:pt idx="4">
                  <c:v>102.05406852248393</c:v>
                </c:pt>
                <c:pt idx="5">
                  <c:v>102.07162740899358</c:v>
                </c:pt>
                <c:pt idx="6">
                  <c:v>101.30198072805139</c:v>
                </c:pt>
                <c:pt idx="7">
                  <c:v>102.02430406852248</c:v>
                </c:pt>
                <c:pt idx="8">
                  <c:v>102.76862955032121</c:v>
                </c:pt>
                <c:pt idx="9">
                  <c:v>103.04962526766596</c:v>
                </c:pt>
                <c:pt idx="10">
                  <c:v>104.3642398286938</c:v>
                </c:pt>
                <c:pt idx="11">
                  <c:v>104.13351177730193</c:v>
                </c:pt>
                <c:pt idx="12">
                  <c:v>104.12864025695933</c:v>
                </c:pt>
                <c:pt idx="13">
                  <c:v>103.96279443254818</c:v>
                </c:pt>
                <c:pt idx="14">
                  <c:v>104.10802997858673</c:v>
                </c:pt>
                <c:pt idx="15">
                  <c:v>104.84684154175589</c:v>
                </c:pt>
                <c:pt idx="16">
                  <c:v>104.00722698072806</c:v>
                </c:pt>
                <c:pt idx="17">
                  <c:v>104.93731263383297</c:v>
                </c:pt>
                <c:pt idx="18">
                  <c:v>105.07055674518202</c:v>
                </c:pt>
                <c:pt idx="19">
                  <c:v>104.56493576017131</c:v>
                </c:pt>
                <c:pt idx="20">
                  <c:v>104.35032119914347</c:v>
                </c:pt>
                <c:pt idx="21">
                  <c:v>105.49603854389721</c:v>
                </c:pt>
                <c:pt idx="22">
                  <c:v>104.78624197002141</c:v>
                </c:pt>
                <c:pt idx="23">
                  <c:v>104.66086723768736</c:v>
                </c:pt>
                <c:pt idx="24">
                  <c:v>104.63163811563167</c:v>
                </c:pt>
                <c:pt idx="25">
                  <c:v>105.86338329764453</c:v>
                </c:pt>
                <c:pt idx="26">
                  <c:v>106.03565310492505</c:v>
                </c:pt>
                <c:pt idx="27">
                  <c:v>105.842130620985</c:v>
                </c:pt>
                <c:pt idx="28">
                  <c:v>106.86809421841541</c:v>
                </c:pt>
                <c:pt idx="29">
                  <c:v>107.26734475374731</c:v>
                </c:pt>
                <c:pt idx="30">
                  <c:v>107.735278372591</c:v>
                </c:pt>
                <c:pt idx="31">
                  <c:v>107.57815845824409</c:v>
                </c:pt>
                <c:pt idx="32">
                  <c:v>106.47023554603854</c:v>
                </c:pt>
                <c:pt idx="33">
                  <c:v>107.26488222698073</c:v>
                </c:pt>
                <c:pt idx="34">
                  <c:v>107.10637044967879</c:v>
                </c:pt>
                <c:pt idx="35">
                  <c:v>107.27896145610276</c:v>
                </c:pt>
                <c:pt idx="36">
                  <c:v>105.76097430406851</c:v>
                </c:pt>
                <c:pt idx="37">
                  <c:v>106.18137044967879</c:v>
                </c:pt>
                <c:pt idx="38">
                  <c:v>105.39138115631692</c:v>
                </c:pt>
                <c:pt idx="39">
                  <c:v>107.87232334047111</c:v>
                </c:pt>
                <c:pt idx="40">
                  <c:v>108.27494646680944</c:v>
                </c:pt>
                <c:pt idx="41">
                  <c:v>109.1721092077088</c:v>
                </c:pt>
                <c:pt idx="42">
                  <c:v>109.66611349036404</c:v>
                </c:pt>
                <c:pt idx="43">
                  <c:v>109.48865096359744</c:v>
                </c:pt>
                <c:pt idx="44">
                  <c:v>109.75872591006426</c:v>
                </c:pt>
                <c:pt idx="45">
                  <c:v>109.72596359743042</c:v>
                </c:pt>
                <c:pt idx="46">
                  <c:v>109.80599571734477</c:v>
                </c:pt>
                <c:pt idx="47">
                  <c:v>109.53758029978589</c:v>
                </c:pt>
                <c:pt idx="48">
                  <c:v>108.70455032119916</c:v>
                </c:pt>
                <c:pt idx="49">
                  <c:v>108.86804068522486</c:v>
                </c:pt>
                <c:pt idx="50">
                  <c:v>108.84652034261244</c:v>
                </c:pt>
                <c:pt idx="51">
                  <c:v>109.05353319057816</c:v>
                </c:pt>
                <c:pt idx="52">
                  <c:v>108.9661670235546</c:v>
                </c:pt>
                <c:pt idx="53">
                  <c:v>108.89759100642398</c:v>
                </c:pt>
                <c:pt idx="54">
                  <c:v>109.40728051391862</c:v>
                </c:pt>
                <c:pt idx="55">
                  <c:v>109.2600107066381</c:v>
                </c:pt>
                <c:pt idx="56">
                  <c:v>109.5852248394004</c:v>
                </c:pt>
                <c:pt idx="57">
                  <c:v>110.28003211991432</c:v>
                </c:pt>
                <c:pt idx="58">
                  <c:v>110.60920770877942</c:v>
                </c:pt>
                <c:pt idx="59">
                  <c:v>110.63704496788006</c:v>
                </c:pt>
                <c:pt idx="60">
                  <c:v>112.91889721627408</c:v>
                </c:pt>
                <c:pt idx="61">
                  <c:v>113.66804068522482</c:v>
                </c:pt>
                <c:pt idx="62">
                  <c:v>112.38056745182013</c:v>
                </c:pt>
                <c:pt idx="63">
                  <c:v>112.05380085653104</c:v>
                </c:pt>
                <c:pt idx="64">
                  <c:v>111.48302997858673</c:v>
                </c:pt>
                <c:pt idx="65">
                  <c:v>111.41814775160599</c:v>
                </c:pt>
                <c:pt idx="66">
                  <c:v>110.7105460385439</c:v>
                </c:pt>
                <c:pt idx="67">
                  <c:v>110.13174518201285</c:v>
                </c:pt>
                <c:pt idx="68">
                  <c:v>110.52692719486082</c:v>
                </c:pt>
                <c:pt idx="69">
                  <c:v>111.31659528907923</c:v>
                </c:pt>
                <c:pt idx="70">
                  <c:v>111.59812633832978</c:v>
                </c:pt>
                <c:pt idx="71">
                  <c:v>112.70305139186296</c:v>
                </c:pt>
                <c:pt idx="72">
                  <c:v>112.64271948608136</c:v>
                </c:pt>
                <c:pt idx="73">
                  <c:v>112.80647751605994</c:v>
                </c:pt>
                <c:pt idx="74">
                  <c:v>113.52339400428264</c:v>
                </c:pt>
                <c:pt idx="75">
                  <c:v>115.31140256959314</c:v>
                </c:pt>
                <c:pt idx="76">
                  <c:v>114.56108137044967</c:v>
                </c:pt>
                <c:pt idx="77">
                  <c:v>115.45235546038542</c:v>
                </c:pt>
                <c:pt idx="78">
                  <c:v>115.32869379014987</c:v>
                </c:pt>
                <c:pt idx="79">
                  <c:v>115.12087794432547</c:v>
                </c:pt>
                <c:pt idx="80">
                  <c:v>114.46895074946465</c:v>
                </c:pt>
                <c:pt idx="81">
                  <c:v>114.14416488222697</c:v>
                </c:pt>
                <c:pt idx="82">
                  <c:v>114.87226980728049</c:v>
                </c:pt>
                <c:pt idx="83">
                  <c:v>115.97553533190575</c:v>
                </c:pt>
                <c:pt idx="84">
                  <c:v>114.86761241970017</c:v>
                </c:pt>
                <c:pt idx="85">
                  <c:v>114.43800856531044</c:v>
                </c:pt>
                <c:pt idx="86">
                  <c:v>114.57012847965734</c:v>
                </c:pt>
                <c:pt idx="87">
                  <c:v>114.31820128479653</c:v>
                </c:pt>
                <c:pt idx="88">
                  <c:v>114.48929336188434</c:v>
                </c:pt>
                <c:pt idx="89">
                  <c:v>114.39619914346892</c:v>
                </c:pt>
                <c:pt idx="90">
                  <c:v>113.80074946466806</c:v>
                </c:pt>
                <c:pt idx="91">
                  <c:v>113.88709850107062</c:v>
                </c:pt>
                <c:pt idx="92">
                  <c:v>115.51081370449677</c:v>
                </c:pt>
                <c:pt idx="93">
                  <c:v>116.16215203426123</c:v>
                </c:pt>
                <c:pt idx="94">
                  <c:v>116.87783725910062</c:v>
                </c:pt>
                <c:pt idx="95">
                  <c:v>117.96605995717343</c:v>
                </c:pt>
                <c:pt idx="96">
                  <c:v>118.19427194860812</c:v>
                </c:pt>
                <c:pt idx="97">
                  <c:v>119.24684154175586</c:v>
                </c:pt>
                <c:pt idx="98">
                  <c:v>119.33131691648821</c:v>
                </c:pt>
                <c:pt idx="99">
                  <c:v>120.3435760171306</c:v>
                </c:pt>
                <c:pt idx="100">
                  <c:v>120.49668094218414</c:v>
                </c:pt>
                <c:pt idx="101">
                  <c:v>119.83399357601712</c:v>
                </c:pt>
                <c:pt idx="102">
                  <c:v>119.40080299785866</c:v>
                </c:pt>
                <c:pt idx="103">
                  <c:v>119.70578158458244</c:v>
                </c:pt>
                <c:pt idx="104">
                  <c:v>119.80032119914348</c:v>
                </c:pt>
                <c:pt idx="105">
                  <c:v>119.80786937901499</c:v>
                </c:pt>
                <c:pt idx="106">
                  <c:v>119.37564239828694</c:v>
                </c:pt>
                <c:pt idx="107">
                  <c:v>118.19079229122056</c:v>
                </c:pt>
                <c:pt idx="108">
                  <c:v>119.09780513918631</c:v>
                </c:pt>
                <c:pt idx="109">
                  <c:v>119.8319057815846</c:v>
                </c:pt>
                <c:pt idx="110">
                  <c:v>119.92708779443255</c:v>
                </c:pt>
                <c:pt idx="111">
                  <c:v>120.93206638115632</c:v>
                </c:pt>
                <c:pt idx="112">
                  <c:v>121.81209850107065</c:v>
                </c:pt>
                <c:pt idx="113">
                  <c:v>122.38559957173447</c:v>
                </c:pt>
                <c:pt idx="114">
                  <c:v>122.32066381156316</c:v>
                </c:pt>
                <c:pt idx="115">
                  <c:v>121.74748394004281</c:v>
                </c:pt>
                <c:pt idx="116">
                  <c:v>122.18961456102784</c:v>
                </c:pt>
                <c:pt idx="117">
                  <c:v>121.10396145610278</c:v>
                </c:pt>
                <c:pt idx="118">
                  <c:v>120.08822269807283</c:v>
                </c:pt>
                <c:pt idx="119">
                  <c:v>118.51921841541758</c:v>
                </c:pt>
                <c:pt idx="120">
                  <c:v>120.81884368308354</c:v>
                </c:pt>
                <c:pt idx="121">
                  <c:v>122.02109207708781</c:v>
                </c:pt>
                <c:pt idx="122">
                  <c:v>120.58956102783729</c:v>
                </c:pt>
                <c:pt idx="123">
                  <c:v>122.944164882227</c:v>
                </c:pt>
                <c:pt idx="124">
                  <c:v>122.93361884368311</c:v>
                </c:pt>
                <c:pt idx="125">
                  <c:v>122.67831905781587</c:v>
                </c:pt>
                <c:pt idx="126">
                  <c:v>122.25578158458246</c:v>
                </c:pt>
                <c:pt idx="127">
                  <c:v>122.85171306209853</c:v>
                </c:pt>
                <c:pt idx="128">
                  <c:v>124.83201284796577</c:v>
                </c:pt>
                <c:pt idx="129">
                  <c:v>124.31616702355463</c:v>
                </c:pt>
                <c:pt idx="130">
                  <c:v>125.01183083511779</c:v>
                </c:pt>
                <c:pt idx="131">
                  <c:v>124.33709850107068</c:v>
                </c:pt>
                <c:pt idx="132">
                  <c:v>124.19116702355464</c:v>
                </c:pt>
                <c:pt idx="133">
                  <c:v>124.82564239828697</c:v>
                </c:pt>
                <c:pt idx="134">
                  <c:v>123.61391862955035</c:v>
                </c:pt>
                <c:pt idx="135">
                  <c:v>122.15706638115637</c:v>
                </c:pt>
                <c:pt idx="136">
                  <c:v>123.67858672376879</c:v>
                </c:pt>
                <c:pt idx="137">
                  <c:v>122.64641327623131</c:v>
                </c:pt>
                <c:pt idx="138">
                  <c:v>123.77307280513924</c:v>
                </c:pt>
                <c:pt idx="139">
                  <c:v>123.82826552462532</c:v>
                </c:pt>
                <c:pt idx="140">
                  <c:v>124.47665952890797</c:v>
                </c:pt>
                <c:pt idx="141">
                  <c:v>124.96418629550327</c:v>
                </c:pt>
                <c:pt idx="142">
                  <c:v>123.06295503211997</c:v>
                </c:pt>
                <c:pt idx="143">
                  <c:v>122.81498929336195</c:v>
                </c:pt>
                <c:pt idx="144">
                  <c:v>119.91129550321207</c:v>
                </c:pt>
                <c:pt idx="145">
                  <c:v>119.28046038543904</c:v>
                </c:pt>
                <c:pt idx="146">
                  <c:v>120.46547109207715</c:v>
                </c:pt>
                <c:pt idx="147">
                  <c:v>118.25256959314781</c:v>
                </c:pt>
                <c:pt idx="148">
                  <c:v>118.90540685224843</c:v>
                </c:pt>
                <c:pt idx="149">
                  <c:v>119.57157387580304</c:v>
                </c:pt>
                <c:pt idx="150">
                  <c:v>121.32403640256962</c:v>
                </c:pt>
                <c:pt idx="151">
                  <c:v>121.57853319057818</c:v>
                </c:pt>
                <c:pt idx="152">
                  <c:v>121.43720556745184</c:v>
                </c:pt>
                <c:pt idx="153">
                  <c:v>121.18811563169167</c:v>
                </c:pt>
                <c:pt idx="154">
                  <c:v>121.49630620985012</c:v>
                </c:pt>
                <c:pt idx="155">
                  <c:v>121.55230192719488</c:v>
                </c:pt>
                <c:pt idx="156">
                  <c:v>122.7184154175589</c:v>
                </c:pt>
                <c:pt idx="157">
                  <c:v>122.82665952890794</c:v>
                </c:pt>
                <c:pt idx="158">
                  <c:v>122.93029978586726</c:v>
                </c:pt>
                <c:pt idx="159">
                  <c:v>122.17408993576021</c:v>
                </c:pt>
                <c:pt idx="160">
                  <c:v>122.46980728051393</c:v>
                </c:pt>
                <c:pt idx="161">
                  <c:v>121.99801927194864</c:v>
                </c:pt>
                <c:pt idx="162">
                  <c:v>123.51830835117777</c:v>
                </c:pt>
                <c:pt idx="163">
                  <c:v>122.66541755888655</c:v>
                </c:pt>
                <c:pt idx="164">
                  <c:v>120.86921841541759</c:v>
                </c:pt>
                <c:pt idx="165">
                  <c:v>121.09983940042829</c:v>
                </c:pt>
                <c:pt idx="166">
                  <c:v>120.74255888650968</c:v>
                </c:pt>
                <c:pt idx="167">
                  <c:v>121.22928265524631</c:v>
                </c:pt>
                <c:pt idx="168">
                  <c:v>122.64518201284803</c:v>
                </c:pt>
                <c:pt idx="169">
                  <c:v>123.29908993576022</c:v>
                </c:pt>
                <c:pt idx="170">
                  <c:v>123.52237687366173</c:v>
                </c:pt>
                <c:pt idx="171">
                  <c:v>123.6209850107067</c:v>
                </c:pt>
                <c:pt idx="172">
                  <c:v>123.89866167023561</c:v>
                </c:pt>
                <c:pt idx="173">
                  <c:v>124.35010706638121</c:v>
                </c:pt>
                <c:pt idx="174">
                  <c:v>124.1261241970022</c:v>
                </c:pt>
                <c:pt idx="175">
                  <c:v>124.04518201284802</c:v>
                </c:pt>
                <c:pt idx="176">
                  <c:v>124.09421841541761</c:v>
                </c:pt>
                <c:pt idx="177">
                  <c:v>125.62671306209857</c:v>
                </c:pt>
                <c:pt idx="178">
                  <c:v>127.74769807280521</c:v>
                </c:pt>
                <c:pt idx="179">
                  <c:v>129.31407922912211</c:v>
                </c:pt>
                <c:pt idx="180">
                  <c:v>128.63297644539622</c:v>
                </c:pt>
                <c:pt idx="181">
                  <c:v>127.54379014989301</c:v>
                </c:pt>
                <c:pt idx="182">
                  <c:v>127.52751605995725</c:v>
                </c:pt>
                <c:pt idx="183">
                  <c:v>128.219807280514</c:v>
                </c:pt>
                <c:pt idx="184">
                  <c:v>129.38597430406861</c:v>
                </c:pt>
                <c:pt idx="185">
                  <c:v>130.4428800856532</c:v>
                </c:pt>
                <c:pt idx="186">
                  <c:v>130.63367237687376</c:v>
                </c:pt>
                <c:pt idx="187">
                  <c:v>131.04453961456113</c:v>
                </c:pt>
                <c:pt idx="188">
                  <c:v>131.00637044967891</c:v>
                </c:pt>
                <c:pt idx="189">
                  <c:v>130.15620985010716</c:v>
                </c:pt>
                <c:pt idx="190">
                  <c:v>129.40963597430417</c:v>
                </c:pt>
                <c:pt idx="191">
                  <c:v>130.47778372591014</c:v>
                </c:pt>
                <c:pt idx="192">
                  <c:v>131.08865096359753</c:v>
                </c:pt>
                <c:pt idx="193">
                  <c:v>131.64453961456113</c:v>
                </c:pt>
                <c:pt idx="194">
                  <c:v>133.28683083511788</c:v>
                </c:pt>
                <c:pt idx="195">
                  <c:v>134.51846895074956</c:v>
                </c:pt>
                <c:pt idx="196">
                  <c:v>134.78838329764463</c:v>
                </c:pt>
                <c:pt idx="197">
                  <c:v>133.43725910064251</c:v>
                </c:pt>
                <c:pt idx="198">
                  <c:v>130.40851177730204</c:v>
                </c:pt>
                <c:pt idx="199">
                  <c:v>134.16359743040695</c:v>
                </c:pt>
                <c:pt idx="200">
                  <c:v>134.08972162740909</c:v>
                </c:pt>
                <c:pt idx="201">
                  <c:v>132.54978586723777</c:v>
                </c:pt>
                <c:pt idx="202">
                  <c:v>132.56921841541762</c:v>
                </c:pt>
                <c:pt idx="203">
                  <c:v>136.02639186295511</c:v>
                </c:pt>
                <c:pt idx="204">
                  <c:v>137.97280513918639</c:v>
                </c:pt>
                <c:pt idx="205">
                  <c:v>139.20085653104934</c:v>
                </c:pt>
                <c:pt idx="206">
                  <c:v>140.20406852248402</c:v>
                </c:pt>
                <c:pt idx="207">
                  <c:v>138.30433618843691</c:v>
                </c:pt>
                <c:pt idx="208">
                  <c:v>138.00487152034268</c:v>
                </c:pt>
                <c:pt idx="209">
                  <c:v>137.58891862955039</c:v>
                </c:pt>
                <c:pt idx="210">
                  <c:v>138.1830299785868</c:v>
                </c:pt>
                <c:pt idx="211">
                  <c:v>138.89951820128488</c:v>
                </c:pt>
                <c:pt idx="212">
                  <c:v>138.55856531049258</c:v>
                </c:pt>
                <c:pt idx="213">
                  <c:v>139.48217344753755</c:v>
                </c:pt>
                <c:pt idx="214">
                  <c:v>139.55738758029986</c:v>
                </c:pt>
                <c:pt idx="215">
                  <c:v>141.27467880085661</c:v>
                </c:pt>
                <c:pt idx="216">
                  <c:v>142.41873661670246</c:v>
                </c:pt>
                <c:pt idx="217">
                  <c:v>142.59004282655258</c:v>
                </c:pt>
                <c:pt idx="218">
                  <c:v>140.24491434689517</c:v>
                </c:pt>
                <c:pt idx="219">
                  <c:v>135.81386509635982</c:v>
                </c:pt>
                <c:pt idx="220">
                  <c:v>130.50990364025702</c:v>
                </c:pt>
                <c:pt idx="221">
                  <c:v>133.49652034261248</c:v>
                </c:pt>
                <c:pt idx="222">
                  <c:v>133.62944325481806</c:v>
                </c:pt>
                <c:pt idx="223">
                  <c:v>128.70069593147758</c:v>
                </c:pt>
                <c:pt idx="224">
                  <c:v>132.82066381156324</c:v>
                </c:pt>
                <c:pt idx="225">
                  <c:v>133.96493576017139</c:v>
                </c:pt>
                <c:pt idx="226">
                  <c:v>132.0599571734476</c:v>
                </c:pt>
                <c:pt idx="227">
                  <c:v>130.37847965738766</c:v>
                </c:pt>
                <c:pt idx="228">
                  <c:v>130.78126338329773</c:v>
                </c:pt>
                <c:pt idx="229">
                  <c:v>131.99571734475384</c:v>
                </c:pt>
                <c:pt idx="230">
                  <c:v>134.46622055674527</c:v>
                </c:pt>
                <c:pt idx="231">
                  <c:v>131.01707708779455</c:v>
                </c:pt>
                <c:pt idx="232">
                  <c:v>130.09935760171317</c:v>
                </c:pt>
                <c:pt idx="233">
                  <c:v>125.62960385438981</c:v>
                </c:pt>
                <c:pt idx="234">
                  <c:v>127.9063704496789</c:v>
                </c:pt>
                <c:pt idx="235">
                  <c:v>130.40765524625277</c:v>
                </c:pt>
                <c:pt idx="236">
                  <c:v>128.84448608137055</c:v>
                </c:pt>
                <c:pt idx="237">
                  <c:v>128.13741970021422</c:v>
                </c:pt>
                <c:pt idx="238">
                  <c:v>125.7965203426125</c:v>
                </c:pt>
                <c:pt idx="239">
                  <c:v>124.15444325481806</c:v>
                </c:pt>
                <c:pt idx="240">
                  <c:v>130.13024625267676</c:v>
                </c:pt>
                <c:pt idx="241">
                  <c:v>127.67451820128488</c:v>
                </c:pt>
                <c:pt idx="242">
                  <c:v>128.42018201284804</c:v>
                </c:pt>
                <c:pt idx="243">
                  <c:v>128.85877944325489</c:v>
                </c:pt>
                <c:pt idx="244">
                  <c:v>129.8565845824412</c:v>
                </c:pt>
                <c:pt idx="245">
                  <c:v>136.41921841541765</c:v>
                </c:pt>
                <c:pt idx="246">
                  <c:v>135.15808351177742</c:v>
                </c:pt>
                <c:pt idx="247">
                  <c:v>136.23206638115644</c:v>
                </c:pt>
                <c:pt idx="248">
                  <c:v>135.10294432548193</c:v>
                </c:pt>
                <c:pt idx="249">
                  <c:v>137.52103854389736</c:v>
                </c:pt>
                <c:pt idx="250">
                  <c:v>138.84266595289091</c:v>
                </c:pt>
                <c:pt idx="251">
                  <c:v>140.582119914347</c:v>
                </c:pt>
                <c:pt idx="252">
                  <c:v>139.66183083511791</c:v>
                </c:pt>
                <c:pt idx="253">
                  <c:v>140.0929871520344</c:v>
                </c:pt>
                <c:pt idx="254">
                  <c:v>140.95187366167036</c:v>
                </c:pt>
                <c:pt idx="255">
                  <c:v>140.19844753747338</c:v>
                </c:pt>
                <c:pt idx="256">
                  <c:v>139.49298715203443</c:v>
                </c:pt>
                <c:pt idx="257">
                  <c:v>140.16059957173465</c:v>
                </c:pt>
                <c:pt idx="258">
                  <c:v>141.81086723768755</c:v>
                </c:pt>
                <c:pt idx="259">
                  <c:v>141.2473233404713</c:v>
                </c:pt>
                <c:pt idx="260">
                  <c:v>141.3110278372593</c:v>
                </c:pt>
                <c:pt idx="261">
                  <c:v>141.3110278372593</c:v>
                </c:pt>
              </c:numCache>
            </c:numRef>
          </c:val>
          <c:smooth val="0"/>
          <c:extLst>
            <c:ext xmlns:c16="http://schemas.microsoft.com/office/drawing/2014/chart" uri="{C3380CC4-5D6E-409C-BE32-E72D297353CC}">
              <c16:uniqueId val="{00000005-6134-464B-9E80-AD82B1F3DB96}"/>
            </c:ext>
          </c:extLst>
        </c:ser>
        <c:dLbls>
          <c:showLegendKey val="0"/>
          <c:showVal val="0"/>
          <c:showCatName val="0"/>
          <c:showSerName val="0"/>
          <c:showPercent val="0"/>
          <c:showBubbleSize val="0"/>
        </c:dLbls>
        <c:smooth val="0"/>
        <c:axId val="1378766576"/>
        <c:axId val="1378767536"/>
      </c:lineChart>
      <c:dateAx>
        <c:axId val="1378766576"/>
        <c:scaling>
          <c:orientation val="minMax"/>
        </c:scaling>
        <c:delete val="0"/>
        <c:axPos val="b"/>
        <c:numFmt formatCode="yyyy\-mm"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n-US"/>
          </a:p>
        </c:txPr>
        <c:crossAx val="1378767536"/>
        <c:crosses val="autoZero"/>
        <c:auto val="1"/>
        <c:lblOffset val="100"/>
        <c:baseTimeUnit val="days"/>
        <c:majorUnit val="2"/>
        <c:majorTimeUnit val="months"/>
      </c:dateAx>
      <c:valAx>
        <c:axId val="1378767536"/>
        <c:scaling>
          <c:orientation val="minMax"/>
          <c:max val="1100"/>
          <c:min val="0"/>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n-US"/>
          </a:p>
        </c:txPr>
        <c:crossAx val="1378766576"/>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50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6198848723455023E-2"/>
          <c:y val="8.7591240875912413E-2"/>
          <c:w val="0.90643790264853252"/>
          <c:h val="0.70821990274471514"/>
        </c:manualLayout>
      </c:layout>
      <c:barChart>
        <c:barDir val="col"/>
        <c:grouping val="stacked"/>
        <c:varyColors val="0"/>
        <c:ser>
          <c:idx val="1"/>
          <c:order val="0"/>
          <c:tx>
            <c:strRef>
              <c:f>TokenUsage!$P$43</c:f>
              <c:strCache>
                <c:ptCount val="1"/>
                <c:pt idx="0">
                  <c:v>美國</c:v>
                </c:pt>
              </c:strCache>
            </c:strRef>
          </c:tx>
          <c:spPr>
            <a:solidFill>
              <a:schemeClr val="accent2"/>
            </a:solidFill>
            <a:ln>
              <a:noFill/>
            </a:ln>
            <a:effectLst/>
          </c:spPr>
          <c:invertIfNegative val="0"/>
          <c:dLbls>
            <c:delete val="1"/>
          </c:dLbls>
          <c:cat>
            <c:numRef>
              <c:f>TokenUsage!$A$45:$A$67</c:f>
              <c:numCache>
                <c:formatCode>m/d/yyyy</c:formatCode>
                <c:ptCount val="23"/>
                <c:pt idx="0">
                  <c:v>46027</c:v>
                </c:pt>
                <c:pt idx="1">
                  <c:v>46034</c:v>
                </c:pt>
                <c:pt idx="2">
                  <c:v>46041</c:v>
                </c:pt>
                <c:pt idx="3">
                  <c:v>46048</c:v>
                </c:pt>
                <c:pt idx="4">
                  <c:v>46055</c:v>
                </c:pt>
                <c:pt idx="5">
                  <c:v>46062</c:v>
                </c:pt>
                <c:pt idx="6">
                  <c:v>46069</c:v>
                </c:pt>
                <c:pt idx="7">
                  <c:v>46076</c:v>
                </c:pt>
                <c:pt idx="8">
                  <c:v>46083</c:v>
                </c:pt>
                <c:pt idx="9">
                  <c:v>46090</c:v>
                </c:pt>
                <c:pt idx="10">
                  <c:v>46097</c:v>
                </c:pt>
                <c:pt idx="11">
                  <c:v>46104</c:v>
                </c:pt>
                <c:pt idx="12">
                  <c:v>46111</c:v>
                </c:pt>
                <c:pt idx="13">
                  <c:v>46118</c:v>
                </c:pt>
                <c:pt idx="14">
                  <c:v>46125</c:v>
                </c:pt>
                <c:pt idx="15">
                  <c:v>46132</c:v>
                </c:pt>
                <c:pt idx="16">
                  <c:v>46139</c:v>
                </c:pt>
                <c:pt idx="17">
                  <c:v>46146</c:v>
                </c:pt>
                <c:pt idx="18">
                  <c:v>46153</c:v>
                </c:pt>
                <c:pt idx="19">
                  <c:v>46160</c:v>
                </c:pt>
                <c:pt idx="20">
                  <c:v>46167</c:v>
                </c:pt>
                <c:pt idx="21">
                  <c:v>46174</c:v>
                </c:pt>
                <c:pt idx="22">
                  <c:v>46181</c:v>
                </c:pt>
              </c:numCache>
            </c:numRef>
          </c:cat>
          <c:val>
            <c:numRef>
              <c:f>TokenUsage!$P$45:$P$67</c:f>
              <c:numCache>
                <c:formatCode>_(* #,##0_);_(* \(#,##0\);_(* "-"??_);_(@_)</c:formatCode>
                <c:ptCount val="23"/>
                <c:pt idx="0">
                  <c:v>4129</c:v>
                </c:pt>
                <c:pt idx="1">
                  <c:v>5312</c:v>
                </c:pt>
                <c:pt idx="2">
                  <c:v>4983</c:v>
                </c:pt>
                <c:pt idx="3">
                  <c:v>5453</c:v>
                </c:pt>
                <c:pt idx="4">
                  <c:v>5951</c:v>
                </c:pt>
                <c:pt idx="5">
                  <c:v>6669</c:v>
                </c:pt>
                <c:pt idx="6">
                  <c:v>6923</c:v>
                </c:pt>
                <c:pt idx="7">
                  <c:v>7655</c:v>
                </c:pt>
                <c:pt idx="8">
                  <c:v>7994</c:v>
                </c:pt>
                <c:pt idx="9">
                  <c:v>8335</c:v>
                </c:pt>
                <c:pt idx="10">
                  <c:v>7894</c:v>
                </c:pt>
                <c:pt idx="11">
                  <c:v>8803</c:v>
                </c:pt>
                <c:pt idx="12">
                  <c:v>7666</c:v>
                </c:pt>
                <c:pt idx="13">
                  <c:v>9087</c:v>
                </c:pt>
                <c:pt idx="14">
                  <c:v>10554</c:v>
                </c:pt>
                <c:pt idx="15">
                  <c:v>10900</c:v>
                </c:pt>
                <c:pt idx="16">
                  <c:v>9410</c:v>
                </c:pt>
                <c:pt idx="17">
                  <c:v>9972</c:v>
                </c:pt>
                <c:pt idx="18">
                  <c:v>10782</c:v>
                </c:pt>
                <c:pt idx="19">
                  <c:v>12111</c:v>
                </c:pt>
                <c:pt idx="20">
                  <c:v>12709</c:v>
                </c:pt>
                <c:pt idx="21">
                  <c:v>12467</c:v>
                </c:pt>
                <c:pt idx="22">
                  <c:v>14638</c:v>
                </c:pt>
              </c:numCache>
            </c:numRef>
          </c:val>
          <c:extLst>
            <c:ext xmlns:c16="http://schemas.microsoft.com/office/drawing/2014/chart" uri="{C3380CC4-5D6E-409C-BE32-E72D297353CC}">
              <c16:uniqueId val="{00000000-342B-4FA9-BBF6-176E03E61692}"/>
            </c:ext>
          </c:extLst>
        </c:ser>
        <c:ser>
          <c:idx val="0"/>
          <c:order val="1"/>
          <c:tx>
            <c:strRef>
              <c:f>TokenUsage!$Q$43</c:f>
              <c:strCache>
                <c:ptCount val="1"/>
                <c:pt idx="0">
                  <c:v>中國</c:v>
                </c:pt>
              </c:strCache>
            </c:strRef>
          </c:tx>
          <c:spPr>
            <a:solidFill>
              <a:schemeClr val="accent1"/>
            </a:solidFill>
            <a:ln>
              <a:noFill/>
            </a:ln>
            <a:effectLst/>
          </c:spPr>
          <c:invertIfNegative val="0"/>
          <c:dLbls>
            <c:delete val="1"/>
          </c:dLbls>
          <c:cat>
            <c:numRef>
              <c:f>TokenUsage!$A$45:$A$67</c:f>
              <c:numCache>
                <c:formatCode>m/d/yyyy</c:formatCode>
                <c:ptCount val="23"/>
                <c:pt idx="0">
                  <c:v>46027</c:v>
                </c:pt>
                <c:pt idx="1">
                  <c:v>46034</c:v>
                </c:pt>
                <c:pt idx="2">
                  <c:v>46041</c:v>
                </c:pt>
                <c:pt idx="3">
                  <c:v>46048</c:v>
                </c:pt>
                <c:pt idx="4">
                  <c:v>46055</c:v>
                </c:pt>
                <c:pt idx="5">
                  <c:v>46062</c:v>
                </c:pt>
                <c:pt idx="6">
                  <c:v>46069</c:v>
                </c:pt>
                <c:pt idx="7">
                  <c:v>46076</c:v>
                </c:pt>
                <c:pt idx="8">
                  <c:v>46083</c:v>
                </c:pt>
                <c:pt idx="9">
                  <c:v>46090</c:v>
                </c:pt>
                <c:pt idx="10">
                  <c:v>46097</c:v>
                </c:pt>
                <c:pt idx="11">
                  <c:v>46104</c:v>
                </c:pt>
                <c:pt idx="12">
                  <c:v>46111</c:v>
                </c:pt>
                <c:pt idx="13">
                  <c:v>46118</c:v>
                </c:pt>
                <c:pt idx="14">
                  <c:v>46125</c:v>
                </c:pt>
                <c:pt idx="15">
                  <c:v>46132</c:v>
                </c:pt>
                <c:pt idx="16">
                  <c:v>46139</c:v>
                </c:pt>
                <c:pt idx="17">
                  <c:v>46146</c:v>
                </c:pt>
                <c:pt idx="18">
                  <c:v>46153</c:v>
                </c:pt>
                <c:pt idx="19">
                  <c:v>46160</c:v>
                </c:pt>
                <c:pt idx="20">
                  <c:v>46167</c:v>
                </c:pt>
                <c:pt idx="21">
                  <c:v>46174</c:v>
                </c:pt>
                <c:pt idx="22">
                  <c:v>46181</c:v>
                </c:pt>
              </c:numCache>
            </c:numRef>
          </c:cat>
          <c:val>
            <c:numRef>
              <c:f>TokenUsage!$Q$45:$Q$67</c:f>
              <c:numCache>
                <c:formatCode>_(* #,##0_);_(* \(#,##0\);_(* "-"??_);_(@_)</c:formatCode>
                <c:ptCount val="23"/>
                <c:pt idx="0">
                  <c:v>1412</c:v>
                </c:pt>
                <c:pt idx="1">
                  <c:v>1593</c:v>
                </c:pt>
                <c:pt idx="2">
                  <c:v>1742</c:v>
                </c:pt>
                <c:pt idx="3">
                  <c:v>2048</c:v>
                </c:pt>
                <c:pt idx="4">
                  <c:v>2919</c:v>
                </c:pt>
                <c:pt idx="5">
                  <c:v>5084</c:v>
                </c:pt>
                <c:pt idx="6">
                  <c:v>5764</c:v>
                </c:pt>
                <c:pt idx="7">
                  <c:v>4549</c:v>
                </c:pt>
                <c:pt idx="8">
                  <c:v>4464</c:v>
                </c:pt>
                <c:pt idx="9">
                  <c:v>3685</c:v>
                </c:pt>
                <c:pt idx="10">
                  <c:v>6609</c:v>
                </c:pt>
                <c:pt idx="11">
                  <c:v>9920</c:v>
                </c:pt>
                <c:pt idx="12">
                  <c:v>15301</c:v>
                </c:pt>
                <c:pt idx="13">
                  <c:v>8616</c:v>
                </c:pt>
                <c:pt idx="14">
                  <c:v>7348</c:v>
                </c:pt>
                <c:pt idx="15">
                  <c:v>7369</c:v>
                </c:pt>
                <c:pt idx="16">
                  <c:v>10662</c:v>
                </c:pt>
                <c:pt idx="17">
                  <c:v>11742</c:v>
                </c:pt>
                <c:pt idx="18">
                  <c:v>11679</c:v>
                </c:pt>
                <c:pt idx="19">
                  <c:v>11856</c:v>
                </c:pt>
                <c:pt idx="20">
                  <c:v>13622</c:v>
                </c:pt>
                <c:pt idx="21">
                  <c:v>17131</c:v>
                </c:pt>
                <c:pt idx="22">
                  <c:v>22030</c:v>
                </c:pt>
              </c:numCache>
            </c:numRef>
          </c:val>
          <c:extLst>
            <c:ext xmlns:c16="http://schemas.microsoft.com/office/drawing/2014/chart" uri="{C3380CC4-5D6E-409C-BE32-E72D297353CC}">
              <c16:uniqueId val="{00000001-342B-4FA9-BBF6-176E03E61692}"/>
            </c:ext>
          </c:extLst>
        </c:ser>
        <c:ser>
          <c:idx val="7"/>
          <c:order val="2"/>
          <c:tx>
            <c:strRef>
              <c:f>TokenUsage!$R$43</c:f>
              <c:strCache>
                <c:ptCount val="1"/>
                <c:pt idx="0">
                  <c:v>其它</c:v>
                </c:pt>
              </c:strCache>
            </c:strRef>
          </c:tx>
          <c:spPr>
            <a:solidFill>
              <a:schemeClr val="accent2">
                <a:lumMod val="60000"/>
              </a:schemeClr>
            </a:solidFill>
            <a:ln>
              <a:noFill/>
            </a:ln>
            <a:effectLst/>
          </c:spPr>
          <c:invertIfNegative val="0"/>
          <c:dLbls>
            <c:delete val="1"/>
          </c:dLbls>
          <c:cat>
            <c:numRef>
              <c:f>TokenUsage!$A$45:$A$67</c:f>
              <c:numCache>
                <c:formatCode>m/d/yyyy</c:formatCode>
                <c:ptCount val="23"/>
                <c:pt idx="0">
                  <c:v>46027</c:v>
                </c:pt>
                <c:pt idx="1">
                  <c:v>46034</c:v>
                </c:pt>
                <c:pt idx="2">
                  <c:v>46041</c:v>
                </c:pt>
                <c:pt idx="3">
                  <c:v>46048</c:v>
                </c:pt>
                <c:pt idx="4">
                  <c:v>46055</c:v>
                </c:pt>
                <c:pt idx="5">
                  <c:v>46062</c:v>
                </c:pt>
                <c:pt idx="6">
                  <c:v>46069</c:v>
                </c:pt>
                <c:pt idx="7">
                  <c:v>46076</c:v>
                </c:pt>
                <c:pt idx="8">
                  <c:v>46083</c:v>
                </c:pt>
                <c:pt idx="9">
                  <c:v>46090</c:v>
                </c:pt>
                <c:pt idx="10">
                  <c:v>46097</c:v>
                </c:pt>
                <c:pt idx="11">
                  <c:v>46104</c:v>
                </c:pt>
                <c:pt idx="12">
                  <c:v>46111</c:v>
                </c:pt>
                <c:pt idx="13">
                  <c:v>46118</c:v>
                </c:pt>
                <c:pt idx="14">
                  <c:v>46125</c:v>
                </c:pt>
                <c:pt idx="15">
                  <c:v>46132</c:v>
                </c:pt>
                <c:pt idx="16">
                  <c:v>46139</c:v>
                </c:pt>
                <c:pt idx="17">
                  <c:v>46146</c:v>
                </c:pt>
                <c:pt idx="18">
                  <c:v>46153</c:v>
                </c:pt>
                <c:pt idx="19">
                  <c:v>46160</c:v>
                </c:pt>
                <c:pt idx="20">
                  <c:v>46167</c:v>
                </c:pt>
                <c:pt idx="21">
                  <c:v>46174</c:v>
                </c:pt>
                <c:pt idx="22">
                  <c:v>46181</c:v>
                </c:pt>
              </c:numCache>
            </c:numRef>
          </c:cat>
          <c:val>
            <c:numRef>
              <c:f>TokenUsage!$R$45:$R$67</c:f>
              <c:numCache>
                <c:formatCode>_(* #,##0_);_(* \(#,##0\);_(* "-"??_);_(@_)</c:formatCode>
                <c:ptCount val="23"/>
                <c:pt idx="0">
                  <c:v>879</c:v>
                </c:pt>
                <c:pt idx="1">
                  <c:v>738</c:v>
                </c:pt>
                <c:pt idx="2">
                  <c:v>769</c:v>
                </c:pt>
                <c:pt idx="3">
                  <c:v>749</c:v>
                </c:pt>
                <c:pt idx="4">
                  <c:v>934</c:v>
                </c:pt>
                <c:pt idx="5">
                  <c:v>1262</c:v>
                </c:pt>
                <c:pt idx="6">
                  <c:v>1261</c:v>
                </c:pt>
                <c:pt idx="7">
                  <c:v>1412</c:v>
                </c:pt>
                <c:pt idx="8">
                  <c:v>2352</c:v>
                </c:pt>
                <c:pt idx="9">
                  <c:v>4883</c:v>
                </c:pt>
                <c:pt idx="10">
                  <c:v>5847</c:v>
                </c:pt>
                <c:pt idx="11">
                  <c:v>4007</c:v>
                </c:pt>
                <c:pt idx="12">
                  <c:v>4072</c:v>
                </c:pt>
                <c:pt idx="13">
                  <c:v>3333</c:v>
                </c:pt>
                <c:pt idx="14">
                  <c:v>2656</c:v>
                </c:pt>
                <c:pt idx="15">
                  <c:v>3684</c:v>
                </c:pt>
                <c:pt idx="16">
                  <c:v>3797</c:v>
                </c:pt>
                <c:pt idx="17">
                  <c:v>4029</c:v>
                </c:pt>
                <c:pt idx="18">
                  <c:v>4454</c:v>
                </c:pt>
                <c:pt idx="19">
                  <c:v>4964</c:v>
                </c:pt>
                <c:pt idx="20">
                  <c:v>5490</c:v>
                </c:pt>
                <c:pt idx="21">
                  <c:v>6537</c:v>
                </c:pt>
                <c:pt idx="22">
                  <c:v>7649</c:v>
                </c:pt>
              </c:numCache>
            </c:numRef>
          </c:val>
          <c:extLst>
            <c:ext xmlns:c16="http://schemas.microsoft.com/office/drawing/2014/chart" uri="{C3380CC4-5D6E-409C-BE32-E72D297353CC}">
              <c16:uniqueId val="{00000002-342B-4FA9-BBF6-176E03E61692}"/>
            </c:ext>
          </c:extLst>
        </c:ser>
        <c:dLbls>
          <c:showLegendKey val="0"/>
          <c:showVal val="1"/>
          <c:showCatName val="0"/>
          <c:showSerName val="0"/>
          <c:showPercent val="0"/>
          <c:showBubbleSize val="0"/>
        </c:dLbls>
        <c:gapWidth val="70"/>
        <c:overlap val="100"/>
        <c:axId val="291160448"/>
        <c:axId val="291161984"/>
      </c:barChart>
      <c:catAx>
        <c:axId val="291160448"/>
        <c:scaling>
          <c:orientation val="minMax"/>
        </c:scaling>
        <c:delete val="0"/>
        <c:axPos val="b"/>
        <c:numFmt formatCode="m/d;@" sourceLinked="0"/>
        <c:majorTickMark val="none"/>
        <c:minorTickMark val="none"/>
        <c:tickLblPos val="low"/>
        <c:spPr>
          <a:noFill/>
          <a:ln w="9525" cap="flat" cmpd="sng" algn="ctr">
            <a:solidFill>
              <a:schemeClr val="tx1">
                <a:lumMod val="15000"/>
                <a:lumOff val="85000"/>
              </a:schemeClr>
            </a:solidFill>
            <a:prstDash val="solid"/>
            <a:round/>
          </a:ln>
          <a:effectLst/>
        </c:spPr>
        <c:txPr>
          <a:bodyPr rot="-2700000" spcFirstLastPara="1" vertOverflow="ellipsis" wrap="square" anchor="ctr" anchorCtr="1"/>
          <a:lstStyle/>
          <a:p>
            <a:pPr>
              <a:defRPr sz="1000" b="0" i="0" u="none" strike="noStrike" kern="1200" baseline="0">
                <a:solidFill>
                  <a:schemeClr val="bg1">
                    <a:lumMod val="50000"/>
                  </a:schemeClr>
                </a:solidFill>
                <a:latin typeface="Segoe UI" panose="020B0502040204020203" pitchFamily="34" charset="0"/>
                <a:ea typeface="+mn-ea"/>
                <a:cs typeface="+mn-cs"/>
              </a:defRPr>
            </a:pPr>
            <a:endParaRPr lang="zh-CN"/>
          </a:p>
        </c:txPr>
        <c:crossAx val="291161984"/>
        <c:crosses val="autoZero"/>
        <c:auto val="0"/>
        <c:lblAlgn val="ctr"/>
        <c:lblOffset val="100"/>
        <c:tickLblSkip val="1"/>
        <c:noMultiLvlLbl val="0"/>
      </c:catAx>
      <c:valAx>
        <c:axId val="291161984"/>
        <c:scaling>
          <c:orientation val="minMax"/>
        </c:scaling>
        <c:delete val="0"/>
        <c:axPos val="l"/>
        <c:majorGridlines>
          <c:spPr>
            <a:ln w="6350" cap="flat" cmpd="sng" algn="ctr">
              <a:solidFill>
                <a:schemeClr val="bg1">
                  <a:lumMod val="85000"/>
                </a:schemeClr>
              </a:solidFill>
              <a:prstDash val="solid"/>
              <a:round/>
            </a:ln>
            <a:effectLst/>
          </c:spPr>
        </c:majorGridlines>
        <c:title>
          <c:tx>
            <c:rich>
              <a:bodyPr rot="0" spcFirstLastPara="1" vertOverflow="ellipsis" wrap="square" anchor="ctr" anchorCtr="1"/>
              <a:lstStyle/>
              <a:p>
                <a:pPr>
                  <a:defRPr sz="1000" b="0" i="0" u="none" strike="noStrike" kern="1200" baseline="0">
                    <a:solidFill>
                      <a:schemeClr val="bg1">
                        <a:lumMod val="50000"/>
                      </a:schemeClr>
                    </a:solidFill>
                    <a:latin typeface="Segoe UI" panose="020B0502040204020203" pitchFamily="34" charset="0"/>
                    <a:ea typeface="+mn-ea"/>
                    <a:cs typeface="+mn-cs"/>
                  </a:defRPr>
                </a:pPr>
                <a:r>
                  <a:rPr lang="en-US" dirty="0"/>
                  <a:t>(</a:t>
                </a:r>
                <a:r>
                  <a:rPr lang="en-US" dirty="0" err="1"/>
                  <a:t>tn</a:t>
                </a:r>
                <a:r>
                  <a:rPr lang="en-US" dirty="0"/>
                  <a:t> tokens)</a:t>
                </a:r>
              </a:p>
            </c:rich>
          </c:tx>
          <c:layout>
            <c:manualLayout>
              <c:xMode val="edge"/>
              <c:yMode val="edge"/>
              <c:x val="0"/>
              <c:y val="0"/>
            </c:manualLayout>
          </c:layout>
          <c:overlay val="0"/>
          <c:spPr>
            <a:noFill/>
            <a:ln>
              <a:noFill/>
            </a:ln>
            <a:effectLst/>
          </c:spPr>
          <c:txPr>
            <a:bodyPr rot="0" spcFirstLastPara="1" vertOverflow="ellipsis" wrap="square" anchor="ctr" anchorCtr="1"/>
            <a:lstStyle/>
            <a:p>
              <a:pPr>
                <a:defRPr sz="1000" b="0" i="0" u="none" strike="noStrike" kern="1200" baseline="0">
                  <a:solidFill>
                    <a:schemeClr val="bg1">
                      <a:lumMod val="50000"/>
                    </a:schemeClr>
                  </a:solidFill>
                  <a:latin typeface="Segoe UI" panose="020B0502040204020203" pitchFamily="34" charset="0"/>
                  <a:ea typeface="+mn-ea"/>
                  <a:cs typeface="+mn-cs"/>
                </a:defRPr>
              </a:pPr>
              <a:endParaRPr lang="en-US"/>
            </a:p>
          </c:txPr>
        </c:title>
        <c:numFmt formatCode="#,##0_ " sourceLinked="0"/>
        <c:majorTickMark val="none"/>
        <c:minorTickMark val="none"/>
        <c:tickLblPos val="nextTo"/>
        <c:spPr>
          <a:noFill/>
          <a:ln w="6350" cap="flat" cmpd="sng" algn="ctr">
            <a:noFill/>
            <a:prstDash val="solid"/>
            <a:round/>
          </a:ln>
          <a:effectLst/>
        </c:spPr>
        <c:txPr>
          <a:bodyPr rot="-60000000" spcFirstLastPara="1" vertOverflow="ellipsis" vert="horz" wrap="square" anchor="ctr" anchorCtr="1"/>
          <a:lstStyle/>
          <a:p>
            <a:pPr>
              <a:defRPr sz="1000" b="0" i="0" u="none" strike="noStrike" kern="1200" baseline="0">
                <a:solidFill>
                  <a:schemeClr val="bg1">
                    <a:lumMod val="50000"/>
                  </a:schemeClr>
                </a:solidFill>
                <a:latin typeface="Segoe UI" panose="020B0502040204020203" pitchFamily="34" charset="0"/>
                <a:ea typeface="+mn-ea"/>
                <a:cs typeface="+mn-cs"/>
              </a:defRPr>
            </a:pPr>
            <a:endParaRPr lang="zh-CN"/>
          </a:p>
        </c:txPr>
        <c:crossAx val="291160448"/>
        <c:crosses val="autoZero"/>
        <c:crossBetween val="between"/>
        <c:dispUnits>
          <c:builtInUnit val="thousands"/>
          <c:dispUnitsLbl>
            <c:spPr>
              <a:noFill/>
              <a:ln>
                <a:noFill/>
              </a:ln>
              <a:effectLst/>
            </c:spPr>
            <c:txPr>
              <a:bodyPr rot="-5400000" spcFirstLastPara="1" vertOverflow="ellipsis" vert="horz" wrap="square" anchor="ctr" anchorCtr="1"/>
              <a:lstStyle/>
              <a:p>
                <a:pPr>
                  <a:defRPr sz="1000" b="1" i="0" u="none" strike="noStrike" kern="1200" baseline="0">
                    <a:solidFill>
                      <a:schemeClr val="bg1">
                        <a:lumMod val="50000"/>
                      </a:schemeClr>
                    </a:solidFill>
                    <a:latin typeface="Segoe UI" panose="020B0502040204020203" pitchFamily="34" charset="0"/>
                    <a:ea typeface="+mn-ea"/>
                    <a:cs typeface="+mn-cs"/>
                  </a:defRPr>
                </a:pPr>
                <a:endParaRPr lang="en-US"/>
              </a:p>
            </c:txPr>
          </c:dispUnitsLbl>
        </c:dispUnits>
      </c:valAx>
      <c:spPr>
        <a:noFill/>
        <a:ln>
          <a:noFill/>
        </a:ln>
        <a:effectLst/>
      </c:spPr>
    </c:plotArea>
    <c:legend>
      <c:legendPos val="b"/>
      <c:layout>
        <c:manualLayout>
          <c:xMode val="edge"/>
          <c:yMode val="edge"/>
          <c:x val="5.9373748832243417E-2"/>
          <c:y val="0.92893955116075611"/>
          <c:w val="0.89733084211931136"/>
          <c:h val="6.1908685832875544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bg1">
                  <a:lumMod val="50000"/>
                </a:schemeClr>
              </a:solidFill>
              <a:latin typeface="Segoe UI" panose="020B0502040204020203" pitchFamily="34" charset="0"/>
              <a:ea typeface="+mn-ea"/>
              <a:cs typeface="+mn-cs"/>
            </a:defRPr>
          </a:pPr>
          <a:endParaRPr lang="zh-CN"/>
        </a:p>
      </c:txPr>
    </c:legend>
    <c:plotVisOnly val="1"/>
    <c:dispBlanksAs val="zero"/>
    <c:showDLblsOverMax val="0"/>
  </c:chart>
  <c:spPr>
    <a:solidFill>
      <a:schemeClr val="bg1"/>
    </a:solidFill>
    <a:ln w="25400" cap="flat" cmpd="sng" algn="ctr">
      <a:noFill/>
      <a:prstDash val="solid"/>
      <a:round/>
    </a:ln>
    <a:effectLst/>
  </c:spPr>
  <c:txPr>
    <a:bodyPr/>
    <a:lstStyle/>
    <a:p>
      <a:pPr>
        <a:defRPr sz="1000">
          <a:solidFill>
            <a:schemeClr val="bg1">
              <a:lumMod val="50000"/>
            </a:schemeClr>
          </a:solidFill>
          <a:latin typeface="Segoe UI" panose="020B0502040204020203" pitchFamily="34" charset="0"/>
        </a:defRPr>
      </a:pPr>
      <a:endParaRPr lang="zh-CN"/>
    </a:p>
  </c:txPr>
  <c:externalData r:id="rId4">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pie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BB02-4BE6-BAD0-588066D811E3}"/>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BB02-4BE6-BAD0-588066D811E3}"/>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BB02-4BE6-BAD0-588066D811E3}"/>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BB02-4BE6-BAD0-588066D811E3}"/>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BB02-4BE6-BAD0-588066D811E3}"/>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BB02-4BE6-BAD0-588066D811E3}"/>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BB02-4BE6-BAD0-588066D811E3}"/>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F-BB02-4BE6-BAD0-588066D811E3}"/>
              </c:ext>
            </c:extLst>
          </c:dPt>
          <c:dPt>
            <c:idx val="8"/>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11-BB02-4BE6-BAD0-588066D811E3}"/>
              </c:ext>
            </c:extLst>
          </c:dPt>
          <c:dPt>
            <c:idx val="9"/>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013-BB02-4BE6-BAD0-588066D811E3}"/>
              </c:ext>
            </c:extLst>
          </c:dPt>
          <c:dPt>
            <c:idx val="10"/>
            <c:bubble3D val="0"/>
            <c:spPr>
              <a:solidFill>
                <a:schemeClr val="accent5">
                  <a:lumMod val="60000"/>
                </a:schemeClr>
              </a:solidFill>
              <a:ln w="19050">
                <a:solidFill>
                  <a:schemeClr val="lt1"/>
                </a:solidFill>
              </a:ln>
              <a:effectLst/>
            </c:spPr>
            <c:extLst>
              <c:ext xmlns:c16="http://schemas.microsoft.com/office/drawing/2014/chart" uri="{C3380CC4-5D6E-409C-BE32-E72D297353CC}">
                <c16:uniqueId val="{00000015-BB02-4BE6-BAD0-588066D811E3}"/>
              </c:ext>
            </c:extLst>
          </c:dPt>
          <c:dLbls>
            <c:dLbl>
              <c:idx val="1"/>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Segoe UI" panose="020B0502040204020203" pitchFamily="34" charset="0"/>
                      <a:ea typeface="+mn-ea"/>
                      <a:cs typeface="Segoe UI" panose="020B0502040204020203" pitchFamily="34" charset="0"/>
                    </a:defRPr>
                  </a:pPr>
                  <a:endParaRPr lang="en-US"/>
                </a:p>
              </c:txPr>
              <c:dLblPos val="bestFit"/>
              <c:showLegendKey val="0"/>
              <c:showVal val="0"/>
              <c:showCatName val="1"/>
              <c:showSerName val="0"/>
              <c:showPercent val="1"/>
              <c:showBubbleSize val="0"/>
              <c:extLst>
                <c:ext xmlns:c16="http://schemas.microsoft.com/office/drawing/2014/chart" uri="{C3380CC4-5D6E-409C-BE32-E72D297353CC}">
                  <c16:uniqueId val="{00000003-BB02-4BE6-BAD0-588066D811E3}"/>
                </c:ext>
              </c:extLst>
            </c:dLbl>
            <c:dLbl>
              <c:idx val="2"/>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Segoe UI" panose="020B0502040204020203" pitchFamily="34" charset="0"/>
                      <a:ea typeface="+mn-ea"/>
                      <a:cs typeface="Segoe UI" panose="020B0502040204020203" pitchFamily="34" charset="0"/>
                    </a:defRPr>
                  </a:pPr>
                  <a:endParaRPr lang="en-US"/>
                </a:p>
              </c:txPr>
              <c:dLblPos val="bestFit"/>
              <c:showLegendKey val="0"/>
              <c:showVal val="0"/>
              <c:showCatName val="1"/>
              <c:showSerName val="0"/>
              <c:showPercent val="1"/>
              <c:showBubbleSize val="0"/>
              <c:extLst>
                <c:ext xmlns:c16="http://schemas.microsoft.com/office/drawing/2014/chart" uri="{C3380CC4-5D6E-409C-BE32-E72D297353CC}">
                  <c16:uniqueId val="{00000005-BB02-4BE6-BAD0-588066D811E3}"/>
                </c:ext>
              </c:extLst>
            </c:dLbl>
            <c:dLbl>
              <c:idx val="8"/>
              <c:layout>
                <c:manualLayout>
                  <c:x val="-4.2530899209632697E-2"/>
                  <c:y val="-4.0886131966062382E-2"/>
                </c:manualLayout>
              </c:layout>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11-BB02-4BE6-BAD0-588066D811E3}"/>
                </c:ext>
              </c:extLst>
            </c:dLbl>
            <c:spPr>
              <a:noFill/>
              <a:ln>
                <a:noFill/>
              </a:ln>
              <a:effectLst/>
            </c:spPr>
            <c:txPr>
              <a:bodyPr rot="0" spcFirstLastPara="1" vertOverflow="ellipsis" vert="horz" wrap="square" anchor="ctr" anchorCtr="1"/>
              <a:lstStyle/>
              <a:p>
                <a:pPr>
                  <a:defRPr sz="1000" b="0"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en-US"/>
              </a:p>
            </c:txPr>
            <c:dLblPos val="bestFit"/>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usage!$AC$556:$AC$566</c:f>
              <c:strCache>
                <c:ptCount val="11"/>
                <c:pt idx="0">
                  <c:v>Programing</c:v>
                </c:pt>
                <c:pt idx="1">
                  <c:v>Technology</c:v>
                </c:pt>
                <c:pt idx="2">
                  <c:v>Role Play</c:v>
                </c:pt>
                <c:pt idx="3">
                  <c:v>Science</c:v>
                </c:pt>
                <c:pt idx="4">
                  <c:v>Finance</c:v>
                </c:pt>
                <c:pt idx="5">
                  <c:v>Marketing</c:v>
                </c:pt>
                <c:pt idx="6">
                  <c:v>Legal</c:v>
                </c:pt>
                <c:pt idx="7">
                  <c:v>Translation</c:v>
                </c:pt>
                <c:pt idx="8">
                  <c:v>SEO</c:v>
                </c:pt>
                <c:pt idx="9">
                  <c:v>Trivia</c:v>
                </c:pt>
                <c:pt idx="10">
                  <c:v>Health</c:v>
                </c:pt>
              </c:strCache>
            </c:strRef>
          </c:cat>
          <c:val>
            <c:numRef>
              <c:f>usage!$AD$556:$AD$566</c:f>
              <c:numCache>
                <c:formatCode>General</c:formatCode>
                <c:ptCount val="11"/>
                <c:pt idx="0">
                  <c:v>1370000</c:v>
                </c:pt>
                <c:pt idx="1">
                  <c:v>444400</c:v>
                </c:pt>
                <c:pt idx="2">
                  <c:v>357100</c:v>
                </c:pt>
                <c:pt idx="3">
                  <c:v>150390</c:v>
                </c:pt>
                <c:pt idx="4">
                  <c:v>70440</c:v>
                </c:pt>
                <c:pt idx="5">
                  <c:v>52990</c:v>
                </c:pt>
                <c:pt idx="6">
                  <c:v>42310</c:v>
                </c:pt>
                <c:pt idx="7">
                  <c:v>19065</c:v>
                </c:pt>
                <c:pt idx="8">
                  <c:v>10098</c:v>
                </c:pt>
                <c:pt idx="9">
                  <c:v>3885</c:v>
                </c:pt>
                <c:pt idx="10">
                  <c:v>0</c:v>
                </c:pt>
              </c:numCache>
            </c:numRef>
          </c:val>
          <c:extLst>
            <c:ext xmlns:c16="http://schemas.microsoft.com/office/drawing/2014/chart" uri="{C3380CC4-5D6E-409C-BE32-E72D297353CC}">
              <c16:uniqueId val="{00000016-BB02-4BE6-BAD0-588066D811E3}"/>
            </c:ext>
          </c:extLst>
        </c:ser>
        <c:dLbls>
          <c:showLegendKey val="0"/>
          <c:showVal val="0"/>
          <c:showCatName val="0"/>
          <c:showSerName val="0"/>
          <c:showPercent val="0"/>
          <c:showBubbleSize val="0"/>
          <c:showLeaderLines val="1"/>
        </c:dLbls>
        <c:firstSliceAng val="315"/>
      </c:pieChart>
      <c:spPr>
        <a:noFill/>
        <a:ln>
          <a:noFill/>
        </a:ln>
        <a:effectLst/>
      </c:spPr>
    </c:plotArea>
    <c:plotVisOnly val="1"/>
    <c:dispBlanksAs val="gap"/>
    <c:showDLblsOverMax val="0"/>
    <c:extLst/>
  </c:chart>
  <c:spPr>
    <a:noFill/>
    <a:ln>
      <a:noFill/>
    </a:ln>
    <a:effectLst/>
  </c:spPr>
  <c:txPr>
    <a:bodyPr/>
    <a:lstStyle/>
    <a:p>
      <a:pPr>
        <a:defRPr sz="1000">
          <a:latin typeface="Segoe UI" panose="020B0502040204020203" pitchFamily="34" charset="0"/>
          <a:cs typeface="Segoe UI" panose="020B0502040204020203" pitchFamily="34" charset="0"/>
        </a:defRPr>
      </a:pPr>
      <a:endParaRPr lang="en-US"/>
    </a:p>
  </c:txPr>
  <c:externalData r:id="rId4">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6198848723455023E-2"/>
          <c:y val="8.7591240875912413E-2"/>
          <c:w val="0.90643790264853252"/>
          <c:h val="0.68238018994143834"/>
        </c:manualLayout>
      </c:layout>
      <c:barChart>
        <c:barDir val="col"/>
        <c:grouping val="clustered"/>
        <c:varyColors val="0"/>
        <c:ser>
          <c:idx val="1"/>
          <c:order val="0"/>
          <c:spPr>
            <a:solidFill>
              <a:schemeClr val="accent2"/>
            </a:solidFill>
            <a:ln>
              <a:noFill/>
            </a:ln>
            <a:effectLst/>
          </c:spPr>
          <c:invertIfNegative val="0"/>
          <c:dPt>
            <c:idx val="4"/>
            <c:invertIfNegative val="0"/>
            <c:bubble3D val="0"/>
            <c:spPr>
              <a:solidFill>
                <a:srgbClr val="8ECAE6"/>
              </a:solidFill>
              <a:ln>
                <a:noFill/>
              </a:ln>
              <a:effectLst/>
            </c:spPr>
            <c:extLst>
              <c:ext xmlns:c16="http://schemas.microsoft.com/office/drawing/2014/chart" uri="{C3380CC4-5D6E-409C-BE32-E72D297353CC}">
                <c16:uniqueId val="{00000001-878E-4C0A-95BD-0BC7D9C47DF1}"/>
              </c:ext>
            </c:extLst>
          </c:dPt>
          <c:dPt>
            <c:idx val="5"/>
            <c:invertIfNegative val="0"/>
            <c:bubble3D val="0"/>
            <c:spPr>
              <a:solidFill>
                <a:srgbClr val="8ECAE6"/>
              </a:solidFill>
              <a:ln>
                <a:noFill/>
              </a:ln>
              <a:effectLst/>
            </c:spPr>
            <c:extLst>
              <c:ext xmlns:c16="http://schemas.microsoft.com/office/drawing/2014/chart" uri="{C3380CC4-5D6E-409C-BE32-E72D297353CC}">
                <c16:uniqueId val="{00000003-878E-4C0A-95BD-0BC7D9C47DF1}"/>
              </c:ext>
            </c:extLst>
          </c:dPt>
          <c:dPt>
            <c:idx val="6"/>
            <c:invertIfNegative val="0"/>
            <c:bubble3D val="0"/>
            <c:spPr>
              <a:solidFill>
                <a:srgbClr val="8ECAE6"/>
              </a:solidFill>
              <a:ln>
                <a:noFill/>
              </a:ln>
              <a:effectLst/>
            </c:spPr>
            <c:extLst>
              <c:ext xmlns:c16="http://schemas.microsoft.com/office/drawing/2014/chart" uri="{C3380CC4-5D6E-409C-BE32-E72D297353CC}">
                <c16:uniqueId val="{00000005-878E-4C0A-95BD-0BC7D9C47DF1}"/>
              </c:ext>
            </c:extLst>
          </c:dPt>
          <c:dPt>
            <c:idx val="12"/>
            <c:invertIfNegative val="0"/>
            <c:bubble3D val="0"/>
            <c:spPr>
              <a:solidFill>
                <a:srgbClr val="8ECAE6"/>
              </a:solidFill>
              <a:ln>
                <a:noFill/>
              </a:ln>
              <a:effectLst/>
            </c:spPr>
            <c:extLst>
              <c:ext xmlns:c16="http://schemas.microsoft.com/office/drawing/2014/chart" uri="{C3380CC4-5D6E-409C-BE32-E72D297353CC}">
                <c16:uniqueId val="{00000007-878E-4C0A-95BD-0BC7D9C47DF1}"/>
              </c:ext>
            </c:extLst>
          </c:dPt>
          <c:dPt>
            <c:idx val="15"/>
            <c:invertIfNegative val="0"/>
            <c:bubble3D val="0"/>
            <c:spPr>
              <a:solidFill>
                <a:srgbClr val="8ECAE6"/>
              </a:solidFill>
              <a:ln>
                <a:noFill/>
              </a:ln>
              <a:effectLst/>
            </c:spPr>
            <c:extLst>
              <c:ext xmlns:c16="http://schemas.microsoft.com/office/drawing/2014/chart" uri="{C3380CC4-5D6E-409C-BE32-E72D297353CC}">
                <c16:uniqueId val="{00000009-878E-4C0A-95BD-0BC7D9C47DF1}"/>
              </c:ext>
            </c:extLst>
          </c:dPt>
          <c:dPt>
            <c:idx val="17"/>
            <c:invertIfNegative val="0"/>
            <c:bubble3D val="0"/>
            <c:spPr>
              <a:solidFill>
                <a:srgbClr val="8ECAE6"/>
              </a:solidFill>
              <a:ln>
                <a:noFill/>
              </a:ln>
              <a:effectLst/>
            </c:spPr>
            <c:extLst>
              <c:ext xmlns:c16="http://schemas.microsoft.com/office/drawing/2014/chart" uri="{C3380CC4-5D6E-409C-BE32-E72D297353CC}">
                <c16:uniqueId val="{0000000B-878E-4C0A-95BD-0BC7D9C47DF1}"/>
              </c:ext>
            </c:extLst>
          </c:dPt>
          <c:dPt>
            <c:idx val="18"/>
            <c:invertIfNegative val="0"/>
            <c:bubble3D val="0"/>
            <c:spPr>
              <a:solidFill>
                <a:srgbClr val="8ECAE6"/>
              </a:solidFill>
              <a:ln>
                <a:noFill/>
              </a:ln>
              <a:effectLst/>
            </c:spPr>
            <c:extLst>
              <c:ext xmlns:c16="http://schemas.microsoft.com/office/drawing/2014/chart" uri="{C3380CC4-5D6E-409C-BE32-E72D297353CC}">
                <c16:uniqueId val="{0000000D-878E-4C0A-95BD-0BC7D9C47DF1}"/>
              </c:ext>
            </c:extLst>
          </c:dPt>
          <c:dLbls>
            <c:delete val="1"/>
          </c:dLbls>
          <c:cat>
            <c:strRef>
              <c:f>Apps!$B$5:$B$24</c:f>
              <c:strCache>
                <c:ptCount val="20"/>
                <c:pt idx="0">
                  <c:v>OpenClaw</c:v>
                </c:pt>
                <c:pt idx="1">
                  <c:v>Hermes Agent</c:v>
                </c:pt>
                <c:pt idx="2">
                  <c:v>Kilo Code</c:v>
                </c:pt>
                <c:pt idx="3">
                  <c:v>Claude Code</c:v>
                </c:pt>
                <c:pt idx="4">
                  <c:v>Descript</c:v>
                </c:pt>
                <c:pt idx="5">
                  <c:v>ISEKAI ZERO</c:v>
                </c:pt>
                <c:pt idx="6">
                  <c:v>Janitor AI</c:v>
                </c:pt>
                <c:pt idx="7">
                  <c:v>Cline</c:v>
                </c:pt>
                <c:pt idx="8">
                  <c:v>pi</c:v>
                </c:pt>
                <c:pt idx="9">
                  <c:v>Lemonade</c:v>
                </c:pt>
                <c:pt idx="10">
                  <c:v>Roo Code</c:v>
                </c:pt>
                <c:pt idx="11">
                  <c:v>LangChain</c:v>
                </c:pt>
                <c:pt idx="12">
                  <c:v>SillyTavern</c:v>
                </c:pt>
                <c:pt idx="13">
                  <c:v>VidMuse</c:v>
                </c:pt>
                <c:pt idx="14">
                  <c:v>Mira</c:v>
                </c:pt>
                <c:pt idx="15">
                  <c:v>HammerAI</c:v>
                </c:pt>
                <c:pt idx="16">
                  <c:v>Agent Zero</c:v>
                </c:pt>
                <c:pt idx="17">
                  <c:v>Chub AI</c:v>
                </c:pt>
                <c:pt idx="18">
                  <c:v>Open WebUI</c:v>
                </c:pt>
                <c:pt idx="19">
                  <c:v>OpenHands</c:v>
                </c:pt>
              </c:strCache>
            </c:strRef>
          </c:cat>
          <c:val>
            <c:numRef>
              <c:f>Apps!$F$5:$F$24</c:f>
              <c:numCache>
                <c:formatCode>General</c:formatCode>
                <c:ptCount val="20"/>
                <c:pt idx="0">
                  <c:v>8800</c:v>
                </c:pt>
                <c:pt idx="1">
                  <c:v>6610</c:v>
                </c:pt>
                <c:pt idx="2">
                  <c:v>5430</c:v>
                </c:pt>
                <c:pt idx="3">
                  <c:v>3040</c:v>
                </c:pt>
                <c:pt idx="4">
                  <c:v>1270</c:v>
                </c:pt>
                <c:pt idx="5">
                  <c:v>819</c:v>
                </c:pt>
                <c:pt idx="6">
                  <c:v>762</c:v>
                </c:pt>
                <c:pt idx="7">
                  <c:v>636</c:v>
                </c:pt>
                <c:pt idx="8">
                  <c:v>629</c:v>
                </c:pt>
                <c:pt idx="9">
                  <c:v>571</c:v>
                </c:pt>
                <c:pt idx="10">
                  <c:v>523</c:v>
                </c:pt>
                <c:pt idx="11">
                  <c:v>335</c:v>
                </c:pt>
                <c:pt idx="12">
                  <c:v>225</c:v>
                </c:pt>
                <c:pt idx="13">
                  <c:v>220</c:v>
                </c:pt>
                <c:pt idx="14">
                  <c:v>218</c:v>
                </c:pt>
                <c:pt idx="15">
                  <c:v>174</c:v>
                </c:pt>
                <c:pt idx="16">
                  <c:v>135</c:v>
                </c:pt>
                <c:pt idx="17">
                  <c:v>130</c:v>
                </c:pt>
                <c:pt idx="18">
                  <c:v>125</c:v>
                </c:pt>
                <c:pt idx="19">
                  <c:v>118</c:v>
                </c:pt>
              </c:numCache>
            </c:numRef>
          </c:val>
          <c:extLst>
            <c:ext xmlns:c16="http://schemas.microsoft.com/office/drawing/2014/chart" uri="{C3380CC4-5D6E-409C-BE32-E72D297353CC}">
              <c16:uniqueId val="{0000000E-878E-4C0A-95BD-0BC7D9C47DF1}"/>
            </c:ext>
          </c:extLst>
        </c:ser>
        <c:dLbls>
          <c:dLblPos val="outEnd"/>
          <c:showLegendKey val="0"/>
          <c:showVal val="1"/>
          <c:showCatName val="0"/>
          <c:showSerName val="0"/>
          <c:showPercent val="0"/>
          <c:showBubbleSize val="0"/>
        </c:dLbls>
        <c:gapWidth val="70"/>
        <c:axId val="291160448"/>
        <c:axId val="291161984"/>
      </c:barChart>
      <c:catAx>
        <c:axId val="291160448"/>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prstDash val="solid"/>
            <a:round/>
          </a:ln>
          <a:effectLst/>
        </c:spPr>
        <c:txPr>
          <a:bodyPr rot="-60000000" spcFirstLastPara="1" vertOverflow="ellipsis" vert="horz" wrap="square" anchor="ctr" anchorCtr="1"/>
          <a:lstStyle/>
          <a:p>
            <a:pPr>
              <a:defRPr sz="1000" b="0" i="0" u="none" strike="noStrike" kern="1200" baseline="0">
                <a:solidFill>
                  <a:schemeClr val="bg1">
                    <a:lumMod val="50000"/>
                  </a:schemeClr>
                </a:solidFill>
                <a:latin typeface="Segoe UI" panose="020B0502040204020203" pitchFamily="34" charset="0"/>
                <a:ea typeface="+mn-ea"/>
                <a:cs typeface="+mn-cs"/>
              </a:defRPr>
            </a:pPr>
            <a:endParaRPr lang="zh-CN"/>
          </a:p>
        </c:txPr>
        <c:crossAx val="291161984"/>
        <c:crosses val="autoZero"/>
        <c:auto val="1"/>
        <c:lblAlgn val="ctr"/>
        <c:lblOffset val="100"/>
        <c:noMultiLvlLbl val="0"/>
      </c:catAx>
      <c:valAx>
        <c:axId val="291161984"/>
        <c:scaling>
          <c:orientation val="minMax"/>
        </c:scaling>
        <c:delete val="0"/>
        <c:axPos val="l"/>
        <c:majorGridlines>
          <c:spPr>
            <a:ln w="6350" cap="flat" cmpd="sng" algn="ctr">
              <a:solidFill>
                <a:schemeClr val="bg1">
                  <a:lumMod val="85000"/>
                </a:schemeClr>
              </a:solidFill>
              <a:prstDash val="solid"/>
              <a:round/>
            </a:ln>
            <a:effectLst/>
          </c:spPr>
        </c:majorGridlines>
        <c:title>
          <c:tx>
            <c:rich>
              <a:bodyPr rot="0" spcFirstLastPara="1" vertOverflow="ellipsis" wrap="square" anchor="ctr" anchorCtr="1"/>
              <a:lstStyle/>
              <a:p>
                <a:pPr>
                  <a:defRPr sz="1000" b="0" i="0" u="none" strike="noStrike" kern="1200" baseline="0">
                    <a:solidFill>
                      <a:schemeClr val="bg1">
                        <a:lumMod val="50000"/>
                      </a:schemeClr>
                    </a:solidFill>
                    <a:latin typeface="Segoe UI" panose="020B0502040204020203" pitchFamily="34" charset="0"/>
                    <a:ea typeface="+mn-ea"/>
                    <a:cs typeface="+mn-cs"/>
                  </a:defRPr>
                </a:pPr>
                <a:r>
                  <a:rPr lang="en-US" dirty="0"/>
                  <a:t>(tn tokens)</a:t>
                </a:r>
              </a:p>
            </c:rich>
          </c:tx>
          <c:layout>
            <c:manualLayout>
              <c:xMode val="edge"/>
              <c:yMode val="edge"/>
              <c:x val="0"/>
              <c:y val="0"/>
            </c:manualLayout>
          </c:layout>
          <c:overlay val="0"/>
          <c:spPr>
            <a:noFill/>
            <a:ln>
              <a:noFill/>
            </a:ln>
            <a:effectLst/>
          </c:spPr>
          <c:txPr>
            <a:bodyPr rot="0" spcFirstLastPara="1" vertOverflow="ellipsis" wrap="square" anchor="ctr" anchorCtr="1"/>
            <a:lstStyle/>
            <a:p>
              <a:pPr>
                <a:defRPr sz="1000" b="0" i="0" u="none" strike="noStrike" kern="1200" baseline="0">
                  <a:solidFill>
                    <a:schemeClr val="bg1">
                      <a:lumMod val="50000"/>
                    </a:schemeClr>
                  </a:solidFill>
                  <a:latin typeface="Segoe UI" panose="020B0502040204020203" pitchFamily="34" charset="0"/>
                  <a:ea typeface="+mn-ea"/>
                  <a:cs typeface="+mn-cs"/>
                </a:defRPr>
              </a:pPr>
              <a:endParaRPr lang="en-US"/>
            </a:p>
          </c:txPr>
        </c:title>
        <c:numFmt formatCode="#,##0_ " sourceLinked="0"/>
        <c:majorTickMark val="none"/>
        <c:minorTickMark val="none"/>
        <c:tickLblPos val="nextTo"/>
        <c:spPr>
          <a:noFill/>
          <a:ln w="6350" cap="flat" cmpd="sng" algn="ctr">
            <a:noFill/>
            <a:prstDash val="solid"/>
            <a:round/>
          </a:ln>
          <a:effectLst/>
        </c:spPr>
        <c:txPr>
          <a:bodyPr rot="-60000000" spcFirstLastPara="1" vertOverflow="ellipsis" vert="horz" wrap="square" anchor="ctr" anchorCtr="1"/>
          <a:lstStyle/>
          <a:p>
            <a:pPr>
              <a:defRPr sz="1000" b="0" i="0" u="none" strike="noStrike" kern="1200" baseline="0">
                <a:solidFill>
                  <a:schemeClr val="bg1">
                    <a:lumMod val="50000"/>
                  </a:schemeClr>
                </a:solidFill>
                <a:latin typeface="Segoe UI" panose="020B0502040204020203" pitchFamily="34" charset="0"/>
                <a:ea typeface="+mn-ea"/>
                <a:cs typeface="+mn-cs"/>
              </a:defRPr>
            </a:pPr>
            <a:endParaRPr lang="zh-CN"/>
          </a:p>
        </c:txPr>
        <c:crossAx val="291160448"/>
        <c:crosses val="autoZero"/>
        <c:crossBetween val="between"/>
        <c:dispUnits>
          <c:builtInUnit val="thousands"/>
          <c:dispUnitsLbl>
            <c:spPr>
              <a:noFill/>
              <a:ln>
                <a:noFill/>
              </a:ln>
              <a:effectLst/>
            </c:spPr>
            <c:txPr>
              <a:bodyPr rot="-5400000" spcFirstLastPara="1" vertOverflow="ellipsis" vert="horz" wrap="square" anchor="ctr" anchorCtr="1"/>
              <a:lstStyle/>
              <a:p>
                <a:pPr>
                  <a:defRPr sz="1000" b="1" i="0" u="none" strike="noStrike" kern="1200" baseline="0">
                    <a:solidFill>
                      <a:schemeClr val="bg1">
                        <a:lumMod val="50000"/>
                      </a:schemeClr>
                    </a:solidFill>
                    <a:latin typeface="Segoe UI" panose="020B0502040204020203" pitchFamily="34" charset="0"/>
                    <a:ea typeface="+mn-ea"/>
                    <a:cs typeface="+mn-cs"/>
                  </a:defRPr>
                </a:pPr>
                <a:endParaRPr lang="en-US"/>
              </a:p>
            </c:txPr>
          </c:dispUnitsLbl>
        </c:dispUnits>
      </c:valAx>
      <c:spPr>
        <a:noFill/>
        <a:ln>
          <a:noFill/>
        </a:ln>
        <a:effectLst/>
      </c:spPr>
    </c:plotArea>
    <c:plotVisOnly val="1"/>
    <c:dispBlanksAs val="zero"/>
    <c:showDLblsOverMax val="0"/>
  </c:chart>
  <c:spPr>
    <a:solidFill>
      <a:schemeClr val="bg1"/>
    </a:solidFill>
    <a:ln w="25400" cap="flat" cmpd="sng" algn="ctr">
      <a:noFill/>
      <a:prstDash val="solid"/>
      <a:round/>
    </a:ln>
    <a:effectLst/>
  </c:spPr>
  <c:txPr>
    <a:bodyPr/>
    <a:lstStyle/>
    <a:p>
      <a:pPr>
        <a:defRPr sz="1000">
          <a:solidFill>
            <a:schemeClr val="bg1">
              <a:lumMod val="50000"/>
            </a:schemeClr>
          </a:solidFill>
          <a:latin typeface="Segoe UI" panose="020B0502040204020203" pitchFamily="34" charset="0"/>
        </a:defRPr>
      </a:pPr>
      <a:endParaRPr lang="zh-CN"/>
    </a:p>
  </c:txPr>
  <c:externalData r:id="rId4">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韩国市场!$C$8</c:f>
              <c:strCache>
                <c:ptCount val="1"/>
                <c:pt idx="0">
                  <c:v>区间表现</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韩国市场!$A$9:$A$17</c:f>
              <c:strCache>
                <c:ptCount val="9"/>
                <c:pt idx="0">
                  <c:v>恒生科技指數</c:v>
                </c:pt>
                <c:pt idx="1">
                  <c:v>印度NIFTY50指數</c:v>
                </c:pt>
                <c:pt idx="2">
                  <c:v>恒生指數</c:v>
                </c:pt>
                <c:pt idx="3">
                  <c:v>富時港股通科技+20權重上限指數</c:v>
                </c:pt>
                <c:pt idx="4">
                  <c:v>滬深300指數</c:v>
                </c:pt>
                <c:pt idx="5">
                  <c:v>歐洲斯托克50指數</c:v>
                </c:pt>
                <c:pt idx="6">
                  <c:v>日經225指數</c:v>
                </c:pt>
                <c:pt idx="7">
                  <c:v>韓國KOSPI 200</c:v>
                </c:pt>
                <c:pt idx="8">
                  <c:v>富時韓國科技+20權重上限指數</c:v>
                </c:pt>
              </c:strCache>
            </c:strRef>
          </c:cat>
          <c:val>
            <c:numRef>
              <c:f>韩国市场!$C$9:$C$17</c:f>
              <c:numCache>
                <c:formatCode>0.00</c:formatCode>
                <c:ptCount val="9"/>
                <c:pt idx="0">
                  <c:v>9.22090100736081E-2</c:v>
                </c:pt>
                <c:pt idx="1">
                  <c:v>0.93445493300852933</c:v>
                </c:pt>
                <c:pt idx="2">
                  <c:v>14.0631955712751</c:v>
                </c:pt>
                <c:pt idx="3">
                  <c:v>24.867422945531196</c:v>
                </c:pt>
                <c:pt idx="4">
                  <c:v>26.544952743518923</c:v>
                </c:pt>
                <c:pt idx="5">
                  <c:v>29.250732233383321</c:v>
                </c:pt>
                <c:pt idx="6">
                  <c:v>75.618819016336573</c:v>
                </c:pt>
                <c:pt idx="7">
                  <c:v>331.29129696054378</c:v>
                </c:pt>
                <c:pt idx="8">
                  <c:v>392.25481345547644</c:v>
                </c:pt>
              </c:numCache>
            </c:numRef>
          </c:val>
          <c:extLst>
            <c:ext xmlns:c16="http://schemas.microsoft.com/office/drawing/2014/chart" uri="{C3380CC4-5D6E-409C-BE32-E72D297353CC}">
              <c16:uniqueId val="{00000000-1A7F-4F82-A222-1E1124E6313E}"/>
            </c:ext>
          </c:extLst>
        </c:ser>
        <c:dLbls>
          <c:showLegendKey val="0"/>
          <c:showVal val="0"/>
          <c:showCatName val="0"/>
          <c:showSerName val="0"/>
          <c:showPercent val="0"/>
          <c:showBubbleSize val="0"/>
        </c:dLbls>
        <c:gapWidth val="182"/>
        <c:axId val="168037743"/>
        <c:axId val="168099247"/>
      </c:barChart>
      <c:catAx>
        <c:axId val="168037743"/>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n-US"/>
          </a:p>
        </c:txPr>
        <c:crossAx val="168099247"/>
        <c:crosses val="autoZero"/>
        <c:auto val="1"/>
        <c:lblAlgn val="ctr"/>
        <c:lblOffset val="100"/>
        <c:noMultiLvlLbl val="0"/>
      </c:catAx>
      <c:valAx>
        <c:axId val="168099247"/>
        <c:scaling>
          <c:orientation val="minMax"/>
          <c:max val="450"/>
          <c:min val="0"/>
        </c:scaling>
        <c:delete val="0"/>
        <c:axPos val="b"/>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n-US"/>
          </a:p>
        </c:txPr>
        <c:crossAx val="16803774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韩国市场!$I$8</c:f>
              <c:strCache>
                <c:ptCount val="1"/>
                <c:pt idx="0">
                  <c:v>富時韓國科技+20權重上限指數</c:v>
                </c:pt>
              </c:strCache>
            </c:strRef>
          </c:tx>
          <c:spPr>
            <a:ln w="28575" cap="rnd">
              <a:solidFill>
                <a:schemeClr val="accent1"/>
              </a:solidFill>
              <a:round/>
            </a:ln>
            <a:effectLst/>
          </c:spPr>
          <c:marker>
            <c:symbol val="none"/>
          </c:marker>
          <c:dLbls>
            <c:dLbl>
              <c:idx val="909"/>
              <c:layout>
                <c:manualLayout>
                  <c:x val="-9.3814122090954272E-3"/>
                  <c:y val="-0.14661761559365591"/>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2"/>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616-46BC-901C-98C4C77BAE84}"/>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韩国市场!$H$9:$H$918</c:f>
              <c:numCache>
                <c:formatCode>yyyy\-mm\-dd</c:formatCode>
                <c:ptCount val="910"/>
                <c:pt idx="0">
                  <c:v>44928</c:v>
                </c:pt>
                <c:pt idx="1">
                  <c:v>44929</c:v>
                </c:pt>
                <c:pt idx="2">
                  <c:v>44930</c:v>
                </c:pt>
                <c:pt idx="3">
                  <c:v>44931</c:v>
                </c:pt>
                <c:pt idx="4">
                  <c:v>44932</c:v>
                </c:pt>
                <c:pt idx="5">
                  <c:v>44935</c:v>
                </c:pt>
                <c:pt idx="6">
                  <c:v>44936</c:v>
                </c:pt>
                <c:pt idx="7">
                  <c:v>44937</c:v>
                </c:pt>
                <c:pt idx="8">
                  <c:v>44938</c:v>
                </c:pt>
                <c:pt idx="9">
                  <c:v>44939</c:v>
                </c:pt>
                <c:pt idx="10">
                  <c:v>44942</c:v>
                </c:pt>
                <c:pt idx="11">
                  <c:v>44943</c:v>
                </c:pt>
                <c:pt idx="12">
                  <c:v>44944</c:v>
                </c:pt>
                <c:pt idx="13">
                  <c:v>44945</c:v>
                </c:pt>
                <c:pt idx="14">
                  <c:v>44946</c:v>
                </c:pt>
                <c:pt idx="15">
                  <c:v>44949</c:v>
                </c:pt>
                <c:pt idx="16">
                  <c:v>44950</c:v>
                </c:pt>
                <c:pt idx="17">
                  <c:v>44951</c:v>
                </c:pt>
                <c:pt idx="18">
                  <c:v>44952</c:v>
                </c:pt>
                <c:pt idx="19">
                  <c:v>44953</c:v>
                </c:pt>
                <c:pt idx="20">
                  <c:v>44956</c:v>
                </c:pt>
                <c:pt idx="21">
                  <c:v>44957</c:v>
                </c:pt>
                <c:pt idx="22">
                  <c:v>44958</c:v>
                </c:pt>
                <c:pt idx="23">
                  <c:v>44959</c:v>
                </c:pt>
                <c:pt idx="24">
                  <c:v>44960</c:v>
                </c:pt>
                <c:pt idx="25">
                  <c:v>44963</c:v>
                </c:pt>
                <c:pt idx="26">
                  <c:v>44964</c:v>
                </c:pt>
                <c:pt idx="27">
                  <c:v>44965</c:v>
                </c:pt>
                <c:pt idx="28">
                  <c:v>44966</c:v>
                </c:pt>
                <c:pt idx="29">
                  <c:v>44967</c:v>
                </c:pt>
                <c:pt idx="30">
                  <c:v>44970</c:v>
                </c:pt>
                <c:pt idx="31">
                  <c:v>44971</c:v>
                </c:pt>
                <c:pt idx="32">
                  <c:v>44972</c:v>
                </c:pt>
                <c:pt idx="33">
                  <c:v>44973</c:v>
                </c:pt>
                <c:pt idx="34">
                  <c:v>44974</c:v>
                </c:pt>
                <c:pt idx="35">
                  <c:v>44977</c:v>
                </c:pt>
                <c:pt idx="36">
                  <c:v>44978</c:v>
                </c:pt>
                <c:pt idx="37">
                  <c:v>44979</c:v>
                </c:pt>
                <c:pt idx="38">
                  <c:v>44980</c:v>
                </c:pt>
                <c:pt idx="39">
                  <c:v>44981</c:v>
                </c:pt>
                <c:pt idx="40">
                  <c:v>44984</c:v>
                </c:pt>
                <c:pt idx="41">
                  <c:v>44985</c:v>
                </c:pt>
                <c:pt idx="42">
                  <c:v>44986</c:v>
                </c:pt>
                <c:pt idx="43">
                  <c:v>44987</c:v>
                </c:pt>
                <c:pt idx="44">
                  <c:v>44988</c:v>
                </c:pt>
                <c:pt idx="45">
                  <c:v>44991</c:v>
                </c:pt>
                <c:pt idx="46">
                  <c:v>44992</c:v>
                </c:pt>
                <c:pt idx="47">
                  <c:v>44993</c:v>
                </c:pt>
                <c:pt idx="48">
                  <c:v>44994</c:v>
                </c:pt>
                <c:pt idx="49">
                  <c:v>44995</c:v>
                </c:pt>
                <c:pt idx="50">
                  <c:v>44998</c:v>
                </c:pt>
                <c:pt idx="51">
                  <c:v>44999</c:v>
                </c:pt>
                <c:pt idx="52">
                  <c:v>45000</c:v>
                </c:pt>
                <c:pt idx="53">
                  <c:v>45001</c:v>
                </c:pt>
                <c:pt idx="54">
                  <c:v>45002</c:v>
                </c:pt>
                <c:pt idx="55">
                  <c:v>45005</c:v>
                </c:pt>
                <c:pt idx="56">
                  <c:v>45006</c:v>
                </c:pt>
                <c:pt idx="57">
                  <c:v>45007</c:v>
                </c:pt>
                <c:pt idx="58">
                  <c:v>45008</c:v>
                </c:pt>
                <c:pt idx="59">
                  <c:v>45009</c:v>
                </c:pt>
                <c:pt idx="60">
                  <c:v>45012</c:v>
                </c:pt>
                <c:pt idx="61">
                  <c:v>45013</c:v>
                </c:pt>
                <c:pt idx="62">
                  <c:v>45014</c:v>
                </c:pt>
                <c:pt idx="63">
                  <c:v>45015</c:v>
                </c:pt>
                <c:pt idx="64">
                  <c:v>45016</c:v>
                </c:pt>
                <c:pt idx="65">
                  <c:v>45019</c:v>
                </c:pt>
                <c:pt idx="66">
                  <c:v>45020</c:v>
                </c:pt>
                <c:pt idx="67">
                  <c:v>45021</c:v>
                </c:pt>
                <c:pt idx="68">
                  <c:v>45022</c:v>
                </c:pt>
                <c:pt idx="69">
                  <c:v>45023</c:v>
                </c:pt>
                <c:pt idx="70">
                  <c:v>45026</c:v>
                </c:pt>
                <c:pt idx="71">
                  <c:v>45027</c:v>
                </c:pt>
                <c:pt idx="72">
                  <c:v>45028</c:v>
                </c:pt>
                <c:pt idx="73">
                  <c:v>45029</c:v>
                </c:pt>
                <c:pt idx="74">
                  <c:v>45030</c:v>
                </c:pt>
                <c:pt idx="75">
                  <c:v>45033</c:v>
                </c:pt>
                <c:pt idx="76">
                  <c:v>45034</c:v>
                </c:pt>
                <c:pt idx="77">
                  <c:v>45035</c:v>
                </c:pt>
                <c:pt idx="78">
                  <c:v>45036</c:v>
                </c:pt>
                <c:pt idx="79">
                  <c:v>45037</c:v>
                </c:pt>
                <c:pt idx="80">
                  <c:v>45040</c:v>
                </c:pt>
                <c:pt idx="81">
                  <c:v>45041</c:v>
                </c:pt>
                <c:pt idx="82">
                  <c:v>45042</c:v>
                </c:pt>
                <c:pt idx="83">
                  <c:v>45043</c:v>
                </c:pt>
                <c:pt idx="84">
                  <c:v>45044</c:v>
                </c:pt>
                <c:pt idx="85">
                  <c:v>45047</c:v>
                </c:pt>
                <c:pt idx="86">
                  <c:v>45048</c:v>
                </c:pt>
                <c:pt idx="87">
                  <c:v>45049</c:v>
                </c:pt>
                <c:pt idx="88">
                  <c:v>45050</c:v>
                </c:pt>
                <c:pt idx="89">
                  <c:v>45051</c:v>
                </c:pt>
                <c:pt idx="90">
                  <c:v>45054</c:v>
                </c:pt>
                <c:pt idx="91">
                  <c:v>45055</c:v>
                </c:pt>
                <c:pt idx="92">
                  <c:v>45056</c:v>
                </c:pt>
                <c:pt idx="93">
                  <c:v>45057</c:v>
                </c:pt>
                <c:pt idx="94">
                  <c:v>45058</c:v>
                </c:pt>
                <c:pt idx="95">
                  <c:v>45061</c:v>
                </c:pt>
                <c:pt idx="96">
                  <c:v>45062</c:v>
                </c:pt>
                <c:pt idx="97">
                  <c:v>45063</c:v>
                </c:pt>
                <c:pt idx="98">
                  <c:v>45064</c:v>
                </c:pt>
                <c:pt idx="99">
                  <c:v>45065</c:v>
                </c:pt>
                <c:pt idx="100">
                  <c:v>45068</c:v>
                </c:pt>
                <c:pt idx="101">
                  <c:v>45069</c:v>
                </c:pt>
                <c:pt idx="102">
                  <c:v>45070</c:v>
                </c:pt>
                <c:pt idx="103">
                  <c:v>45071</c:v>
                </c:pt>
                <c:pt idx="104">
                  <c:v>45072</c:v>
                </c:pt>
                <c:pt idx="105">
                  <c:v>45075</c:v>
                </c:pt>
                <c:pt idx="106">
                  <c:v>45076</c:v>
                </c:pt>
                <c:pt idx="107">
                  <c:v>45077</c:v>
                </c:pt>
                <c:pt idx="108">
                  <c:v>45078</c:v>
                </c:pt>
                <c:pt idx="109">
                  <c:v>45079</c:v>
                </c:pt>
                <c:pt idx="110">
                  <c:v>45082</c:v>
                </c:pt>
                <c:pt idx="111">
                  <c:v>45083</c:v>
                </c:pt>
                <c:pt idx="112">
                  <c:v>45084</c:v>
                </c:pt>
                <c:pt idx="113">
                  <c:v>45085</c:v>
                </c:pt>
                <c:pt idx="114">
                  <c:v>45086</c:v>
                </c:pt>
                <c:pt idx="115">
                  <c:v>45089</c:v>
                </c:pt>
                <c:pt idx="116">
                  <c:v>45090</c:v>
                </c:pt>
                <c:pt idx="117">
                  <c:v>45091</c:v>
                </c:pt>
                <c:pt idx="118">
                  <c:v>45092</c:v>
                </c:pt>
                <c:pt idx="119">
                  <c:v>45093</c:v>
                </c:pt>
                <c:pt idx="120">
                  <c:v>45096</c:v>
                </c:pt>
                <c:pt idx="121">
                  <c:v>45097</c:v>
                </c:pt>
                <c:pt idx="122">
                  <c:v>45098</c:v>
                </c:pt>
                <c:pt idx="123">
                  <c:v>45099</c:v>
                </c:pt>
                <c:pt idx="124">
                  <c:v>45100</c:v>
                </c:pt>
                <c:pt idx="125">
                  <c:v>45103</c:v>
                </c:pt>
                <c:pt idx="126">
                  <c:v>45104</c:v>
                </c:pt>
                <c:pt idx="127">
                  <c:v>45105</c:v>
                </c:pt>
                <c:pt idx="128">
                  <c:v>45106</c:v>
                </c:pt>
                <c:pt idx="129">
                  <c:v>45107</c:v>
                </c:pt>
                <c:pt idx="130">
                  <c:v>45110</c:v>
                </c:pt>
                <c:pt idx="131">
                  <c:v>45111</c:v>
                </c:pt>
                <c:pt idx="132">
                  <c:v>45112</c:v>
                </c:pt>
                <c:pt idx="133">
                  <c:v>45113</c:v>
                </c:pt>
                <c:pt idx="134">
                  <c:v>45114</c:v>
                </c:pt>
                <c:pt idx="135">
                  <c:v>45117</c:v>
                </c:pt>
                <c:pt idx="136">
                  <c:v>45118</c:v>
                </c:pt>
                <c:pt idx="137">
                  <c:v>45119</c:v>
                </c:pt>
                <c:pt idx="138">
                  <c:v>45120</c:v>
                </c:pt>
                <c:pt idx="139">
                  <c:v>45121</c:v>
                </c:pt>
                <c:pt idx="140">
                  <c:v>45124</c:v>
                </c:pt>
                <c:pt idx="141">
                  <c:v>45125</c:v>
                </c:pt>
                <c:pt idx="142">
                  <c:v>45126</c:v>
                </c:pt>
                <c:pt idx="143">
                  <c:v>45127</c:v>
                </c:pt>
                <c:pt idx="144">
                  <c:v>45128</c:v>
                </c:pt>
                <c:pt idx="145">
                  <c:v>45131</c:v>
                </c:pt>
                <c:pt idx="146">
                  <c:v>45132</c:v>
                </c:pt>
                <c:pt idx="147">
                  <c:v>45133</c:v>
                </c:pt>
                <c:pt idx="148">
                  <c:v>45134</c:v>
                </c:pt>
                <c:pt idx="149">
                  <c:v>45135</c:v>
                </c:pt>
                <c:pt idx="150">
                  <c:v>45138</c:v>
                </c:pt>
                <c:pt idx="151">
                  <c:v>45139</c:v>
                </c:pt>
                <c:pt idx="152">
                  <c:v>45140</c:v>
                </c:pt>
                <c:pt idx="153">
                  <c:v>45141</c:v>
                </c:pt>
                <c:pt idx="154">
                  <c:v>45142</c:v>
                </c:pt>
                <c:pt idx="155">
                  <c:v>45145</c:v>
                </c:pt>
                <c:pt idx="156">
                  <c:v>45146</c:v>
                </c:pt>
                <c:pt idx="157">
                  <c:v>45147</c:v>
                </c:pt>
                <c:pt idx="158">
                  <c:v>45148</c:v>
                </c:pt>
                <c:pt idx="159">
                  <c:v>45149</c:v>
                </c:pt>
                <c:pt idx="160">
                  <c:v>45152</c:v>
                </c:pt>
                <c:pt idx="161">
                  <c:v>45153</c:v>
                </c:pt>
                <c:pt idx="162">
                  <c:v>45154</c:v>
                </c:pt>
                <c:pt idx="163">
                  <c:v>45155</c:v>
                </c:pt>
                <c:pt idx="164">
                  <c:v>45156</c:v>
                </c:pt>
                <c:pt idx="165">
                  <c:v>45159</c:v>
                </c:pt>
                <c:pt idx="166">
                  <c:v>45160</c:v>
                </c:pt>
                <c:pt idx="167">
                  <c:v>45161</c:v>
                </c:pt>
                <c:pt idx="168">
                  <c:v>45162</c:v>
                </c:pt>
                <c:pt idx="169">
                  <c:v>45163</c:v>
                </c:pt>
                <c:pt idx="170">
                  <c:v>45166</c:v>
                </c:pt>
                <c:pt idx="171">
                  <c:v>45167</c:v>
                </c:pt>
                <c:pt idx="172">
                  <c:v>45168</c:v>
                </c:pt>
                <c:pt idx="173">
                  <c:v>45169</c:v>
                </c:pt>
                <c:pt idx="174">
                  <c:v>45170</c:v>
                </c:pt>
                <c:pt idx="175">
                  <c:v>45173</c:v>
                </c:pt>
                <c:pt idx="176">
                  <c:v>45174</c:v>
                </c:pt>
                <c:pt idx="177">
                  <c:v>45175</c:v>
                </c:pt>
                <c:pt idx="178">
                  <c:v>45176</c:v>
                </c:pt>
                <c:pt idx="179">
                  <c:v>45177</c:v>
                </c:pt>
                <c:pt idx="180">
                  <c:v>45180</c:v>
                </c:pt>
                <c:pt idx="181">
                  <c:v>45181</c:v>
                </c:pt>
                <c:pt idx="182">
                  <c:v>45182</c:v>
                </c:pt>
                <c:pt idx="183">
                  <c:v>45183</c:v>
                </c:pt>
                <c:pt idx="184">
                  <c:v>45184</c:v>
                </c:pt>
                <c:pt idx="185">
                  <c:v>45187</c:v>
                </c:pt>
                <c:pt idx="186">
                  <c:v>45188</c:v>
                </c:pt>
                <c:pt idx="187">
                  <c:v>45189</c:v>
                </c:pt>
                <c:pt idx="188">
                  <c:v>45190</c:v>
                </c:pt>
                <c:pt idx="189">
                  <c:v>45191</c:v>
                </c:pt>
                <c:pt idx="190">
                  <c:v>45194</c:v>
                </c:pt>
                <c:pt idx="191">
                  <c:v>45195</c:v>
                </c:pt>
                <c:pt idx="192">
                  <c:v>45196</c:v>
                </c:pt>
                <c:pt idx="193">
                  <c:v>45197</c:v>
                </c:pt>
                <c:pt idx="194">
                  <c:v>45198</c:v>
                </c:pt>
                <c:pt idx="195">
                  <c:v>45201</c:v>
                </c:pt>
                <c:pt idx="196">
                  <c:v>45202</c:v>
                </c:pt>
                <c:pt idx="197">
                  <c:v>45203</c:v>
                </c:pt>
                <c:pt idx="198">
                  <c:v>45204</c:v>
                </c:pt>
                <c:pt idx="199">
                  <c:v>45205</c:v>
                </c:pt>
                <c:pt idx="200">
                  <c:v>45208</c:v>
                </c:pt>
                <c:pt idx="201">
                  <c:v>45209</c:v>
                </c:pt>
                <c:pt idx="202">
                  <c:v>45210</c:v>
                </c:pt>
                <c:pt idx="203">
                  <c:v>45211</c:v>
                </c:pt>
                <c:pt idx="204">
                  <c:v>45212</c:v>
                </c:pt>
                <c:pt idx="205">
                  <c:v>45215</c:v>
                </c:pt>
                <c:pt idx="206">
                  <c:v>45216</c:v>
                </c:pt>
                <c:pt idx="207">
                  <c:v>45217</c:v>
                </c:pt>
                <c:pt idx="208">
                  <c:v>45218</c:v>
                </c:pt>
                <c:pt idx="209">
                  <c:v>45219</c:v>
                </c:pt>
                <c:pt idx="210">
                  <c:v>45222</c:v>
                </c:pt>
                <c:pt idx="211">
                  <c:v>45223</c:v>
                </c:pt>
                <c:pt idx="212">
                  <c:v>45224</c:v>
                </c:pt>
                <c:pt idx="213">
                  <c:v>45225</c:v>
                </c:pt>
                <c:pt idx="214">
                  <c:v>45226</c:v>
                </c:pt>
                <c:pt idx="215">
                  <c:v>45229</c:v>
                </c:pt>
                <c:pt idx="216">
                  <c:v>45230</c:v>
                </c:pt>
                <c:pt idx="217">
                  <c:v>45231</c:v>
                </c:pt>
                <c:pt idx="218">
                  <c:v>45232</c:v>
                </c:pt>
                <c:pt idx="219">
                  <c:v>45233</c:v>
                </c:pt>
                <c:pt idx="220">
                  <c:v>45236</c:v>
                </c:pt>
                <c:pt idx="221">
                  <c:v>45237</c:v>
                </c:pt>
                <c:pt idx="222">
                  <c:v>45238</c:v>
                </c:pt>
                <c:pt idx="223">
                  <c:v>45239</c:v>
                </c:pt>
                <c:pt idx="224">
                  <c:v>45240</c:v>
                </c:pt>
                <c:pt idx="225">
                  <c:v>45243</c:v>
                </c:pt>
                <c:pt idx="226">
                  <c:v>45244</c:v>
                </c:pt>
                <c:pt idx="227">
                  <c:v>45245</c:v>
                </c:pt>
                <c:pt idx="228">
                  <c:v>45246</c:v>
                </c:pt>
                <c:pt idx="229">
                  <c:v>45247</c:v>
                </c:pt>
                <c:pt idx="230">
                  <c:v>45250</c:v>
                </c:pt>
                <c:pt idx="231">
                  <c:v>45251</c:v>
                </c:pt>
                <c:pt idx="232">
                  <c:v>45252</c:v>
                </c:pt>
                <c:pt idx="233">
                  <c:v>45253</c:v>
                </c:pt>
                <c:pt idx="234">
                  <c:v>45254</c:v>
                </c:pt>
                <c:pt idx="235">
                  <c:v>45257</c:v>
                </c:pt>
                <c:pt idx="236">
                  <c:v>45258</c:v>
                </c:pt>
                <c:pt idx="237">
                  <c:v>45259</c:v>
                </c:pt>
                <c:pt idx="238">
                  <c:v>45260</c:v>
                </c:pt>
                <c:pt idx="239">
                  <c:v>45261</c:v>
                </c:pt>
                <c:pt idx="240">
                  <c:v>45264</c:v>
                </c:pt>
                <c:pt idx="241">
                  <c:v>45265</c:v>
                </c:pt>
                <c:pt idx="242">
                  <c:v>45266</c:v>
                </c:pt>
                <c:pt idx="243">
                  <c:v>45267</c:v>
                </c:pt>
                <c:pt idx="244">
                  <c:v>45268</c:v>
                </c:pt>
                <c:pt idx="245">
                  <c:v>45271</c:v>
                </c:pt>
                <c:pt idx="246">
                  <c:v>45272</c:v>
                </c:pt>
                <c:pt idx="247">
                  <c:v>45273</c:v>
                </c:pt>
                <c:pt idx="248">
                  <c:v>45274</c:v>
                </c:pt>
                <c:pt idx="249">
                  <c:v>45275</c:v>
                </c:pt>
                <c:pt idx="250">
                  <c:v>45278</c:v>
                </c:pt>
                <c:pt idx="251">
                  <c:v>45279</c:v>
                </c:pt>
                <c:pt idx="252">
                  <c:v>45280</c:v>
                </c:pt>
                <c:pt idx="253">
                  <c:v>45281</c:v>
                </c:pt>
                <c:pt idx="254">
                  <c:v>45282</c:v>
                </c:pt>
                <c:pt idx="255">
                  <c:v>45285</c:v>
                </c:pt>
                <c:pt idx="256">
                  <c:v>45286</c:v>
                </c:pt>
                <c:pt idx="257">
                  <c:v>45287</c:v>
                </c:pt>
                <c:pt idx="258">
                  <c:v>45288</c:v>
                </c:pt>
                <c:pt idx="259">
                  <c:v>45289</c:v>
                </c:pt>
                <c:pt idx="260">
                  <c:v>45292</c:v>
                </c:pt>
                <c:pt idx="261">
                  <c:v>45293</c:v>
                </c:pt>
                <c:pt idx="262">
                  <c:v>45294</c:v>
                </c:pt>
                <c:pt idx="263">
                  <c:v>45295</c:v>
                </c:pt>
                <c:pt idx="264">
                  <c:v>45296</c:v>
                </c:pt>
                <c:pt idx="265">
                  <c:v>45299</c:v>
                </c:pt>
                <c:pt idx="266">
                  <c:v>45300</c:v>
                </c:pt>
                <c:pt idx="267">
                  <c:v>45301</c:v>
                </c:pt>
                <c:pt idx="268">
                  <c:v>45302</c:v>
                </c:pt>
                <c:pt idx="269">
                  <c:v>45303</c:v>
                </c:pt>
                <c:pt idx="270">
                  <c:v>45306</c:v>
                </c:pt>
                <c:pt idx="271">
                  <c:v>45307</c:v>
                </c:pt>
                <c:pt idx="272">
                  <c:v>45308</c:v>
                </c:pt>
                <c:pt idx="273">
                  <c:v>45309</c:v>
                </c:pt>
                <c:pt idx="274">
                  <c:v>45310</c:v>
                </c:pt>
                <c:pt idx="275">
                  <c:v>45313</c:v>
                </c:pt>
                <c:pt idx="276">
                  <c:v>45314</c:v>
                </c:pt>
                <c:pt idx="277">
                  <c:v>45315</c:v>
                </c:pt>
                <c:pt idx="278">
                  <c:v>45316</c:v>
                </c:pt>
                <c:pt idx="279">
                  <c:v>45317</c:v>
                </c:pt>
                <c:pt idx="280">
                  <c:v>45320</c:v>
                </c:pt>
                <c:pt idx="281">
                  <c:v>45321</c:v>
                </c:pt>
                <c:pt idx="282">
                  <c:v>45322</c:v>
                </c:pt>
                <c:pt idx="283">
                  <c:v>45323</c:v>
                </c:pt>
                <c:pt idx="284">
                  <c:v>45324</c:v>
                </c:pt>
                <c:pt idx="285">
                  <c:v>45327</c:v>
                </c:pt>
                <c:pt idx="286">
                  <c:v>45328</c:v>
                </c:pt>
                <c:pt idx="287">
                  <c:v>45329</c:v>
                </c:pt>
                <c:pt idx="288">
                  <c:v>45330</c:v>
                </c:pt>
                <c:pt idx="289">
                  <c:v>45331</c:v>
                </c:pt>
                <c:pt idx="290">
                  <c:v>45334</c:v>
                </c:pt>
                <c:pt idx="291">
                  <c:v>45335</c:v>
                </c:pt>
                <c:pt idx="292">
                  <c:v>45336</c:v>
                </c:pt>
                <c:pt idx="293">
                  <c:v>45337</c:v>
                </c:pt>
                <c:pt idx="294">
                  <c:v>45338</c:v>
                </c:pt>
                <c:pt idx="295">
                  <c:v>45341</c:v>
                </c:pt>
                <c:pt idx="296">
                  <c:v>45342</c:v>
                </c:pt>
                <c:pt idx="297">
                  <c:v>45343</c:v>
                </c:pt>
                <c:pt idx="298">
                  <c:v>45344</c:v>
                </c:pt>
                <c:pt idx="299">
                  <c:v>45345</c:v>
                </c:pt>
                <c:pt idx="300">
                  <c:v>45348</c:v>
                </c:pt>
                <c:pt idx="301">
                  <c:v>45349</c:v>
                </c:pt>
                <c:pt idx="302">
                  <c:v>45350</c:v>
                </c:pt>
                <c:pt idx="303">
                  <c:v>45351</c:v>
                </c:pt>
                <c:pt idx="304">
                  <c:v>45352</c:v>
                </c:pt>
                <c:pt idx="305">
                  <c:v>45355</c:v>
                </c:pt>
                <c:pt idx="306">
                  <c:v>45356</c:v>
                </c:pt>
                <c:pt idx="307">
                  <c:v>45357</c:v>
                </c:pt>
                <c:pt idx="308">
                  <c:v>45358</c:v>
                </c:pt>
                <c:pt idx="309">
                  <c:v>45359</c:v>
                </c:pt>
                <c:pt idx="310">
                  <c:v>45362</c:v>
                </c:pt>
                <c:pt idx="311">
                  <c:v>45363</c:v>
                </c:pt>
                <c:pt idx="312">
                  <c:v>45364</c:v>
                </c:pt>
                <c:pt idx="313">
                  <c:v>45365</c:v>
                </c:pt>
                <c:pt idx="314">
                  <c:v>45366</c:v>
                </c:pt>
                <c:pt idx="315">
                  <c:v>45369</c:v>
                </c:pt>
                <c:pt idx="316">
                  <c:v>45370</c:v>
                </c:pt>
                <c:pt idx="317">
                  <c:v>45371</c:v>
                </c:pt>
                <c:pt idx="318">
                  <c:v>45372</c:v>
                </c:pt>
                <c:pt idx="319">
                  <c:v>45373</c:v>
                </c:pt>
                <c:pt idx="320">
                  <c:v>45376</c:v>
                </c:pt>
                <c:pt idx="321">
                  <c:v>45377</c:v>
                </c:pt>
                <c:pt idx="322">
                  <c:v>45378</c:v>
                </c:pt>
                <c:pt idx="323">
                  <c:v>45379</c:v>
                </c:pt>
                <c:pt idx="324">
                  <c:v>45380</c:v>
                </c:pt>
                <c:pt idx="325">
                  <c:v>45383</c:v>
                </c:pt>
                <c:pt idx="326">
                  <c:v>45384</c:v>
                </c:pt>
                <c:pt idx="327">
                  <c:v>45385</c:v>
                </c:pt>
                <c:pt idx="328">
                  <c:v>45386</c:v>
                </c:pt>
                <c:pt idx="329">
                  <c:v>45387</c:v>
                </c:pt>
                <c:pt idx="330">
                  <c:v>45390</c:v>
                </c:pt>
                <c:pt idx="331">
                  <c:v>45391</c:v>
                </c:pt>
                <c:pt idx="332">
                  <c:v>45392</c:v>
                </c:pt>
                <c:pt idx="333">
                  <c:v>45393</c:v>
                </c:pt>
                <c:pt idx="334">
                  <c:v>45394</c:v>
                </c:pt>
                <c:pt idx="335">
                  <c:v>45397</c:v>
                </c:pt>
                <c:pt idx="336">
                  <c:v>45398</c:v>
                </c:pt>
                <c:pt idx="337">
                  <c:v>45399</c:v>
                </c:pt>
                <c:pt idx="338">
                  <c:v>45400</c:v>
                </c:pt>
                <c:pt idx="339">
                  <c:v>45401</c:v>
                </c:pt>
                <c:pt idx="340">
                  <c:v>45404</c:v>
                </c:pt>
                <c:pt idx="341">
                  <c:v>45405</c:v>
                </c:pt>
                <c:pt idx="342">
                  <c:v>45406</c:v>
                </c:pt>
                <c:pt idx="343">
                  <c:v>45407</c:v>
                </c:pt>
                <c:pt idx="344">
                  <c:v>45408</c:v>
                </c:pt>
                <c:pt idx="345">
                  <c:v>45411</c:v>
                </c:pt>
                <c:pt idx="346">
                  <c:v>45412</c:v>
                </c:pt>
                <c:pt idx="347">
                  <c:v>45413</c:v>
                </c:pt>
                <c:pt idx="348">
                  <c:v>45414</c:v>
                </c:pt>
                <c:pt idx="349">
                  <c:v>45415</c:v>
                </c:pt>
                <c:pt idx="350">
                  <c:v>45418</c:v>
                </c:pt>
                <c:pt idx="351">
                  <c:v>45419</c:v>
                </c:pt>
                <c:pt idx="352">
                  <c:v>45420</c:v>
                </c:pt>
                <c:pt idx="353">
                  <c:v>45421</c:v>
                </c:pt>
                <c:pt idx="354">
                  <c:v>45422</c:v>
                </c:pt>
                <c:pt idx="355">
                  <c:v>45425</c:v>
                </c:pt>
                <c:pt idx="356">
                  <c:v>45426</c:v>
                </c:pt>
                <c:pt idx="357">
                  <c:v>45427</c:v>
                </c:pt>
                <c:pt idx="358">
                  <c:v>45428</c:v>
                </c:pt>
                <c:pt idx="359">
                  <c:v>45429</c:v>
                </c:pt>
                <c:pt idx="360">
                  <c:v>45432</c:v>
                </c:pt>
                <c:pt idx="361">
                  <c:v>45433</c:v>
                </c:pt>
                <c:pt idx="362">
                  <c:v>45434</c:v>
                </c:pt>
                <c:pt idx="363">
                  <c:v>45435</c:v>
                </c:pt>
                <c:pt idx="364">
                  <c:v>45436</c:v>
                </c:pt>
                <c:pt idx="365">
                  <c:v>45439</c:v>
                </c:pt>
                <c:pt idx="366">
                  <c:v>45440</c:v>
                </c:pt>
                <c:pt idx="367">
                  <c:v>45441</c:v>
                </c:pt>
                <c:pt idx="368">
                  <c:v>45442</c:v>
                </c:pt>
                <c:pt idx="369">
                  <c:v>45443</c:v>
                </c:pt>
                <c:pt idx="370">
                  <c:v>45446</c:v>
                </c:pt>
                <c:pt idx="371">
                  <c:v>45447</c:v>
                </c:pt>
                <c:pt idx="372">
                  <c:v>45448</c:v>
                </c:pt>
                <c:pt idx="373">
                  <c:v>45449</c:v>
                </c:pt>
                <c:pt idx="374">
                  <c:v>45450</c:v>
                </c:pt>
                <c:pt idx="375">
                  <c:v>45453</c:v>
                </c:pt>
                <c:pt idx="376">
                  <c:v>45454</c:v>
                </c:pt>
                <c:pt idx="377">
                  <c:v>45455</c:v>
                </c:pt>
                <c:pt idx="378">
                  <c:v>45456</c:v>
                </c:pt>
                <c:pt idx="379">
                  <c:v>45457</c:v>
                </c:pt>
                <c:pt idx="380">
                  <c:v>45460</c:v>
                </c:pt>
                <c:pt idx="381">
                  <c:v>45461</c:v>
                </c:pt>
                <c:pt idx="382">
                  <c:v>45462</c:v>
                </c:pt>
                <c:pt idx="383">
                  <c:v>45463</c:v>
                </c:pt>
                <c:pt idx="384">
                  <c:v>45464</c:v>
                </c:pt>
                <c:pt idx="385">
                  <c:v>45467</c:v>
                </c:pt>
                <c:pt idx="386">
                  <c:v>45468</c:v>
                </c:pt>
                <c:pt idx="387">
                  <c:v>45469</c:v>
                </c:pt>
                <c:pt idx="388">
                  <c:v>45470</c:v>
                </c:pt>
                <c:pt idx="389">
                  <c:v>45471</c:v>
                </c:pt>
                <c:pt idx="390">
                  <c:v>45474</c:v>
                </c:pt>
                <c:pt idx="391">
                  <c:v>45475</c:v>
                </c:pt>
                <c:pt idx="392">
                  <c:v>45476</c:v>
                </c:pt>
                <c:pt idx="393">
                  <c:v>45477</c:v>
                </c:pt>
                <c:pt idx="394">
                  <c:v>45478</c:v>
                </c:pt>
                <c:pt idx="395">
                  <c:v>45481</c:v>
                </c:pt>
                <c:pt idx="396">
                  <c:v>45482</c:v>
                </c:pt>
                <c:pt idx="397">
                  <c:v>45483</c:v>
                </c:pt>
                <c:pt idx="398">
                  <c:v>45484</c:v>
                </c:pt>
                <c:pt idx="399">
                  <c:v>45485</c:v>
                </c:pt>
                <c:pt idx="400">
                  <c:v>45488</c:v>
                </c:pt>
                <c:pt idx="401">
                  <c:v>45489</c:v>
                </c:pt>
                <c:pt idx="402">
                  <c:v>45490</c:v>
                </c:pt>
                <c:pt idx="403">
                  <c:v>45491</c:v>
                </c:pt>
                <c:pt idx="404">
                  <c:v>45492</c:v>
                </c:pt>
                <c:pt idx="405">
                  <c:v>45495</c:v>
                </c:pt>
                <c:pt idx="406">
                  <c:v>45496</c:v>
                </c:pt>
                <c:pt idx="407">
                  <c:v>45497</c:v>
                </c:pt>
                <c:pt idx="408">
                  <c:v>45498</c:v>
                </c:pt>
                <c:pt idx="409">
                  <c:v>45499</c:v>
                </c:pt>
                <c:pt idx="410">
                  <c:v>45502</c:v>
                </c:pt>
                <c:pt idx="411">
                  <c:v>45503</c:v>
                </c:pt>
                <c:pt idx="412">
                  <c:v>45504</c:v>
                </c:pt>
                <c:pt idx="413">
                  <c:v>45505</c:v>
                </c:pt>
                <c:pt idx="414">
                  <c:v>45506</c:v>
                </c:pt>
                <c:pt idx="415">
                  <c:v>45509</c:v>
                </c:pt>
                <c:pt idx="416">
                  <c:v>45510</c:v>
                </c:pt>
                <c:pt idx="417">
                  <c:v>45511</c:v>
                </c:pt>
                <c:pt idx="418">
                  <c:v>45512</c:v>
                </c:pt>
                <c:pt idx="419">
                  <c:v>45513</c:v>
                </c:pt>
                <c:pt idx="420">
                  <c:v>45516</c:v>
                </c:pt>
                <c:pt idx="421">
                  <c:v>45517</c:v>
                </c:pt>
                <c:pt idx="422">
                  <c:v>45518</c:v>
                </c:pt>
                <c:pt idx="423">
                  <c:v>45519</c:v>
                </c:pt>
                <c:pt idx="424">
                  <c:v>45520</c:v>
                </c:pt>
                <c:pt idx="425">
                  <c:v>45523</c:v>
                </c:pt>
                <c:pt idx="426">
                  <c:v>45524</c:v>
                </c:pt>
                <c:pt idx="427">
                  <c:v>45525</c:v>
                </c:pt>
                <c:pt idx="428">
                  <c:v>45526</c:v>
                </c:pt>
                <c:pt idx="429">
                  <c:v>45527</c:v>
                </c:pt>
                <c:pt idx="430">
                  <c:v>45530</c:v>
                </c:pt>
                <c:pt idx="431">
                  <c:v>45531</c:v>
                </c:pt>
                <c:pt idx="432">
                  <c:v>45532</c:v>
                </c:pt>
                <c:pt idx="433">
                  <c:v>45533</c:v>
                </c:pt>
                <c:pt idx="434">
                  <c:v>45534</c:v>
                </c:pt>
                <c:pt idx="435">
                  <c:v>45537</c:v>
                </c:pt>
                <c:pt idx="436">
                  <c:v>45538</c:v>
                </c:pt>
                <c:pt idx="437">
                  <c:v>45539</c:v>
                </c:pt>
                <c:pt idx="438">
                  <c:v>45540</c:v>
                </c:pt>
                <c:pt idx="439">
                  <c:v>45541</c:v>
                </c:pt>
                <c:pt idx="440">
                  <c:v>45544</c:v>
                </c:pt>
                <c:pt idx="441">
                  <c:v>45545</c:v>
                </c:pt>
                <c:pt idx="442">
                  <c:v>45546</c:v>
                </c:pt>
                <c:pt idx="443">
                  <c:v>45547</c:v>
                </c:pt>
                <c:pt idx="444">
                  <c:v>45548</c:v>
                </c:pt>
                <c:pt idx="445">
                  <c:v>45551</c:v>
                </c:pt>
                <c:pt idx="446">
                  <c:v>45552</c:v>
                </c:pt>
                <c:pt idx="447">
                  <c:v>45553</c:v>
                </c:pt>
                <c:pt idx="448">
                  <c:v>45554</c:v>
                </c:pt>
                <c:pt idx="449">
                  <c:v>45555</c:v>
                </c:pt>
                <c:pt idx="450">
                  <c:v>45558</c:v>
                </c:pt>
                <c:pt idx="451">
                  <c:v>45559</c:v>
                </c:pt>
                <c:pt idx="452">
                  <c:v>45560</c:v>
                </c:pt>
                <c:pt idx="453">
                  <c:v>45561</c:v>
                </c:pt>
                <c:pt idx="454">
                  <c:v>45562</c:v>
                </c:pt>
                <c:pt idx="455">
                  <c:v>45565</c:v>
                </c:pt>
                <c:pt idx="456">
                  <c:v>45566</c:v>
                </c:pt>
                <c:pt idx="457">
                  <c:v>45567</c:v>
                </c:pt>
                <c:pt idx="458">
                  <c:v>45568</c:v>
                </c:pt>
                <c:pt idx="459">
                  <c:v>45569</c:v>
                </c:pt>
                <c:pt idx="460">
                  <c:v>45572</c:v>
                </c:pt>
                <c:pt idx="461">
                  <c:v>45573</c:v>
                </c:pt>
                <c:pt idx="462">
                  <c:v>45574</c:v>
                </c:pt>
                <c:pt idx="463">
                  <c:v>45575</c:v>
                </c:pt>
                <c:pt idx="464">
                  <c:v>45576</c:v>
                </c:pt>
                <c:pt idx="465">
                  <c:v>45579</c:v>
                </c:pt>
                <c:pt idx="466">
                  <c:v>45580</c:v>
                </c:pt>
                <c:pt idx="467">
                  <c:v>45581</c:v>
                </c:pt>
                <c:pt idx="468">
                  <c:v>45582</c:v>
                </c:pt>
                <c:pt idx="469">
                  <c:v>45583</c:v>
                </c:pt>
                <c:pt idx="470">
                  <c:v>45586</c:v>
                </c:pt>
                <c:pt idx="471">
                  <c:v>45587</c:v>
                </c:pt>
                <c:pt idx="472">
                  <c:v>45588</c:v>
                </c:pt>
                <c:pt idx="473">
                  <c:v>45589</c:v>
                </c:pt>
                <c:pt idx="474">
                  <c:v>45590</c:v>
                </c:pt>
                <c:pt idx="475">
                  <c:v>45593</c:v>
                </c:pt>
                <c:pt idx="476">
                  <c:v>45594</c:v>
                </c:pt>
                <c:pt idx="477">
                  <c:v>45595</c:v>
                </c:pt>
                <c:pt idx="478">
                  <c:v>45596</c:v>
                </c:pt>
                <c:pt idx="479">
                  <c:v>45597</c:v>
                </c:pt>
                <c:pt idx="480">
                  <c:v>45600</c:v>
                </c:pt>
                <c:pt idx="481">
                  <c:v>45601</c:v>
                </c:pt>
                <c:pt idx="482">
                  <c:v>45602</c:v>
                </c:pt>
                <c:pt idx="483">
                  <c:v>45603</c:v>
                </c:pt>
                <c:pt idx="484">
                  <c:v>45604</c:v>
                </c:pt>
                <c:pt idx="485">
                  <c:v>45607</c:v>
                </c:pt>
                <c:pt idx="486">
                  <c:v>45608</c:v>
                </c:pt>
                <c:pt idx="487">
                  <c:v>45609</c:v>
                </c:pt>
                <c:pt idx="488">
                  <c:v>45610</c:v>
                </c:pt>
                <c:pt idx="489">
                  <c:v>45611</c:v>
                </c:pt>
                <c:pt idx="490">
                  <c:v>45614</c:v>
                </c:pt>
                <c:pt idx="491">
                  <c:v>45615</c:v>
                </c:pt>
                <c:pt idx="492">
                  <c:v>45616</c:v>
                </c:pt>
                <c:pt idx="493">
                  <c:v>45617</c:v>
                </c:pt>
                <c:pt idx="494">
                  <c:v>45618</c:v>
                </c:pt>
                <c:pt idx="495">
                  <c:v>45621</c:v>
                </c:pt>
                <c:pt idx="496">
                  <c:v>45622</c:v>
                </c:pt>
                <c:pt idx="497">
                  <c:v>45623</c:v>
                </c:pt>
                <c:pt idx="498">
                  <c:v>45624</c:v>
                </c:pt>
                <c:pt idx="499">
                  <c:v>45625</c:v>
                </c:pt>
                <c:pt idx="500">
                  <c:v>45628</c:v>
                </c:pt>
                <c:pt idx="501">
                  <c:v>45629</c:v>
                </c:pt>
                <c:pt idx="502">
                  <c:v>45630</c:v>
                </c:pt>
                <c:pt idx="503">
                  <c:v>45631</c:v>
                </c:pt>
                <c:pt idx="504">
                  <c:v>45632</c:v>
                </c:pt>
                <c:pt idx="505">
                  <c:v>45635</c:v>
                </c:pt>
                <c:pt idx="506">
                  <c:v>45636</c:v>
                </c:pt>
                <c:pt idx="507">
                  <c:v>45637</c:v>
                </c:pt>
                <c:pt idx="508">
                  <c:v>45638</c:v>
                </c:pt>
                <c:pt idx="509">
                  <c:v>45639</c:v>
                </c:pt>
                <c:pt idx="510">
                  <c:v>45642</c:v>
                </c:pt>
                <c:pt idx="511">
                  <c:v>45643</c:v>
                </c:pt>
                <c:pt idx="512">
                  <c:v>45644</c:v>
                </c:pt>
                <c:pt idx="513">
                  <c:v>45645</c:v>
                </c:pt>
                <c:pt idx="514">
                  <c:v>45646</c:v>
                </c:pt>
                <c:pt idx="515">
                  <c:v>45649</c:v>
                </c:pt>
                <c:pt idx="516">
                  <c:v>45650</c:v>
                </c:pt>
                <c:pt idx="517">
                  <c:v>45651</c:v>
                </c:pt>
                <c:pt idx="518">
                  <c:v>45652</c:v>
                </c:pt>
                <c:pt idx="519">
                  <c:v>45653</c:v>
                </c:pt>
                <c:pt idx="520">
                  <c:v>45656</c:v>
                </c:pt>
                <c:pt idx="521">
                  <c:v>45657</c:v>
                </c:pt>
                <c:pt idx="522">
                  <c:v>45658</c:v>
                </c:pt>
                <c:pt idx="523">
                  <c:v>45659</c:v>
                </c:pt>
                <c:pt idx="524">
                  <c:v>45660</c:v>
                </c:pt>
                <c:pt idx="525">
                  <c:v>45663</c:v>
                </c:pt>
                <c:pt idx="526">
                  <c:v>45664</c:v>
                </c:pt>
                <c:pt idx="527">
                  <c:v>45665</c:v>
                </c:pt>
                <c:pt idx="528">
                  <c:v>45666</c:v>
                </c:pt>
                <c:pt idx="529">
                  <c:v>45667</c:v>
                </c:pt>
                <c:pt idx="530">
                  <c:v>45670</c:v>
                </c:pt>
                <c:pt idx="531">
                  <c:v>45671</c:v>
                </c:pt>
                <c:pt idx="532">
                  <c:v>45672</c:v>
                </c:pt>
                <c:pt idx="533">
                  <c:v>45673</c:v>
                </c:pt>
                <c:pt idx="534">
                  <c:v>45674</c:v>
                </c:pt>
                <c:pt idx="535">
                  <c:v>45677</c:v>
                </c:pt>
                <c:pt idx="536">
                  <c:v>45678</c:v>
                </c:pt>
                <c:pt idx="537">
                  <c:v>45679</c:v>
                </c:pt>
                <c:pt idx="538">
                  <c:v>45680</c:v>
                </c:pt>
                <c:pt idx="539">
                  <c:v>45681</c:v>
                </c:pt>
                <c:pt idx="540">
                  <c:v>45684</c:v>
                </c:pt>
                <c:pt idx="541">
                  <c:v>45685</c:v>
                </c:pt>
                <c:pt idx="542">
                  <c:v>45686</c:v>
                </c:pt>
                <c:pt idx="543">
                  <c:v>45687</c:v>
                </c:pt>
                <c:pt idx="544">
                  <c:v>45688</c:v>
                </c:pt>
                <c:pt idx="545">
                  <c:v>45691</c:v>
                </c:pt>
                <c:pt idx="546">
                  <c:v>45692</c:v>
                </c:pt>
                <c:pt idx="547">
                  <c:v>45693</c:v>
                </c:pt>
                <c:pt idx="548">
                  <c:v>45694</c:v>
                </c:pt>
                <c:pt idx="549">
                  <c:v>45695</c:v>
                </c:pt>
                <c:pt idx="550">
                  <c:v>45698</c:v>
                </c:pt>
                <c:pt idx="551">
                  <c:v>45699</c:v>
                </c:pt>
                <c:pt idx="552">
                  <c:v>45700</c:v>
                </c:pt>
                <c:pt idx="553">
                  <c:v>45701</c:v>
                </c:pt>
                <c:pt idx="554">
                  <c:v>45702</c:v>
                </c:pt>
                <c:pt idx="555">
                  <c:v>45705</c:v>
                </c:pt>
                <c:pt idx="556">
                  <c:v>45706</c:v>
                </c:pt>
                <c:pt idx="557">
                  <c:v>45707</c:v>
                </c:pt>
                <c:pt idx="558">
                  <c:v>45708</c:v>
                </c:pt>
                <c:pt idx="559">
                  <c:v>45709</c:v>
                </c:pt>
                <c:pt idx="560">
                  <c:v>45712</c:v>
                </c:pt>
                <c:pt idx="561">
                  <c:v>45713</c:v>
                </c:pt>
                <c:pt idx="562">
                  <c:v>45714</c:v>
                </c:pt>
                <c:pt idx="563">
                  <c:v>45715</c:v>
                </c:pt>
                <c:pt idx="564">
                  <c:v>45716</c:v>
                </c:pt>
                <c:pt idx="565">
                  <c:v>45719</c:v>
                </c:pt>
                <c:pt idx="566">
                  <c:v>45720</c:v>
                </c:pt>
                <c:pt idx="567">
                  <c:v>45721</c:v>
                </c:pt>
                <c:pt idx="568">
                  <c:v>45722</c:v>
                </c:pt>
                <c:pt idx="569">
                  <c:v>45723</c:v>
                </c:pt>
                <c:pt idx="570">
                  <c:v>45726</c:v>
                </c:pt>
                <c:pt idx="571">
                  <c:v>45727</c:v>
                </c:pt>
                <c:pt idx="572">
                  <c:v>45728</c:v>
                </c:pt>
                <c:pt idx="573">
                  <c:v>45729</c:v>
                </c:pt>
                <c:pt idx="574">
                  <c:v>45730</c:v>
                </c:pt>
                <c:pt idx="575">
                  <c:v>45733</c:v>
                </c:pt>
                <c:pt idx="576">
                  <c:v>45734</c:v>
                </c:pt>
                <c:pt idx="577">
                  <c:v>45735</c:v>
                </c:pt>
                <c:pt idx="578">
                  <c:v>45736</c:v>
                </c:pt>
                <c:pt idx="579">
                  <c:v>45737</c:v>
                </c:pt>
                <c:pt idx="580">
                  <c:v>45740</c:v>
                </c:pt>
                <c:pt idx="581">
                  <c:v>45741</c:v>
                </c:pt>
                <c:pt idx="582">
                  <c:v>45742</c:v>
                </c:pt>
                <c:pt idx="583">
                  <c:v>45743</c:v>
                </c:pt>
                <c:pt idx="584">
                  <c:v>45744</c:v>
                </c:pt>
                <c:pt idx="585">
                  <c:v>45747</c:v>
                </c:pt>
                <c:pt idx="586">
                  <c:v>45748</c:v>
                </c:pt>
                <c:pt idx="587">
                  <c:v>45749</c:v>
                </c:pt>
                <c:pt idx="588">
                  <c:v>45750</c:v>
                </c:pt>
                <c:pt idx="589">
                  <c:v>45751</c:v>
                </c:pt>
                <c:pt idx="590">
                  <c:v>45754</c:v>
                </c:pt>
                <c:pt idx="591">
                  <c:v>45755</c:v>
                </c:pt>
                <c:pt idx="592">
                  <c:v>45756</c:v>
                </c:pt>
                <c:pt idx="593">
                  <c:v>45757</c:v>
                </c:pt>
                <c:pt idx="594">
                  <c:v>45758</c:v>
                </c:pt>
                <c:pt idx="595">
                  <c:v>45761</c:v>
                </c:pt>
                <c:pt idx="596">
                  <c:v>45762</c:v>
                </c:pt>
                <c:pt idx="597">
                  <c:v>45763</c:v>
                </c:pt>
                <c:pt idx="598">
                  <c:v>45764</c:v>
                </c:pt>
                <c:pt idx="599">
                  <c:v>45765</c:v>
                </c:pt>
                <c:pt idx="600">
                  <c:v>45768</c:v>
                </c:pt>
                <c:pt idx="601">
                  <c:v>45769</c:v>
                </c:pt>
                <c:pt idx="602">
                  <c:v>45770</c:v>
                </c:pt>
                <c:pt idx="603">
                  <c:v>45771</c:v>
                </c:pt>
                <c:pt idx="604">
                  <c:v>45772</c:v>
                </c:pt>
                <c:pt idx="605">
                  <c:v>45775</c:v>
                </c:pt>
                <c:pt idx="606">
                  <c:v>45776</c:v>
                </c:pt>
                <c:pt idx="607">
                  <c:v>45777</c:v>
                </c:pt>
                <c:pt idx="608">
                  <c:v>45778</c:v>
                </c:pt>
                <c:pt idx="609">
                  <c:v>45779</c:v>
                </c:pt>
                <c:pt idx="610">
                  <c:v>45782</c:v>
                </c:pt>
                <c:pt idx="611">
                  <c:v>45783</c:v>
                </c:pt>
                <c:pt idx="612">
                  <c:v>45784</c:v>
                </c:pt>
                <c:pt idx="613">
                  <c:v>45785</c:v>
                </c:pt>
                <c:pt idx="614">
                  <c:v>45786</c:v>
                </c:pt>
                <c:pt idx="615">
                  <c:v>45789</c:v>
                </c:pt>
                <c:pt idx="616">
                  <c:v>45790</c:v>
                </c:pt>
                <c:pt idx="617">
                  <c:v>45791</c:v>
                </c:pt>
                <c:pt idx="618">
                  <c:v>45792</c:v>
                </c:pt>
                <c:pt idx="619">
                  <c:v>45793</c:v>
                </c:pt>
                <c:pt idx="620">
                  <c:v>45796</c:v>
                </c:pt>
                <c:pt idx="621">
                  <c:v>45797</c:v>
                </c:pt>
                <c:pt idx="622">
                  <c:v>45798</c:v>
                </c:pt>
                <c:pt idx="623">
                  <c:v>45799</c:v>
                </c:pt>
                <c:pt idx="624">
                  <c:v>45800</c:v>
                </c:pt>
                <c:pt idx="625">
                  <c:v>45803</c:v>
                </c:pt>
                <c:pt idx="626">
                  <c:v>45804</c:v>
                </c:pt>
                <c:pt idx="627">
                  <c:v>45805</c:v>
                </c:pt>
                <c:pt idx="628">
                  <c:v>45806</c:v>
                </c:pt>
                <c:pt idx="629">
                  <c:v>45807</c:v>
                </c:pt>
                <c:pt idx="630">
                  <c:v>45810</c:v>
                </c:pt>
                <c:pt idx="631">
                  <c:v>45811</c:v>
                </c:pt>
                <c:pt idx="632">
                  <c:v>45812</c:v>
                </c:pt>
                <c:pt idx="633">
                  <c:v>45813</c:v>
                </c:pt>
                <c:pt idx="634">
                  <c:v>45814</c:v>
                </c:pt>
                <c:pt idx="635">
                  <c:v>45817</c:v>
                </c:pt>
                <c:pt idx="636">
                  <c:v>45818</c:v>
                </c:pt>
                <c:pt idx="637">
                  <c:v>45819</c:v>
                </c:pt>
                <c:pt idx="638">
                  <c:v>45820</c:v>
                </c:pt>
                <c:pt idx="639">
                  <c:v>45821</c:v>
                </c:pt>
                <c:pt idx="640">
                  <c:v>45824</c:v>
                </c:pt>
                <c:pt idx="641">
                  <c:v>45825</c:v>
                </c:pt>
                <c:pt idx="642">
                  <c:v>45826</c:v>
                </c:pt>
                <c:pt idx="643">
                  <c:v>45827</c:v>
                </c:pt>
                <c:pt idx="644">
                  <c:v>45828</c:v>
                </c:pt>
                <c:pt idx="645">
                  <c:v>45831</c:v>
                </c:pt>
                <c:pt idx="646">
                  <c:v>45832</c:v>
                </c:pt>
                <c:pt idx="647">
                  <c:v>45833</c:v>
                </c:pt>
                <c:pt idx="648">
                  <c:v>45834</c:v>
                </c:pt>
                <c:pt idx="649">
                  <c:v>45835</c:v>
                </c:pt>
                <c:pt idx="650">
                  <c:v>45838</c:v>
                </c:pt>
                <c:pt idx="651">
                  <c:v>45839</c:v>
                </c:pt>
                <c:pt idx="652">
                  <c:v>45840</c:v>
                </c:pt>
                <c:pt idx="653">
                  <c:v>45841</c:v>
                </c:pt>
                <c:pt idx="654">
                  <c:v>45842</c:v>
                </c:pt>
                <c:pt idx="655">
                  <c:v>45845</c:v>
                </c:pt>
                <c:pt idx="656">
                  <c:v>45846</c:v>
                </c:pt>
                <c:pt idx="657">
                  <c:v>45847</c:v>
                </c:pt>
                <c:pt idx="658">
                  <c:v>45848</c:v>
                </c:pt>
                <c:pt idx="659">
                  <c:v>45849</c:v>
                </c:pt>
                <c:pt idx="660">
                  <c:v>45852</c:v>
                </c:pt>
                <c:pt idx="661">
                  <c:v>45853</c:v>
                </c:pt>
                <c:pt idx="662">
                  <c:v>45854</c:v>
                </c:pt>
                <c:pt idx="663">
                  <c:v>45855</c:v>
                </c:pt>
                <c:pt idx="664">
                  <c:v>45856</c:v>
                </c:pt>
                <c:pt idx="665">
                  <c:v>45859</c:v>
                </c:pt>
                <c:pt idx="666">
                  <c:v>45860</c:v>
                </c:pt>
                <c:pt idx="667">
                  <c:v>45861</c:v>
                </c:pt>
                <c:pt idx="668">
                  <c:v>45862</c:v>
                </c:pt>
                <c:pt idx="669">
                  <c:v>45863</c:v>
                </c:pt>
                <c:pt idx="670">
                  <c:v>45866</c:v>
                </c:pt>
                <c:pt idx="671">
                  <c:v>45867</c:v>
                </c:pt>
                <c:pt idx="672">
                  <c:v>45868</c:v>
                </c:pt>
                <c:pt idx="673">
                  <c:v>45869</c:v>
                </c:pt>
                <c:pt idx="674">
                  <c:v>45870</c:v>
                </c:pt>
                <c:pt idx="675">
                  <c:v>45873</c:v>
                </c:pt>
                <c:pt idx="676">
                  <c:v>45874</c:v>
                </c:pt>
                <c:pt idx="677">
                  <c:v>45875</c:v>
                </c:pt>
                <c:pt idx="678">
                  <c:v>45876</c:v>
                </c:pt>
                <c:pt idx="679">
                  <c:v>45877</c:v>
                </c:pt>
                <c:pt idx="680">
                  <c:v>45880</c:v>
                </c:pt>
                <c:pt idx="681">
                  <c:v>45881</c:v>
                </c:pt>
                <c:pt idx="682">
                  <c:v>45882</c:v>
                </c:pt>
                <c:pt idx="683">
                  <c:v>45883</c:v>
                </c:pt>
                <c:pt idx="684">
                  <c:v>45884</c:v>
                </c:pt>
                <c:pt idx="685">
                  <c:v>45887</c:v>
                </c:pt>
                <c:pt idx="686">
                  <c:v>45888</c:v>
                </c:pt>
                <c:pt idx="687">
                  <c:v>45889</c:v>
                </c:pt>
                <c:pt idx="688">
                  <c:v>45890</c:v>
                </c:pt>
                <c:pt idx="689">
                  <c:v>45891</c:v>
                </c:pt>
                <c:pt idx="690">
                  <c:v>45894</c:v>
                </c:pt>
                <c:pt idx="691">
                  <c:v>45895</c:v>
                </c:pt>
                <c:pt idx="692">
                  <c:v>45896</c:v>
                </c:pt>
                <c:pt idx="693">
                  <c:v>45897</c:v>
                </c:pt>
                <c:pt idx="694">
                  <c:v>45898</c:v>
                </c:pt>
                <c:pt idx="695">
                  <c:v>45901</c:v>
                </c:pt>
                <c:pt idx="696">
                  <c:v>45902</c:v>
                </c:pt>
                <c:pt idx="697">
                  <c:v>45903</c:v>
                </c:pt>
                <c:pt idx="698">
                  <c:v>45904</c:v>
                </c:pt>
                <c:pt idx="699">
                  <c:v>45905</c:v>
                </c:pt>
                <c:pt idx="700">
                  <c:v>45908</c:v>
                </c:pt>
                <c:pt idx="701">
                  <c:v>45909</c:v>
                </c:pt>
                <c:pt idx="702">
                  <c:v>45910</c:v>
                </c:pt>
                <c:pt idx="703">
                  <c:v>45911</c:v>
                </c:pt>
                <c:pt idx="704">
                  <c:v>45912</c:v>
                </c:pt>
                <c:pt idx="705">
                  <c:v>45915</c:v>
                </c:pt>
                <c:pt idx="706">
                  <c:v>45916</c:v>
                </c:pt>
                <c:pt idx="707">
                  <c:v>45917</c:v>
                </c:pt>
                <c:pt idx="708">
                  <c:v>45918</c:v>
                </c:pt>
                <c:pt idx="709">
                  <c:v>45919</c:v>
                </c:pt>
                <c:pt idx="710">
                  <c:v>45922</c:v>
                </c:pt>
                <c:pt idx="711">
                  <c:v>45923</c:v>
                </c:pt>
                <c:pt idx="712">
                  <c:v>45924</c:v>
                </c:pt>
                <c:pt idx="713">
                  <c:v>45925</c:v>
                </c:pt>
                <c:pt idx="714">
                  <c:v>45926</c:v>
                </c:pt>
                <c:pt idx="715">
                  <c:v>45929</c:v>
                </c:pt>
                <c:pt idx="716">
                  <c:v>45930</c:v>
                </c:pt>
                <c:pt idx="717">
                  <c:v>45931</c:v>
                </c:pt>
                <c:pt idx="718">
                  <c:v>45932</c:v>
                </c:pt>
                <c:pt idx="719">
                  <c:v>45933</c:v>
                </c:pt>
                <c:pt idx="720">
                  <c:v>45936</c:v>
                </c:pt>
                <c:pt idx="721">
                  <c:v>45937</c:v>
                </c:pt>
                <c:pt idx="722">
                  <c:v>45938</c:v>
                </c:pt>
                <c:pt idx="723">
                  <c:v>45939</c:v>
                </c:pt>
                <c:pt idx="724">
                  <c:v>45940</c:v>
                </c:pt>
                <c:pt idx="725">
                  <c:v>45943</c:v>
                </c:pt>
                <c:pt idx="726">
                  <c:v>45944</c:v>
                </c:pt>
                <c:pt idx="727">
                  <c:v>45945</c:v>
                </c:pt>
                <c:pt idx="728">
                  <c:v>45946</c:v>
                </c:pt>
                <c:pt idx="729">
                  <c:v>45947</c:v>
                </c:pt>
                <c:pt idx="730">
                  <c:v>45950</c:v>
                </c:pt>
                <c:pt idx="731">
                  <c:v>45951</c:v>
                </c:pt>
                <c:pt idx="732">
                  <c:v>45952</c:v>
                </c:pt>
                <c:pt idx="733">
                  <c:v>45953</c:v>
                </c:pt>
                <c:pt idx="734">
                  <c:v>45954</c:v>
                </c:pt>
                <c:pt idx="735">
                  <c:v>45957</c:v>
                </c:pt>
                <c:pt idx="736">
                  <c:v>45958</c:v>
                </c:pt>
                <c:pt idx="737">
                  <c:v>45959</c:v>
                </c:pt>
                <c:pt idx="738">
                  <c:v>45960</c:v>
                </c:pt>
                <c:pt idx="739">
                  <c:v>45961</c:v>
                </c:pt>
                <c:pt idx="740">
                  <c:v>45964</c:v>
                </c:pt>
                <c:pt idx="741">
                  <c:v>45965</c:v>
                </c:pt>
                <c:pt idx="742">
                  <c:v>45966</c:v>
                </c:pt>
                <c:pt idx="743">
                  <c:v>45967</c:v>
                </c:pt>
                <c:pt idx="744">
                  <c:v>45968</c:v>
                </c:pt>
                <c:pt idx="745">
                  <c:v>45971</c:v>
                </c:pt>
                <c:pt idx="746">
                  <c:v>45972</c:v>
                </c:pt>
                <c:pt idx="747">
                  <c:v>45973</c:v>
                </c:pt>
                <c:pt idx="748">
                  <c:v>45974</c:v>
                </c:pt>
                <c:pt idx="749">
                  <c:v>45975</c:v>
                </c:pt>
                <c:pt idx="750">
                  <c:v>45978</c:v>
                </c:pt>
                <c:pt idx="751">
                  <c:v>45979</c:v>
                </c:pt>
                <c:pt idx="752">
                  <c:v>45980</c:v>
                </c:pt>
                <c:pt idx="753">
                  <c:v>45981</c:v>
                </c:pt>
                <c:pt idx="754">
                  <c:v>45982</c:v>
                </c:pt>
                <c:pt idx="755">
                  <c:v>45985</c:v>
                </c:pt>
                <c:pt idx="756">
                  <c:v>45986</c:v>
                </c:pt>
                <c:pt idx="757">
                  <c:v>45987</c:v>
                </c:pt>
                <c:pt idx="758">
                  <c:v>45988</c:v>
                </c:pt>
                <c:pt idx="759">
                  <c:v>45989</c:v>
                </c:pt>
                <c:pt idx="760">
                  <c:v>45992</c:v>
                </c:pt>
                <c:pt idx="761">
                  <c:v>45993</c:v>
                </c:pt>
                <c:pt idx="762">
                  <c:v>45994</c:v>
                </c:pt>
                <c:pt idx="763">
                  <c:v>45995</c:v>
                </c:pt>
                <c:pt idx="764">
                  <c:v>45996</c:v>
                </c:pt>
                <c:pt idx="765">
                  <c:v>45999</c:v>
                </c:pt>
                <c:pt idx="766">
                  <c:v>46000</c:v>
                </c:pt>
                <c:pt idx="767">
                  <c:v>46001</c:v>
                </c:pt>
                <c:pt idx="768">
                  <c:v>46002</c:v>
                </c:pt>
                <c:pt idx="769">
                  <c:v>46003</c:v>
                </c:pt>
                <c:pt idx="770">
                  <c:v>46006</c:v>
                </c:pt>
                <c:pt idx="771">
                  <c:v>46007</c:v>
                </c:pt>
                <c:pt idx="772">
                  <c:v>46008</c:v>
                </c:pt>
                <c:pt idx="773">
                  <c:v>46009</c:v>
                </c:pt>
                <c:pt idx="774">
                  <c:v>46010</c:v>
                </c:pt>
                <c:pt idx="775">
                  <c:v>46013</c:v>
                </c:pt>
                <c:pt idx="776">
                  <c:v>46014</c:v>
                </c:pt>
                <c:pt idx="777">
                  <c:v>46015</c:v>
                </c:pt>
                <c:pt idx="778">
                  <c:v>46016</c:v>
                </c:pt>
                <c:pt idx="779">
                  <c:v>46017</c:v>
                </c:pt>
                <c:pt idx="780">
                  <c:v>46020</c:v>
                </c:pt>
                <c:pt idx="781">
                  <c:v>46021</c:v>
                </c:pt>
                <c:pt idx="782">
                  <c:v>46022</c:v>
                </c:pt>
                <c:pt idx="783">
                  <c:v>46024</c:v>
                </c:pt>
                <c:pt idx="784">
                  <c:v>46027</c:v>
                </c:pt>
                <c:pt idx="785">
                  <c:v>46028</c:v>
                </c:pt>
                <c:pt idx="786">
                  <c:v>46029</c:v>
                </c:pt>
                <c:pt idx="787">
                  <c:v>46030</c:v>
                </c:pt>
                <c:pt idx="788">
                  <c:v>46031</c:v>
                </c:pt>
                <c:pt idx="789">
                  <c:v>46034</c:v>
                </c:pt>
                <c:pt idx="790">
                  <c:v>46035</c:v>
                </c:pt>
                <c:pt idx="791">
                  <c:v>46036</c:v>
                </c:pt>
                <c:pt idx="792">
                  <c:v>46037</c:v>
                </c:pt>
                <c:pt idx="793">
                  <c:v>46038</c:v>
                </c:pt>
                <c:pt idx="794">
                  <c:v>46041</c:v>
                </c:pt>
                <c:pt idx="795">
                  <c:v>46042</c:v>
                </c:pt>
                <c:pt idx="796">
                  <c:v>46043</c:v>
                </c:pt>
                <c:pt idx="797">
                  <c:v>46044</c:v>
                </c:pt>
                <c:pt idx="798">
                  <c:v>46045</c:v>
                </c:pt>
                <c:pt idx="799">
                  <c:v>46048</c:v>
                </c:pt>
                <c:pt idx="800">
                  <c:v>46049</c:v>
                </c:pt>
                <c:pt idx="801">
                  <c:v>46050</c:v>
                </c:pt>
                <c:pt idx="802">
                  <c:v>46051</c:v>
                </c:pt>
                <c:pt idx="803">
                  <c:v>46052</c:v>
                </c:pt>
                <c:pt idx="804">
                  <c:v>46055</c:v>
                </c:pt>
                <c:pt idx="805">
                  <c:v>46056</c:v>
                </c:pt>
                <c:pt idx="806">
                  <c:v>46057</c:v>
                </c:pt>
                <c:pt idx="807">
                  <c:v>46058</c:v>
                </c:pt>
                <c:pt idx="808">
                  <c:v>46059</c:v>
                </c:pt>
                <c:pt idx="809">
                  <c:v>46062</c:v>
                </c:pt>
                <c:pt idx="810">
                  <c:v>46063</c:v>
                </c:pt>
                <c:pt idx="811">
                  <c:v>46064</c:v>
                </c:pt>
                <c:pt idx="812">
                  <c:v>46065</c:v>
                </c:pt>
                <c:pt idx="813">
                  <c:v>46066</c:v>
                </c:pt>
                <c:pt idx="814">
                  <c:v>46069</c:v>
                </c:pt>
                <c:pt idx="815">
                  <c:v>46070</c:v>
                </c:pt>
                <c:pt idx="816">
                  <c:v>46071</c:v>
                </c:pt>
                <c:pt idx="817">
                  <c:v>46072</c:v>
                </c:pt>
                <c:pt idx="818">
                  <c:v>46073</c:v>
                </c:pt>
                <c:pt idx="819">
                  <c:v>46076</c:v>
                </c:pt>
                <c:pt idx="820">
                  <c:v>46077</c:v>
                </c:pt>
                <c:pt idx="821">
                  <c:v>46078</c:v>
                </c:pt>
                <c:pt idx="822">
                  <c:v>46079</c:v>
                </c:pt>
                <c:pt idx="823">
                  <c:v>46080</c:v>
                </c:pt>
                <c:pt idx="824">
                  <c:v>46083</c:v>
                </c:pt>
                <c:pt idx="825">
                  <c:v>46084</c:v>
                </c:pt>
                <c:pt idx="826">
                  <c:v>46085</c:v>
                </c:pt>
                <c:pt idx="827">
                  <c:v>46086</c:v>
                </c:pt>
                <c:pt idx="828">
                  <c:v>46087</c:v>
                </c:pt>
                <c:pt idx="829">
                  <c:v>46090</c:v>
                </c:pt>
                <c:pt idx="830">
                  <c:v>46091</c:v>
                </c:pt>
                <c:pt idx="831">
                  <c:v>46092</c:v>
                </c:pt>
                <c:pt idx="832">
                  <c:v>46093</c:v>
                </c:pt>
                <c:pt idx="833">
                  <c:v>46094</c:v>
                </c:pt>
                <c:pt idx="834">
                  <c:v>46097</c:v>
                </c:pt>
                <c:pt idx="835">
                  <c:v>46098</c:v>
                </c:pt>
                <c:pt idx="836">
                  <c:v>46099</c:v>
                </c:pt>
                <c:pt idx="837">
                  <c:v>46100</c:v>
                </c:pt>
                <c:pt idx="838">
                  <c:v>46101</c:v>
                </c:pt>
                <c:pt idx="839">
                  <c:v>46104</c:v>
                </c:pt>
                <c:pt idx="840">
                  <c:v>46105</c:v>
                </c:pt>
                <c:pt idx="841">
                  <c:v>46106</c:v>
                </c:pt>
                <c:pt idx="842">
                  <c:v>46107</c:v>
                </c:pt>
                <c:pt idx="843">
                  <c:v>46108</c:v>
                </c:pt>
                <c:pt idx="844">
                  <c:v>46111</c:v>
                </c:pt>
                <c:pt idx="845">
                  <c:v>46112</c:v>
                </c:pt>
                <c:pt idx="846">
                  <c:v>46113</c:v>
                </c:pt>
                <c:pt idx="847">
                  <c:v>46114</c:v>
                </c:pt>
                <c:pt idx="848">
                  <c:v>46115</c:v>
                </c:pt>
                <c:pt idx="849">
                  <c:v>46118</c:v>
                </c:pt>
                <c:pt idx="850">
                  <c:v>46119</c:v>
                </c:pt>
                <c:pt idx="851">
                  <c:v>46120</c:v>
                </c:pt>
                <c:pt idx="852">
                  <c:v>46121</c:v>
                </c:pt>
                <c:pt idx="853">
                  <c:v>46122</c:v>
                </c:pt>
                <c:pt idx="854">
                  <c:v>46125</c:v>
                </c:pt>
                <c:pt idx="855">
                  <c:v>46126</c:v>
                </c:pt>
                <c:pt idx="856">
                  <c:v>46127</c:v>
                </c:pt>
                <c:pt idx="857">
                  <c:v>46128</c:v>
                </c:pt>
                <c:pt idx="858">
                  <c:v>46129</c:v>
                </c:pt>
                <c:pt idx="859">
                  <c:v>46132</c:v>
                </c:pt>
                <c:pt idx="860">
                  <c:v>46133</c:v>
                </c:pt>
                <c:pt idx="861">
                  <c:v>46134</c:v>
                </c:pt>
                <c:pt idx="862">
                  <c:v>46135</c:v>
                </c:pt>
                <c:pt idx="863">
                  <c:v>46136</c:v>
                </c:pt>
                <c:pt idx="864">
                  <c:v>46139</c:v>
                </c:pt>
                <c:pt idx="865">
                  <c:v>46140</c:v>
                </c:pt>
                <c:pt idx="866">
                  <c:v>46141</c:v>
                </c:pt>
                <c:pt idx="867">
                  <c:v>46142</c:v>
                </c:pt>
                <c:pt idx="868">
                  <c:v>46143</c:v>
                </c:pt>
                <c:pt idx="869">
                  <c:v>46146</c:v>
                </c:pt>
                <c:pt idx="870">
                  <c:v>46147</c:v>
                </c:pt>
                <c:pt idx="871">
                  <c:v>46148</c:v>
                </c:pt>
                <c:pt idx="872">
                  <c:v>46149</c:v>
                </c:pt>
                <c:pt idx="873">
                  <c:v>46150</c:v>
                </c:pt>
                <c:pt idx="874">
                  <c:v>46153</c:v>
                </c:pt>
                <c:pt idx="875">
                  <c:v>46154</c:v>
                </c:pt>
                <c:pt idx="876">
                  <c:v>46155</c:v>
                </c:pt>
                <c:pt idx="877">
                  <c:v>46156</c:v>
                </c:pt>
                <c:pt idx="878">
                  <c:v>46157</c:v>
                </c:pt>
                <c:pt idx="879">
                  <c:v>46160</c:v>
                </c:pt>
                <c:pt idx="880">
                  <c:v>46161</c:v>
                </c:pt>
                <c:pt idx="881">
                  <c:v>46162</c:v>
                </c:pt>
                <c:pt idx="882">
                  <c:v>46163</c:v>
                </c:pt>
                <c:pt idx="883">
                  <c:v>46164</c:v>
                </c:pt>
                <c:pt idx="884">
                  <c:v>46167</c:v>
                </c:pt>
                <c:pt idx="885">
                  <c:v>46168</c:v>
                </c:pt>
                <c:pt idx="886">
                  <c:v>46169</c:v>
                </c:pt>
                <c:pt idx="887">
                  <c:v>46170</c:v>
                </c:pt>
                <c:pt idx="888">
                  <c:v>46171</c:v>
                </c:pt>
                <c:pt idx="889">
                  <c:v>46174</c:v>
                </c:pt>
                <c:pt idx="890">
                  <c:v>46175</c:v>
                </c:pt>
                <c:pt idx="891">
                  <c:v>46176</c:v>
                </c:pt>
                <c:pt idx="892">
                  <c:v>46177</c:v>
                </c:pt>
                <c:pt idx="893">
                  <c:v>46178</c:v>
                </c:pt>
                <c:pt idx="894">
                  <c:v>46181</c:v>
                </c:pt>
                <c:pt idx="895">
                  <c:v>46182</c:v>
                </c:pt>
                <c:pt idx="896">
                  <c:v>46183</c:v>
                </c:pt>
                <c:pt idx="897">
                  <c:v>46184</c:v>
                </c:pt>
                <c:pt idx="898">
                  <c:v>46185</c:v>
                </c:pt>
                <c:pt idx="899">
                  <c:v>46188</c:v>
                </c:pt>
                <c:pt idx="900">
                  <c:v>46189</c:v>
                </c:pt>
                <c:pt idx="901">
                  <c:v>46190</c:v>
                </c:pt>
                <c:pt idx="902">
                  <c:v>46191</c:v>
                </c:pt>
                <c:pt idx="903">
                  <c:v>46192</c:v>
                </c:pt>
                <c:pt idx="904">
                  <c:v>46195</c:v>
                </c:pt>
                <c:pt idx="905">
                  <c:v>46196</c:v>
                </c:pt>
                <c:pt idx="906">
                  <c:v>46197</c:v>
                </c:pt>
                <c:pt idx="907">
                  <c:v>46198</c:v>
                </c:pt>
                <c:pt idx="908">
                  <c:v>46199</c:v>
                </c:pt>
                <c:pt idx="909">
                  <c:v>46202</c:v>
                </c:pt>
              </c:numCache>
            </c:numRef>
          </c:cat>
          <c:val>
            <c:numRef>
              <c:f>韩国市场!$I$9:$I$918</c:f>
              <c:numCache>
                <c:formatCode>0.0%</c:formatCode>
                <c:ptCount val="910"/>
                <c:pt idx="0">
                  <c:v>0</c:v>
                </c:pt>
                <c:pt idx="1">
                  <c:v>2.0157493495893686E-3</c:v>
                </c:pt>
                <c:pt idx="2">
                  <c:v>3.3402849948734215E-2</c:v>
                </c:pt>
                <c:pt idx="3">
                  <c:v>3.4867581310027873E-2</c:v>
                </c:pt>
                <c:pt idx="4">
                  <c:v>3.7469223204134705E-2</c:v>
                </c:pt>
                <c:pt idx="5">
                  <c:v>9.7523209017165158E-2</c:v>
                </c:pt>
                <c:pt idx="6">
                  <c:v>9.9497108899289088E-2</c:v>
                </c:pt>
                <c:pt idx="7">
                  <c:v>0.10704396286557261</c:v>
                </c:pt>
                <c:pt idx="8">
                  <c:v>0.10740665825027373</c:v>
                </c:pt>
                <c:pt idx="9">
                  <c:v>0.11898501091573599</c:v>
                </c:pt>
                <c:pt idx="10">
                  <c:v>0.13222339245733084</c:v>
                </c:pt>
                <c:pt idx="11">
                  <c:v>0.11492561257158007</c:v>
                </c:pt>
                <c:pt idx="12">
                  <c:v>0.1200730970698396</c:v>
                </c:pt>
                <c:pt idx="13">
                  <c:v>0.11694136192116944</c:v>
                </c:pt>
                <c:pt idx="14">
                  <c:v>0.12586227340257095</c:v>
                </c:pt>
                <c:pt idx="15">
                  <c:v>0.13207691932120147</c:v>
                </c:pt>
                <c:pt idx="16">
                  <c:v>0.12520663174561109</c:v>
                </c:pt>
                <c:pt idx="17">
                  <c:v>0.1624247581449525</c:v>
                </c:pt>
                <c:pt idx="18">
                  <c:v>0.18105474607835603</c:v>
                </c:pt>
                <c:pt idx="19">
                  <c:v>0.19851294892272486</c:v>
                </c:pt>
                <c:pt idx="20">
                  <c:v>0.18682299767735455</c:v>
                </c:pt>
                <c:pt idx="21">
                  <c:v>0.15672625565839682</c:v>
                </c:pt>
                <c:pt idx="22">
                  <c:v>0.18837142797357909</c:v>
                </c:pt>
                <c:pt idx="23">
                  <c:v>0.2182937972114305</c:v>
                </c:pt>
                <c:pt idx="24">
                  <c:v>0.2233854824197361</c:v>
                </c:pt>
                <c:pt idx="25">
                  <c:v>0.16716072287980133</c:v>
                </c:pt>
                <c:pt idx="26">
                  <c:v>0.18047582844508314</c:v>
                </c:pt>
                <c:pt idx="27">
                  <c:v>0.21743588312838713</c:v>
                </c:pt>
                <c:pt idx="28">
                  <c:v>0.21748470750709692</c:v>
                </c:pt>
                <c:pt idx="29">
                  <c:v>0.19751553661479671</c:v>
                </c:pt>
                <c:pt idx="30">
                  <c:v>0.16183886560043526</c:v>
                </c:pt>
                <c:pt idx="31">
                  <c:v>0.18749956406804724</c:v>
                </c:pt>
                <c:pt idx="32">
                  <c:v>0.14457596027090558</c:v>
                </c:pt>
                <c:pt idx="33">
                  <c:v>0.16548674418118026</c:v>
                </c:pt>
                <c:pt idx="34">
                  <c:v>0.12805937044451099</c:v>
                </c:pt>
                <c:pt idx="35">
                  <c:v>0.13896115671928078</c:v>
                </c:pt>
                <c:pt idx="36">
                  <c:v>0.13333937825641184</c:v>
                </c:pt>
                <c:pt idx="37">
                  <c:v>0.10606747529137683</c:v>
                </c:pt>
                <c:pt idx="38">
                  <c:v>0.12498343458579497</c:v>
                </c:pt>
                <c:pt idx="39">
                  <c:v>0.10303338890012625</c:v>
                </c:pt>
                <c:pt idx="40">
                  <c:v>8.5526361677047635E-2</c:v>
                </c:pt>
                <c:pt idx="41">
                  <c:v>9.2117652802867989E-2</c:v>
                </c:pt>
                <c:pt idx="42">
                  <c:v>0.10589310251027051</c:v>
                </c:pt>
                <c:pt idx="43">
                  <c:v>9.8395072922697002E-2</c:v>
                </c:pt>
                <c:pt idx="44">
                  <c:v>0.11133353328078899</c:v>
                </c:pt>
                <c:pt idx="45">
                  <c:v>0.15023261328999582</c:v>
                </c:pt>
                <c:pt idx="46">
                  <c:v>0.13552252547586319</c:v>
                </c:pt>
                <c:pt idx="47">
                  <c:v>9.2933717418445916E-2</c:v>
                </c:pt>
                <c:pt idx="48">
                  <c:v>7.6556625816936563E-2</c:v>
                </c:pt>
                <c:pt idx="49">
                  <c:v>6.5592065340968508E-2</c:v>
                </c:pt>
                <c:pt idx="50">
                  <c:v>9.0283251145629295E-2</c:v>
                </c:pt>
                <c:pt idx="51">
                  <c:v>5.8435806404363522E-2</c:v>
                </c:pt>
                <c:pt idx="52">
                  <c:v>5.7375619895236873E-2</c:v>
                </c:pt>
                <c:pt idx="53">
                  <c:v>6.0960724274783606E-2</c:v>
                </c:pt>
                <c:pt idx="54">
                  <c:v>7.7372690432514268E-2</c:v>
                </c:pt>
                <c:pt idx="55">
                  <c:v>6.9937435046139029E-2</c:v>
                </c:pt>
                <c:pt idx="56">
                  <c:v>7.6103256586059764E-2</c:v>
                </c:pt>
                <c:pt idx="57">
                  <c:v>0.10211270061588462</c:v>
                </c:pt>
                <c:pt idx="58">
                  <c:v>0.12567395079897614</c:v>
                </c:pt>
                <c:pt idx="59">
                  <c:v>0.10786700239239444</c:v>
                </c:pt>
                <c:pt idx="60">
                  <c:v>0.10564200570547744</c:v>
                </c:pt>
                <c:pt idx="61">
                  <c:v>0.11658564144771244</c:v>
                </c:pt>
                <c:pt idx="62">
                  <c:v>0.11254716783728913</c:v>
                </c:pt>
                <c:pt idx="63">
                  <c:v>0.12111235884523364</c:v>
                </c:pt>
                <c:pt idx="64">
                  <c:v>0.1277385245272753</c:v>
                </c:pt>
                <c:pt idx="65">
                  <c:v>0.11348878085526359</c:v>
                </c:pt>
                <c:pt idx="66">
                  <c:v>0.11198220002650472</c:v>
                </c:pt>
                <c:pt idx="67">
                  <c:v>0.12673413730810279</c:v>
                </c:pt>
                <c:pt idx="68">
                  <c:v>9.2564047122500437E-2</c:v>
                </c:pt>
                <c:pt idx="69">
                  <c:v>0.11281918937581525</c:v>
                </c:pt>
                <c:pt idx="70">
                  <c:v>0.11618807150679</c:v>
                </c:pt>
                <c:pt idx="71">
                  <c:v>0.12849181494165496</c:v>
                </c:pt>
                <c:pt idx="72">
                  <c:v>0.11862929044227899</c:v>
                </c:pt>
                <c:pt idx="73">
                  <c:v>0.13276743553438286</c:v>
                </c:pt>
                <c:pt idx="74">
                  <c:v>0.14528042630657523</c:v>
                </c:pt>
                <c:pt idx="75">
                  <c:v>0.12858946369907431</c:v>
                </c:pt>
                <c:pt idx="76">
                  <c:v>0.119389555767903</c:v>
                </c:pt>
                <c:pt idx="77">
                  <c:v>0.10422609872289379</c:v>
                </c:pt>
                <c:pt idx="78">
                  <c:v>0.10059216996463727</c:v>
                </c:pt>
                <c:pt idx="79">
                  <c:v>9.5249387951538367E-2</c:v>
                </c:pt>
                <c:pt idx="80">
                  <c:v>7.7881858953344762E-2</c:v>
                </c:pt>
                <c:pt idx="81">
                  <c:v>5.3190673148684198E-2</c:v>
                </c:pt>
                <c:pt idx="82">
                  <c:v>5.812193539837196E-2</c:v>
                </c:pt>
                <c:pt idx="83">
                  <c:v>6.0605003801326607E-2</c:v>
                </c:pt>
                <c:pt idx="84">
                  <c:v>7.0781399306693915E-2</c:v>
                </c:pt>
                <c:pt idx="85">
                  <c:v>7.0781399306693915E-2</c:v>
                </c:pt>
                <c:pt idx="86">
                  <c:v>7.6054432207350198E-2</c:v>
                </c:pt>
                <c:pt idx="87">
                  <c:v>7.5691736822648847E-2</c:v>
                </c:pt>
                <c:pt idx="88">
                  <c:v>7.9904583214178482E-2</c:v>
                </c:pt>
                <c:pt idx="89">
                  <c:v>8.4201128540639436E-2</c:v>
                </c:pt>
                <c:pt idx="90">
                  <c:v>9.7990528070530214E-2</c:v>
                </c:pt>
                <c:pt idx="91">
                  <c:v>8.9899631027195115E-2</c:v>
                </c:pt>
                <c:pt idx="92">
                  <c:v>7.9981307237865451E-2</c:v>
                </c:pt>
                <c:pt idx="93">
                  <c:v>6.9804911732498143E-2</c:v>
                </c:pt>
                <c:pt idx="94">
                  <c:v>6.8730775400883015E-2</c:v>
                </c:pt>
                <c:pt idx="95">
                  <c:v>6.7126545814704563E-2</c:v>
                </c:pt>
                <c:pt idx="96">
                  <c:v>7.0286180608351678E-2</c:v>
                </c:pt>
                <c:pt idx="97">
                  <c:v>8.906961658912893E-2</c:v>
                </c:pt>
                <c:pt idx="98">
                  <c:v>9.7397660614768622E-2</c:v>
                </c:pt>
                <c:pt idx="99">
                  <c:v>0.12279331245509906</c:v>
                </c:pt>
                <c:pt idx="100">
                  <c:v>0.13865426062453357</c:v>
                </c:pt>
                <c:pt idx="101">
                  <c:v>0.13728717802065971</c:v>
                </c:pt>
                <c:pt idx="102">
                  <c:v>0.12516478227814565</c:v>
                </c:pt>
                <c:pt idx="103">
                  <c:v>0.12409762085777465</c:v>
                </c:pt>
                <c:pt idx="104">
                  <c:v>0.13183977233889688</c:v>
                </c:pt>
                <c:pt idx="105">
                  <c:v>0.13455998772415634</c:v>
                </c:pt>
                <c:pt idx="106">
                  <c:v>0.15573581826171257</c:v>
                </c:pt>
                <c:pt idx="107">
                  <c:v>0.14165347245956283</c:v>
                </c:pt>
                <c:pt idx="108">
                  <c:v>0.14984899317156186</c:v>
                </c:pt>
                <c:pt idx="109">
                  <c:v>0.17929009353355974</c:v>
                </c:pt>
                <c:pt idx="110">
                  <c:v>0.17203618583953517</c:v>
                </c:pt>
                <c:pt idx="111">
                  <c:v>0.17739989258636668</c:v>
                </c:pt>
                <c:pt idx="112">
                  <c:v>0.17822990702443309</c:v>
                </c:pt>
                <c:pt idx="113">
                  <c:v>0.17048775554331086</c:v>
                </c:pt>
                <c:pt idx="114">
                  <c:v>0.19891749377489165</c:v>
                </c:pt>
                <c:pt idx="115">
                  <c:v>0.20753848407279007</c:v>
                </c:pt>
                <c:pt idx="116">
                  <c:v>0.22786337543854751</c:v>
                </c:pt>
                <c:pt idx="117">
                  <c:v>0.21210007602653258</c:v>
                </c:pt>
                <c:pt idx="118">
                  <c:v>0.2054878601669794</c:v>
                </c:pt>
                <c:pt idx="119">
                  <c:v>0.21392052786128302</c:v>
                </c:pt>
                <c:pt idx="120">
                  <c:v>0.18519086844619892</c:v>
                </c:pt>
                <c:pt idx="121">
                  <c:v>0.1797922871431461</c:v>
                </c:pt>
                <c:pt idx="122">
                  <c:v>0.15454310843894503</c:v>
                </c:pt>
                <c:pt idx="123">
                  <c:v>0.15330854914871206</c:v>
                </c:pt>
                <c:pt idx="124">
                  <c:v>0.13334635316765597</c:v>
                </c:pt>
                <c:pt idx="125">
                  <c:v>0.13577362228065648</c:v>
                </c:pt>
                <c:pt idx="126">
                  <c:v>0.1380823179025048</c:v>
                </c:pt>
                <c:pt idx="127">
                  <c:v>0.12208187150818506</c:v>
                </c:pt>
                <c:pt idx="128">
                  <c:v>0.1192082080755521</c:v>
                </c:pt>
                <c:pt idx="129">
                  <c:v>0.11543478109241057</c:v>
                </c:pt>
                <c:pt idx="130">
                  <c:v>0.15671928074715247</c:v>
                </c:pt>
                <c:pt idx="131">
                  <c:v>0.15337829826115446</c:v>
                </c:pt>
                <c:pt idx="132">
                  <c:v>0.13983999553605675</c:v>
                </c:pt>
                <c:pt idx="133">
                  <c:v>0.13363232452867035</c:v>
                </c:pt>
                <c:pt idx="134">
                  <c:v>0.11694136192116944</c:v>
                </c:pt>
                <c:pt idx="135">
                  <c:v>0.10754615647515897</c:v>
                </c:pt>
                <c:pt idx="136">
                  <c:v>0.14248348689762924</c:v>
                </c:pt>
                <c:pt idx="137">
                  <c:v>0.15773761778881346</c:v>
                </c:pt>
                <c:pt idx="138">
                  <c:v>0.17985506134434437</c:v>
                </c:pt>
                <c:pt idx="139">
                  <c:v>0.20133778797664781</c:v>
                </c:pt>
                <c:pt idx="140">
                  <c:v>0.20065424667471121</c:v>
                </c:pt>
                <c:pt idx="141">
                  <c:v>0.20483919342126367</c:v>
                </c:pt>
                <c:pt idx="142">
                  <c:v>0.19389555767902844</c:v>
                </c:pt>
                <c:pt idx="143">
                  <c:v>0.18348201519135654</c:v>
                </c:pt>
                <c:pt idx="144">
                  <c:v>0.16549371909242461</c:v>
                </c:pt>
                <c:pt idx="145">
                  <c:v>0.16708399885611458</c:v>
                </c:pt>
                <c:pt idx="146">
                  <c:v>0.16397318844117703</c:v>
                </c:pt>
                <c:pt idx="147">
                  <c:v>0.14814013991671948</c:v>
                </c:pt>
                <c:pt idx="148">
                  <c:v>0.17720459507152775</c:v>
                </c:pt>
                <c:pt idx="149">
                  <c:v>0.18299377140425888</c:v>
                </c:pt>
                <c:pt idx="150">
                  <c:v>0.1969575437152562</c:v>
                </c:pt>
                <c:pt idx="151">
                  <c:v>0.21202335200284583</c:v>
                </c:pt>
                <c:pt idx="152">
                  <c:v>0.17441463057382589</c:v>
                </c:pt>
                <c:pt idx="153">
                  <c:v>0.16029043530421072</c:v>
                </c:pt>
                <c:pt idx="154">
                  <c:v>0.14449923624721883</c:v>
                </c:pt>
                <c:pt idx="155">
                  <c:v>0.1597603420496474</c:v>
                </c:pt>
                <c:pt idx="156">
                  <c:v>0.12653186488201928</c:v>
                </c:pt>
                <c:pt idx="157">
                  <c:v>0.14638246228316731</c:v>
                </c:pt>
                <c:pt idx="158">
                  <c:v>0.13569689825696973</c:v>
                </c:pt>
                <c:pt idx="159">
                  <c:v>0.11528133304503707</c:v>
                </c:pt>
                <c:pt idx="160">
                  <c:v>9.7467409727211241E-2</c:v>
                </c:pt>
                <c:pt idx="161">
                  <c:v>9.7293036946104916E-2</c:v>
                </c:pt>
                <c:pt idx="162">
                  <c:v>8.9237014458991126E-2</c:v>
                </c:pt>
                <c:pt idx="163">
                  <c:v>8.0323077888833749E-2</c:v>
                </c:pt>
                <c:pt idx="164">
                  <c:v>7.1409141318676594E-2</c:v>
                </c:pt>
                <c:pt idx="165">
                  <c:v>6.8758675045859974E-2</c:v>
                </c:pt>
                <c:pt idx="166">
                  <c:v>8.2450425818331396E-2</c:v>
                </c:pt>
                <c:pt idx="167">
                  <c:v>7.0718625105495425E-2</c:v>
                </c:pt>
                <c:pt idx="168">
                  <c:v>0.1164600930453159</c:v>
                </c:pt>
                <c:pt idx="169">
                  <c:v>8.4354576588012931E-2</c:v>
                </c:pt>
                <c:pt idx="170">
                  <c:v>8.8197752683597086E-2</c:v>
                </c:pt>
                <c:pt idx="171">
                  <c:v>9.9343660851915594E-2</c:v>
                </c:pt>
                <c:pt idx="172">
                  <c:v>0.10168723102998523</c:v>
                </c:pt>
                <c:pt idx="173">
                  <c:v>9.9748205704082382E-2</c:v>
                </c:pt>
                <c:pt idx="174">
                  <c:v>0.11073369091378304</c:v>
                </c:pt>
                <c:pt idx="175">
                  <c:v>0.11078251529249283</c:v>
                </c:pt>
                <c:pt idx="176">
                  <c:v>0.10031317351486702</c:v>
                </c:pt>
                <c:pt idx="177">
                  <c:v>9.3875330436420157E-2</c:v>
                </c:pt>
                <c:pt idx="178">
                  <c:v>8.7514211381660267E-2</c:v>
                </c:pt>
                <c:pt idx="179">
                  <c:v>7.4436252798683045E-2</c:v>
                </c:pt>
                <c:pt idx="180">
                  <c:v>7.5161643568085523E-2</c:v>
                </c:pt>
                <c:pt idx="181">
                  <c:v>8.0908970433351213E-2</c:v>
                </c:pt>
                <c:pt idx="182">
                  <c:v>8.0657873628557919E-2</c:v>
                </c:pt>
                <c:pt idx="183">
                  <c:v>0.10707186251054956</c:v>
                </c:pt>
                <c:pt idx="184">
                  <c:v>0.11357247979019469</c:v>
                </c:pt>
                <c:pt idx="185">
                  <c:v>9.3456835761764889E-2</c:v>
                </c:pt>
                <c:pt idx="186">
                  <c:v>8.5072992446171058E-2</c:v>
                </c:pt>
                <c:pt idx="187">
                  <c:v>7.6891421556660733E-2</c:v>
                </c:pt>
                <c:pt idx="188">
                  <c:v>4.1786693264328045E-2</c:v>
                </c:pt>
                <c:pt idx="189">
                  <c:v>4.2505109122486395E-2</c:v>
                </c:pt>
                <c:pt idx="190">
                  <c:v>3.8947904387916621E-2</c:v>
                </c:pt>
                <c:pt idx="191">
                  <c:v>1.4696137991643932E-2</c:v>
                </c:pt>
                <c:pt idx="192">
                  <c:v>1.4842611127773297E-2</c:v>
                </c:pt>
                <c:pt idx="193">
                  <c:v>1.2729213020764352E-2</c:v>
                </c:pt>
                <c:pt idx="194">
                  <c:v>2.1719873614608254E-2</c:v>
                </c:pt>
                <c:pt idx="195">
                  <c:v>1.3524352902609227E-2</c:v>
                </c:pt>
                <c:pt idx="196">
                  <c:v>1.008572165919186E-2</c:v>
                </c:pt>
                <c:pt idx="197">
                  <c:v>-1.5219256334963127E-2</c:v>
                </c:pt>
                <c:pt idx="198">
                  <c:v>-1.1676001422881943E-2</c:v>
                </c:pt>
                <c:pt idx="199">
                  <c:v>-4.5406672200095644E-3</c:v>
                </c:pt>
                <c:pt idx="200">
                  <c:v>-7.2469327827804353E-3</c:v>
                </c:pt>
                <c:pt idx="201">
                  <c:v>-2.8876132551214351E-3</c:v>
                </c:pt>
                <c:pt idx="202">
                  <c:v>1.9745973732484323E-2</c:v>
                </c:pt>
                <c:pt idx="203">
                  <c:v>3.7280900600539901E-2</c:v>
                </c:pt>
                <c:pt idx="204">
                  <c:v>1.8915959294417917E-2</c:v>
                </c:pt>
                <c:pt idx="205">
                  <c:v>7.6026532562372129E-3</c:v>
                </c:pt>
                <c:pt idx="206">
                  <c:v>2.6832483556646691E-2</c:v>
                </c:pt>
                <c:pt idx="207">
                  <c:v>2.8387888764115576E-2</c:v>
                </c:pt>
                <c:pt idx="208">
                  <c:v>-2.3923945567793092E-3</c:v>
                </c:pt>
                <c:pt idx="209">
                  <c:v>-5.7612766877541688E-3</c:v>
                </c:pt>
                <c:pt idx="210">
                  <c:v>-2.0004045448521746E-2</c:v>
                </c:pt>
                <c:pt idx="211">
                  <c:v>1.1836424381499677E-2</c:v>
                </c:pt>
                <c:pt idx="212">
                  <c:v>9.4928542034302676E-3</c:v>
                </c:pt>
                <c:pt idx="213">
                  <c:v>-3.8487560245795915E-2</c:v>
                </c:pt>
                <c:pt idx="214">
                  <c:v>-2.7285852787523379E-2</c:v>
                </c:pt>
                <c:pt idx="215">
                  <c:v>-1.6314317400311196E-2</c:v>
                </c:pt>
                <c:pt idx="216">
                  <c:v>-2.2570812786407379E-2</c:v>
                </c:pt>
                <c:pt idx="217">
                  <c:v>-1.9222855389165128E-2</c:v>
                </c:pt>
                <c:pt idx="218">
                  <c:v>2.1043307223915564E-2</c:v>
                </c:pt>
                <c:pt idx="219">
                  <c:v>6.0618953623815086E-2</c:v>
                </c:pt>
                <c:pt idx="220">
                  <c:v>0.12406972121279747</c:v>
                </c:pt>
                <c:pt idx="221">
                  <c:v>9.4300800022319775E-2</c:v>
                </c:pt>
                <c:pt idx="222">
                  <c:v>9.2989516708399833E-2</c:v>
                </c:pt>
                <c:pt idx="223">
                  <c:v>0.10144310913643628</c:v>
                </c:pt>
                <c:pt idx="224">
                  <c:v>9.6553696354213958E-2</c:v>
                </c:pt>
                <c:pt idx="225">
                  <c:v>8.77095088964992E-2</c:v>
                </c:pt>
                <c:pt idx="226">
                  <c:v>9.2898842862224607E-2</c:v>
                </c:pt>
                <c:pt idx="227">
                  <c:v>0.14757517210593485</c:v>
                </c:pt>
                <c:pt idx="228">
                  <c:v>0.15393629116069496</c:v>
                </c:pt>
                <c:pt idx="229">
                  <c:v>0.13479713470646093</c:v>
                </c:pt>
                <c:pt idx="230">
                  <c:v>0.14702415411763892</c:v>
                </c:pt>
                <c:pt idx="231">
                  <c:v>0.15694247790696858</c:v>
                </c:pt>
                <c:pt idx="232">
                  <c:v>0.15525454938585903</c:v>
                </c:pt>
                <c:pt idx="233">
                  <c:v>0.15285517991783548</c:v>
                </c:pt>
                <c:pt idx="234">
                  <c:v>0.14082345802149665</c:v>
                </c:pt>
                <c:pt idx="235">
                  <c:v>0.149904792461516</c:v>
                </c:pt>
                <c:pt idx="236">
                  <c:v>0.1726709027627622</c:v>
                </c:pt>
                <c:pt idx="237">
                  <c:v>0.17834848051558549</c:v>
                </c:pt>
                <c:pt idx="238">
                  <c:v>0.17694652335549033</c:v>
                </c:pt>
                <c:pt idx="239">
                  <c:v>0.17199433637206951</c:v>
                </c:pt>
                <c:pt idx="240">
                  <c:v>0.17680702513060531</c:v>
                </c:pt>
                <c:pt idx="241">
                  <c:v>0.15357359577599383</c:v>
                </c:pt>
                <c:pt idx="242">
                  <c:v>0.1548081550662268</c:v>
                </c:pt>
                <c:pt idx="243">
                  <c:v>0.14729617565616482</c:v>
                </c:pt>
                <c:pt idx="244">
                  <c:v>0.1674257695070831</c:v>
                </c:pt>
                <c:pt idx="245">
                  <c:v>0.16853478039491931</c:v>
                </c:pt>
                <c:pt idx="246">
                  <c:v>0.17120617140146899</c:v>
                </c:pt>
                <c:pt idx="247">
                  <c:v>0.16098792642863624</c:v>
                </c:pt>
                <c:pt idx="248">
                  <c:v>0.21318118726939184</c:v>
                </c:pt>
                <c:pt idx="249">
                  <c:v>0.21842632052507116</c:v>
                </c:pt>
                <c:pt idx="250">
                  <c:v>0.20587148028541336</c:v>
                </c:pt>
                <c:pt idx="251">
                  <c:v>0.19289814537110006</c:v>
                </c:pt>
                <c:pt idx="252">
                  <c:v>0.20836152359961213</c:v>
                </c:pt>
                <c:pt idx="253">
                  <c:v>0.19881984501747207</c:v>
                </c:pt>
                <c:pt idx="254">
                  <c:v>0.19165661116962274</c:v>
                </c:pt>
                <c:pt idx="255">
                  <c:v>0.19564626040133648</c:v>
                </c:pt>
                <c:pt idx="256">
                  <c:v>0.19607172998723588</c:v>
                </c:pt>
                <c:pt idx="257">
                  <c:v>0.21934003389806866</c:v>
                </c:pt>
                <c:pt idx="258">
                  <c:v>0.24010434467221398</c:v>
                </c:pt>
                <c:pt idx="259">
                  <c:v>0.22751462987633486</c:v>
                </c:pt>
                <c:pt idx="260">
                  <c:v>0.22751462987633486</c:v>
                </c:pt>
                <c:pt idx="261">
                  <c:v>0.25147345000034882</c:v>
                </c:pt>
                <c:pt idx="262">
                  <c:v>0.2074408353153705</c:v>
                </c:pt>
                <c:pt idx="263">
                  <c:v>0.20951935886615836</c:v>
                </c:pt>
                <c:pt idx="264">
                  <c:v>0.19078474726409111</c:v>
                </c:pt>
                <c:pt idx="265">
                  <c:v>0.20184695649747852</c:v>
                </c:pt>
                <c:pt idx="266">
                  <c:v>0.21304168904450704</c:v>
                </c:pt>
                <c:pt idx="267">
                  <c:v>0.2051321396935224</c:v>
                </c:pt>
                <c:pt idx="268">
                  <c:v>0.2129719399320642</c:v>
                </c:pt>
                <c:pt idx="269">
                  <c:v>0.20795000383620099</c:v>
                </c:pt>
                <c:pt idx="270">
                  <c:v>0.20490196762246193</c:v>
                </c:pt>
                <c:pt idx="271">
                  <c:v>0.1704459060758452</c:v>
                </c:pt>
                <c:pt idx="272">
                  <c:v>0.12482301162717713</c:v>
                </c:pt>
                <c:pt idx="273">
                  <c:v>0.13487385873014768</c:v>
                </c:pt>
                <c:pt idx="274">
                  <c:v>0.16693752571998521</c:v>
                </c:pt>
                <c:pt idx="275">
                  <c:v>0.16046480808531705</c:v>
                </c:pt>
                <c:pt idx="276">
                  <c:v>0.17335444406469924</c:v>
                </c:pt>
                <c:pt idx="277">
                  <c:v>0.16687475151878695</c:v>
                </c:pt>
                <c:pt idx="278">
                  <c:v>0.14798669186934599</c:v>
                </c:pt>
                <c:pt idx="279">
                  <c:v>0.1480424911592999</c:v>
                </c:pt>
                <c:pt idx="280">
                  <c:v>0.13912157967789862</c:v>
                </c:pt>
                <c:pt idx="281">
                  <c:v>0.14538504997523916</c:v>
                </c:pt>
                <c:pt idx="282">
                  <c:v>0.11443736878448219</c:v>
                </c:pt>
                <c:pt idx="283">
                  <c:v>0.11941048050163561</c:v>
                </c:pt>
                <c:pt idx="284">
                  <c:v>0.17169441518856665</c:v>
                </c:pt>
                <c:pt idx="285">
                  <c:v>0.13773357234029193</c:v>
                </c:pt>
                <c:pt idx="286">
                  <c:v>0.14244861234140793</c:v>
                </c:pt>
                <c:pt idx="287">
                  <c:v>0.14607556618842032</c:v>
                </c:pt>
                <c:pt idx="288">
                  <c:v>0.14961184618925727</c:v>
                </c:pt>
                <c:pt idx="289">
                  <c:v>0.14908872784593807</c:v>
                </c:pt>
                <c:pt idx="290">
                  <c:v>0.14944444831939507</c:v>
                </c:pt>
                <c:pt idx="291">
                  <c:v>0.16695845045371782</c:v>
                </c:pt>
                <c:pt idx="292">
                  <c:v>0.15978824169462436</c:v>
                </c:pt>
                <c:pt idx="293">
                  <c:v>0.17458900335493222</c:v>
                </c:pt>
                <c:pt idx="294">
                  <c:v>0.17305452288119616</c:v>
                </c:pt>
                <c:pt idx="295">
                  <c:v>0.18056650229125815</c:v>
                </c:pt>
                <c:pt idx="296">
                  <c:v>0.17274065187520482</c:v>
                </c:pt>
                <c:pt idx="297">
                  <c:v>0.16726534654846503</c:v>
                </c:pt>
                <c:pt idx="298">
                  <c:v>0.18938279010399595</c:v>
                </c:pt>
                <c:pt idx="299">
                  <c:v>0.1838795851322792</c:v>
                </c:pt>
                <c:pt idx="300">
                  <c:v>0.18054557755752554</c:v>
                </c:pt>
                <c:pt idx="301">
                  <c:v>0.16704214938864914</c:v>
                </c:pt>
                <c:pt idx="302">
                  <c:v>0.17014598489234234</c:v>
                </c:pt>
                <c:pt idx="303">
                  <c:v>0.15358754559848231</c:v>
                </c:pt>
                <c:pt idx="304">
                  <c:v>0.15417343814299955</c:v>
                </c:pt>
                <c:pt idx="305">
                  <c:v>0.16331754678421717</c:v>
                </c:pt>
                <c:pt idx="306">
                  <c:v>0.14732407530114178</c:v>
                </c:pt>
                <c:pt idx="307">
                  <c:v>0.13435771529807283</c:v>
                </c:pt>
                <c:pt idx="308">
                  <c:v>0.14257416074380447</c:v>
                </c:pt>
                <c:pt idx="309">
                  <c:v>0.17404496027788041</c:v>
                </c:pt>
                <c:pt idx="310">
                  <c:v>0.18694854607975109</c:v>
                </c:pt>
                <c:pt idx="311">
                  <c:v>0.19446052548981307</c:v>
                </c:pt>
                <c:pt idx="312">
                  <c:v>0.18500254584260412</c:v>
                </c:pt>
                <c:pt idx="313">
                  <c:v>0.18657190087256148</c:v>
                </c:pt>
                <c:pt idx="314">
                  <c:v>0.16024858583674528</c:v>
                </c:pt>
                <c:pt idx="315">
                  <c:v>0.15981614133960131</c:v>
                </c:pt>
                <c:pt idx="316">
                  <c:v>0.14307635435339083</c:v>
                </c:pt>
                <c:pt idx="317">
                  <c:v>0.15395721589442779</c:v>
                </c:pt>
                <c:pt idx="318">
                  <c:v>0.19477439649580464</c:v>
                </c:pt>
                <c:pt idx="319">
                  <c:v>0.1759770106925389</c:v>
                </c:pt>
                <c:pt idx="320">
                  <c:v>0.17707904666913099</c:v>
                </c:pt>
                <c:pt idx="321">
                  <c:v>0.20814530135104037</c:v>
                </c:pt>
                <c:pt idx="322">
                  <c:v>0.21019592525685105</c:v>
                </c:pt>
                <c:pt idx="323">
                  <c:v>0.21203730182533431</c:v>
                </c:pt>
                <c:pt idx="324">
                  <c:v>0.2202467723598216</c:v>
                </c:pt>
                <c:pt idx="325">
                  <c:v>0.23772589993792326</c:v>
                </c:pt>
                <c:pt idx="326">
                  <c:v>0.23117645827956834</c:v>
                </c:pt>
                <c:pt idx="327">
                  <c:v>0.21223259934017347</c:v>
                </c:pt>
                <c:pt idx="328">
                  <c:v>0.22316926017116434</c:v>
                </c:pt>
                <c:pt idx="329">
                  <c:v>0.20849404691325302</c:v>
                </c:pt>
                <c:pt idx="330">
                  <c:v>0.19665064762050899</c:v>
                </c:pt>
                <c:pt idx="331">
                  <c:v>0.19457909898096548</c:v>
                </c:pt>
                <c:pt idx="332">
                  <c:v>0.19685989495783662</c:v>
                </c:pt>
                <c:pt idx="333">
                  <c:v>0.17968068856323804</c:v>
                </c:pt>
                <c:pt idx="334">
                  <c:v>0.16870217826478151</c:v>
                </c:pt>
                <c:pt idx="335">
                  <c:v>0.15355964595350513</c:v>
                </c:pt>
                <c:pt idx="336">
                  <c:v>0.11897803600449186</c:v>
                </c:pt>
                <c:pt idx="337">
                  <c:v>0.12005914724735112</c:v>
                </c:pt>
                <c:pt idx="338">
                  <c:v>0.14839123672151278</c:v>
                </c:pt>
                <c:pt idx="339">
                  <c:v>0.12033814369712137</c:v>
                </c:pt>
                <c:pt idx="340">
                  <c:v>0.12146110440744629</c:v>
                </c:pt>
                <c:pt idx="341">
                  <c:v>0.11009199907931166</c:v>
                </c:pt>
                <c:pt idx="342">
                  <c:v>0.14870510772750412</c:v>
                </c:pt>
                <c:pt idx="343">
                  <c:v>0.12014982109352657</c:v>
                </c:pt>
                <c:pt idx="344">
                  <c:v>0.12988679719050578</c:v>
                </c:pt>
                <c:pt idx="345">
                  <c:v>0.1451758026379113</c:v>
                </c:pt>
                <c:pt idx="346">
                  <c:v>0.14283920737108624</c:v>
                </c:pt>
                <c:pt idx="347">
                  <c:v>0.14283920737108624</c:v>
                </c:pt>
                <c:pt idx="348">
                  <c:v>0.147414749147317</c:v>
                </c:pt>
                <c:pt idx="349">
                  <c:v>0.1694624435904053</c:v>
                </c:pt>
                <c:pt idx="350">
                  <c:v>0.17394033660921648</c:v>
                </c:pt>
                <c:pt idx="351">
                  <c:v>0.1990918665559982</c:v>
                </c:pt>
                <c:pt idx="352">
                  <c:v>0.19503944312308619</c:v>
                </c:pt>
                <c:pt idx="353">
                  <c:v>0.17407983483410172</c:v>
                </c:pt>
                <c:pt idx="354">
                  <c:v>0.18178711175900286</c:v>
                </c:pt>
                <c:pt idx="355">
                  <c:v>0.17450530442000134</c:v>
                </c:pt>
                <c:pt idx="356">
                  <c:v>0.17993876027927547</c:v>
                </c:pt>
                <c:pt idx="357">
                  <c:v>0.18692064643477413</c:v>
                </c:pt>
                <c:pt idx="358">
                  <c:v>0.21435297235842676</c:v>
                </c:pt>
                <c:pt idx="359">
                  <c:v>0.18847605164224279</c:v>
                </c:pt>
                <c:pt idx="360">
                  <c:v>0.18496069637513868</c:v>
                </c:pt>
                <c:pt idx="361">
                  <c:v>0.18711594394961328</c:v>
                </c:pt>
                <c:pt idx="362">
                  <c:v>0.18872017353579174</c:v>
                </c:pt>
                <c:pt idx="363">
                  <c:v>0.19618332856714393</c:v>
                </c:pt>
                <c:pt idx="364">
                  <c:v>0.17848100382922616</c:v>
                </c:pt>
                <c:pt idx="365">
                  <c:v>0.19818512809424482</c:v>
                </c:pt>
                <c:pt idx="366">
                  <c:v>0.19300276903976399</c:v>
                </c:pt>
                <c:pt idx="367">
                  <c:v>0.17679307530811661</c:v>
                </c:pt>
                <c:pt idx="368">
                  <c:v>0.14872603246123695</c:v>
                </c:pt>
                <c:pt idx="369">
                  <c:v>0.13273953588940568</c:v>
                </c:pt>
                <c:pt idx="370">
                  <c:v>0.15166247009506817</c:v>
                </c:pt>
                <c:pt idx="371">
                  <c:v>0.1500931150651108</c:v>
                </c:pt>
                <c:pt idx="372">
                  <c:v>0.16202021329278593</c:v>
                </c:pt>
                <c:pt idx="373">
                  <c:v>0.16660970489150517</c:v>
                </c:pt>
                <c:pt idx="374">
                  <c:v>0.18189871033891092</c:v>
                </c:pt>
                <c:pt idx="375">
                  <c:v>0.15958596926854107</c:v>
                </c:pt>
                <c:pt idx="376">
                  <c:v>0.15872108027425358</c:v>
                </c:pt>
                <c:pt idx="377">
                  <c:v>0.1799596850130083</c:v>
                </c:pt>
                <c:pt idx="378">
                  <c:v>0.20049382371609314</c:v>
                </c:pt>
                <c:pt idx="379">
                  <c:v>0.19546491270898581</c:v>
                </c:pt>
                <c:pt idx="380">
                  <c:v>0.19079869708657959</c:v>
                </c:pt>
                <c:pt idx="381">
                  <c:v>0.20072399578715361</c:v>
                </c:pt>
                <c:pt idx="382">
                  <c:v>0.21424834868976306</c:v>
                </c:pt>
                <c:pt idx="383">
                  <c:v>0.21409490064238934</c:v>
                </c:pt>
                <c:pt idx="384">
                  <c:v>0.20751755933905747</c:v>
                </c:pt>
                <c:pt idx="385">
                  <c:v>0.18756233826924551</c:v>
                </c:pt>
                <c:pt idx="386">
                  <c:v>0.186202230576616</c:v>
                </c:pt>
                <c:pt idx="387">
                  <c:v>0.2070990646644022</c:v>
                </c:pt>
                <c:pt idx="388">
                  <c:v>0.19654602395184528</c:v>
                </c:pt>
                <c:pt idx="389">
                  <c:v>0.21289521590837768</c:v>
                </c:pt>
                <c:pt idx="390">
                  <c:v>0.20426725069923468</c:v>
                </c:pt>
                <c:pt idx="391">
                  <c:v>0.18430505471817882</c:v>
                </c:pt>
                <c:pt idx="392">
                  <c:v>0.19033835294445867</c:v>
                </c:pt>
                <c:pt idx="393">
                  <c:v>0.20160980951517393</c:v>
                </c:pt>
                <c:pt idx="394">
                  <c:v>0.23850708999727988</c:v>
                </c:pt>
                <c:pt idx="395">
                  <c:v>0.23188789922648234</c:v>
                </c:pt>
                <c:pt idx="396">
                  <c:v>0.24559359982144224</c:v>
                </c:pt>
                <c:pt idx="397">
                  <c:v>0.25134790159795206</c:v>
                </c:pt>
                <c:pt idx="398">
                  <c:v>0.25643958680625789</c:v>
                </c:pt>
                <c:pt idx="399">
                  <c:v>0.23992299697986352</c:v>
                </c:pt>
                <c:pt idx="400">
                  <c:v>0.23039526822021195</c:v>
                </c:pt>
                <c:pt idx="401">
                  <c:v>0.23767010064796934</c:v>
                </c:pt>
                <c:pt idx="402">
                  <c:v>0.22614057236121665</c:v>
                </c:pt>
                <c:pt idx="403">
                  <c:v>0.20852194655822998</c:v>
                </c:pt>
                <c:pt idx="404">
                  <c:v>0.19354681211681579</c:v>
                </c:pt>
                <c:pt idx="405">
                  <c:v>0.17465177755613048</c:v>
                </c:pt>
                <c:pt idx="406">
                  <c:v>0.16766291648938769</c:v>
                </c:pt>
                <c:pt idx="407">
                  <c:v>0.16755829282072376</c:v>
                </c:pt>
                <c:pt idx="408">
                  <c:v>0.14841216145524538</c:v>
                </c:pt>
                <c:pt idx="409">
                  <c:v>0.139051830565456</c:v>
                </c:pt>
                <c:pt idx="410">
                  <c:v>0.14910267766842655</c:v>
                </c:pt>
                <c:pt idx="411">
                  <c:v>0.12649699032579798</c:v>
                </c:pt>
                <c:pt idx="412">
                  <c:v>0.15618918749258914</c:v>
                </c:pt>
                <c:pt idx="413">
                  <c:v>0.16107860027481147</c:v>
                </c:pt>
                <c:pt idx="414">
                  <c:v>0.11122193470088093</c:v>
                </c:pt>
                <c:pt idx="415">
                  <c:v>1.0546065801312565E-2</c:v>
                </c:pt>
                <c:pt idx="416">
                  <c:v>3.6457861073717845E-2</c:v>
                </c:pt>
                <c:pt idx="417">
                  <c:v>6.0863075517364029E-2</c:v>
                </c:pt>
                <c:pt idx="418">
                  <c:v>5.1579468651261395E-2</c:v>
                </c:pt>
                <c:pt idx="419">
                  <c:v>7.0913922620334802E-2</c:v>
                </c:pt>
                <c:pt idx="420">
                  <c:v>7.7344790787537088E-2</c:v>
                </c:pt>
                <c:pt idx="421">
                  <c:v>8.9285838837700693E-2</c:v>
                </c:pt>
                <c:pt idx="422">
                  <c:v>0.11674606440633029</c:v>
                </c:pt>
                <c:pt idx="423">
                  <c:v>0.11567890298595951</c:v>
                </c:pt>
                <c:pt idx="424">
                  <c:v>0.13968654748868325</c:v>
                </c:pt>
                <c:pt idx="425">
                  <c:v>0.14196036855431005</c:v>
                </c:pt>
                <c:pt idx="426">
                  <c:v>0.1552336246521262</c:v>
                </c:pt>
                <c:pt idx="427">
                  <c:v>0.14678003222408997</c:v>
                </c:pt>
                <c:pt idx="428">
                  <c:v>0.16347099483159067</c:v>
                </c:pt>
                <c:pt idx="429">
                  <c:v>0.15305745234391899</c:v>
                </c:pt>
                <c:pt idx="430">
                  <c:v>0.161559869150665</c:v>
                </c:pt>
                <c:pt idx="431">
                  <c:v>0.14440856240104338</c:v>
                </c:pt>
                <c:pt idx="432">
                  <c:v>0.13609446819789217</c:v>
                </c:pt>
                <c:pt idx="433">
                  <c:v>0.12366517636063068</c:v>
                </c:pt>
                <c:pt idx="434">
                  <c:v>0.13097488334460938</c:v>
                </c:pt>
                <c:pt idx="435">
                  <c:v>0.12621101896478359</c:v>
                </c:pt>
                <c:pt idx="436">
                  <c:v>9.9413409964358213E-2</c:v>
                </c:pt>
                <c:pt idx="437">
                  <c:v>4.9898515041395974E-2</c:v>
                </c:pt>
                <c:pt idx="438">
                  <c:v>6.6756875518759085E-2</c:v>
                </c:pt>
                <c:pt idx="439">
                  <c:v>5.4229934924078016E-2</c:v>
                </c:pt>
                <c:pt idx="440">
                  <c:v>4.3369998116774111E-2</c:v>
                </c:pt>
                <c:pt idx="441">
                  <c:v>3.6527610186160242E-2</c:v>
                </c:pt>
                <c:pt idx="442">
                  <c:v>3.7246026044318592E-2</c:v>
                </c:pt>
                <c:pt idx="443">
                  <c:v>6.6805699897468873E-2</c:v>
                </c:pt>
                <c:pt idx="444">
                  <c:v>7.7756310550948227E-2</c:v>
                </c:pt>
                <c:pt idx="445">
                  <c:v>8.3482712682481086E-2</c:v>
                </c:pt>
                <c:pt idx="446">
                  <c:v>8.4124404516952467E-2</c:v>
                </c:pt>
                <c:pt idx="447">
                  <c:v>8.0176604752704606E-2</c:v>
                </c:pt>
                <c:pt idx="448">
                  <c:v>6.6512753625210141E-2</c:v>
                </c:pt>
                <c:pt idx="449">
                  <c:v>6.1246695635797987E-2</c:v>
                </c:pt>
                <c:pt idx="450">
                  <c:v>7.362716309434969E-2</c:v>
                </c:pt>
                <c:pt idx="451">
                  <c:v>8.8016404991246633E-2</c:v>
                </c:pt>
                <c:pt idx="452">
                  <c:v>8.3761709132251339E-2</c:v>
                </c:pt>
                <c:pt idx="453">
                  <c:v>0.12893123435004283</c:v>
                </c:pt>
                <c:pt idx="454">
                  <c:v>0.13595496997300716</c:v>
                </c:pt>
                <c:pt idx="455">
                  <c:v>0.10951308144603855</c:v>
                </c:pt>
                <c:pt idx="456">
                  <c:v>0.10386340333819244</c:v>
                </c:pt>
                <c:pt idx="457">
                  <c:v>8.639822558257948E-2</c:v>
                </c:pt>
                <c:pt idx="458">
                  <c:v>7.6744948420531367E-2</c:v>
                </c:pt>
                <c:pt idx="459">
                  <c:v>8.1271665818052341E-2</c:v>
                </c:pt>
                <c:pt idx="460">
                  <c:v>8.3175816587733875E-2</c:v>
                </c:pt>
                <c:pt idx="461">
                  <c:v>7.121384380383744E-2</c:v>
                </c:pt>
                <c:pt idx="462">
                  <c:v>7.5161643568085523E-2</c:v>
                </c:pt>
                <c:pt idx="463">
                  <c:v>7.7749335639704098E-2</c:v>
                </c:pt>
                <c:pt idx="464">
                  <c:v>7.7749335639704098E-2</c:v>
                </c:pt>
                <c:pt idx="465">
                  <c:v>7.7037894692790099E-2</c:v>
                </c:pt>
                <c:pt idx="466">
                  <c:v>8.8246577062306875E-2</c:v>
                </c:pt>
                <c:pt idx="467">
                  <c:v>7.5063994810665946E-2</c:v>
                </c:pt>
                <c:pt idx="468">
                  <c:v>7.3745736585501875E-2</c:v>
                </c:pt>
                <c:pt idx="469">
                  <c:v>6.0486430310174422E-2</c:v>
                </c:pt>
                <c:pt idx="470">
                  <c:v>6.6212832441707281E-2</c:v>
                </c:pt>
                <c:pt idx="471">
                  <c:v>4.0600958352805083E-2</c:v>
                </c:pt>
                <c:pt idx="472">
                  <c:v>5.5018099894678762E-2</c:v>
                </c:pt>
                <c:pt idx="473">
                  <c:v>4.8064113384157059E-2</c:v>
                </c:pt>
                <c:pt idx="474">
                  <c:v>3.0850032433337393E-2</c:v>
                </c:pt>
                <c:pt idx="475">
                  <c:v>4.5483396223783057E-2</c:v>
                </c:pt>
                <c:pt idx="476">
                  <c:v>4.2058714802854169E-2</c:v>
                </c:pt>
                <c:pt idx="477">
                  <c:v>5.8470680960584831E-2</c:v>
                </c:pt>
                <c:pt idx="478">
                  <c:v>3.4993129712424409E-2</c:v>
                </c:pt>
                <c:pt idx="479">
                  <c:v>2.3589149828068479E-2</c:v>
                </c:pt>
                <c:pt idx="480">
                  <c:v>5.2925626521402425E-2</c:v>
                </c:pt>
                <c:pt idx="481">
                  <c:v>4.6571482377886664E-2</c:v>
                </c:pt>
                <c:pt idx="482">
                  <c:v>3.3026204741544607E-2</c:v>
                </c:pt>
                <c:pt idx="483">
                  <c:v>3.899672876662641E-2</c:v>
                </c:pt>
                <c:pt idx="484">
                  <c:v>2.8562261545221901E-2</c:v>
                </c:pt>
                <c:pt idx="485">
                  <c:v>-4.5336923087653247E-3</c:v>
                </c:pt>
                <c:pt idx="486">
                  <c:v>-3.0982555746978169E-2</c:v>
                </c:pt>
                <c:pt idx="487">
                  <c:v>-4.0747431488934338E-2</c:v>
                </c:pt>
                <c:pt idx="488">
                  <c:v>-5.2967475988868085E-2</c:v>
                </c:pt>
                <c:pt idx="489">
                  <c:v>-2.5005056810652126E-2</c:v>
                </c:pt>
                <c:pt idx="490">
                  <c:v>-1.4445041186850971E-2</c:v>
                </c:pt>
                <c:pt idx="491">
                  <c:v>-4.8684880484896054E-3</c:v>
                </c:pt>
                <c:pt idx="492">
                  <c:v>-9.7788255644446487E-3</c:v>
                </c:pt>
                <c:pt idx="493">
                  <c:v>-1.7709299649162014E-2</c:v>
                </c:pt>
                <c:pt idx="494">
                  <c:v>-8.9836856825997735E-3</c:v>
                </c:pt>
                <c:pt idx="495">
                  <c:v>9.6393273395596335E-3</c:v>
                </c:pt>
                <c:pt idx="496">
                  <c:v>1.5561026985931647E-2</c:v>
                </c:pt>
                <c:pt idx="497">
                  <c:v>1.68095360986531E-2</c:v>
                </c:pt>
                <c:pt idx="498">
                  <c:v>9.6253775170711542E-3</c:v>
                </c:pt>
                <c:pt idx="499">
                  <c:v>5.8868250901507047E-3</c:v>
                </c:pt>
                <c:pt idx="500">
                  <c:v>7.3445815401997905E-3</c:v>
                </c:pt>
                <c:pt idx="501">
                  <c:v>2.3066031484749283E-2</c:v>
                </c:pt>
                <c:pt idx="502">
                  <c:v>1.6753736808699182E-2</c:v>
                </c:pt>
                <c:pt idx="503">
                  <c:v>4.4848679300555361E-3</c:v>
                </c:pt>
                <c:pt idx="504">
                  <c:v>-4.4639431963229281E-3</c:v>
                </c:pt>
                <c:pt idx="505">
                  <c:v>-3.8599158825704083E-2</c:v>
                </c:pt>
                <c:pt idx="506">
                  <c:v>-1.1090108878364591E-2</c:v>
                </c:pt>
                <c:pt idx="507">
                  <c:v>1.6028346039296704E-2</c:v>
                </c:pt>
                <c:pt idx="508">
                  <c:v>1.9111256809257071E-2</c:v>
                </c:pt>
                <c:pt idx="509">
                  <c:v>3.3856219179611013E-2</c:v>
                </c:pt>
                <c:pt idx="510">
                  <c:v>3.4714133262654157E-2</c:v>
                </c:pt>
                <c:pt idx="511">
                  <c:v>1.8678812312113324E-2</c:v>
                </c:pt>
                <c:pt idx="512">
                  <c:v>2.4454038822355972E-2</c:v>
                </c:pt>
                <c:pt idx="513">
                  <c:v>-1.2394417281040071E-2</c:v>
                </c:pt>
                <c:pt idx="514">
                  <c:v>-2.655348710687655E-2</c:v>
                </c:pt>
                <c:pt idx="515">
                  <c:v>-3.2419387463294536E-2</c:v>
                </c:pt>
                <c:pt idx="516">
                  <c:v>-3.9031603322847719E-2</c:v>
                </c:pt>
                <c:pt idx="517">
                  <c:v>-3.6813581547174845E-2</c:v>
                </c:pt>
                <c:pt idx="518">
                  <c:v>-5.1963088769695354E-2</c:v>
                </c:pt>
                <c:pt idx="519">
                  <c:v>-5.6650229125834395E-2</c:v>
                </c:pt>
                <c:pt idx="520">
                  <c:v>-5.8944974925194016E-2</c:v>
                </c:pt>
                <c:pt idx="521">
                  <c:v>-5.7396544628969592E-2</c:v>
                </c:pt>
                <c:pt idx="522">
                  <c:v>-5.7396544628969592E-2</c:v>
                </c:pt>
                <c:pt idx="523">
                  <c:v>-5.7794114569892141E-2</c:v>
                </c:pt>
                <c:pt idx="524">
                  <c:v>-2.9413200717020915E-2</c:v>
                </c:pt>
                <c:pt idx="525">
                  <c:v>1.6565414205104156E-2</c:v>
                </c:pt>
                <c:pt idx="526">
                  <c:v>1.2896610890626325E-2</c:v>
                </c:pt>
                <c:pt idx="527">
                  <c:v>1.2450216570994099E-2</c:v>
                </c:pt>
                <c:pt idx="528">
                  <c:v>1.2952410180580465E-2</c:v>
                </c:pt>
                <c:pt idx="529">
                  <c:v>4.9870615396419016E-3</c:v>
                </c:pt>
                <c:pt idx="530">
                  <c:v>-1.5086733021322352E-2</c:v>
                </c:pt>
                <c:pt idx="531">
                  <c:v>-5.8380007114410271E-3</c:v>
                </c:pt>
                <c:pt idx="532">
                  <c:v>-1.4647313612935475E-3</c:v>
                </c:pt>
                <c:pt idx="533">
                  <c:v>1.2017772073850352E-2</c:v>
                </c:pt>
                <c:pt idx="534">
                  <c:v>2.5304977994154987E-2</c:v>
                </c:pt>
                <c:pt idx="535">
                  <c:v>2.0429515034421142E-2</c:v>
                </c:pt>
                <c:pt idx="536">
                  <c:v>3.3800419889656874E-2</c:v>
                </c:pt>
                <c:pt idx="537">
                  <c:v>5.5806264865279509E-2</c:v>
                </c:pt>
                <c:pt idx="538">
                  <c:v>3.7671495630217988E-2</c:v>
                </c:pt>
                <c:pt idx="539">
                  <c:v>4.3509496341658904E-2</c:v>
                </c:pt>
                <c:pt idx="540">
                  <c:v>4.2135438826540916E-2</c:v>
                </c:pt>
                <c:pt idx="541">
                  <c:v>3.2454262019515845E-2</c:v>
                </c:pt>
                <c:pt idx="542">
                  <c:v>3.3500498706154014E-2</c:v>
                </c:pt>
                <c:pt idx="543">
                  <c:v>3.5669696103117099E-2</c:v>
                </c:pt>
                <c:pt idx="544">
                  <c:v>3.5209351960996393E-2</c:v>
                </c:pt>
                <c:pt idx="545">
                  <c:v>1.4926310062704395E-2</c:v>
                </c:pt>
                <c:pt idx="546">
                  <c:v>2.7571824148537649E-2</c:v>
                </c:pt>
                <c:pt idx="547">
                  <c:v>6.7565965223092439E-2</c:v>
                </c:pt>
                <c:pt idx="548">
                  <c:v>8.4145329250685297E-2</c:v>
                </c:pt>
                <c:pt idx="549">
                  <c:v>7.8349178006709819E-2</c:v>
                </c:pt>
                <c:pt idx="550">
                  <c:v>6.958868948392638E-2</c:v>
                </c:pt>
                <c:pt idx="551">
                  <c:v>7.4240955283844112E-2</c:v>
                </c:pt>
                <c:pt idx="552">
                  <c:v>5.2988400722600915E-2</c:v>
                </c:pt>
                <c:pt idx="553">
                  <c:v>5.7438394096435141E-2</c:v>
                </c:pt>
                <c:pt idx="554">
                  <c:v>6.1951161671467636E-2</c:v>
                </c:pt>
                <c:pt idx="555">
                  <c:v>6.3869262263637649E-2</c:v>
                </c:pt>
                <c:pt idx="556">
                  <c:v>7.0816273862915002E-2</c:v>
                </c:pt>
                <c:pt idx="557">
                  <c:v>9.5681832448682114E-2</c:v>
                </c:pt>
                <c:pt idx="558">
                  <c:v>9.2026978956692762E-2</c:v>
                </c:pt>
                <c:pt idx="559">
                  <c:v>9.1908405465540355E-2</c:v>
                </c:pt>
                <c:pt idx="560">
                  <c:v>8.7862956943872916E-2</c:v>
                </c:pt>
                <c:pt idx="561">
                  <c:v>7.2434453271582155E-2</c:v>
                </c:pt>
                <c:pt idx="562">
                  <c:v>9.0492498482956707E-2</c:v>
                </c:pt>
                <c:pt idx="563">
                  <c:v>7.6389227947074367E-2</c:v>
                </c:pt>
                <c:pt idx="564">
                  <c:v>2.2626612076361408E-2</c:v>
                </c:pt>
                <c:pt idx="565">
                  <c:v>2.3170655153413211E-2</c:v>
                </c:pt>
                <c:pt idx="566">
                  <c:v>7.6933271024126615E-3</c:v>
                </c:pt>
                <c:pt idx="567">
                  <c:v>3.0968605924489578E-2</c:v>
                </c:pt>
                <c:pt idx="568">
                  <c:v>4.6752830070237339E-2</c:v>
                </c:pt>
                <c:pt idx="569">
                  <c:v>3.7099552908189226E-2</c:v>
                </c:pt>
                <c:pt idx="570">
                  <c:v>2.9985143439049677E-2</c:v>
                </c:pt>
                <c:pt idx="571">
                  <c:v>2.2194167579217439E-2</c:v>
                </c:pt>
                <c:pt idx="572">
                  <c:v>3.9066477879069028E-2</c:v>
                </c:pt>
                <c:pt idx="573">
                  <c:v>4.1458872435848226E-2</c:v>
                </c:pt>
                <c:pt idx="574">
                  <c:v>3.6436936339985015E-2</c:v>
                </c:pt>
                <c:pt idx="575">
                  <c:v>5.4292709125276284E-2</c:v>
                </c:pt>
                <c:pt idx="576">
                  <c:v>4.7547969952082436E-2</c:v>
                </c:pt>
                <c:pt idx="577">
                  <c:v>4.3635044744055662E-2</c:v>
                </c:pt>
                <c:pt idx="578">
                  <c:v>3.8529409713261353E-2</c:v>
                </c:pt>
                <c:pt idx="579">
                  <c:v>5.0714579656973902E-2</c:v>
                </c:pt>
                <c:pt idx="580">
                  <c:v>3.3416799771222916E-2</c:v>
                </c:pt>
                <c:pt idx="581">
                  <c:v>3.0103716930201863E-2</c:v>
                </c:pt>
                <c:pt idx="582">
                  <c:v>4.5274148886455423E-2</c:v>
                </c:pt>
                <c:pt idx="583">
                  <c:v>2.4586562135996859E-2</c:v>
                </c:pt>
                <c:pt idx="584">
                  <c:v>1.1745750535324451E-2</c:v>
                </c:pt>
                <c:pt idx="585">
                  <c:v>-3.7190226754364453E-2</c:v>
                </c:pt>
                <c:pt idx="586">
                  <c:v>-7.7421514811224501E-3</c:v>
                </c:pt>
                <c:pt idx="587">
                  <c:v>-8.4117429605707894E-3</c:v>
                </c:pt>
                <c:pt idx="588">
                  <c:v>-7.7072769249011408E-3</c:v>
                </c:pt>
                <c:pt idx="589">
                  <c:v>-8.3419938481282818E-3</c:v>
                </c:pt>
                <c:pt idx="590">
                  <c:v>-7.5615012798962211E-2</c:v>
                </c:pt>
                <c:pt idx="591">
                  <c:v>-9.4677445229509494E-2</c:v>
                </c:pt>
                <c:pt idx="592">
                  <c:v>-0.11621597115176718</c:v>
                </c:pt>
                <c:pt idx="593">
                  <c:v>-4.269343172608131E-2</c:v>
                </c:pt>
                <c:pt idx="594">
                  <c:v>-2.8164691604299463E-2</c:v>
                </c:pt>
                <c:pt idx="595">
                  <c:v>-1.9655299886308986E-2</c:v>
                </c:pt>
                <c:pt idx="596">
                  <c:v>-2.2242991957927449E-2</c:v>
                </c:pt>
                <c:pt idx="597">
                  <c:v>-3.262165988937793E-2</c:v>
                </c:pt>
                <c:pt idx="598">
                  <c:v>-1.9529751483912339E-2</c:v>
                </c:pt>
                <c:pt idx="599">
                  <c:v>-1.5010008997635493E-2</c:v>
                </c:pt>
                <c:pt idx="600">
                  <c:v>-9.1929330199274073E-3</c:v>
                </c:pt>
                <c:pt idx="601">
                  <c:v>-1.6865335388607239E-2</c:v>
                </c:pt>
                <c:pt idx="602">
                  <c:v>2.9922369237851409E-3</c:v>
                </c:pt>
                <c:pt idx="603">
                  <c:v>-8.2582949131972949E-3</c:v>
                </c:pt>
                <c:pt idx="604">
                  <c:v>-7.4561801201079581E-3</c:v>
                </c:pt>
                <c:pt idx="605">
                  <c:v>-1.1062209233387632E-2</c:v>
                </c:pt>
                <c:pt idx="606">
                  <c:v>-3.3967817759519292E-3</c:v>
                </c:pt>
                <c:pt idx="607">
                  <c:v>2.3505450893137603E-3</c:v>
                </c:pt>
                <c:pt idx="608">
                  <c:v>2.3505450893137603E-3</c:v>
                </c:pt>
                <c:pt idx="609">
                  <c:v>2.3128805685947551E-2</c:v>
                </c:pt>
                <c:pt idx="610">
                  <c:v>4.9214973739459156E-2</c:v>
                </c:pt>
                <c:pt idx="611">
                  <c:v>3.2384512907073226E-2</c:v>
                </c:pt>
                <c:pt idx="612">
                  <c:v>3.864100829316941E-2</c:v>
                </c:pt>
                <c:pt idx="613">
                  <c:v>2.1224654916266239E-2</c:v>
                </c:pt>
                <c:pt idx="614">
                  <c:v>2.3554275271847169E-2</c:v>
                </c:pt>
                <c:pt idx="615">
                  <c:v>3.8829330896764436E-2</c:v>
                </c:pt>
                <c:pt idx="616">
                  <c:v>3.0605910539788228E-2</c:v>
                </c:pt>
                <c:pt idx="617">
                  <c:v>6.9477090904018102E-2</c:v>
                </c:pt>
                <c:pt idx="618">
                  <c:v>5.6287533741133267E-2</c:v>
                </c:pt>
                <c:pt idx="619">
                  <c:v>6.6296531376638157E-2</c:v>
                </c:pt>
                <c:pt idx="620">
                  <c:v>4.9738092082778129E-2</c:v>
                </c:pt>
                <c:pt idx="621">
                  <c:v>5.2123511728313199E-2</c:v>
                </c:pt>
                <c:pt idx="622">
                  <c:v>6.4015735399767015E-2</c:v>
                </c:pt>
                <c:pt idx="623">
                  <c:v>5.0589031254577366E-2</c:v>
                </c:pt>
                <c:pt idx="624">
                  <c:v>6.2683527352114465E-2</c:v>
                </c:pt>
                <c:pt idx="625">
                  <c:v>8.5798383215573537E-2</c:v>
                </c:pt>
                <c:pt idx="626">
                  <c:v>8.003013161657524E-2</c:v>
                </c:pt>
                <c:pt idx="627">
                  <c:v>0.1016663062962524</c:v>
                </c:pt>
                <c:pt idx="628">
                  <c:v>0.11456989209812307</c:v>
                </c:pt>
                <c:pt idx="629">
                  <c:v>9.1420161678442691E-2</c:v>
                </c:pt>
                <c:pt idx="630">
                  <c:v>9.8206750319102198E-2</c:v>
                </c:pt>
                <c:pt idx="631">
                  <c:v>0.10078746747947642</c:v>
                </c:pt>
                <c:pt idx="632">
                  <c:v>0.11721338345969534</c:v>
                </c:pt>
                <c:pt idx="633">
                  <c:v>0.15706802630936534</c:v>
                </c:pt>
                <c:pt idx="634">
                  <c:v>0.15764694394263823</c:v>
                </c:pt>
                <c:pt idx="635">
                  <c:v>0.19963590963305</c:v>
                </c:pt>
                <c:pt idx="636">
                  <c:v>0.188071506790076</c:v>
                </c:pt>
                <c:pt idx="637">
                  <c:v>0.19868732170383119</c:v>
                </c:pt>
                <c:pt idx="638">
                  <c:v>0.21206520147031127</c:v>
                </c:pt>
                <c:pt idx="639">
                  <c:v>0.189138668210447</c:v>
                </c:pt>
                <c:pt idx="640">
                  <c:v>0.23407104644593391</c:v>
                </c:pt>
                <c:pt idx="641">
                  <c:v>0.222143948218259</c:v>
                </c:pt>
                <c:pt idx="642">
                  <c:v>0.27435115888150308</c:v>
                </c:pt>
                <c:pt idx="643">
                  <c:v>0.28823123225756953</c:v>
                </c:pt>
                <c:pt idx="644">
                  <c:v>0.34668098848442153</c:v>
                </c:pt>
                <c:pt idx="645">
                  <c:v>0.34601837191621732</c:v>
                </c:pt>
                <c:pt idx="646">
                  <c:v>0.43374880554644935</c:v>
                </c:pt>
                <c:pt idx="647">
                  <c:v>0.42004310495148944</c:v>
                </c:pt>
                <c:pt idx="648">
                  <c:v>0.38480585334551609</c:v>
                </c:pt>
                <c:pt idx="649">
                  <c:v>0.36199091866555988</c:v>
                </c:pt>
                <c:pt idx="650">
                  <c:v>0.37484568008872099</c:v>
                </c:pt>
                <c:pt idx="651">
                  <c:v>0.36831716316409868</c:v>
                </c:pt>
                <c:pt idx="652">
                  <c:v>0.3388411882458795</c:v>
                </c:pt>
                <c:pt idx="653">
                  <c:v>0.35866388600205057</c:v>
                </c:pt>
                <c:pt idx="654">
                  <c:v>0.33170585404300734</c:v>
                </c:pt>
                <c:pt idx="655">
                  <c:v>0.33236847061121155</c:v>
                </c:pt>
                <c:pt idx="656">
                  <c:v>0.34744125381004509</c:v>
                </c:pt>
                <c:pt idx="657">
                  <c:v>0.33091071416116224</c:v>
                </c:pt>
                <c:pt idx="658">
                  <c:v>0.36411826659505753</c:v>
                </c:pt>
                <c:pt idx="659">
                  <c:v>0.3555809752320902</c:v>
                </c:pt>
                <c:pt idx="660">
                  <c:v>0.34041751818708099</c:v>
                </c:pt>
                <c:pt idx="661">
                  <c:v>0.34554407795160791</c:v>
                </c:pt>
                <c:pt idx="662">
                  <c:v>0.33231964623250176</c:v>
                </c:pt>
                <c:pt idx="663">
                  <c:v>0.31186920646434757</c:v>
                </c:pt>
                <c:pt idx="664">
                  <c:v>0.31208542871291955</c:v>
                </c:pt>
                <c:pt idx="665">
                  <c:v>0.31764443297459022</c:v>
                </c:pt>
                <c:pt idx="666">
                  <c:v>0.29630817947841614</c:v>
                </c:pt>
                <c:pt idx="667">
                  <c:v>0.29522009332431254</c:v>
                </c:pt>
                <c:pt idx="668">
                  <c:v>0.28454847912060321</c:v>
                </c:pt>
                <c:pt idx="669">
                  <c:v>0.28541336811489071</c:v>
                </c:pt>
                <c:pt idx="670">
                  <c:v>0.29497597143076337</c:v>
                </c:pt>
                <c:pt idx="671">
                  <c:v>0.29051900314568502</c:v>
                </c:pt>
                <c:pt idx="672">
                  <c:v>0.31460337167209551</c:v>
                </c:pt>
                <c:pt idx="673">
                  <c:v>0.31751190966094955</c:v>
                </c:pt>
                <c:pt idx="674">
                  <c:v>0.25212909165730868</c:v>
                </c:pt>
                <c:pt idx="675">
                  <c:v>0.28640380551157474</c:v>
                </c:pt>
                <c:pt idx="676">
                  <c:v>0.29349031533573733</c:v>
                </c:pt>
                <c:pt idx="677">
                  <c:v>0.29190701048329148</c:v>
                </c:pt>
                <c:pt idx="678">
                  <c:v>0.34098946090910975</c:v>
                </c:pt>
                <c:pt idx="679">
                  <c:v>0.32323133688123828</c:v>
                </c:pt>
                <c:pt idx="680">
                  <c:v>0.32712333735553223</c:v>
                </c:pt>
                <c:pt idx="681">
                  <c:v>0.32617474942631342</c:v>
                </c:pt>
                <c:pt idx="682">
                  <c:v>0.35790362067642678</c:v>
                </c:pt>
                <c:pt idx="683">
                  <c:v>0.34260066540653278</c:v>
                </c:pt>
                <c:pt idx="684">
                  <c:v>0.33792049996163809</c:v>
                </c:pt>
                <c:pt idx="685">
                  <c:v>0.32180148007616594</c:v>
                </c:pt>
                <c:pt idx="686">
                  <c:v>0.31363385900914409</c:v>
                </c:pt>
                <c:pt idx="687">
                  <c:v>0.29068640101554699</c:v>
                </c:pt>
                <c:pt idx="688">
                  <c:v>0.2788988010127571</c:v>
                </c:pt>
                <c:pt idx="689">
                  <c:v>0.29369258776182061</c:v>
                </c:pt>
                <c:pt idx="690">
                  <c:v>0.31720501356620234</c:v>
                </c:pt>
                <c:pt idx="691">
                  <c:v>0.30603120575290688</c:v>
                </c:pt>
                <c:pt idx="692">
                  <c:v>0.29844250231915792</c:v>
                </c:pt>
                <c:pt idx="693">
                  <c:v>0.31095549309135029</c:v>
                </c:pt>
                <c:pt idx="694">
                  <c:v>0.29827510444929572</c:v>
                </c:pt>
                <c:pt idx="695">
                  <c:v>0.27049403296343044</c:v>
                </c:pt>
                <c:pt idx="696">
                  <c:v>0.28587371225701141</c:v>
                </c:pt>
                <c:pt idx="697">
                  <c:v>0.29636397876837006</c:v>
                </c:pt>
                <c:pt idx="698">
                  <c:v>0.30421772882940057</c:v>
                </c:pt>
                <c:pt idx="699">
                  <c:v>0.31396167983762391</c:v>
                </c:pt>
                <c:pt idx="700">
                  <c:v>0.3197927056378207</c:v>
                </c:pt>
                <c:pt idx="701">
                  <c:v>0.34521625712312809</c:v>
                </c:pt>
                <c:pt idx="702">
                  <c:v>0.36496223085561241</c:v>
                </c:pt>
                <c:pt idx="703">
                  <c:v>0.37347859748484713</c:v>
                </c:pt>
                <c:pt idx="704">
                  <c:v>0.42613917737896778</c:v>
                </c:pt>
                <c:pt idx="705">
                  <c:v>0.42669717027850829</c:v>
                </c:pt>
                <c:pt idx="706">
                  <c:v>0.46307133241729481</c:v>
                </c:pt>
                <c:pt idx="707">
                  <c:v>0.44276736578527043</c:v>
                </c:pt>
                <c:pt idx="708">
                  <c:v>0.47410564200570549</c:v>
                </c:pt>
                <c:pt idx="709">
                  <c:v>0.46157172649978007</c:v>
                </c:pt>
                <c:pt idx="710">
                  <c:v>0.47429396460930029</c:v>
                </c:pt>
                <c:pt idx="711">
                  <c:v>0.47001834401657239</c:v>
                </c:pt>
                <c:pt idx="712">
                  <c:v>0.45463866472299141</c:v>
                </c:pt>
                <c:pt idx="713">
                  <c:v>0.47529835182847302</c:v>
                </c:pt>
                <c:pt idx="714">
                  <c:v>0.42005705477397792</c:v>
                </c:pt>
                <c:pt idx="715">
                  <c:v>0.4718527456738113</c:v>
                </c:pt>
                <c:pt idx="716">
                  <c:v>0.45622894448668139</c:v>
                </c:pt>
                <c:pt idx="717">
                  <c:v>0.46086726046411064</c:v>
                </c:pt>
                <c:pt idx="718">
                  <c:v>0.4986015302955269</c:v>
                </c:pt>
                <c:pt idx="719">
                  <c:v>0.49480717857865253</c:v>
                </c:pt>
                <c:pt idx="720">
                  <c:v>0.48683485502646984</c:v>
                </c:pt>
                <c:pt idx="721">
                  <c:v>0.4875741956183608</c:v>
                </c:pt>
                <c:pt idx="722">
                  <c:v>0.47236888910588593</c:v>
                </c:pt>
                <c:pt idx="723">
                  <c:v>0.48123400129733329</c:v>
                </c:pt>
                <c:pt idx="724">
                  <c:v>0.56163380320985401</c:v>
                </c:pt>
                <c:pt idx="725">
                  <c:v>0.52488299586387743</c:v>
                </c:pt>
                <c:pt idx="726">
                  <c:v>0.49491180224731646</c:v>
                </c:pt>
                <c:pt idx="727">
                  <c:v>0.54311541385635875</c:v>
                </c:pt>
                <c:pt idx="728">
                  <c:v>0.57660893765126842</c:v>
                </c:pt>
                <c:pt idx="729">
                  <c:v>0.57010832037162329</c:v>
                </c:pt>
                <c:pt idx="730">
                  <c:v>0.60532464724386381</c:v>
                </c:pt>
                <c:pt idx="731">
                  <c:v>0.60099322736118177</c:v>
                </c:pt>
                <c:pt idx="732">
                  <c:v>0.60435513458091239</c:v>
                </c:pt>
                <c:pt idx="733">
                  <c:v>0.58409301741635344</c:v>
                </c:pt>
                <c:pt idx="734">
                  <c:v>0.61941396795725767</c:v>
                </c:pt>
                <c:pt idx="735">
                  <c:v>0.6709446122298095</c:v>
                </c:pt>
                <c:pt idx="736">
                  <c:v>0.66127041033402856</c:v>
                </c:pt>
                <c:pt idx="737">
                  <c:v>0.73689239804423479</c:v>
                </c:pt>
                <c:pt idx="738">
                  <c:v>0.72359124230144167</c:v>
                </c:pt>
                <c:pt idx="739">
                  <c:v>0.77056726953149512</c:v>
                </c:pt>
                <c:pt idx="740">
                  <c:v>0.84169741440040169</c:v>
                </c:pt>
                <c:pt idx="741">
                  <c:v>0.77900691213704287</c:v>
                </c:pt>
                <c:pt idx="742">
                  <c:v>0.72915024656311234</c:v>
                </c:pt>
                <c:pt idx="743">
                  <c:v>0.71456570715137646</c:v>
                </c:pt>
                <c:pt idx="744">
                  <c:v>0.67422979542585315</c:v>
                </c:pt>
                <c:pt idx="745">
                  <c:v>0.71868787969673065</c:v>
                </c:pt>
                <c:pt idx="746">
                  <c:v>0.73414428301399881</c:v>
                </c:pt>
                <c:pt idx="747">
                  <c:v>0.7326865265639495</c:v>
                </c:pt>
                <c:pt idx="748">
                  <c:v>0.73044060514329945</c:v>
                </c:pt>
                <c:pt idx="749">
                  <c:v>0.64789950547879283</c:v>
                </c:pt>
                <c:pt idx="750">
                  <c:v>0.68888408395003164</c:v>
                </c:pt>
                <c:pt idx="751">
                  <c:v>0.61361781671328242</c:v>
                </c:pt>
                <c:pt idx="752">
                  <c:v>0.60795418878294782</c:v>
                </c:pt>
                <c:pt idx="753">
                  <c:v>0.64328908914634053</c:v>
                </c:pt>
                <c:pt idx="754">
                  <c:v>0.57322610569780519</c:v>
                </c:pt>
                <c:pt idx="755">
                  <c:v>0.5754022780060124</c:v>
                </c:pt>
                <c:pt idx="756">
                  <c:v>0.59753367138403157</c:v>
                </c:pt>
                <c:pt idx="757">
                  <c:v>0.6402480278438456</c:v>
                </c:pt>
                <c:pt idx="758">
                  <c:v>0.65257967092368752</c:v>
                </c:pt>
                <c:pt idx="759">
                  <c:v>0.60993506357631588</c:v>
                </c:pt>
                <c:pt idx="760">
                  <c:v>0.60951656890166062</c:v>
                </c:pt>
                <c:pt idx="761">
                  <c:v>0.64382615731214821</c:v>
                </c:pt>
                <c:pt idx="762">
                  <c:v>0.66388600205062409</c:v>
                </c:pt>
                <c:pt idx="763">
                  <c:v>0.65686226642765977</c:v>
                </c:pt>
                <c:pt idx="764">
                  <c:v>0.68903055708616101</c:v>
                </c:pt>
                <c:pt idx="765">
                  <c:v>0.7135403951984709</c:v>
                </c:pt>
                <c:pt idx="766">
                  <c:v>0.69821651519484407</c:v>
                </c:pt>
                <c:pt idx="767">
                  <c:v>0.69828626430728669</c:v>
                </c:pt>
                <c:pt idx="768">
                  <c:v>0.68145580347490053</c:v>
                </c:pt>
                <c:pt idx="769">
                  <c:v>0.69125555377307824</c:v>
                </c:pt>
                <c:pt idx="770">
                  <c:v>0.66501593767219314</c:v>
                </c:pt>
                <c:pt idx="771">
                  <c:v>0.60978859044018652</c:v>
                </c:pt>
                <c:pt idx="772">
                  <c:v>0.63363581198429242</c:v>
                </c:pt>
                <c:pt idx="773">
                  <c:v>0.61928841955486114</c:v>
                </c:pt>
                <c:pt idx="774">
                  <c:v>0.62657022689386288</c:v>
                </c:pt>
                <c:pt idx="775">
                  <c:v>0.66386507731689104</c:v>
                </c:pt>
                <c:pt idx="776">
                  <c:v>0.66406734974297454</c:v>
                </c:pt>
                <c:pt idx="777">
                  <c:v>0.70494032963430531</c:v>
                </c:pt>
                <c:pt idx="778">
                  <c:v>0.70540764868767036</c:v>
                </c:pt>
                <c:pt idx="779">
                  <c:v>0.71905754999267635</c:v>
                </c:pt>
                <c:pt idx="780">
                  <c:v>0.79210579545375293</c:v>
                </c:pt>
                <c:pt idx="781">
                  <c:v>0.77899993722579897</c:v>
                </c:pt>
                <c:pt idx="782">
                  <c:v>0.78464264042240051</c:v>
                </c:pt>
                <c:pt idx="783">
                  <c:v>0.86056454931611004</c:v>
                </c:pt>
                <c:pt idx="784">
                  <c:v>0.91407606838202971</c:v>
                </c:pt>
                <c:pt idx="785">
                  <c:v>0.94883902602339387</c:v>
                </c:pt>
                <c:pt idx="786">
                  <c:v>0.94298010057822013</c:v>
                </c:pt>
                <c:pt idx="787">
                  <c:v>0.93755361963019013</c:v>
                </c:pt>
                <c:pt idx="788">
                  <c:v>0.92084173228895638</c:v>
                </c:pt>
                <c:pt idx="789">
                  <c:v>0.92809563998298117</c:v>
                </c:pt>
                <c:pt idx="790">
                  <c:v>0.94583283927712025</c:v>
                </c:pt>
                <c:pt idx="791">
                  <c:v>0.95801103430958823</c:v>
                </c:pt>
                <c:pt idx="792">
                  <c:v>0.98083294390078879</c:v>
                </c:pt>
                <c:pt idx="793">
                  <c:v>0.99199977680283991</c:v>
                </c:pt>
                <c:pt idx="794">
                  <c:v>0.99220902414016776</c:v>
                </c:pt>
                <c:pt idx="795">
                  <c:v>0.96331894176646582</c:v>
                </c:pt>
                <c:pt idx="796">
                  <c:v>0.9660949564416792</c:v>
                </c:pt>
                <c:pt idx="797">
                  <c:v>0.99548723242496728</c:v>
                </c:pt>
                <c:pt idx="798">
                  <c:v>1.026183816810931</c:v>
                </c:pt>
                <c:pt idx="799">
                  <c:v>1.0602144087716483</c:v>
                </c:pt>
                <c:pt idx="800">
                  <c:v>1.1353969770734667</c:v>
                </c:pt>
                <c:pt idx="801">
                  <c:v>1.2030605910539789</c:v>
                </c:pt>
                <c:pt idx="802">
                  <c:v>1.2250036618284033</c:v>
                </c:pt>
                <c:pt idx="803">
                  <c:v>1.2248153392248082</c:v>
                </c:pt>
                <c:pt idx="804">
                  <c:v>1.0804765259362075</c:v>
                </c:pt>
                <c:pt idx="805">
                  <c:v>1.21932608407558</c:v>
                </c:pt>
                <c:pt idx="806">
                  <c:v>1.2120442767365782</c:v>
                </c:pt>
                <c:pt idx="807">
                  <c:v>1.1012757112665739</c:v>
                </c:pt>
                <c:pt idx="808">
                  <c:v>1.0679565602527705</c:v>
                </c:pt>
                <c:pt idx="809">
                  <c:v>1.1562240620488105</c:v>
                </c:pt>
                <c:pt idx="810">
                  <c:v>1.1665190310453299</c:v>
                </c:pt>
                <c:pt idx="811">
                  <c:v>1.1961693787446555</c:v>
                </c:pt>
                <c:pt idx="812">
                  <c:v>1.2779432381722939</c:v>
                </c:pt>
                <c:pt idx="813">
                  <c:v>1.2415760509447518</c:v>
                </c:pt>
                <c:pt idx="814">
                  <c:v>1.2442892914187667</c:v>
                </c:pt>
                <c:pt idx="815">
                  <c:v>1.247372202188727</c:v>
                </c:pt>
                <c:pt idx="816">
                  <c:v>1.2409552838440132</c:v>
                </c:pt>
                <c:pt idx="817">
                  <c:v>1.3109624680025944</c:v>
                </c:pt>
                <c:pt idx="818">
                  <c:v>1.3702910630462228</c:v>
                </c:pt>
                <c:pt idx="819">
                  <c:v>1.4315935579719747</c:v>
                </c:pt>
                <c:pt idx="820">
                  <c:v>1.5038327137287175</c:v>
                </c:pt>
                <c:pt idx="821">
                  <c:v>1.5587601397772213</c:v>
                </c:pt>
                <c:pt idx="822">
                  <c:v>1.7358461613575966</c:v>
                </c:pt>
                <c:pt idx="823">
                  <c:v>1.6757015016983905</c:v>
                </c:pt>
                <c:pt idx="824">
                  <c:v>1.6442237272530709</c:v>
                </c:pt>
                <c:pt idx="825">
                  <c:v>1.36287673239358</c:v>
                </c:pt>
                <c:pt idx="826">
                  <c:v>1.0889510430979765</c:v>
                </c:pt>
                <c:pt idx="827">
                  <c:v>1.3146521960508051</c:v>
                </c:pt>
                <c:pt idx="828">
                  <c:v>1.3173724114360645</c:v>
                </c:pt>
                <c:pt idx="829">
                  <c:v>1.1369384324584471</c:v>
                </c:pt>
                <c:pt idx="830">
                  <c:v>1.3303387714391337</c:v>
                </c:pt>
                <c:pt idx="831">
                  <c:v>1.3312385349896423</c:v>
                </c:pt>
                <c:pt idx="832">
                  <c:v>1.2989865453962097</c:v>
                </c:pt>
                <c:pt idx="833">
                  <c:v>1.2520593425448663</c:v>
                </c:pt>
                <c:pt idx="834">
                  <c:v>1.294090157702743</c:v>
                </c:pt>
                <c:pt idx="835">
                  <c:v>1.353823297598538</c:v>
                </c:pt>
                <c:pt idx="836">
                  <c:v>1.4927984041403071</c:v>
                </c:pt>
                <c:pt idx="837">
                  <c:v>1.4102782292095331</c:v>
                </c:pt>
                <c:pt idx="838">
                  <c:v>1.4140446812814305</c:v>
                </c:pt>
                <c:pt idx="839">
                  <c:v>1.2194795321229539</c:v>
                </c:pt>
                <c:pt idx="840">
                  <c:v>1.3308549148712081</c:v>
                </c:pt>
                <c:pt idx="841">
                  <c:v>1.3531258064741123</c:v>
                </c:pt>
                <c:pt idx="842">
                  <c:v>1.2552887264509556</c:v>
                </c:pt>
                <c:pt idx="843">
                  <c:v>1.224368944905176</c:v>
                </c:pt>
                <c:pt idx="844">
                  <c:v>1.1253670547042289</c:v>
                </c:pt>
                <c:pt idx="845">
                  <c:v>1.0051405095870156</c:v>
                </c:pt>
                <c:pt idx="846">
                  <c:v>1.2074757098715918</c:v>
                </c:pt>
                <c:pt idx="847">
                  <c:v>1.0650619720864052</c:v>
                </c:pt>
                <c:pt idx="848">
                  <c:v>1.137301127843148</c:v>
                </c:pt>
                <c:pt idx="849">
                  <c:v>1.1716665155435897</c:v>
                </c:pt>
                <c:pt idx="850">
                  <c:v>1.1899826324710019</c:v>
                </c:pt>
                <c:pt idx="851">
                  <c:v>1.4247093205738954</c:v>
                </c:pt>
                <c:pt idx="852">
                  <c:v>1.3805232578415438</c:v>
                </c:pt>
                <c:pt idx="853">
                  <c:v>1.4255044604557403</c:v>
                </c:pt>
                <c:pt idx="854">
                  <c:v>1.4363155728843346</c:v>
                </c:pt>
                <c:pt idx="855">
                  <c:v>1.5541357736222805</c:v>
                </c:pt>
                <c:pt idx="856">
                  <c:v>1.6423893255958317</c:v>
                </c:pt>
                <c:pt idx="857">
                  <c:v>1.7137217428908218</c:v>
                </c:pt>
                <c:pt idx="858">
                  <c:v>1.6886120624115057</c:v>
                </c:pt>
                <c:pt idx="859">
                  <c:v>1.7275948413556437</c:v>
                </c:pt>
                <c:pt idx="860">
                  <c:v>1.8259201651658983</c:v>
                </c:pt>
                <c:pt idx="861">
                  <c:v>1.8699597547621205</c:v>
                </c:pt>
                <c:pt idx="862">
                  <c:v>1.8762511247044382</c:v>
                </c:pt>
                <c:pt idx="863">
                  <c:v>1.8865809682571792</c:v>
                </c:pt>
                <c:pt idx="864">
                  <c:v>2.0586659784754238</c:v>
                </c:pt>
                <c:pt idx="865">
                  <c:v>2.1043655969477788</c:v>
                </c:pt>
                <c:pt idx="866">
                  <c:v>2.1074624575402274</c:v>
                </c:pt>
                <c:pt idx="867">
                  <c:v>2.0785444755215488</c:v>
                </c:pt>
                <c:pt idx="868">
                  <c:v>2.0944751728034259</c:v>
                </c:pt>
                <c:pt idx="869">
                  <c:v>2.3516610751128195</c:v>
                </c:pt>
                <c:pt idx="870">
                  <c:v>2.3445815401999006</c:v>
                </c:pt>
                <c:pt idx="871">
                  <c:v>2.6202021329278584</c:v>
                </c:pt>
                <c:pt idx="872">
                  <c:v>2.6543373485572395</c:v>
                </c:pt>
                <c:pt idx="873">
                  <c:v>2.6095305187241493</c:v>
                </c:pt>
                <c:pt idx="874">
                  <c:v>2.7526835971012269</c:v>
                </c:pt>
                <c:pt idx="875">
                  <c:v>2.6320036827531368</c:v>
                </c:pt>
                <c:pt idx="876">
                  <c:v>2.7839381743867304</c:v>
                </c:pt>
                <c:pt idx="877">
                  <c:v>2.8111403282393228</c:v>
                </c:pt>
                <c:pt idx="878">
                  <c:v>2.5710708581233304</c:v>
                </c:pt>
                <c:pt idx="879">
                  <c:v>2.5711754817919941</c:v>
                </c:pt>
                <c:pt idx="880">
                  <c:v>2.3983371811593694</c:v>
                </c:pt>
                <c:pt idx="881">
                  <c:v>2.4119312831744217</c:v>
                </c:pt>
                <c:pt idx="882">
                  <c:v>2.7868118378193634</c:v>
                </c:pt>
                <c:pt idx="883">
                  <c:v>2.8371497722691474</c:v>
                </c:pt>
                <c:pt idx="884">
                  <c:v>2.8390469481275851</c:v>
                </c:pt>
                <c:pt idx="885">
                  <c:v>3.0476525936207457</c:v>
                </c:pt>
                <c:pt idx="886">
                  <c:v>3.214011201707458</c:v>
                </c:pt>
                <c:pt idx="887">
                  <c:v>3.2805658048001343</c:v>
                </c:pt>
                <c:pt idx="888">
                  <c:v>3.5561863975280916</c:v>
                </c:pt>
                <c:pt idx="889">
                  <c:v>3.7108411045469438</c:v>
                </c:pt>
                <c:pt idx="890">
                  <c:v>3.5861017918546985</c:v>
                </c:pt>
                <c:pt idx="891">
                  <c:v>3.556702540960166</c:v>
                </c:pt>
                <c:pt idx="892">
                  <c:v>3.4048098987940376</c:v>
                </c:pt>
                <c:pt idx="893">
                  <c:v>3.1749168241834118</c:v>
                </c:pt>
                <c:pt idx="894">
                  <c:v>2.9139295952459001</c:v>
                </c:pt>
                <c:pt idx="895">
                  <c:v>3.3440793465903145</c:v>
                </c:pt>
                <c:pt idx="896">
                  <c:v>3.046564507466643</c:v>
                </c:pt>
                <c:pt idx="897">
                  <c:v>3.0753081167042149</c:v>
                </c:pt>
                <c:pt idx="898">
                  <c:v>3.257792719587643</c:v>
                </c:pt>
                <c:pt idx="899">
                  <c:v>3.5759393461718201</c:v>
                </c:pt>
                <c:pt idx="900">
                  <c:v>3.7067956560252773</c:v>
                </c:pt>
                <c:pt idx="901">
                  <c:v>3.803363302201979</c:v>
                </c:pt>
                <c:pt idx="902">
                  <c:v>3.9364097341861326</c:v>
                </c:pt>
                <c:pt idx="903">
                  <c:v>4.0096044527833383</c:v>
                </c:pt>
                <c:pt idx="904">
                  <c:v>4.1023777472431657</c:v>
                </c:pt>
                <c:pt idx="905">
                  <c:v>3.6042853854684695</c:v>
                </c:pt>
                <c:pt idx="906">
                  <c:v>3.5982381374197008</c:v>
                </c:pt>
                <c:pt idx="907">
                  <c:v>3.8354409190143057</c:v>
                </c:pt>
                <c:pt idx="908">
                  <c:v>3.5641168716128089</c:v>
                </c:pt>
                <c:pt idx="909">
                  <c:v>3.5291795411903379</c:v>
                </c:pt>
              </c:numCache>
            </c:numRef>
          </c:val>
          <c:smooth val="0"/>
          <c:extLst>
            <c:ext xmlns:c16="http://schemas.microsoft.com/office/drawing/2014/chart" uri="{C3380CC4-5D6E-409C-BE32-E72D297353CC}">
              <c16:uniqueId val="{00000000-8616-46BC-901C-98C4C77BAE84}"/>
            </c:ext>
          </c:extLst>
        </c:ser>
        <c:dLbls>
          <c:showLegendKey val="0"/>
          <c:showVal val="0"/>
          <c:showCatName val="0"/>
          <c:showSerName val="0"/>
          <c:showPercent val="0"/>
          <c:showBubbleSize val="0"/>
        </c:dLbls>
        <c:smooth val="0"/>
        <c:axId val="167932879"/>
        <c:axId val="168103087"/>
      </c:lineChart>
      <c:dateAx>
        <c:axId val="167932879"/>
        <c:scaling>
          <c:orientation val="minMax"/>
          <c:max val="46203"/>
        </c:scaling>
        <c:delete val="0"/>
        <c:axPos val="b"/>
        <c:numFmt formatCode="yyyy\-mm\-dd" sourceLinked="1"/>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n-US"/>
          </a:p>
        </c:txPr>
        <c:crossAx val="168103087"/>
        <c:crosses val="autoZero"/>
        <c:auto val="1"/>
        <c:lblOffset val="100"/>
        <c:baseTimeUnit val="days"/>
        <c:majorUnit val="3"/>
        <c:majorTimeUnit val="months"/>
      </c:dateAx>
      <c:valAx>
        <c:axId val="168103087"/>
        <c:scaling>
          <c:orientation val="minMax"/>
          <c:max val="4.4000000000000004"/>
          <c:min val="-0.2"/>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n-US"/>
          </a:p>
        </c:txPr>
        <c:crossAx val="167932879"/>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1"/>
          <c:order val="1"/>
          <c:tx>
            <c:strRef>
              <c:f>韩国GDP!$D$1</c:f>
              <c:strCache>
                <c:ptCount val="1"/>
                <c:pt idx="0">
                  <c:v>最终消费支出贡献</c:v>
                </c:pt>
              </c:strCache>
            </c:strRef>
          </c:tx>
          <c:spPr>
            <a:solidFill>
              <a:schemeClr val="accent1"/>
            </a:solidFill>
            <a:ln>
              <a:noFill/>
            </a:ln>
            <a:effectLst/>
          </c:spPr>
          <c:invertIfNegative val="0"/>
          <c:cat>
            <c:strRef>
              <c:f>韩国GDP!$B$2:$B$22</c:f>
              <c:strCache>
                <c:ptCount val="21"/>
                <c:pt idx="0">
                  <c:v>2021-3</c:v>
                </c:pt>
                <c:pt idx="1">
                  <c:v>2021-6</c:v>
                </c:pt>
                <c:pt idx="2">
                  <c:v>2021-9</c:v>
                </c:pt>
                <c:pt idx="3">
                  <c:v>2021-12</c:v>
                </c:pt>
                <c:pt idx="4">
                  <c:v>2022-3</c:v>
                </c:pt>
                <c:pt idx="5">
                  <c:v>2022-6</c:v>
                </c:pt>
                <c:pt idx="6">
                  <c:v>2022-9</c:v>
                </c:pt>
                <c:pt idx="7">
                  <c:v>2022-12</c:v>
                </c:pt>
                <c:pt idx="8">
                  <c:v>2023-3</c:v>
                </c:pt>
                <c:pt idx="9">
                  <c:v>2023-6</c:v>
                </c:pt>
                <c:pt idx="10">
                  <c:v>2023-9</c:v>
                </c:pt>
                <c:pt idx="11">
                  <c:v>2023-12</c:v>
                </c:pt>
                <c:pt idx="12">
                  <c:v>2024-3</c:v>
                </c:pt>
                <c:pt idx="13">
                  <c:v>2024-6</c:v>
                </c:pt>
                <c:pt idx="14">
                  <c:v>2024-9</c:v>
                </c:pt>
                <c:pt idx="15">
                  <c:v>2024-12</c:v>
                </c:pt>
                <c:pt idx="16">
                  <c:v>2025-3</c:v>
                </c:pt>
                <c:pt idx="17">
                  <c:v>2025-6</c:v>
                </c:pt>
                <c:pt idx="18">
                  <c:v>2025-9</c:v>
                </c:pt>
                <c:pt idx="19">
                  <c:v>2025-12</c:v>
                </c:pt>
                <c:pt idx="20">
                  <c:v>2026-3</c:v>
                </c:pt>
              </c:strCache>
            </c:strRef>
          </c:cat>
          <c:val>
            <c:numRef>
              <c:f>韩国GDP!$D$2:$D$22</c:f>
              <c:numCache>
                <c:formatCode>General</c:formatCode>
                <c:ptCount val="21"/>
                <c:pt idx="0">
                  <c:v>0.8</c:v>
                </c:pt>
                <c:pt idx="1">
                  <c:v>2</c:v>
                </c:pt>
                <c:pt idx="2">
                  <c:v>0.5</c:v>
                </c:pt>
                <c:pt idx="3">
                  <c:v>1.1000000000000001</c:v>
                </c:pt>
                <c:pt idx="4">
                  <c:v>-0.5</c:v>
                </c:pt>
                <c:pt idx="5">
                  <c:v>1.5</c:v>
                </c:pt>
                <c:pt idx="6">
                  <c:v>0.6</c:v>
                </c:pt>
                <c:pt idx="7">
                  <c:v>0.4</c:v>
                </c:pt>
                <c:pt idx="8">
                  <c:v>0.4</c:v>
                </c:pt>
                <c:pt idx="9">
                  <c:v>-0.5</c:v>
                </c:pt>
                <c:pt idx="10">
                  <c:v>0.1</c:v>
                </c:pt>
                <c:pt idx="11">
                  <c:v>0.3</c:v>
                </c:pt>
                <c:pt idx="12">
                  <c:v>0.4</c:v>
                </c:pt>
                <c:pt idx="13">
                  <c:v>0.1</c:v>
                </c:pt>
                <c:pt idx="14">
                  <c:v>0.4</c:v>
                </c:pt>
                <c:pt idx="15">
                  <c:v>0.2</c:v>
                </c:pt>
                <c:pt idx="16">
                  <c:v>-0.1</c:v>
                </c:pt>
                <c:pt idx="17">
                  <c:v>0.5</c:v>
                </c:pt>
                <c:pt idx="18">
                  <c:v>0.9</c:v>
                </c:pt>
                <c:pt idx="19">
                  <c:v>0.4</c:v>
                </c:pt>
                <c:pt idx="20">
                  <c:v>0.2</c:v>
                </c:pt>
              </c:numCache>
            </c:numRef>
          </c:val>
          <c:extLst>
            <c:ext xmlns:c16="http://schemas.microsoft.com/office/drawing/2014/chart" uri="{C3380CC4-5D6E-409C-BE32-E72D297353CC}">
              <c16:uniqueId val="{00000001-1806-41A6-A54F-736101A6F76A}"/>
            </c:ext>
          </c:extLst>
        </c:ser>
        <c:ser>
          <c:idx val="2"/>
          <c:order val="2"/>
          <c:tx>
            <c:strRef>
              <c:f>韩国GDP!$E$1</c:f>
              <c:strCache>
                <c:ptCount val="1"/>
                <c:pt idx="0">
                  <c:v>固定资本形成总额</c:v>
                </c:pt>
              </c:strCache>
            </c:strRef>
          </c:tx>
          <c:spPr>
            <a:solidFill>
              <a:schemeClr val="accent6"/>
            </a:solidFill>
            <a:ln>
              <a:noFill/>
            </a:ln>
            <a:effectLst/>
          </c:spPr>
          <c:invertIfNegative val="0"/>
          <c:cat>
            <c:strRef>
              <c:f>韩国GDP!$B$2:$B$22</c:f>
              <c:strCache>
                <c:ptCount val="21"/>
                <c:pt idx="0">
                  <c:v>2021-3</c:v>
                </c:pt>
                <c:pt idx="1">
                  <c:v>2021-6</c:v>
                </c:pt>
                <c:pt idx="2">
                  <c:v>2021-9</c:v>
                </c:pt>
                <c:pt idx="3">
                  <c:v>2021-12</c:v>
                </c:pt>
                <c:pt idx="4">
                  <c:v>2022-3</c:v>
                </c:pt>
                <c:pt idx="5">
                  <c:v>2022-6</c:v>
                </c:pt>
                <c:pt idx="6">
                  <c:v>2022-9</c:v>
                </c:pt>
                <c:pt idx="7">
                  <c:v>2022-12</c:v>
                </c:pt>
                <c:pt idx="8">
                  <c:v>2023-3</c:v>
                </c:pt>
                <c:pt idx="9">
                  <c:v>2023-6</c:v>
                </c:pt>
                <c:pt idx="10">
                  <c:v>2023-9</c:v>
                </c:pt>
                <c:pt idx="11">
                  <c:v>2023-12</c:v>
                </c:pt>
                <c:pt idx="12">
                  <c:v>2024-3</c:v>
                </c:pt>
                <c:pt idx="13">
                  <c:v>2024-6</c:v>
                </c:pt>
                <c:pt idx="14">
                  <c:v>2024-9</c:v>
                </c:pt>
                <c:pt idx="15">
                  <c:v>2024-12</c:v>
                </c:pt>
                <c:pt idx="16">
                  <c:v>2025-3</c:v>
                </c:pt>
                <c:pt idx="17">
                  <c:v>2025-6</c:v>
                </c:pt>
                <c:pt idx="18">
                  <c:v>2025-9</c:v>
                </c:pt>
                <c:pt idx="19">
                  <c:v>2025-12</c:v>
                </c:pt>
                <c:pt idx="20">
                  <c:v>2026-3</c:v>
                </c:pt>
              </c:strCache>
            </c:strRef>
          </c:cat>
          <c:val>
            <c:numRef>
              <c:f>韩国GDP!$E$2:$E$22</c:f>
              <c:numCache>
                <c:formatCode>General</c:formatCode>
                <c:ptCount val="21"/>
                <c:pt idx="0">
                  <c:v>1.2</c:v>
                </c:pt>
                <c:pt idx="1">
                  <c:v>0.2</c:v>
                </c:pt>
                <c:pt idx="2">
                  <c:v>-0.7</c:v>
                </c:pt>
                <c:pt idx="3">
                  <c:v>0.3</c:v>
                </c:pt>
                <c:pt idx="4">
                  <c:v>-0.5</c:v>
                </c:pt>
                <c:pt idx="5">
                  <c:v>0.1</c:v>
                </c:pt>
                <c:pt idx="6">
                  <c:v>0.8</c:v>
                </c:pt>
                <c:pt idx="7">
                  <c:v>-0.1</c:v>
                </c:pt>
                <c:pt idx="8">
                  <c:v>0</c:v>
                </c:pt>
                <c:pt idx="9">
                  <c:v>0.1</c:v>
                </c:pt>
                <c:pt idx="10">
                  <c:v>0.1</c:v>
                </c:pt>
                <c:pt idx="11">
                  <c:v>-0.3</c:v>
                </c:pt>
                <c:pt idx="12">
                  <c:v>0.7</c:v>
                </c:pt>
                <c:pt idx="13">
                  <c:v>-0.6</c:v>
                </c:pt>
                <c:pt idx="14">
                  <c:v>0</c:v>
                </c:pt>
                <c:pt idx="15">
                  <c:v>-0.4</c:v>
                </c:pt>
                <c:pt idx="16">
                  <c:v>-0.3</c:v>
                </c:pt>
                <c:pt idx="17">
                  <c:v>-0.3</c:v>
                </c:pt>
                <c:pt idx="18">
                  <c:v>0.4</c:v>
                </c:pt>
                <c:pt idx="19">
                  <c:v>-0.6</c:v>
                </c:pt>
                <c:pt idx="20">
                  <c:v>0.8</c:v>
                </c:pt>
              </c:numCache>
            </c:numRef>
          </c:val>
          <c:extLst>
            <c:ext xmlns:c16="http://schemas.microsoft.com/office/drawing/2014/chart" uri="{C3380CC4-5D6E-409C-BE32-E72D297353CC}">
              <c16:uniqueId val="{00000002-1806-41A6-A54F-736101A6F76A}"/>
            </c:ext>
          </c:extLst>
        </c:ser>
        <c:ser>
          <c:idx val="3"/>
          <c:order val="3"/>
          <c:tx>
            <c:strRef>
              <c:f>韩国GDP!$F$1</c:f>
              <c:strCache>
                <c:ptCount val="1"/>
                <c:pt idx="0">
                  <c:v>存货变动</c:v>
                </c:pt>
              </c:strCache>
            </c:strRef>
          </c:tx>
          <c:spPr>
            <a:solidFill>
              <a:schemeClr val="accent4"/>
            </a:solidFill>
            <a:ln>
              <a:noFill/>
            </a:ln>
            <a:effectLst/>
          </c:spPr>
          <c:invertIfNegative val="0"/>
          <c:cat>
            <c:strRef>
              <c:f>韩国GDP!$B$2:$B$22</c:f>
              <c:strCache>
                <c:ptCount val="21"/>
                <c:pt idx="0">
                  <c:v>2021-3</c:v>
                </c:pt>
                <c:pt idx="1">
                  <c:v>2021-6</c:v>
                </c:pt>
                <c:pt idx="2">
                  <c:v>2021-9</c:v>
                </c:pt>
                <c:pt idx="3">
                  <c:v>2021-12</c:v>
                </c:pt>
                <c:pt idx="4">
                  <c:v>2022-3</c:v>
                </c:pt>
                <c:pt idx="5">
                  <c:v>2022-6</c:v>
                </c:pt>
                <c:pt idx="6">
                  <c:v>2022-9</c:v>
                </c:pt>
                <c:pt idx="7">
                  <c:v>2022-12</c:v>
                </c:pt>
                <c:pt idx="8">
                  <c:v>2023-3</c:v>
                </c:pt>
                <c:pt idx="9">
                  <c:v>2023-6</c:v>
                </c:pt>
                <c:pt idx="10">
                  <c:v>2023-9</c:v>
                </c:pt>
                <c:pt idx="11">
                  <c:v>2023-12</c:v>
                </c:pt>
                <c:pt idx="12">
                  <c:v>2024-3</c:v>
                </c:pt>
                <c:pt idx="13">
                  <c:v>2024-6</c:v>
                </c:pt>
                <c:pt idx="14">
                  <c:v>2024-9</c:v>
                </c:pt>
                <c:pt idx="15">
                  <c:v>2024-12</c:v>
                </c:pt>
                <c:pt idx="16">
                  <c:v>2025-3</c:v>
                </c:pt>
                <c:pt idx="17">
                  <c:v>2025-6</c:v>
                </c:pt>
                <c:pt idx="18">
                  <c:v>2025-9</c:v>
                </c:pt>
                <c:pt idx="19">
                  <c:v>2025-12</c:v>
                </c:pt>
                <c:pt idx="20">
                  <c:v>2026-3</c:v>
                </c:pt>
              </c:strCache>
            </c:strRef>
          </c:cat>
          <c:val>
            <c:numRef>
              <c:f>韩国GDP!$F$2:$F$22</c:f>
              <c:numCache>
                <c:formatCode>General</c:formatCode>
                <c:ptCount val="21"/>
                <c:pt idx="0">
                  <c:v>0.1</c:v>
                </c:pt>
                <c:pt idx="1">
                  <c:v>0.3</c:v>
                </c:pt>
                <c:pt idx="2">
                  <c:v>-0.3</c:v>
                </c:pt>
                <c:pt idx="3">
                  <c:v>0.2</c:v>
                </c:pt>
                <c:pt idx="4">
                  <c:v>-0.3</c:v>
                </c:pt>
                <c:pt idx="5">
                  <c:v>0.1</c:v>
                </c:pt>
                <c:pt idx="6">
                  <c:v>0.6</c:v>
                </c:pt>
                <c:pt idx="7">
                  <c:v>-0.1</c:v>
                </c:pt>
                <c:pt idx="8">
                  <c:v>0.2</c:v>
                </c:pt>
                <c:pt idx="9">
                  <c:v>-0.4</c:v>
                </c:pt>
                <c:pt idx="10">
                  <c:v>-0.3</c:v>
                </c:pt>
                <c:pt idx="11">
                  <c:v>-0.4</c:v>
                </c:pt>
                <c:pt idx="12">
                  <c:v>-0.4</c:v>
                </c:pt>
                <c:pt idx="13">
                  <c:v>0.2</c:v>
                </c:pt>
                <c:pt idx="14">
                  <c:v>0.3</c:v>
                </c:pt>
                <c:pt idx="15">
                  <c:v>0.1</c:v>
                </c:pt>
                <c:pt idx="16">
                  <c:v>-0.1</c:v>
                </c:pt>
                <c:pt idx="17">
                  <c:v>0.2</c:v>
                </c:pt>
                <c:pt idx="18">
                  <c:v>-0.1</c:v>
                </c:pt>
                <c:pt idx="19">
                  <c:v>0.3</c:v>
                </c:pt>
                <c:pt idx="20">
                  <c:v>-0.4</c:v>
                </c:pt>
              </c:numCache>
            </c:numRef>
          </c:val>
          <c:extLst>
            <c:ext xmlns:c16="http://schemas.microsoft.com/office/drawing/2014/chart" uri="{C3380CC4-5D6E-409C-BE32-E72D297353CC}">
              <c16:uniqueId val="{00000003-1806-41A6-A54F-736101A6F76A}"/>
            </c:ext>
          </c:extLst>
        </c:ser>
        <c:ser>
          <c:idx val="4"/>
          <c:order val="4"/>
          <c:tx>
            <c:strRef>
              <c:f>韩国GDP!$G$1</c:f>
              <c:strCache>
                <c:ptCount val="1"/>
                <c:pt idx="0">
                  <c:v>净出口</c:v>
                </c:pt>
              </c:strCache>
            </c:strRef>
          </c:tx>
          <c:spPr>
            <a:solidFill>
              <a:srgbClr val="C00000"/>
            </a:solidFill>
            <a:ln>
              <a:noFill/>
            </a:ln>
            <a:effectLst/>
          </c:spPr>
          <c:invertIfNegative val="0"/>
          <c:cat>
            <c:strRef>
              <c:f>韩国GDP!$B$2:$B$22</c:f>
              <c:strCache>
                <c:ptCount val="21"/>
                <c:pt idx="0">
                  <c:v>2021-3</c:v>
                </c:pt>
                <c:pt idx="1">
                  <c:v>2021-6</c:v>
                </c:pt>
                <c:pt idx="2">
                  <c:v>2021-9</c:v>
                </c:pt>
                <c:pt idx="3">
                  <c:v>2021-12</c:v>
                </c:pt>
                <c:pt idx="4">
                  <c:v>2022-3</c:v>
                </c:pt>
                <c:pt idx="5">
                  <c:v>2022-6</c:v>
                </c:pt>
                <c:pt idx="6">
                  <c:v>2022-9</c:v>
                </c:pt>
                <c:pt idx="7">
                  <c:v>2022-12</c:v>
                </c:pt>
                <c:pt idx="8">
                  <c:v>2023-3</c:v>
                </c:pt>
                <c:pt idx="9">
                  <c:v>2023-6</c:v>
                </c:pt>
                <c:pt idx="10">
                  <c:v>2023-9</c:v>
                </c:pt>
                <c:pt idx="11">
                  <c:v>2023-12</c:v>
                </c:pt>
                <c:pt idx="12">
                  <c:v>2024-3</c:v>
                </c:pt>
                <c:pt idx="13">
                  <c:v>2024-6</c:v>
                </c:pt>
                <c:pt idx="14">
                  <c:v>2024-9</c:v>
                </c:pt>
                <c:pt idx="15">
                  <c:v>2024-12</c:v>
                </c:pt>
                <c:pt idx="16">
                  <c:v>2025-3</c:v>
                </c:pt>
                <c:pt idx="17">
                  <c:v>2025-6</c:v>
                </c:pt>
                <c:pt idx="18">
                  <c:v>2025-9</c:v>
                </c:pt>
                <c:pt idx="19">
                  <c:v>2025-12</c:v>
                </c:pt>
                <c:pt idx="20">
                  <c:v>2026-3</c:v>
                </c:pt>
              </c:strCache>
            </c:strRef>
          </c:cat>
          <c:val>
            <c:numRef>
              <c:f>韩国GDP!$G$2:$G$22</c:f>
              <c:numCache>
                <c:formatCode>General</c:formatCode>
                <c:ptCount val="21"/>
                <c:pt idx="0">
                  <c:v>-0.60000000000000009</c:v>
                </c:pt>
                <c:pt idx="1">
                  <c:v>-1.1000000000000001</c:v>
                </c:pt>
                <c:pt idx="2">
                  <c:v>0.5</c:v>
                </c:pt>
                <c:pt idx="3">
                  <c:v>9.9999999999999867E-2</c:v>
                </c:pt>
                <c:pt idx="4">
                  <c:v>1.6</c:v>
                </c:pt>
                <c:pt idx="5">
                  <c:v>-1</c:v>
                </c:pt>
                <c:pt idx="6">
                  <c:v>-1.6</c:v>
                </c:pt>
                <c:pt idx="7">
                  <c:v>-0.6</c:v>
                </c:pt>
                <c:pt idx="8">
                  <c:v>-0.10000000000000009</c:v>
                </c:pt>
                <c:pt idx="9">
                  <c:v>1.4</c:v>
                </c:pt>
                <c:pt idx="10">
                  <c:v>0.8</c:v>
                </c:pt>
                <c:pt idx="11">
                  <c:v>1</c:v>
                </c:pt>
                <c:pt idx="12">
                  <c:v>0.5</c:v>
                </c:pt>
                <c:pt idx="13">
                  <c:v>0</c:v>
                </c:pt>
                <c:pt idx="14">
                  <c:v>-0.5</c:v>
                </c:pt>
                <c:pt idx="15">
                  <c:v>0.1</c:v>
                </c:pt>
                <c:pt idx="16">
                  <c:v>0.2</c:v>
                </c:pt>
                <c:pt idx="17">
                  <c:v>0.30000000000000004</c:v>
                </c:pt>
                <c:pt idx="18">
                  <c:v>9.9999999999999978E-2</c:v>
                </c:pt>
                <c:pt idx="19">
                  <c:v>-0.20000000000000007</c:v>
                </c:pt>
                <c:pt idx="20">
                  <c:v>1.2</c:v>
                </c:pt>
              </c:numCache>
            </c:numRef>
          </c:val>
          <c:extLst>
            <c:ext xmlns:c16="http://schemas.microsoft.com/office/drawing/2014/chart" uri="{C3380CC4-5D6E-409C-BE32-E72D297353CC}">
              <c16:uniqueId val="{00000004-1806-41A6-A54F-736101A6F76A}"/>
            </c:ext>
          </c:extLst>
        </c:ser>
        <c:dLbls>
          <c:showLegendKey val="0"/>
          <c:showVal val="0"/>
          <c:showCatName val="0"/>
          <c:showSerName val="0"/>
          <c:showPercent val="0"/>
          <c:showBubbleSize val="0"/>
        </c:dLbls>
        <c:gapWidth val="150"/>
        <c:overlap val="100"/>
        <c:axId val="1369951728"/>
        <c:axId val="1369954128"/>
      </c:barChart>
      <c:lineChart>
        <c:grouping val="standard"/>
        <c:varyColors val="0"/>
        <c:ser>
          <c:idx val="0"/>
          <c:order val="0"/>
          <c:tx>
            <c:strRef>
              <c:f>韩国GDP!$C$1</c:f>
              <c:strCache>
                <c:ptCount val="1"/>
                <c:pt idx="0">
                  <c:v>实际GDP环比增速（%）</c:v>
                </c:pt>
              </c:strCache>
            </c:strRef>
          </c:tx>
          <c:spPr>
            <a:ln w="28575" cap="rnd">
              <a:solidFill>
                <a:schemeClr val="accent1"/>
              </a:solidFill>
              <a:round/>
            </a:ln>
            <a:effectLst/>
          </c:spPr>
          <c:marker>
            <c:symbol val="none"/>
          </c:marker>
          <c:cat>
            <c:strRef>
              <c:f>韩国GDP!$B$2:$B$22</c:f>
              <c:strCache>
                <c:ptCount val="21"/>
                <c:pt idx="0">
                  <c:v>2021-3</c:v>
                </c:pt>
                <c:pt idx="1">
                  <c:v>2021-6</c:v>
                </c:pt>
                <c:pt idx="2">
                  <c:v>2021-9</c:v>
                </c:pt>
                <c:pt idx="3">
                  <c:v>2021-12</c:v>
                </c:pt>
                <c:pt idx="4">
                  <c:v>2022-3</c:v>
                </c:pt>
                <c:pt idx="5">
                  <c:v>2022-6</c:v>
                </c:pt>
                <c:pt idx="6">
                  <c:v>2022-9</c:v>
                </c:pt>
                <c:pt idx="7">
                  <c:v>2022-12</c:v>
                </c:pt>
                <c:pt idx="8">
                  <c:v>2023-3</c:v>
                </c:pt>
                <c:pt idx="9">
                  <c:v>2023-6</c:v>
                </c:pt>
                <c:pt idx="10">
                  <c:v>2023-9</c:v>
                </c:pt>
                <c:pt idx="11">
                  <c:v>2023-12</c:v>
                </c:pt>
                <c:pt idx="12">
                  <c:v>2024-3</c:v>
                </c:pt>
                <c:pt idx="13">
                  <c:v>2024-6</c:v>
                </c:pt>
                <c:pt idx="14">
                  <c:v>2024-9</c:v>
                </c:pt>
                <c:pt idx="15">
                  <c:v>2024-12</c:v>
                </c:pt>
                <c:pt idx="16">
                  <c:v>2025-3</c:v>
                </c:pt>
                <c:pt idx="17">
                  <c:v>2025-6</c:v>
                </c:pt>
                <c:pt idx="18">
                  <c:v>2025-9</c:v>
                </c:pt>
                <c:pt idx="19">
                  <c:v>2025-12</c:v>
                </c:pt>
                <c:pt idx="20">
                  <c:v>2026-3</c:v>
                </c:pt>
              </c:strCache>
            </c:strRef>
          </c:cat>
          <c:val>
            <c:numRef>
              <c:f>韩国GDP!$C$2:$C$22</c:f>
              <c:numCache>
                <c:formatCode>General</c:formatCode>
                <c:ptCount val="21"/>
                <c:pt idx="0">
                  <c:v>1.5</c:v>
                </c:pt>
                <c:pt idx="1">
                  <c:v>1.3</c:v>
                </c:pt>
                <c:pt idx="2">
                  <c:v>0</c:v>
                </c:pt>
                <c:pt idx="3">
                  <c:v>1.6</c:v>
                </c:pt>
                <c:pt idx="4">
                  <c:v>0.5</c:v>
                </c:pt>
                <c:pt idx="5">
                  <c:v>0.8</c:v>
                </c:pt>
                <c:pt idx="6">
                  <c:v>0.4</c:v>
                </c:pt>
                <c:pt idx="7">
                  <c:v>-0.5</c:v>
                </c:pt>
                <c:pt idx="8">
                  <c:v>0.4</c:v>
                </c:pt>
                <c:pt idx="9">
                  <c:v>0.6</c:v>
                </c:pt>
                <c:pt idx="10">
                  <c:v>0.8</c:v>
                </c:pt>
                <c:pt idx="11">
                  <c:v>0.5</c:v>
                </c:pt>
                <c:pt idx="12">
                  <c:v>1.2</c:v>
                </c:pt>
                <c:pt idx="13">
                  <c:v>-0.2</c:v>
                </c:pt>
                <c:pt idx="14">
                  <c:v>0.1</c:v>
                </c:pt>
                <c:pt idx="15">
                  <c:v>0.1</c:v>
                </c:pt>
                <c:pt idx="16">
                  <c:v>-0.2</c:v>
                </c:pt>
                <c:pt idx="17">
                  <c:v>0.7</c:v>
                </c:pt>
                <c:pt idx="18">
                  <c:v>1.3</c:v>
                </c:pt>
                <c:pt idx="19">
                  <c:v>-0.2</c:v>
                </c:pt>
                <c:pt idx="20">
                  <c:v>1.7</c:v>
                </c:pt>
              </c:numCache>
            </c:numRef>
          </c:val>
          <c:smooth val="0"/>
          <c:extLst>
            <c:ext xmlns:c16="http://schemas.microsoft.com/office/drawing/2014/chart" uri="{C3380CC4-5D6E-409C-BE32-E72D297353CC}">
              <c16:uniqueId val="{00000000-1806-41A6-A54F-736101A6F76A}"/>
            </c:ext>
          </c:extLst>
        </c:ser>
        <c:dLbls>
          <c:showLegendKey val="0"/>
          <c:showVal val="0"/>
          <c:showCatName val="0"/>
          <c:showSerName val="0"/>
          <c:showPercent val="0"/>
          <c:showBubbleSize val="0"/>
        </c:dLbls>
        <c:marker val="1"/>
        <c:smooth val="0"/>
        <c:axId val="1369951728"/>
        <c:axId val="1369954128"/>
      </c:lineChart>
      <c:catAx>
        <c:axId val="1369951728"/>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50000"/>
                  </a:schemeClr>
                </a:solidFill>
                <a:latin typeface="+mn-lt"/>
                <a:ea typeface="+mn-ea"/>
                <a:cs typeface="+mn-cs"/>
              </a:defRPr>
            </a:pPr>
            <a:endParaRPr lang="en-US"/>
          </a:p>
        </c:txPr>
        <c:crossAx val="1369954128"/>
        <c:crosses val="autoZero"/>
        <c:auto val="1"/>
        <c:lblAlgn val="ctr"/>
        <c:lblOffset val="100"/>
        <c:tickLblSkip val="2"/>
        <c:noMultiLvlLbl val="0"/>
      </c:catAx>
      <c:valAx>
        <c:axId val="1369954128"/>
        <c:scaling>
          <c:orientation val="minMax"/>
          <c:max val="2.5"/>
          <c:min val="-1.5"/>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50000"/>
                  </a:schemeClr>
                </a:solidFill>
                <a:latin typeface="+mn-lt"/>
                <a:ea typeface="+mn-ea"/>
                <a:cs typeface="+mn-cs"/>
              </a:defRPr>
            </a:pPr>
            <a:endParaRPr lang="en-US"/>
          </a:p>
        </c:txPr>
        <c:crossAx val="1369951728"/>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50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出口增速!$B$1</c:f>
              <c:strCache>
                <c:ptCount val="1"/>
                <c:pt idx="0">
                  <c:v>韩国出口金额YoY（%）</c:v>
                </c:pt>
              </c:strCache>
            </c:strRef>
          </c:tx>
          <c:spPr>
            <a:ln w="28575" cap="rnd">
              <a:solidFill>
                <a:schemeClr val="accent1"/>
              </a:solidFill>
              <a:round/>
            </a:ln>
            <a:effectLst/>
          </c:spPr>
          <c:marker>
            <c:symbol val="none"/>
          </c:marker>
          <c:cat>
            <c:numRef>
              <c:f>出口增速!$A$12:$A$63</c:f>
              <c:numCache>
                <c:formatCode>m/d/yyyy</c:formatCode>
                <c:ptCount val="52"/>
                <c:pt idx="0">
                  <c:v>44592</c:v>
                </c:pt>
                <c:pt idx="1">
                  <c:v>44620</c:v>
                </c:pt>
                <c:pt idx="2">
                  <c:v>44651</c:v>
                </c:pt>
                <c:pt idx="3">
                  <c:v>44681</c:v>
                </c:pt>
                <c:pt idx="4">
                  <c:v>44712</c:v>
                </c:pt>
                <c:pt idx="5">
                  <c:v>44742</c:v>
                </c:pt>
                <c:pt idx="6">
                  <c:v>44773</c:v>
                </c:pt>
                <c:pt idx="7">
                  <c:v>44804</c:v>
                </c:pt>
                <c:pt idx="8">
                  <c:v>44834</c:v>
                </c:pt>
                <c:pt idx="9">
                  <c:v>44865</c:v>
                </c:pt>
                <c:pt idx="10">
                  <c:v>44895</c:v>
                </c:pt>
                <c:pt idx="11">
                  <c:v>44926</c:v>
                </c:pt>
                <c:pt idx="12">
                  <c:v>44957</c:v>
                </c:pt>
                <c:pt idx="13">
                  <c:v>44985</c:v>
                </c:pt>
                <c:pt idx="14">
                  <c:v>45016</c:v>
                </c:pt>
                <c:pt idx="15">
                  <c:v>45046</c:v>
                </c:pt>
                <c:pt idx="16">
                  <c:v>45077</c:v>
                </c:pt>
                <c:pt idx="17">
                  <c:v>45107</c:v>
                </c:pt>
                <c:pt idx="18">
                  <c:v>45138</c:v>
                </c:pt>
                <c:pt idx="19">
                  <c:v>45169</c:v>
                </c:pt>
                <c:pt idx="20">
                  <c:v>45199</c:v>
                </c:pt>
                <c:pt idx="21">
                  <c:v>45230</c:v>
                </c:pt>
                <c:pt idx="22">
                  <c:v>45260</c:v>
                </c:pt>
                <c:pt idx="23">
                  <c:v>45291</c:v>
                </c:pt>
                <c:pt idx="24">
                  <c:v>45322</c:v>
                </c:pt>
                <c:pt idx="25">
                  <c:v>45351</c:v>
                </c:pt>
                <c:pt idx="26">
                  <c:v>45382</c:v>
                </c:pt>
                <c:pt idx="27">
                  <c:v>45412</c:v>
                </c:pt>
                <c:pt idx="28">
                  <c:v>45443</c:v>
                </c:pt>
                <c:pt idx="29">
                  <c:v>45473</c:v>
                </c:pt>
                <c:pt idx="30">
                  <c:v>45504</c:v>
                </c:pt>
                <c:pt idx="31">
                  <c:v>45535</c:v>
                </c:pt>
                <c:pt idx="32">
                  <c:v>45565</c:v>
                </c:pt>
                <c:pt idx="33">
                  <c:v>45596</c:v>
                </c:pt>
                <c:pt idx="34">
                  <c:v>45626</c:v>
                </c:pt>
                <c:pt idx="35">
                  <c:v>45657</c:v>
                </c:pt>
                <c:pt idx="36">
                  <c:v>45688</c:v>
                </c:pt>
                <c:pt idx="37">
                  <c:v>45716</c:v>
                </c:pt>
                <c:pt idx="38">
                  <c:v>45747</c:v>
                </c:pt>
                <c:pt idx="39">
                  <c:v>45777</c:v>
                </c:pt>
                <c:pt idx="40">
                  <c:v>45808</c:v>
                </c:pt>
                <c:pt idx="41">
                  <c:v>45838</c:v>
                </c:pt>
                <c:pt idx="42">
                  <c:v>45869</c:v>
                </c:pt>
                <c:pt idx="43">
                  <c:v>45900</c:v>
                </c:pt>
                <c:pt idx="44">
                  <c:v>45930</c:v>
                </c:pt>
                <c:pt idx="45">
                  <c:v>45961</c:v>
                </c:pt>
                <c:pt idx="46">
                  <c:v>45991</c:v>
                </c:pt>
                <c:pt idx="47">
                  <c:v>46022</c:v>
                </c:pt>
                <c:pt idx="48">
                  <c:v>46053</c:v>
                </c:pt>
                <c:pt idx="49">
                  <c:v>46081</c:v>
                </c:pt>
                <c:pt idx="50">
                  <c:v>46112</c:v>
                </c:pt>
                <c:pt idx="51">
                  <c:v>46142</c:v>
                </c:pt>
              </c:numCache>
            </c:numRef>
          </c:cat>
          <c:val>
            <c:numRef>
              <c:f>出口增速!$B$12:$B$63</c:f>
              <c:numCache>
                <c:formatCode>General</c:formatCode>
                <c:ptCount val="52"/>
                <c:pt idx="0">
                  <c:v>15.5</c:v>
                </c:pt>
                <c:pt idx="1">
                  <c:v>21.1</c:v>
                </c:pt>
                <c:pt idx="2">
                  <c:v>18.8</c:v>
                </c:pt>
                <c:pt idx="3">
                  <c:v>12.9</c:v>
                </c:pt>
                <c:pt idx="4">
                  <c:v>21.4</c:v>
                </c:pt>
                <c:pt idx="5">
                  <c:v>5.3</c:v>
                </c:pt>
                <c:pt idx="6">
                  <c:v>8.6</c:v>
                </c:pt>
                <c:pt idx="7">
                  <c:v>6.5</c:v>
                </c:pt>
                <c:pt idx="8">
                  <c:v>2.2999999999999998</c:v>
                </c:pt>
                <c:pt idx="9">
                  <c:v>-5.8</c:v>
                </c:pt>
                <c:pt idx="10">
                  <c:v>-14.2</c:v>
                </c:pt>
                <c:pt idx="11">
                  <c:v>-9.6999999999999993</c:v>
                </c:pt>
                <c:pt idx="12">
                  <c:v>-16.399999999999999</c:v>
                </c:pt>
                <c:pt idx="13">
                  <c:v>-7.7</c:v>
                </c:pt>
                <c:pt idx="14">
                  <c:v>-14</c:v>
                </c:pt>
                <c:pt idx="15">
                  <c:v>-14.5</c:v>
                </c:pt>
                <c:pt idx="16">
                  <c:v>-15.5</c:v>
                </c:pt>
                <c:pt idx="17">
                  <c:v>-5.9</c:v>
                </c:pt>
                <c:pt idx="18">
                  <c:v>-16.2</c:v>
                </c:pt>
                <c:pt idx="19">
                  <c:v>-8.1</c:v>
                </c:pt>
                <c:pt idx="20">
                  <c:v>-4.4000000000000004</c:v>
                </c:pt>
                <c:pt idx="21">
                  <c:v>4.9000000000000004</c:v>
                </c:pt>
                <c:pt idx="22">
                  <c:v>7.3</c:v>
                </c:pt>
                <c:pt idx="23">
                  <c:v>5</c:v>
                </c:pt>
                <c:pt idx="24">
                  <c:v>18.100000000000001</c:v>
                </c:pt>
                <c:pt idx="25">
                  <c:v>4.2</c:v>
                </c:pt>
                <c:pt idx="26">
                  <c:v>3</c:v>
                </c:pt>
                <c:pt idx="27">
                  <c:v>13.6</c:v>
                </c:pt>
                <c:pt idx="28">
                  <c:v>11.5</c:v>
                </c:pt>
                <c:pt idx="29">
                  <c:v>5.6</c:v>
                </c:pt>
                <c:pt idx="30">
                  <c:v>13.9</c:v>
                </c:pt>
                <c:pt idx="31">
                  <c:v>10.9</c:v>
                </c:pt>
                <c:pt idx="32">
                  <c:v>7.1</c:v>
                </c:pt>
                <c:pt idx="33">
                  <c:v>4.5999999999999996</c:v>
                </c:pt>
                <c:pt idx="34">
                  <c:v>1.3</c:v>
                </c:pt>
                <c:pt idx="35">
                  <c:v>6.6</c:v>
                </c:pt>
                <c:pt idx="36">
                  <c:v>-10.1</c:v>
                </c:pt>
                <c:pt idx="37">
                  <c:v>0.4</c:v>
                </c:pt>
                <c:pt idx="38">
                  <c:v>2.7</c:v>
                </c:pt>
                <c:pt idx="39">
                  <c:v>3.4</c:v>
                </c:pt>
                <c:pt idx="40">
                  <c:v>-1.3</c:v>
                </c:pt>
                <c:pt idx="41">
                  <c:v>4.3</c:v>
                </c:pt>
                <c:pt idx="42">
                  <c:v>5.7</c:v>
                </c:pt>
                <c:pt idx="43">
                  <c:v>1.1000000000000001</c:v>
                </c:pt>
                <c:pt idx="44">
                  <c:v>12.6</c:v>
                </c:pt>
                <c:pt idx="45">
                  <c:v>3.5</c:v>
                </c:pt>
                <c:pt idx="46">
                  <c:v>7.9</c:v>
                </c:pt>
                <c:pt idx="47">
                  <c:v>13.3</c:v>
                </c:pt>
                <c:pt idx="48">
                  <c:v>33.9</c:v>
                </c:pt>
                <c:pt idx="49">
                  <c:v>28.9</c:v>
                </c:pt>
                <c:pt idx="50">
                  <c:v>49.2</c:v>
                </c:pt>
              </c:numCache>
            </c:numRef>
          </c:val>
          <c:smooth val="0"/>
          <c:extLst>
            <c:ext xmlns:c16="http://schemas.microsoft.com/office/drawing/2014/chart" uri="{C3380CC4-5D6E-409C-BE32-E72D297353CC}">
              <c16:uniqueId val="{00000000-2887-4E43-A66B-9139DFB5737F}"/>
            </c:ext>
          </c:extLst>
        </c:ser>
        <c:ser>
          <c:idx val="1"/>
          <c:order val="1"/>
          <c:tx>
            <c:strRef>
              <c:f>出口增速!$C$1</c:f>
              <c:strCache>
                <c:ptCount val="1"/>
                <c:pt idx="0">
                  <c:v>韩国每个月前20天出口金额YoY（%）</c:v>
                </c:pt>
              </c:strCache>
            </c:strRef>
          </c:tx>
          <c:spPr>
            <a:ln w="28575" cap="rnd">
              <a:solidFill>
                <a:srgbClr val="C00000"/>
              </a:solidFill>
              <a:round/>
            </a:ln>
            <a:effectLst/>
          </c:spPr>
          <c:marker>
            <c:symbol val="none"/>
          </c:marker>
          <c:dLbls>
            <c:dLbl>
              <c:idx val="51"/>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2887-4E43-A66B-9139DFB5737F}"/>
                </c:ext>
              </c:extLst>
            </c:dLbl>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rgbClr val="C0000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出口增速!$A$12:$A$63</c:f>
              <c:numCache>
                <c:formatCode>m/d/yyyy</c:formatCode>
                <c:ptCount val="52"/>
                <c:pt idx="0">
                  <c:v>44592</c:v>
                </c:pt>
                <c:pt idx="1">
                  <c:v>44620</c:v>
                </c:pt>
                <c:pt idx="2">
                  <c:v>44651</c:v>
                </c:pt>
                <c:pt idx="3">
                  <c:v>44681</c:v>
                </c:pt>
                <c:pt idx="4">
                  <c:v>44712</c:v>
                </c:pt>
                <c:pt idx="5">
                  <c:v>44742</c:v>
                </c:pt>
                <c:pt idx="6">
                  <c:v>44773</c:v>
                </c:pt>
                <c:pt idx="7">
                  <c:v>44804</c:v>
                </c:pt>
                <c:pt idx="8">
                  <c:v>44834</c:v>
                </c:pt>
                <c:pt idx="9">
                  <c:v>44865</c:v>
                </c:pt>
                <c:pt idx="10">
                  <c:v>44895</c:v>
                </c:pt>
                <c:pt idx="11">
                  <c:v>44926</c:v>
                </c:pt>
                <c:pt idx="12">
                  <c:v>44957</c:v>
                </c:pt>
                <c:pt idx="13">
                  <c:v>44985</c:v>
                </c:pt>
                <c:pt idx="14">
                  <c:v>45016</c:v>
                </c:pt>
                <c:pt idx="15">
                  <c:v>45046</c:v>
                </c:pt>
                <c:pt idx="16">
                  <c:v>45077</c:v>
                </c:pt>
                <c:pt idx="17">
                  <c:v>45107</c:v>
                </c:pt>
                <c:pt idx="18">
                  <c:v>45138</c:v>
                </c:pt>
                <c:pt idx="19">
                  <c:v>45169</c:v>
                </c:pt>
                <c:pt idx="20">
                  <c:v>45199</c:v>
                </c:pt>
                <c:pt idx="21">
                  <c:v>45230</c:v>
                </c:pt>
                <c:pt idx="22">
                  <c:v>45260</c:v>
                </c:pt>
                <c:pt idx="23">
                  <c:v>45291</c:v>
                </c:pt>
                <c:pt idx="24">
                  <c:v>45322</c:v>
                </c:pt>
                <c:pt idx="25">
                  <c:v>45351</c:v>
                </c:pt>
                <c:pt idx="26">
                  <c:v>45382</c:v>
                </c:pt>
                <c:pt idx="27">
                  <c:v>45412</c:v>
                </c:pt>
                <c:pt idx="28">
                  <c:v>45443</c:v>
                </c:pt>
                <c:pt idx="29">
                  <c:v>45473</c:v>
                </c:pt>
                <c:pt idx="30">
                  <c:v>45504</c:v>
                </c:pt>
                <c:pt idx="31">
                  <c:v>45535</c:v>
                </c:pt>
                <c:pt idx="32">
                  <c:v>45565</c:v>
                </c:pt>
                <c:pt idx="33">
                  <c:v>45596</c:v>
                </c:pt>
                <c:pt idx="34">
                  <c:v>45626</c:v>
                </c:pt>
                <c:pt idx="35">
                  <c:v>45657</c:v>
                </c:pt>
                <c:pt idx="36">
                  <c:v>45688</c:v>
                </c:pt>
                <c:pt idx="37">
                  <c:v>45716</c:v>
                </c:pt>
                <c:pt idx="38">
                  <c:v>45747</c:v>
                </c:pt>
                <c:pt idx="39">
                  <c:v>45777</c:v>
                </c:pt>
                <c:pt idx="40">
                  <c:v>45808</c:v>
                </c:pt>
                <c:pt idx="41">
                  <c:v>45838</c:v>
                </c:pt>
                <c:pt idx="42">
                  <c:v>45869</c:v>
                </c:pt>
                <c:pt idx="43">
                  <c:v>45900</c:v>
                </c:pt>
                <c:pt idx="44">
                  <c:v>45930</c:v>
                </c:pt>
                <c:pt idx="45">
                  <c:v>45961</c:v>
                </c:pt>
                <c:pt idx="46">
                  <c:v>45991</c:v>
                </c:pt>
                <c:pt idx="47">
                  <c:v>46022</c:v>
                </c:pt>
                <c:pt idx="48">
                  <c:v>46053</c:v>
                </c:pt>
                <c:pt idx="49">
                  <c:v>46081</c:v>
                </c:pt>
                <c:pt idx="50">
                  <c:v>46112</c:v>
                </c:pt>
                <c:pt idx="51">
                  <c:v>46142</c:v>
                </c:pt>
              </c:numCache>
            </c:numRef>
          </c:cat>
          <c:val>
            <c:numRef>
              <c:f>出口增速!$C$12:$C$63</c:f>
              <c:numCache>
                <c:formatCode>General</c:formatCode>
                <c:ptCount val="52"/>
                <c:pt idx="0">
                  <c:v>18</c:v>
                </c:pt>
                <c:pt idx="1">
                  <c:v>17.2</c:v>
                </c:pt>
                <c:pt idx="2">
                  <c:v>26.4</c:v>
                </c:pt>
                <c:pt idx="3">
                  <c:v>16.899999999999999</c:v>
                </c:pt>
                <c:pt idx="4">
                  <c:v>7.6</c:v>
                </c:pt>
                <c:pt idx="5">
                  <c:v>11</c:v>
                </c:pt>
                <c:pt idx="6">
                  <c:v>14.5</c:v>
                </c:pt>
                <c:pt idx="7">
                  <c:v>0.5</c:v>
                </c:pt>
                <c:pt idx="8">
                  <c:v>1.8</c:v>
                </c:pt>
                <c:pt idx="9">
                  <c:v>-9</c:v>
                </c:pt>
                <c:pt idx="10">
                  <c:v>-11.3</c:v>
                </c:pt>
                <c:pt idx="11">
                  <c:v>-8.8000000000000007</c:v>
                </c:pt>
                <c:pt idx="12">
                  <c:v>-8.8000000000000007</c:v>
                </c:pt>
                <c:pt idx="13">
                  <c:v>-14.9</c:v>
                </c:pt>
                <c:pt idx="14">
                  <c:v>-23.1</c:v>
                </c:pt>
                <c:pt idx="15">
                  <c:v>-11</c:v>
                </c:pt>
                <c:pt idx="16">
                  <c:v>-13.2</c:v>
                </c:pt>
                <c:pt idx="17">
                  <c:v>-2</c:v>
                </c:pt>
                <c:pt idx="18">
                  <c:v>-15.2</c:v>
                </c:pt>
                <c:pt idx="19">
                  <c:v>-10.7</c:v>
                </c:pt>
                <c:pt idx="20">
                  <c:v>-7.9</c:v>
                </c:pt>
                <c:pt idx="21">
                  <c:v>8.6</c:v>
                </c:pt>
                <c:pt idx="22">
                  <c:v>2.2000000000000002</c:v>
                </c:pt>
                <c:pt idx="23">
                  <c:v>13</c:v>
                </c:pt>
                <c:pt idx="24">
                  <c:v>2.2000000000000002</c:v>
                </c:pt>
                <c:pt idx="25">
                  <c:v>9.9</c:v>
                </c:pt>
                <c:pt idx="26">
                  <c:v>11.2</c:v>
                </c:pt>
                <c:pt idx="27">
                  <c:v>11.1</c:v>
                </c:pt>
                <c:pt idx="28">
                  <c:v>17.7</c:v>
                </c:pt>
                <c:pt idx="29">
                  <c:v>8.5</c:v>
                </c:pt>
                <c:pt idx="30">
                  <c:v>11.6</c:v>
                </c:pt>
                <c:pt idx="31">
                  <c:v>18.5</c:v>
                </c:pt>
                <c:pt idx="32">
                  <c:v>18</c:v>
                </c:pt>
                <c:pt idx="33">
                  <c:v>1</c:v>
                </c:pt>
                <c:pt idx="34">
                  <c:v>5.8</c:v>
                </c:pt>
                <c:pt idx="35">
                  <c:v>3.5</c:v>
                </c:pt>
                <c:pt idx="36">
                  <c:v>1.4</c:v>
                </c:pt>
                <c:pt idx="37">
                  <c:v>-2.7</c:v>
                </c:pt>
                <c:pt idx="38">
                  <c:v>8.1999999999999993</c:v>
                </c:pt>
                <c:pt idx="39">
                  <c:v>-5.2</c:v>
                </c:pt>
                <c:pt idx="40">
                  <c:v>-2.4</c:v>
                </c:pt>
                <c:pt idx="41">
                  <c:v>12.2</c:v>
                </c:pt>
                <c:pt idx="42">
                  <c:v>4.0999999999999996</c:v>
                </c:pt>
                <c:pt idx="43">
                  <c:v>7.6</c:v>
                </c:pt>
                <c:pt idx="44">
                  <c:v>-10.6</c:v>
                </c:pt>
                <c:pt idx="45">
                  <c:v>9.6999999999999993</c:v>
                </c:pt>
                <c:pt idx="46">
                  <c:v>8.1999999999999993</c:v>
                </c:pt>
                <c:pt idx="47">
                  <c:v>3.6</c:v>
                </c:pt>
                <c:pt idx="48">
                  <c:v>14.9</c:v>
                </c:pt>
                <c:pt idx="49">
                  <c:v>47.3</c:v>
                </c:pt>
                <c:pt idx="50">
                  <c:v>40.4</c:v>
                </c:pt>
                <c:pt idx="51">
                  <c:v>49.4</c:v>
                </c:pt>
              </c:numCache>
            </c:numRef>
          </c:val>
          <c:smooth val="0"/>
          <c:extLst>
            <c:ext xmlns:c16="http://schemas.microsoft.com/office/drawing/2014/chart" uri="{C3380CC4-5D6E-409C-BE32-E72D297353CC}">
              <c16:uniqueId val="{00000001-2887-4E43-A66B-9139DFB5737F}"/>
            </c:ext>
          </c:extLst>
        </c:ser>
        <c:dLbls>
          <c:showLegendKey val="0"/>
          <c:showVal val="0"/>
          <c:showCatName val="0"/>
          <c:showSerName val="0"/>
          <c:showPercent val="0"/>
          <c:showBubbleSize val="0"/>
        </c:dLbls>
        <c:smooth val="0"/>
        <c:axId val="196782959"/>
        <c:axId val="196783919"/>
      </c:lineChart>
      <c:dateAx>
        <c:axId val="196782959"/>
        <c:scaling>
          <c:orientation val="minMax"/>
        </c:scaling>
        <c:delete val="0"/>
        <c:axPos val="b"/>
        <c:numFmt formatCode="yyyy\-mm" sourceLinked="0"/>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50000"/>
                  </a:schemeClr>
                </a:solidFill>
                <a:latin typeface="+mn-lt"/>
                <a:ea typeface="+mn-ea"/>
                <a:cs typeface="+mn-cs"/>
              </a:defRPr>
            </a:pPr>
            <a:endParaRPr lang="en-US"/>
          </a:p>
        </c:txPr>
        <c:crossAx val="196783919"/>
        <c:crosses val="autoZero"/>
        <c:auto val="1"/>
        <c:lblOffset val="100"/>
        <c:baseTimeUnit val="months"/>
        <c:majorUnit val="4"/>
        <c:majorTimeUnit val="months"/>
      </c:dateAx>
      <c:valAx>
        <c:axId val="196783919"/>
        <c:scaling>
          <c:orientation val="minMax"/>
          <c:min val="-25"/>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50000"/>
                  </a:schemeClr>
                </a:solidFill>
                <a:latin typeface="+mn-lt"/>
                <a:ea typeface="+mn-ea"/>
                <a:cs typeface="+mn-cs"/>
              </a:defRPr>
            </a:pPr>
            <a:endParaRPr lang="en-US"/>
          </a:p>
        </c:txPr>
        <c:crossAx val="196782959"/>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50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v>韩国：生育率</c:v>
          </c:tx>
          <c:spPr>
            <a:ln w="28575" cap="rnd">
              <a:solidFill>
                <a:schemeClr val="accent1"/>
              </a:solidFill>
              <a:round/>
            </a:ln>
            <a:effectLst/>
          </c:spPr>
          <c:marker>
            <c:symbol val="none"/>
          </c:marker>
          <c:dLbls>
            <c:dLbl>
              <c:idx val="25"/>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8461-450B-995B-9A6049C16544}"/>
                </c:ext>
              </c:extLst>
            </c:dLbl>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mn-lt"/>
                    <a:ea typeface="+mn-ea"/>
                    <a:cs typeface="+mn-ea"/>
                    <a:sym typeface="+mn-lt"/>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韩国_生育率!$E$7:$E$33</c:f>
              <c:numCache>
                <c:formatCode>yyyy</c:formatCode>
                <c:ptCount val="27"/>
                <c:pt idx="0">
                  <c:v>46387</c:v>
                </c:pt>
                <c:pt idx="1">
                  <c:v>46022</c:v>
                </c:pt>
                <c:pt idx="2">
                  <c:v>45657</c:v>
                </c:pt>
                <c:pt idx="3">
                  <c:v>45291</c:v>
                </c:pt>
                <c:pt idx="4">
                  <c:v>44926</c:v>
                </c:pt>
                <c:pt idx="5">
                  <c:v>44561</c:v>
                </c:pt>
                <c:pt idx="6">
                  <c:v>44196</c:v>
                </c:pt>
                <c:pt idx="7">
                  <c:v>43830</c:v>
                </c:pt>
                <c:pt idx="8">
                  <c:v>43465</c:v>
                </c:pt>
                <c:pt idx="9">
                  <c:v>43100</c:v>
                </c:pt>
                <c:pt idx="10">
                  <c:v>42735</c:v>
                </c:pt>
                <c:pt idx="11">
                  <c:v>42369</c:v>
                </c:pt>
                <c:pt idx="12">
                  <c:v>42004</c:v>
                </c:pt>
                <c:pt idx="13">
                  <c:v>41639</c:v>
                </c:pt>
                <c:pt idx="14">
                  <c:v>41274</c:v>
                </c:pt>
                <c:pt idx="15">
                  <c:v>40908</c:v>
                </c:pt>
                <c:pt idx="16">
                  <c:v>40543</c:v>
                </c:pt>
                <c:pt idx="17">
                  <c:v>40178</c:v>
                </c:pt>
                <c:pt idx="18">
                  <c:v>39813</c:v>
                </c:pt>
                <c:pt idx="19">
                  <c:v>39447</c:v>
                </c:pt>
                <c:pt idx="20">
                  <c:v>39082</c:v>
                </c:pt>
                <c:pt idx="21">
                  <c:v>38717</c:v>
                </c:pt>
                <c:pt idx="22">
                  <c:v>38352</c:v>
                </c:pt>
                <c:pt idx="23">
                  <c:v>37986</c:v>
                </c:pt>
                <c:pt idx="24">
                  <c:v>37621</c:v>
                </c:pt>
                <c:pt idx="25">
                  <c:v>37256</c:v>
                </c:pt>
                <c:pt idx="26">
                  <c:v>36891</c:v>
                </c:pt>
              </c:numCache>
            </c:numRef>
          </c:cat>
          <c:val>
            <c:numRef>
              <c:f>韩国_生育率!$F$7:$F$33</c:f>
              <c:numCache>
                <c:formatCode>#,##0.00_ </c:formatCode>
                <c:ptCount val="27"/>
                <c:pt idx="1">
                  <c:v>0.8</c:v>
                </c:pt>
                <c:pt idx="2">
                  <c:v>0.748</c:v>
                </c:pt>
                <c:pt idx="3">
                  <c:v>0.72099999999999997</c:v>
                </c:pt>
                <c:pt idx="4">
                  <c:v>0.77800000000000002</c:v>
                </c:pt>
                <c:pt idx="5">
                  <c:v>0.80800000000000005</c:v>
                </c:pt>
                <c:pt idx="6">
                  <c:v>0.83699999999999997</c:v>
                </c:pt>
                <c:pt idx="7">
                  <c:v>0.91800000000000004</c:v>
                </c:pt>
                <c:pt idx="8">
                  <c:v>0.97699999999999998</c:v>
                </c:pt>
                <c:pt idx="9">
                  <c:v>1.052</c:v>
                </c:pt>
                <c:pt idx="10">
                  <c:v>1.1719999999999999</c:v>
                </c:pt>
                <c:pt idx="11">
                  <c:v>1.2390000000000001</c:v>
                </c:pt>
                <c:pt idx="12">
                  <c:v>1.2050000000000001</c:v>
                </c:pt>
                <c:pt idx="13">
                  <c:v>1.1870000000000001</c:v>
                </c:pt>
                <c:pt idx="14">
                  <c:v>1.2969999999999999</c:v>
                </c:pt>
                <c:pt idx="15">
                  <c:v>1.244</c:v>
                </c:pt>
                <c:pt idx="16">
                  <c:v>1.226</c:v>
                </c:pt>
                <c:pt idx="17">
                  <c:v>1.149</c:v>
                </c:pt>
                <c:pt idx="18">
                  <c:v>1.1919999999999999</c:v>
                </c:pt>
                <c:pt idx="19">
                  <c:v>1.2589999999999999</c:v>
                </c:pt>
                <c:pt idx="20">
                  <c:v>1.1319999999999999</c:v>
                </c:pt>
                <c:pt idx="21">
                  <c:v>1.085</c:v>
                </c:pt>
                <c:pt idx="22">
                  <c:v>1.1639999999999999</c:v>
                </c:pt>
                <c:pt idx="23">
                  <c:v>1.1910000000000001</c:v>
                </c:pt>
                <c:pt idx="24">
                  <c:v>1.1779999999999999</c:v>
                </c:pt>
                <c:pt idx="25">
                  <c:v>1.3089999999999999</c:v>
                </c:pt>
                <c:pt idx="26">
                  <c:v>1.48</c:v>
                </c:pt>
              </c:numCache>
            </c:numRef>
          </c:val>
          <c:smooth val="0"/>
          <c:extLst>
            <c:ext xmlns:c16="http://schemas.microsoft.com/office/drawing/2014/chart" uri="{C3380CC4-5D6E-409C-BE32-E72D297353CC}">
              <c16:uniqueId val="{00000001-8461-450B-995B-9A6049C16544}"/>
            </c:ext>
          </c:extLst>
        </c:ser>
        <c:dLbls>
          <c:showLegendKey val="0"/>
          <c:showVal val="0"/>
          <c:showCatName val="0"/>
          <c:showSerName val="0"/>
          <c:showPercent val="0"/>
          <c:showBubbleSize val="0"/>
        </c:dLbls>
        <c:marker val="1"/>
        <c:smooth val="0"/>
        <c:axId val="1197400624"/>
        <c:axId val="748353455"/>
      </c:lineChart>
      <c:scatterChart>
        <c:scatterStyle val="lineMarker"/>
        <c:varyColors val="0"/>
        <c:ser>
          <c:idx val="1"/>
          <c:order val="1"/>
          <c:spPr>
            <a:ln w="25400" cap="rnd">
              <a:noFill/>
              <a:round/>
            </a:ln>
            <a:effectLst/>
          </c:spPr>
          <c:marker>
            <c:symbol val="circle"/>
            <c:size val="5"/>
            <c:spPr>
              <a:solidFill>
                <a:schemeClr val="tx2"/>
              </a:solidFill>
              <a:ln w="9525">
                <a:solidFill>
                  <a:schemeClr val="accent2"/>
                </a:solidFill>
              </a:ln>
              <a:effectLst/>
            </c:spPr>
          </c:marker>
          <c:dLbls>
            <c:dLbl>
              <c:idx val="0"/>
              <c:layout>
                <c:manualLayout>
                  <c:x val="-7.4517131031780495E-2"/>
                  <c:y val="-9.2592592592592587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8461-450B-995B-9A6049C16544}"/>
                </c:ext>
              </c:extLst>
            </c:dLbl>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mn-lt"/>
                    <a:ea typeface="+mn-ea"/>
                    <a:cs typeface="+mn-ea"/>
                    <a:sym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韩国_生育率!$E$7:$E$33</c:f>
              <c:numCache>
                <c:formatCode>yyyy</c:formatCode>
                <c:ptCount val="27"/>
                <c:pt idx="0">
                  <c:v>46387</c:v>
                </c:pt>
                <c:pt idx="1">
                  <c:v>46022</c:v>
                </c:pt>
                <c:pt idx="2">
                  <c:v>45657</c:v>
                </c:pt>
                <c:pt idx="3">
                  <c:v>45291</c:v>
                </c:pt>
                <c:pt idx="4">
                  <c:v>44926</c:v>
                </c:pt>
                <c:pt idx="5">
                  <c:v>44561</c:v>
                </c:pt>
                <c:pt idx="6">
                  <c:v>44196</c:v>
                </c:pt>
                <c:pt idx="7">
                  <c:v>43830</c:v>
                </c:pt>
                <c:pt idx="8">
                  <c:v>43465</c:v>
                </c:pt>
                <c:pt idx="9">
                  <c:v>43100</c:v>
                </c:pt>
                <c:pt idx="10">
                  <c:v>42735</c:v>
                </c:pt>
                <c:pt idx="11">
                  <c:v>42369</c:v>
                </c:pt>
                <c:pt idx="12">
                  <c:v>42004</c:v>
                </c:pt>
                <c:pt idx="13">
                  <c:v>41639</c:v>
                </c:pt>
                <c:pt idx="14">
                  <c:v>41274</c:v>
                </c:pt>
                <c:pt idx="15">
                  <c:v>40908</c:v>
                </c:pt>
                <c:pt idx="16">
                  <c:v>40543</c:v>
                </c:pt>
                <c:pt idx="17">
                  <c:v>40178</c:v>
                </c:pt>
                <c:pt idx="18">
                  <c:v>39813</c:v>
                </c:pt>
                <c:pt idx="19">
                  <c:v>39447</c:v>
                </c:pt>
                <c:pt idx="20">
                  <c:v>39082</c:v>
                </c:pt>
                <c:pt idx="21">
                  <c:v>38717</c:v>
                </c:pt>
                <c:pt idx="22">
                  <c:v>38352</c:v>
                </c:pt>
                <c:pt idx="23">
                  <c:v>37986</c:v>
                </c:pt>
                <c:pt idx="24">
                  <c:v>37621</c:v>
                </c:pt>
                <c:pt idx="25">
                  <c:v>37256</c:v>
                </c:pt>
                <c:pt idx="26">
                  <c:v>36891</c:v>
                </c:pt>
              </c:numCache>
            </c:numRef>
          </c:xVal>
          <c:yVal>
            <c:numRef>
              <c:f>韩国_生育率!$G$7:$G$33</c:f>
              <c:numCache>
                <c:formatCode>General</c:formatCode>
                <c:ptCount val="27"/>
                <c:pt idx="0">
                  <c:v>0.93</c:v>
                </c:pt>
              </c:numCache>
            </c:numRef>
          </c:yVal>
          <c:smooth val="0"/>
          <c:extLst>
            <c:ext xmlns:c16="http://schemas.microsoft.com/office/drawing/2014/chart" uri="{C3380CC4-5D6E-409C-BE32-E72D297353CC}">
              <c16:uniqueId val="{00000003-8461-450B-995B-9A6049C16544}"/>
            </c:ext>
          </c:extLst>
        </c:ser>
        <c:dLbls>
          <c:showLegendKey val="0"/>
          <c:showVal val="0"/>
          <c:showCatName val="0"/>
          <c:showSerName val="0"/>
          <c:showPercent val="0"/>
          <c:showBubbleSize val="0"/>
        </c:dLbls>
        <c:axId val="1197400624"/>
        <c:axId val="748353455"/>
      </c:scatterChart>
      <c:dateAx>
        <c:axId val="1197400624"/>
        <c:scaling>
          <c:orientation val="minMax"/>
        </c:scaling>
        <c:delete val="0"/>
        <c:axPos val="b"/>
        <c:numFmt formatCode="yy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ea"/>
                <a:sym typeface="+mn-lt"/>
              </a:defRPr>
            </a:pPr>
            <a:endParaRPr lang="en-US"/>
          </a:p>
        </c:txPr>
        <c:crossAx val="748353455"/>
        <c:crosses val="autoZero"/>
        <c:auto val="1"/>
        <c:lblOffset val="100"/>
        <c:baseTimeUnit val="years"/>
      </c:dateAx>
      <c:valAx>
        <c:axId val="748353455"/>
        <c:scaling>
          <c:orientation val="minMax"/>
          <c:min val="0.60000000000000009"/>
        </c:scaling>
        <c:delete val="0"/>
        <c:axPos val="l"/>
        <c:numFmt formatCode="#,##0.00_ "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ea"/>
                <a:sym typeface="+mn-lt"/>
              </a:defRPr>
            </a:pPr>
            <a:endParaRPr lang="en-US"/>
          </a:p>
        </c:txPr>
        <c:crossAx val="1197400624"/>
        <c:crosses val="autoZero"/>
        <c:crossBetween val="between"/>
      </c:valAx>
      <c:spPr>
        <a:noFill/>
        <a:ln>
          <a:noFill/>
        </a:ln>
        <a:effectLst/>
      </c:spPr>
    </c:plotArea>
    <c:legend>
      <c:legendPos val="b"/>
      <c:legendEntry>
        <c:idx val="1"/>
        <c:delete val="1"/>
      </c:legendEntry>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ea"/>
              <a:sym typeface="+mn-lt"/>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mn-lt"/>
          <a:ea typeface="+mn-ea"/>
          <a:cs typeface="+mn-ea"/>
          <a:sym typeface="+mn-lt"/>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tx>
            <c:strRef>
              <c:f>韩国及首尔房价!$B$1</c:f>
              <c:strCache>
                <c:ptCount val="1"/>
                <c:pt idx="0">
                  <c:v>韩国:房价指数:现有住宅</c:v>
                </c:pt>
              </c:strCache>
            </c:strRef>
          </c:tx>
          <c:spPr>
            <a:ln w="28575" cap="rnd">
              <a:solidFill>
                <a:sysClr val="window" lastClr="FFFFFF">
                  <a:lumMod val="50000"/>
                </a:sysClr>
              </a:solidFill>
              <a:round/>
            </a:ln>
            <a:effectLst/>
          </c:spPr>
          <c:marker>
            <c:symbol val="none"/>
          </c:marker>
          <c:cat>
            <c:numRef>
              <c:f>韩国及首尔房价!$A$98:$A$125</c:f>
              <c:numCache>
                <c:formatCode>yyyy\-mm</c:formatCode>
                <c:ptCount val="28"/>
                <c:pt idx="0">
                  <c:v>45322</c:v>
                </c:pt>
                <c:pt idx="1">
                  <c:v>45351</c:v>
                </c:pt>
                <c:pt idx="2">
                  <c:v>45382</c:v>
                </c:pt>
                <c:pt idx="3">
                  <c:v>45412</c:v>
                </c:pt>
                <c:pt idx="4">
                  <c:v>45443</c:v>
                </c:pt>
                <c:pt idx="5">
                  <c:v>45473</c:v>
                </c:pt>
                <c:pt idx="6">
                  <c:v>45504</c:v>
                </c:pt>
                <c:pt idx="7">
                  <c:v>45535</c:v>
                </c:pt>
                <c:pt idx="8">
                  <c:v>45565</c:v>
                </c:pt>
                <c:pt idx="9">
                  <c:v>45596</c:v>
                </c:pt>
                <c:pt idx="10">
                  <c:v>45626</c:v>
                </c:pt>
                <c:pt idx="11">
                  <c:v>45657</c:v>
                </c:pt>
                <c:pt idx="12">
                  <c:v>45688</c:v>
                </c:pt>
                <c:pt idx="13">
                  <c:v>45716</c:v>
                </c:pt>
                <c:pt idx="14">
                  <c:v>45747</c:v>
                </c:pt>
                <c:pt idx="15">
                  <c:v>45777</c:v>
                </c:pt>
                <c:pt idx="16">
                  <c:v>45808</c:v>
                </c:pt>
                <c:pt idx="17">
                  <c:v>45838</c:v>
                </c:pt>
                <c:pt idx="18">
                  <c:v>45869</c:v>
                </c:pt>
                <c:pt idx="19">
                  <c:v>45900</c:v>
                </c:pt>
                <c:pt idx="20">
                  <c:v>45930</c:v>
                </c:pt>
                <c:pt idx="21">
                  <c:v>45961</c:v>
                </c:pt>
                <c:pt idx="22">
                  <c:v>45991</c:v>
                </c:pt>
                <c:pt idx="23">
                  <c:v>46022</c:v>
                </c:pt>
                <c:pt idx="24">
                  <c:v>46053</c:v>
                </c:pt>
                <c:pt idx="25">
                  <c:v>46081</c:v>
                </c:pt>
                <c:pt idx="26">
                  <c:v>46112</c:v>
                </c:pt>
                <c:pt idx="27">
                  <c:v>46142</c:v>
                </c:pt>
              </c:numCache>
            </c:numRef>
          </c:cat>
          <c:val>
            <c:numRef>
              <c:f>韩国及首尔房价!$B$98:$B$125</c:f>
              <c:numCache>
                <c:formatCode>#,##0.00</c:formatCode>
                <c:ptCount val="28"/>
                <c:pt idx="0">
                  <c:v>98.81</c:v>
                </c:pt>
                <c:pt idx="1">
                  <c:v>98.74</c:v>
                </c:pt>
                <c:pt idx="2">
                  <c:v>98.63</c:v>
                </c:pt>
                <c:pt idx="3">
                  <c:v>98.6</c:v>
                </c:pt>
                <c:pt idx="4">
                  <c:v>98.52</c:v>
                </c:pt>
                <c:pt idx="5">
                  <c:v>98.45</c:v>
                </c:pt>
                <c:pt idx="6">
                  <c:v>98.47</c:v>
                </c:pt>
                <c:pt idx="7">
                  <c:v>98.58</c:v>
                </c:pt>
                <c:pt idx="8">
                  <c:v>98.74</c:v>
                </c:pt>
                <c:pt idx="9">
                  <c:v>98.83</c:v>
                </c:pt>
                <c:pt idx="10">
                  <c:v>98.86</c:v>
                </c:pt>
                <c:pt idx="11">
                  <c:v>98.77</c:v>
                </c:pt>
                <c:pt idx="12">
                  <c:v>98.65</c:v>
                </c:pt>
                <c:pt idx="13">
                  <c:v>98.56</c:v>
                </c:pt>
                <c:pt idx="14">
                  <c:v>98.52</c:v>
                </c:pt>
                <c:pt idx="15">
                  <c:v>98.55</c:v>
                </c:pt>
                <c:pt idx="16">
                  <c:v>98.6</c:v>
                </c:pt>
                <c:pt idx="17">
                  <c:v>98.73</c:v>
                </c:pt>
                <c:pt idx="18">
                  <c:v>98.9</c:v>
                </c:pt>
                <c:pt idx="19">
                  <c:v>98.94</c:v>
                </c:pt>
                <c:pt idx="20">
                  <c:v>99.01</c:v>
                </c:pt>
                <c:pt idx="21">
                  <c:v>99.22</c:v>
                </c:pt>
                <c:pt idx="22">
                  <c:v>99.52</c:v>
                </c:pt>
                <c:pt idx="23">
                  <c:v>99.81</c:v>
                </c:pt>
                <c:pt idx="24">
                  <c:v>100</c:v>
                </c:pt>
                <c:pt idx="25">
                  <c:v>100.3</c:v>
                </c:pt>
                <c:pt idx="26">
                  <c:v>100.65</c:v>
                </c:pt>
                <c:pt idx="27">
                  <c:v>100.87</c:v>
                </c:pt>
              </c:numCache>
            </c:numRef>
          </c:val>
          <c:smooth val="0"/>
          <c:extLst>
            <c:ext xmlns:c16="http://schemas.microsoft.com/office/drawing/2014/chart" uri="{C3380CC4-5D6E-409C-BE32-E72D297353CC}">
              <c16:uniqueId val="{00000000-1CE7-4051-B520-8DDED73CDA8D}"/>
            </c:ext>
          </c:extLst>
        </c:ser>
        <c:ser>
          <c:idx val="1"/>
          <c:order val="1"/>
          <c:tx>
            <c:strRef>
              <c:f>韩国及首尔房价!$C$1</c:f>
              <c:strCache>
                <c:ptCount val="1"/>
                <c:pt idx="0">
                  <c:v>韩国:房价指数:首尔市区现有住宅</c:v>
                </c:pt>
              </c:strCache>
            </c:strRef>
          </c:tx>
          <c:spPr>
            <a:ln w="28575" cap="rnd">
              <a:solidFill>
                <a:srgbClr val="2660AD"/>
              </a:solidFill>
              <a:round/>
            </a:ln>
            <a:effectLst/>
          </c:spPr>
          <c:marker>
            <c:symbol val="none"/>
          </c:marker>
          <c:cat>
            <c:numRef>
              <c:f>韩国及首尔房价!$A$98:$A$125</c:f>
              <c:numCache>
                <c:formatCode>yyyy\-mm</c:formatCode>
                <c:ptCount val="28"/>
                <c:pt idx="0">
                  <c:v>45322</c:v>
                </c:pt>
                <c:pt idx="1">
                  <c:v>45351</c:v>
                </c:pt>
                <c:pt idx="2">
                  <c:v>45382</c:v>
                </c:pt>
                <c:pt idx="3">
                  <c:v>45412</c:v>
                </c:pt>
                <c:pt idx="4">
                  <c:v>45443</c:v>
                </c:pt>
                <c:pt idx="5">
                  <c:v>45473</c:v>
                </c:pt>
                <c:pt idx="6">
                  <c:v>45504</c:v>
                </c:pt>
                <c:pt idx="7">
                  <c:v>45535</c:v>
                </c:pt>
                <c:pt idx="8">
                  <c:v>45565</c:v>
                </c:pt>
                <c:pt idx="9">
                  <c:v>45596</c:v>
                </c:pt>
                <c:pt idx="10">
                  <c:v>45626</c:v>
                </c:pt>
                <c:pt idx="11">
                  <c:v>45657</c:v>
                </c:pt>
                <c:pt idx="12">
                  <c:v>45688</c:v>
                </c:pt>
                <c:pt idx="13">
                  <c:v>45716</c:v>
                </c:pt>
                <c:pt idx="14">
                  <c:v>45747</c:v>
                </c:pt>
                <c:pt idx="15">
                  <c:v>45777</c:v>
                </c:pt>
                <c:pt idx="16">
                  <c:v>45808</c:v>
                </c:pt>
                <c:pt idx="17">
                  <c:v>45838</c:v>
                </c:pt>
                <c:pt idx="18">
                  <c:v>45869</c:v>
                </c:pt>
                <c:pt idx="19">
                  <c:v>45900</c:v>
                </c:pt>
                <c:pt idx="20">
                  <c:v>45930</c:v>
                </c:pt>
                <c:pt idx="21">
                  <c:v>45961</c:v>
                </c:pt>
                <c:pt idx="22">
                  <c:v>45991</c:v>
                </c:pt>
                <c:pt idx="23">
                  <c:v>46022</c:v>
                </c:pt>
                <c:pt idx="24">
                  <c:v>46053</c:v>
                </c:pt>
                <c:pt idx="25">
                  <c:v>46081</c:v>
                </c:pt>
                <c:pt idx="26">
                  <c:v>46112</c:v>
                </c:pt>
                <c:pt idx="27">
                  <c:v>46142</c:v>
                </c:pt>
              </c:numCache>
            </c:numRef>
          </c:cat>
          <c:val>
            <c:numRef>
              <c:f>韩国及首尔房价!$C$98:$C$125</c:f>
              <c:numCache>
                <c:formatCode>#,##0.00</c:formatCode>
                <c:ptCount val="28"/>
                <c:pt idx="0">
                  <c:v>89.59</c:v>
                </c:pt>
                <c:pt idx="1">
                  <c:v>89.51</c:v>
                </c:pt>
                <c:pt idx="2">
                  <c:v>89.51</c:v>
                </c:pt>
                <c:pt idx="3">
                  <c:v>89.59</c:v>
                </c:pt>
                <c:pt idx="4">
                  <c:v>89.71</c:v>
                </c:pt>
                <c:pt idx="5">
                  <c:v>90.05</c:v>
                </c:pt>
                <c:pt idx="6">
                  <c:v>90.74</c:v>
                </c:pt>
                <c:pt idx="7">
                  <c:v>91.49</c:v>
                </c:pt>
                <c:pt idx="8">
                  <c:v>91.98</c:v>
                </c:pt>
                <c:pt idx="9">
                  <c:v>92.29</c:v>
                </c:pt>
                <c:pt idx="10">
                  <c:v>92.48</c:v>
                </c:pt>
                <c:pt idx="11">
                  <c:v>92.55</c:v>
                </c:pt>
                <c:pt idx="12">
                  <c:v>92.59</c:v>
                </c:pt>
                <c:pt idx="13">
                  <c:v>92.76</c:v>
                </c:pt>
                <c:pt idx="14">
                  <c:v>93.24</c:v>
                </c:pt>
                <c:pt idx="15">
                  <c:v>93.47</c:v>
                </c:pt>
                <c:pt idx="16">
                  <c:v>93.83</c:v>
                </c:pt>
                <c:pt idx="17">
                  <c:v>94.72</c:v>
                </c:pt>
                <c:pt idx="18">
                  <c:v>95.43</c:v>
                </c:pt>
                <c:pt idx="19">
                  <c:v>95.86</c:v>
                </c:pt>
                <c:pt idx="20">
                  <c:v>96.42</c:v>
                </c:pt>
                <c:pt idx="21">
                  <c:v>97.57</c:v>
                </c:pt>
                <c:pt idx="22">
                  <c:v>98.32</c:v>
                </c:pt>
                <c:pt idx="23">
                  <c:v>99.1</c:v>
                </c:pt>
                <c:pt idx="24">
                  <c:v>100</c:v>
                </c:pt>
                <c:pt idx="25">
                  <c:v>100.66</c:v>
                </c:pt>
                <c:pt idx="26">
                  <c:v>101.05</c:v>
                </c:pt>
                <c:pt idx="27">
                  <c:v>101.6</c:v>
                </c:pt>
              </c:numCache>
            </c:numRef>
          </c:val>
          <c:smooth val="0"/>
          <c:extLst>
            <c:ext xmlns:c16="http://schemas.microsoft.com/office/drawing/2014/chart" uri="{C3380CC4-5D6E-409C-BE32-E72D297353CC}">
              <c16:uniqueId val="{00000001-1CE7-4051-B520-8DDED73CDA8D}"/>
            </c:ext>
          </c:extLst>
        </c:ser>
        <c:dLbls>
          <c:showLegendKey val="0"/>
          <c:showVal val="0"/>
          <c:showCatName val="0"/>
          <c:showSerName val="0"/>
          <c:showPercent val="0"/>
          <c:showBubbleSize val="0"/>
        </c:dLbls>
        <c:smooth val="0"/>
        <c:axId val="642613423"/>
        <c:axId val="642612463"/>
      </c:lineChart>
      <c:dateAx>
        <c:axId val="642613423"/>
        <c:scaling>
          <c:orientation val="minMax"/>
        </c:scaling>
        <c:delete val="0"/>
        <c:axPos val="b"/>
        <c:numFmt formatCode="yyyy/mm"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ea"/>
                <a:sym typeface="+mn-lt"/>
              </a:defRPr>
            </a:pPr>
            <a:endParaRPr lang="zh-CN"/>
          </a:p>
        </c:txPr>
        <c:crossAx val="642612463"/>
        <c:crosses val="autoZero"/>
        <c:auto val="1"/>
        <c:lblOffset val="100"/>
        <c:baseTimeUnit val="days"/>
        <c:majorUnit val="1"/>
        <c:majorTimeUnit val="months"/>
      </c:dateAx>
      <c:valAx>
        <c:axId val="642612463"/>
        <c:scaling>
          <c:orientation val="minMax"/>
          <c:max val="103"/>
          <c:min val="88"/>
        </c:scaling>
        <c:delete val="0"/>
        <c:axPos val="l"/>
        <c:numFmt formatCode="#,##0_);[Red]\(#,##0\)" sourceLinked="0"/>
        <c:majorTickMark val="out"/>
        <c:minorTickMark val="none"/>
        <c:tickLblPos val="nextTo"/>
        <c:spPr>
          <a:noFill/>
          <a:ln>
            <a:solidFill>
              <a:schemeClr val="bg1">
                <a:lumMod val="75000"/>
              </a:schemeClr>
            </a:solid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ea"/>
                <a:sym typeface="+mn-lt"/>
              </a:defRPr>
            </a:pPr>
            <a:endParaRPr lang="zh-CN"/>
          </a:p>
        </c:txPr>
        <c:crossAx val="64261342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ea"/>
              <a:sym typeface="+mn-lt"/>
            </a:defRPr>
          </a:pPr>
          <a:endParaRPr lang="zh-CN"/>
        </a:p>
      </c:txPr>
    </c:legend>
    <c:plotVisOnly val="1"/>
    <c:dispBlanksAs val="gap"/>
    <c:showDLblsOverMax val="0"/>
    <c:extLst/>
  </c:chart>
  <c:spPr>
    <a:noFill/>
    <a:ln w="9525" cap="flat" cmpd="sng" algn="ctr">
      <a:noFill/>
      <a:round/>
    </a:ln>
    <a:effectLst/>
  </c:spPr>
  <c:txPr>
    <a:bodyPr/>
    <a:lstStyle/>
    <a:p>
      <a:pPr>
        <a:defRPr baseline="0">
          <a:latin typeface="+mn-lt"/>
          <a:ea typeface="+mn-ea"/>
          <a:cs typeface="+mn-ea"/>
          <a:sym typeface="+mn-lt"/>
        </a:defRPr>
      </a:pPr>
      <a:endParaRPr lang="zh-CN"/>
    </a:p>
  </c:txPr>
  <c:externalData r:id="rId4">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4694881889763786E-2"/>
          <c:y val="9.6816080329408361E-2"/>
          <c:w val="0.86586067366579178"/>
          <c:h val="0.74777902188831891"/>
        </c:manualLayout>
      </c:layout>
      <c:lineChart>
        <c:grouping val="standard"/>
        <c:varyColors val="0"/>
        <c:ser>
          <c:idx val="0"/>
          <c:order val="0"/>
          <c:tx>
            <c:strRef>
              <c:f>【杠杆与融资风险】强制平仓规模【资金与仓位】待入市保证金!$C$7</c:f>
              <c:strCache>
                <c:ptCount val="1"/>
                <c:pt idx="0">
                  <c:v>待入市保证金（剔除场内衍生品交易保证金）</c:v>
                </c:pt>
              </c:strCache>
            </c:strRef>
          </c:tx>
          <c:spPr>
            <a:ln w="19050">
              <a:solidFill>
                <a:srgbClr val="2660AD"/>
              </a:solidFill>
            </a:ln>
          </c:spPr>
          <c:marker>
            <c:symbol val="none"/>
          </c:marker>
          <c:dPt>
            <c:idx val="6679"/>
            <c:marker>
              <c:symbol val="circle"/>
              <c:size val="5"/>
              <c:spPr>
                <a:solidFill>
                  <a:sysClr val="window" lastClr="FFFFFF"/>
                </a:solidFill>
                <a:ln w="19050">
                  <a:solidFill>
                    <a:srgbClr val="2660AD"/>
                  </a:solidFill>
                </a:ln>
              </c:spPr>
            </c:marker>
            <c:bubble3D val="0"/>
            <c:extLst>
              <c:ext xmlns:c16="http://schemas.microsoft.com/office/drawing/2014/chart" uri="{C3380CC4-5D6E-409C-BE32-E72D297353CC}">
                <c16:uniqueId val="{00000000-544D-467A-B52D-5305FCE11764}"/>
              </c:ext>
            </c:extLst>
          </c:dPt>
          <c:dLbls>
            <c:dLbl>
              <c:idx val="6679"/>
              <c:layout>
                <c:manualLayout>
                  <c:x val="0"/>
                  <c:y val="-8.7070939049285506E-2"/>
                </c:manualLayout>
              </c:layout>
              <c:numFmt formatCode="#,##0.0_);[Red]\(#,##0.0\)" sourceLinked="0"/>
              <c:spPr>
                <a:noFill/>
                <a:ln>
                  <a:noFill/>
                </a:ln>
                <a:effectLst/>
              </c:spPr>
              <c:txPr>
                <a:bodyPr/>
                <a:lstStyle/>
                <a:p>
                  <a:pPr>
                    <a:defRPr sz="1000"/>
                  </a:pPr>
                  <a:endParaRPr lang="zh-CN"/>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44D-467A-B52D-5305FCE1176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1"/>
              </c:ext>
            </c:extLst>
          </c:dLbls>
          <c:cat>
            <c:numRef>
              <c:f>【杠杆与融资风险】强制平仓规模【资金与仓位】待入市保证金!$B$8:$B$6687</c:f>
              <c:numCache>
                <c:formatCode>m/d/yyyy</c:formatCode>
                <c:ptCount val="6680"/>
                <c:pt idx="0">
                  <c:v>46199</c:v>
                </c:pt>
                <c:pt idx="1">
                  <c:v>46198</c:v>
                </c:pt>
                <c:pt idx="2">
                  <c:v>46197</c:v>
                </c:pt>
                <c:pt idx="3">
                  <c:v>46196</c:v>
                </c:pt>
                <c:pt idx="4">
                  <c:v>46195</c:v>
                </c:pt>
                <c:pt idx="5">
                  <c:v>46192</c:v>
                </c:pt>
                <c:pt idx="6">
                  <c:v>46191</c:v>
                </c:pt>
                <c:pt idx="7">
                  <c:v>46190</c:v>
                </c:pt>
                <c:pt idx="8">
                  <c:v>46189</c:v>
                </c:pt>
                <c:pt idx="9">
                  <c:v>46188</c:v>
                </c:pt>
                <c:pt idx="10">
                  <c:v>46185</c:v>
                </c:pt>
                <c:pt idx="11">
                  <c:v>46184</c:v>
                </c:pt>
                <c:pt idx="12">
                  <c:v>46183</c:v>
                </c:pt>
                <c:pt idx="13">
                  <c:v>46182</c:v>
                </c:pt>
                <c:pt idx="14">
                  <c:v>46181</c:v>
                </c:pt>
                <c:pt idx="15">
                  <c:v>46178</c:v>
                </c:pt>
                <c:pt idx="16">
                  <c:v>46177</c:v>
                </c:pt>
                <c:pt idx="17">
                  <c:v>46175</c:v>
                </c:pt>
                <c:pt idx="18">
                  <c:v>46174</c:v>
                </c:pt>
                <c:pt idx="19">
                  <c:v>46171</c:v>
                </c:pt>
                <c:pt idx="20">
                  <c:v>46170</c:v>
                </c:pt>
                <c:pt idx="21">
                  <c:v>46169</c:v>
                </c:pt>
                <c:pt idx="22">
                  <c:v>46168</c:v>
                </c:pt>
                <c:pt idx="23">
                  <c:v>46164</c:v>
                </c:pt>
                <c:pt idx="24">
                  <c:v>46163</c:v>
                </c:pt>
                <c:pt idx="25">
                  <c:v>46162</c:v>
                </c:pt>
                <c:pt idx="26">
                  <c:v>46161</c:v>
                </c:pt>
                <c:pt idx="27">
                  <c:v>46160</c:v>
                </c:pt>
                <c:pt idx="28">
                  <c:v>46157</c:v>
                </c:pt>
                <c:pt idx="29">
                  <c:v>46156</c:v>
                </c:pt>
                <c:pt idx="30">
                  <c:v>46155</c:v>
                </c:pt>
                <c:pt idx="31">
                  <c:v>46154</c:v>
                </c:pt>
                <c:pt idx="32">
                  <c:v>46153</c:v>
                </c:pt>
                <c:pt idx="33">
                  <c:v>46150</c:v>
                </c:pt>
                <c:pt idx="34">
                  <c:v>46149</c:v>
                </c:pt>
                <c:pt idx="35">
                  <c:v>46148</c:v>
                </c:pt>
                <c:pt idx="36">
                  <c:v>46146</c:v>
                </c:pt>
                <c:pt idx="37">
                  <c:v>46142</c:v>
                </c:pt>
                <c:pt idx="38">
                  <c:v>46141</c:v>
                </c:pt>
                <c:pt idx="39">
                  <c:v>46140</c:v>
                </c:pt>
                <c:pt idx="40">
                  <c:v>46139</c:v>
                </c:pt>
                <c:pt idx="41">
                  <c:v>46136</c:v>
                </c:pt>
                <c:pt idx="42">
                  <c:v>46135</c:v>
                </c:pt>
                <c:pt idx="43">
                  <c:v>46134</c:v>
                </c:pt>
                <c:pt idx="44">
                  <c:v>46133</c:v>
                </c:pt>
                <c:pt idx="45">
                  <c:v>46132</c:v>
                </c:pt>
                <c:pt idx="46">
                  <c:v>46129</c:v>
                </c:pt>
                <c:pt idx="47">
                  <c:v>46128</c:v>
                </c:pt>
                <c:pt idx="48">
                  <c:v>46127</c:v>
                </c:pt>
                <c:pt idx="49">
                  <c:v>46126</c:v>
                </c:pt>
                <c:pt idx="50">
                  <c:v>46125</c:v>
                </c:pt>
                <c:pt idx="51">
                  <c:v>46122</c:v>
                </c:pt>
                <c:pt idx="52">
                  <c:v>46121</c:v>
                </c:pt>
                <c:pt idx="53">
                  <c:v>46120</c:v>
                </c:pt>
                <c:pt idx="54">
                  <c:v>46119</c:v>
                </c:pt>
                <c:pt idx="55">
                  <c:v>46118</c:v>
                </c:pt>
                <c:pt idx="56">
                  <c:v>46115</c:v>
                </c:pt>
                <c:pt idx="57">
                  <c:v>46114</c:v>
                </c:pt>
                <c:pt idx="58">
                  <c:v>46113</c:v>
                </c:pt>
                <c:pt idx="59">
                  <c:v>46112</c:v>
                </c:pt>
                <c:pt idx="60">
                  <c:v>46111</c:v>
                </c:pt>
                <c:pt idx="61">
                  <c:v>46108</c:v>
                </c:pt>
                <c:pt idx="62">
                  <c:v>46107</c:v>
                </c:pt>
                <c:pt idx="63">
                  <c:v>46106</c:v>
                </c:pt>
                <c:pt idx="64">
                  <c:v>46105</c:v>
                </c:pt>
                <c:pt idx="65">
                  <c:v>46104</c:v>
                </c:pt>
                <c:pt idx="66">
                  <c:v>46101</c:v>
                </c:pt>
                <c:pt idx="67">
                  <c:v>46100</c:v>
                </c:pt>
                <c:pt idx="68">
                  <c:v>46099</c:v>
                </c:pt>
                <c:pt idx="69">
                  <c:v>46098</c:v>
                </c:pt>
                <c:pt idx="70">
                  <c:v>46097</c:v>
                </c:pt>
                <c:pt idx="71">
                  <c:v>46094</c:v>
                </c:pt>
                <c:pt idx="72">
                  <c:v>46093</c:v>
                </c:pt>
                <c:pt idx="73">
                  <c:v>46092</c:v>
                </c:pt>
                <c:pt idx="74">
                  <c:v>46091</c:v>
                </c:pt>
                <c:pt idx="75">
                  <c:v>46090</c:v>
                </c:pt>
                <c:pt idx="76">
                  <c:v>46087</c:v>
                </c:pt>
                <c:pt idx="77">
                  <c:v>46086</c:v>
                </c:pt>
                <c:pt idx="78">
                  <c:v>46085</c:v>
                </c:pt>
                <c:pt idx="79">
                  <c:v>46084</c:v>
                </c:pt>
                <c:pt idx="80">
                  <c:v>46080</c:v>
                </c:pt>
                <c:pt idx="81">
                  <c:v>46079</c:v>
                </c:pt>
                <c:pt idx="82">
                  <c:v>46078</c:v>
                </c:pt>
                <c:pt idx="83">
                  <c:v>46077</c:v>
                </c:pt>
                <c:pt idx="84">
                  <c:v>46076</c:v>
                </c:pt>
                <c:pt idx="85">
                  <c:v>46073</c:v>
                </c:pt>
                <c:pt idx="86">
                  <c:v>46072</c:v>
                </c:pt>
                <c:pt idx="87">
                  <c:v>46066</c:v>
                </c:pt>
                <c:pt idx="88">
                  <c:v>46065</c:v>
                </c:pt>
                <c:pt idx="89">
                  <c:v>46064</c:v>
                </c:pt>
                <c:pt idx="90">
                  <c:v>46063</c:v>
                </c:pt>
                <c:pt idx="91">
                  <c:v>46062</c:v>
                </c:pt>
                <c:pt idx="92">
                  <c:v>46059</c:v>
                </c:pt>
                <c:pt idx="93">
                  <c:v>46058</c:v>
                </c:pt>
                <c:pt idx="94">
                  <c:v>46057</c:v>
                </c:pt>
                <c:pt idx="95">
                  <c:v>46056</c:v>
                </c:pt>
                <c:pt idx="96">
                  <c:v>46055</c:v>
                </c:pt>
                <c:pt idx="97">
                  <c:v>46052</c:v>
                </c:pt>
                <c:pt idx="98">
                  <c:v>46051</c:v>
                </c:pt>
                <c:pt idx="99">
                  <c:v>46050</c:v>
                </c:pt>
                <c:pt idx="100">
                  <c:v>46049</c:v>
                </c:pt>
                <c:pt idx="101">
                  <c:v>46048</c:v>
                </c:pt>
                <c:pt idx="102">
                  <c:v>46045</c:v>
                </c:pt>
                <c:pt idx="103">
                  <c:v>46044</c:v>
                </c:pt>
                <c:pt idx="104">
                  <c:v>46043</c:v>
                </c:pt>
                <c:pt idx="105">
                  <c:v>46042</c:v>
                </c:pt>
                <c:pt idx="106">
                  <c:v>46041</c:v>
                </c:pt>
                <c:pt idx="107">
                  <c:v>46038</c:v>
                </c:pt>
                <c:pt idx="108">
                  <c:v>46037</c:v>
                </c:pt>
                <c:pt idx="109">
                  <c:v>46036</c:v>
                </c:pt>
                <c:pt idx="110">
                  <c:v>46035</c:v>
                </c:pt>
                <c:pt idx="111">
                  <c:v>46034</c:v>
                </c:pt>
                <c:pt idx="112">
                  <c:v>46031</c:v>
                </c:pt>
                <c:pt idx="113">
                  <c:v>46030</c:v>
                </c:pt>
                <c:pt idx="114">
                  <c:v>46029</c:v>
                </c:pt>
                <c:pt idx="115">
                  <c:v>46028</c:v>
                </c:pt>
                <c:pt idx="116">
                  <c:v>46027</c:v>
                </c:pt>
                <c:pt idx="117">
                  <c:v>46024</c:v>
                </c:pt>
                <c:pt idx="118">
                  <c:v>46022</c:v>
                </c:pt>
                <c:pt idx="119">
                  <c:v>46021</c:v>
                </c:pt>
                <c:pt idx="120">
                  <c:v>46020</c:v>
                </c:pt>
                <c:pt idx="121">
                  <c:v>46017</c:v>
                </c:pt>
                <c:pt idx="122">
                  <c:v>46015</c:v>
                </c:pt>
                <c:pt idx="123">
                  <c:v>46014</c:v>
                </c:pt>
                <c:pt idx="124">
                  <c:v>46013</c:v>
                </c:pt>
                <c:pt idx="125">
                  <c:v>46010</c:v>
                </c:pt>
                <c:pt idx="126">
                  <c:v>46009</c:v>
                </c:pt>
                <c:pt idx="127">
                  <c:v>46008</c:v>
                </c:pt>
                <c:pt idx="128">
                  <c:v>46007</c:v>
                </c:pt>
                <c:pt idx="129">
                  <c:v>46006</c:v>
                </c:pt>
                <c:pt idx="130">
                  <c:v>46003</c:v>
                </c:pt>
                <c:pt idx="131">
                  <c:v>46002</c:v>
                </c:pt>
                <c:pt idx="132">
                  <c:v>46001</c:v>
                </c:pt>
                <c:pt idx="133">
                  <c:v>46000</c:v>
                </c:pt>
                <c:pt idx="134">
                  <c:v>45999</c:v>
                </c:pt>
                <c:pt idx="135">
                  <c:v>45996</c:v>
                </c:pt>
                <c:pt idx="136">
                  <c:v>45995</c:v>
                </c:pt>
                <c:pt idx="137">
                  <c:v>45994</c:v>
                </c:pt>
                <c:pt idx="138">
                  <c:v>45993</c:v>
                </c:pt>
                <c:pt idx="139">
                  <c:v>45992</c:v>
                </c:pt>
                <c:pt idx="140">
                  <c:v>45989</c:v>
                </c:pt>
                <c:pt idx="141">
                  <c:v>45988</c:v>
                </c:pt>
                <c:pt idx="142">
                  <c:v>45987</c:v>
                </c:pt>
                <c:pt idx="143">
                  <c:v>45986</c:v>
                </c:pt>
                <c:pt idx="144">
                  <c:v>45985</c:v>
                </c:pt>
                <c:pt idx="145">
                  <c:v>45982</c:v>
                </c:pt>
                <c:pt idx="146">
                  <c:v>45981</c:v>
                </c:pt>
                <c:pt idx="147">
                  <c:v>45980</c:v>
                </c:pt>
                <c:pt idx="148">
                  <c:v>45979</c:v>
                </c:pt>
                <c:pt idx="149">
                  <c:v>45978</c:v>
                </c:pt>
                <c:pt idx="150">
                  <c:v>45975</c:v>
                </c:pt>
                <c:pt idx="151">
                  <c:v>45974</c:v>
                </c:pt>
                <c:pt idx="152">
                  <c:v>45973</c:v>
                </c:pt>
                <c:pt idx="153">
                  <c:v>45972</c:v>
                </c:pt>
                <c:pt idx="154">
                  <c:v>45971</c:v>
                </c:pt>
                <c:pt idx="155">
                  <c:v>45968</c:v>
                </c:pt>
                <c:pt idx="156">
                  <c:v>45967</c:v>
                </c:pt>
                <c:pt idx="157">
                  <c:v>45966</c:v>
                </c:pt>
                <c:pt idx="158">
                  <c:v>45965</c:v>
                </c:pt>
                <c:pt idx="159">
                  <c:v>45964</c:v>
                </c:pt>
                <c:pt idx="160">
                  <c:v>45961</c:v>
                </c:pt>
                <c:pt idx="161">
                  <c:v>45960</c:v>
                </c:pt>
                <c:pt idx="162">
                  <c:v>45959</c:v>
                </c:pt>
                <c:pt idx="163">
                  <c:v>45958</c:v>
                </c:pt>
                <c:pt idx="164">
                  <c:v>45957</c:v>
                </c:pt>
                <c:pt idx="165">
                  <c:v>45954</c:v>
                </c:pt>
                <c:pt idx="166">
                  <c:v>45953</c:v>
                </c:pt>
                <c:pt idx="167">
                  <c:v>45952</c:v>
                </c:pt>
                <c:pt idx="168">
                  <c:v>45951</c:v>
                </c:pt>
                <c:pt idx="169">
                  <c:v>45950</c:v>
                </c:pt>
                <c:pt idx="170">
                  <c:v>45947</c:v>
                </c:pt>
                <c:pt idx="171">
                  <c:v>45946</c:v>
                </c:pt>
                <c:pt idx="172">
                  <c:v>45945</c:v>
                </c:pt>
                <c:pt idx="173">
                  <c:v>45944</c:v>
                </c:pt>
                <c:pt idx="174">
                  <c:v>45943</c:v>
                </c:pt>
                <c:pt idx="175">
                  <c:v>45940</c:v>
                </c:pt>
                <c:pt idx="176">
                  <c:v>45932</c:v>
                </c:pt>
                <c:pt idx="177">
                  <c:v>45931</c:v>
                </c:pt>
                <c:pt idx="178">
                  <c:v>45930</c:v>
                </c:pt>
                <c:pt idx="179">
                  <c:v>45929</c:v>
                </c:pt>
                <c:pt idx="180">
                  <c:v>45926</c:v>
                </c:pt>
                <c:pt idx="181">
                  <c:v>45925</c:v>
                </c:pt>
                <c:pt idx="182">
                  <c:v>45924</c:v>
                </c:pt>
                <c:pt idx="183">
                  <c:v>45923</c:v>
                </c:pt>
                <c:pt idx="184">
                  <c:v>45922</c:v>
                </c:pt>
                <c:pt idx="185">
                  <c:v>45919</c:v>
                </c:pt>
                <c:pt idx="186">
                  <c:v>45918</c:v>
                </c:pt>
                <c:pt idx="187">
                  <c:v>45917</c:v>
                </c:pt>
                <c:pt idx="188">
                  <c:v>45916</c:v>
                </c:pt>
                <c:pt idx="189">
                  <c:v>45915</c:v>
                </c:pt>
                <c:pt idx="190">
                  <c:v>45912</c:v>
                </c:pt>
                <c:pt idx="191">
                  <c:v>45911</c:v>
                </c:pt>
                <c:pt idx="192">
                  <c:v>45910</c:v>
                </c:pt>
                <c:pt idx="193">
                  <c:v>45909</c:v>
                </c:pt>
                <c:pt idx="194">
                  <c:v>45908</c:v>
                </c:pt>
                <c:pt idx="195">
                  <c:v>45905</c:v>
                </c:pt>
                <c:pt idx="196">
                  <c:v>45904</c:v>
                </c:pt>
                <c:pt idx="197">
                  <c:v>45903</c:v>
                </c:pt>
                <c:pt idx="198">
                  <c:v>45902</c:v>
                </c:pt>
                <c:pt idx="199">
                  <c:v>45901</c:v>
                </c:pt>
                <c:pt idx="200">
                  <c:v>45898</c:v>
                </c:pt>
                <c:pt idx="201">
                  <c:v>45897</c:v>
                </c:pt>
                <c:pt idx="202">
                  <c:v>45896</c:v>
                </c:pt>
                <c:pt idx="203">
                  <c:v>45895</c:v>
                </c:pt>
                <c:pt idx="204">
                  <c:v>45894</c:v>
                </c:pt>
                <c:pt idx="205">
                  <c:v>45891</c:v>
                </c:pt>
                <c:pt idx="206">
                  <c:v>45890</c:v>
                </c:pt>
                <c:pt idx="207">
                  <c:v>45889</c:v>
                </c:pt>
                <c:pt idx="208">
                  <c:v>45888</c:v>
                </c:pt>
                <c:pt idx="209">
                  <c:v>45887</c:v>
                </c:pt>
                <c:pt idx="210">
                  <c:v>45883</c:v>
                </c:pt>
                <c:pt idx="211">
                  <c:v>45882</c:v>
                </c:pt>
                <c:pt idx="212">
                  <c:v>45881</c:v>
                </c:pt>
                <c:pt idx="213">
                  <c:v>45880</c:v>
                </c:pt>
                <c:pt idx="214">
                  <c:v>45877</c:v>
                </c:pt>
                <c:pt idx="215">
                  <c:v>45876</c:v>
                </c:pt>
                <c:pt idx="216">
                  <c:v>45875</c:v>
                </c:pt>
                <c:pt idx="217">
                  <c:v>45874</c:v>
                </c:pt>
                <c:pt idx="218">
                  <c:v>45873</c:v>
                </c:pt>
                <c:pt idx="219">
                  <c:v>45870</c:v>
                </c:pt>
                <c:pt idx="220">
                  <c:v>45869</c:v>
                </c:pt>
                <c:pt idx="221">
                  <c:v>45868</c:v>
                </c:pt>
                <c:pt idx="222">
                  <c:v>45867</c:v>
                </c:pt>
                <c:pt idx="223">
                  <c:v>45866</c:v>
                </c:pt>
                <c:pt idx="224">
                  <c:v>45863</c:v>
                </c:pt>
                <c:pt idx="225">
                  <c:v>45862</c:v>
                </c:pt>
                <c:pt idx="226">
                  <c:v>45861</c:v>
                </c:pt>
                <c:pt idx="227">
                  <c:v>45860</c:v>
                </c:pt>
                <c:pt idx="228">
                  <c:v>45859</c:v>
                </c:pt>
                <c:pt idx="229">
                  <c:v>45856</c:v>
                </c:pt>
                <c:pt idx="230">
                  <c:v>45855</c:v>
                </c:pt>
                <c:pt idx="231">
                  <c:v>45854</c:v>
                </c:pt>
                <c:pt idx="232">
                  <c:v>45853</c:v>
                </c:pt>
                <c:pt idx="233">
                  <c:v>45852</c:v>
                </c:pt>
                <c:pt idx="234">
                  <c:v>45849</c:v>
                </c:pt>
                <c:pt idx="235">
                  <c:v>45848</c:v>
                </c:pt>
                <c:pt idx="236">
                  <c:v>45847</c:v>
                </c:pt>
                <c:pt idx="237">
                  <c:v>45846</c:v>
                </c:pt>
                <c:pt idx="238">
                  <c:v>45845</c:v>
                </c:pt>
                <c:pt idx="239">
                  <c:v>45842</c:v>
                </c:pt>
                <c:pt idx="240">
                  <c:v>45841</c:v>
                </c:pt>
                <c:pt idx="241">
                  <c:v>45840</c:v>
                </c:pt>
                <c:pt idx="242">
                  <c:v>45839</c:v>
                </c:pt>
                <c:pt idx="243">
                  <c:v>45838</c:v>
                </c:pt>
                <c:pt idx="244">
                  <c:v>45835</c:v>
                </c:pt>
                <c:pt idx="245">
                  <c:v>45834</c:v>
                </c:pt>
                <c:pt idx="246">
                  <c:v>45833</c:v>
                </c:pt>
                <c:pt idx="247">
                  <c:v>45832</c:v>
                </c:pt>
                <c:pt idx="248">
                  <c:v>45831</c:v>
                </c:pt>
                <c:pt idx="249">
                  <c:v>45828</c:v>
                </c:pt>
                <c:pt idx="250">
                  <c:v>45827</c:v>
                </c:pt>
                <c:pt idx="251">
                  <c:v>45826</c:v>
                </c:pt>
                <c:pt idx="252">
                  <c:v>45825</c:v>
                </c:pt>
                <c:pt idx="253">
                  <c:v>45824</c:v>
                </c:pt>
                <c:pt idx="254">
                  <c:v>45821</c:v>
                </c:pt>
                <c:pt idx="255">
                  <c:v>45820</c:v>
                </c:pt>
                <c:pt idx="256">
                  <c:v>45819</c:v>
                </c:pt>
                <c:pt idx="257">
                  <c:v>45818</c:v>
                </c:pt>
                <c:pt idx="258">
                  <c:v>45817</c:v>
                </c:pt>
                <c:pt idx="259">
                  <c:v>45813</c:v>
                </c:pt>
                <c:pt idx="260">
                  <c:v>45812</c:v>
                </c:pt>
                <c:pt idx="261">
                  <c:v>45810</c:v>
                </c:pt>
                <c:pt idx="262">
                  <c:v>45807</c:v>
                </c:pt>
                <c:pt idx="263">
                  <c:v>45806</c:v>
                </c:pt>
                <c:pt idx="264">
                  <c:v>45805</c:v>
                </c:pt>
                <c:pt idx="265">
                  <c:v>45804</c:v>
                </c:pt>
                <c:pt idx="266">
                  <c:v>45803</c:v>
                </c:pt>
                <c:pt idx="267">
                  <c:v>45800</c:v>
                </c:pt>
                <c:pt idx="268">
                  <c:v>45799</c:v>
                </c:pt>
                <c:pt idx="269">
                  <c:v>45798</c:v>
                </c:pt>
                <c:pt idx="270">
                  <c:v>45797</c:v>
                </c:pt>
                <c:pt idx="271">
                  <c:v>45796</c:v>
                </c:pt>
                <c:pt idx="272">
                  <c:v>45793</c:v>
                </c:pt>
                <c:pt idx="273">
                  <c:v>45792</c:v>
                </c:pt>
                <c:pt idx="274">
                  <c:v>45791</c:v>
                </c:pt>
                <c:pt idx="275">
                  <c:v>45790</c:v>
                </c:pt>
                <c:pt idx="276">
                  <c:v>45789</c:v>
                </c:pt>
                <c:pt idx="277">
                  <c:v>45786</c:v>
                </c:pt>
                <c:pt idx="278">
                  <c:v>45785</c:v>
                </c:pt>
                <c:pt idx="279">
                  <c:v>45784</c:v>
                </c:pt>
                <c:pt idx="280">
                  <c:v>45779</c:v>
                </c:pt>
                <c:pt idx="281">
                  <c:v>45777</c:v>
                </c:pt>
                <c:pt idx="282">
                  <c:v>45776</c:v>
                </c:pt>
                <c:pt idx="283">
                  <c:v>45775</c:v>
                </c:pt>
                <c:pt idx="284">
                  <c:v>45772</c:v>
                </c:pt>
                <c:pt idx="285">
                  <c:v>45771</c:v>
                </c:pt>
                <c:pt idx="286">
                  <c:v>45770</c:v>
                </c:pt>
                <c:pt idx="287">
                  <c:v>45769</c:v>
                </c:pt>
                <c:pt idx="288">
                  <c:v>45768</c:v>
                </c:pt>
                <c:pt idx="289">
                  <c:v>45765</c:v>
                </c:pt>
                <c:pt idx="290">
                  <c:v>45764</c:v>
                </c:pt>
                <c:pt idx="291">
                  <c:v>45763</c:v>
                </c:pt>
                <c:pt idx="292">
                  <c:v>45762</c:v>
                </c:pt>
                <c:pt idx="293">
                  <c:v>45761</c:v>
                </c:pt>
                <c:pt idx="294">
                  <c:v>45758</c:v>
                </c:pt>
                <c:pt idx="295">
                  <c:v>45757</c:v>
                </c:pt>
                <c:pt idx="296">
                  <c:v>45756</c:v>
                </c:pt>
                <c:pt idx="297">
                  <c:v>45755</c:v>
                </c:pt>
                <c:pt idx="298">
                  <c:v>45754</c:v>
                </c:pt>
                <c:pt idx="299">
                  <c:v>45751</c:v>
                </c:pt>
                <c:pt idx="300">
                  <c:v>45750</c:v>
                </c:pt>
                <c:pt idx="301">
                  <c:v>45749</c:v>
                </c:pt>
                <c:pt idx="302">
                  <c:v>45748</c:v>
                </c:pt>
                <c:pt idx="303">
                  <c:v>45747</c:v>
                </c:pt>
                <c:pt idx="304">
                  <c:v>45744</c:v>
                </c:pt>
                <c:pt idx="305">
                  <c:v>45743</c:v>
                </c:pt>
                <c:pt idx="306">
                  <c:v>45742</c:v>
                </c:pt>
                <c:pt idx="307">
                  <c:v>45741</c:v>
                </c:pt>
                <c:pt idx="308">
                  <c:v>45740</c:v>
                </c:pt>
                <c:pt idx="309">
                  <c:v>45737</c:v>
                </c:pt>
                <c:pt idx="310">
                  <c:v>45736</c:v>
                </c:pt>
                <c:pt idx="311">
                  <c:v>45735</c:v>
                </c:pt>
                <c:pt idx="312">
                  <c:v>45734</c:v>
                </c:pt>
                <c:pt idx="313">
                  <c:v>45733</c:v>
                </c:pt>
                <c:pt idx="314">
                  <c:v>45730</c:v>
                </c:pt>
                <c:pt idx="315">
                  <c:v>45729</c:v>
                </c:pt>
                <c:pt idx="316">
                  <c:v>45728</c:v>
                </c:pt>
                <c:pt idx="317">
                  <c:v>45727</c:v>
                </c:pt>
                <c:pt idx="318">
                  <c:v>45726</c:v>
                </c:pt>
                <c:pt idx="319">
                  <c:v>45723</c:v>
                </c:pt>
                <c:pt idx="320">
                  <c:v>45722</c:v>
                </c:pt>
                <c:pt idx="321">
                  <c:v>45721</c:v>
                </c:pt>
                <c:pt idx="322">
                  <c:v>45720</c:v>
                </c:pt>
                <c:pt idx="323">
                  <c:v>45716</c:v>
                </c:pt>
                <c:pt idx="324">
                  <c:v>45715</c:v>
                </c:pt>
                <c:pt idx="325">
                  <c:v>45714</c:v>
                </c:pt>
                <c:pt idx="326">
                  <c:v>45713</c:v>
                </c:pt>
                <c:pt idx="327">
                  <c:v>45712</c:v>
                </c:pt>
                <c:pt idx="328">
                  <c:v>45709</c:v>
                </c:pt>
                <c:pt idx="329">
                  <c:v>45708</c:v>
                </c:pt>
                <c:pt idx="330">
                  <c:v>45707</c:v>
                </c:pt>
                <c:pt idx="331">
                  <c:v>45706</c:v>
                </c:pt>
                <c:pt idx="332">
                  <c:v>45705</c:v>
                </c:pt>
                <c:pt idx="333">
                  <c:v>45702</c:v>
                </c:pt>
                <c:pt idx="334">
                  <c:v>45701</c:v>
                </c:pt>
                <c:pt idx="335">
                  <c:v>45700</c:v>
                </c:pt>
                <c:pt idx="336">
                  <c:v>45699</c:v>
                </c:pt>
                <c:pt idx="337">
                  <c:v>45698</c:v>
                </c:pt>
                <c:pt idx="338">
                  <c:v>45695</c:v>
                </c:pt>
                <c:pt idx="339">
                  <c:v>45694</c:v>
                </c:pt>
                <c:pt idx="340">
                  <c:v>45693</c:v>
                </c:pt>
                <c:pt idx="341">
                  <c:v>45692</c:v>
                </c:pt>
                <c:pt idx="342">
                  <c:v>45691</c:v>
                </c:pt>
                <c:pt idx="343">
                  <c:v>45688</c:v>
                </c:pt>
                <c:pt idx="344">
                  <c:v>45681</c:v>
                </c:pt>
                <c:pt idx="345">
                  <c:v>45680</c:v>
                </c:pt>
                <c:pt idx="346">
                  <c:v>45679</c:v>
                </c:pt>
                <c:pt idx="347">
                  <c:v>45678</c:v>
                </c:pt>
                <c:pt idx="348">
                  <c:v>45677</c:v>
                </c:pt>
                <c:pt idx="349">
                  <c:v>45674</c:v>
                </c:pt>
                <c:pt idx="350">
                  <c:v>45673</c:v>
                </c:pt>
                <c:pt idx="351">
                  <c:v>45672</c:v>
                </c:pt>
                <c:pt idx="352">
                  <c:v>45671</c:v>
                </c:pt>
                <c:pt idx="353">
                  <c:v>45670</c:v>
                </c:pt>
                <c:pt idx="354">
                  <c:v>45667</c:v>
                </c:pt>
                <c:pt idx="355">
                  <c:v>45666</c:v>
                </c:pt>
                <c:pt idx="356">
                  <c:v>45665</c:v>
                </c:pt>
                <c:pt idx="357">
                  <c:v>45664</c:v>
                </c:pt>
                <c:pt idx="358">
                  <c:v>45663</c:v>
                </c:pt>
                <c:pt idx="359">
                  <c:v>45660</c:v>
                </c:pt>
                <c:pt idx="360">
                  <c:v>45659</c:v>
                </c:pt>
                <c:pt idx="361">
                  <c:v>45657</c:v>
                </c:pt>
                <c:pt idx="362">
                  <c:v>45656</c:v>
                </c:pt>
                <c:pt idx="363">
                  <c:v>45653</c:v>
                </c:pt>
                <c:pt idx="364">
                  <c:v>45652</c:v>
                </c:pt>
                <c:pt idx="365">
                  <c:v>45650</c:v>
                </c:pt>
                <c:pt idx="366">
                  <c:v>45649</c:v>
                </c:pt>
                <c:pt idx="367">
                  <c:v>45646</c:v>
                </c:pt>
                <c:pt idx="368">
                  <c:v>45645</c:v>
                </c:pt>
                <c:pt idx="369">
                  <c:v>45644</c:v>
                </c:pt>
                <c:pt idx="370">
                  <c:v>45643</c:v>
                </c:pt>
                <c:pt idx="371">
                  <c:v>45642</c:v>
                </c:pt>
                <c:pt idx="372">
                  <c:v>45639</c:v>
                </c:pt>
                <c:pt idx="373">
                  <c:v>45638</c:v>
                </c:pt>
                <c:pt idx="374">
                  <c:v>45637</c:v>
                </c:pt>
                <c:pt idx="375">
                  <c:v>45636</c:v>
                </c:pt>
                <c:pt idx="376">
                  <c:v>45635</c:v>
                </c:pt>
                <c:pt idx="377">
                  <c:v>45632</c:v>
                </c:pt>
                <c:pt idx="378">
                  <c:v>45631</c:v>
                </c:pt>
                <c:pt idx="379">
                  <c:v>45630</c:v>
                </c:pt>
                <c:pt idx="380">
                  <c:v>45629</c:v>
                </c:pt>
                <c:pt idx="381">
                  <c:v>45628</c:v>
                </c:pt>
                <c:pt idx="382">
                  <c:v>45625</c:v>
                </c:pt>
                <c:pt idx="383">
                  <c:v>45624</c:v>
                </c:pt>
                <c:pt idx="384">
                  <c:v>45623</c:v>
                </c:pt>
                <c:pt idx="385">
                  <c:v>45622</c:v>
                </c:pt>
                <c:pt idx="386">
                  <c:v>45621</c:v>
                </c:pt>
                <c:pt idx="387">
                  <c:v>45618</c:v>
                </c:pt>
                <c:pt idx="388">
                  <c:v>45617</c:v>
                </c:pt>
                <c:pt idx="389">
                  <c:v>45616</c:v>
                </c:pt>
                <c:pt idx="390">
                  <c:v>45615</c:v>
                </c:pt>
                <c:pt idx="391">
                  <c:v>45614</c:v>
                </c:pt>
                <c:pt idx="392">
                  <c:v>45611</c:v>
                </c:pt>
                <c:pt idx="393">
                  <c:v>45610</c:v>
                </c:pt>
                <c:pt idx="394">
                  <c:v>45609</c:v>
                </c:pt>
                <c:pt idx="395">
                  <c:v>45608</c:v>
                </c:pt>
                <c:pt idx="396">
                  <c:v>45607</c:v>
                </c:pt>
                <c:pt idx="397">
                  <c:v>45604</c:v>
                </c:pt>
                <c:pt idx="398">
                  <c:v>45603</c:v>
                </c:pt>
                <c:pt idx="399">
                  <c:v>45602</c:v>
                </c:pt>
                <c:pt idx="400">
                  <c:v>45601</c:v>
                </c:pt>
                <c:pt idx="401">
                  <c:v>45600</c:v>
                </c:pt>
                <c:pt idx="402">
                  <c:v>45597</c:v>
                </c:pt>
                <c:pt idx="403">
                  <c:v>45596</c:v>
                </c:pt>
                <c:pt idx="404">
                  <c:v>45595</c:v>
                </c:pt>
                <c:pt idx="405">
                  <c:v>45594</c:v>
                </c:pt>
                <c:pt idx="406">
                  <c:v>45593</c:v>
                </c:pt>
                <c:pt idx="407">
                  <c:v>45590</c:v>
                </c:pt>
                <c:pt idx="408">
                  <c:v>45589</c:v>
                </c:pt>
                <c:pt idx="409">
                  <c:v>45588</c:v>
                </c:pt>
                <c:pt idx="410">
                  <c:v>45587</c:v>
                </c:pt>
                <c:pt idx="411">
                  <c:v>45586</c:v>
                </c:pt>
                <c:pt idx="412">
                  <c:v>45583</c:v>
                </c:pt>
                <c:pt idx="413">
                  <c:v>45582</c:v>
                </c:pt>
                <c:pt idx="414">
                  <c:v>45581</c:v>
                </c:pt>
                <c:pt idx="415">
                  <c:v>45580</c:v>
                </c:pt>
                <c:pt idx="416">
                  <c:v>45579</c:v>
                </c:pt>
                <c:pt idx="417">
                  <c:v>45576</c:v>
                </c:pt>
                <c:pt idx="418">
                  <c:v>45575</c:v>
                </c:pt>
                <c:pt idx="419">
                  <c:v>45573</c:v>
                </c:pt>
                <c:pt idx="420">
                  <c:v>45572</c:v>
                </c:pt>
                <c:pt idx="421">
                  <c:v>45569</c:v>
                </c:pt>
                <c:pt idx="422">
                  <c:v>45567</c:v>
                </c:pt>
                <c:pt idx="423">
                  <c:v>45565</c:v>
                </c:pt>
                <c:pt idx="424">
                  <c:v>45562</c:v>
                </c:pt>
                <c:pt idx="425">
                  <c:v>45561</c:v>
                </c:pt>
                <c:pt idx="426">
                  <c:v>45560</c:v>
                </c:pt>
                <c:pt idx="427">
                  <c:v>45559</c:v>
                </c:pt>
                <c:pt idx="428">
                  <c:v>45558</c:v>
                </c:pt>
                <c:pt idx="429">
                  <c:v>45555</c:v>
                </c:pt>
                <c:pt idx="430">
                  <c:v>45554</c:v>
                </c:pt>
                <c:pt idx="431">
                  <c:v>45548</c:v>
                </c:pt>
                <c:pt idx="432">
                  <c:v>45547</c:v>
                </c:pt>
                <c:pt idx="433">
                  <c:v>45546</c:v>
                </c:pt>
                <c:pt idx="434">
                  <c:v>45545</c:v>
                </c:pt>
                <c:pt idx="435">
                  <c:v>45544</c:v>
                </c:pt>
                <c:pt idx="436">
                  <c:v>45541</c:v>
                </c:pt>
                <c:pt idx="437">
                  <c:v>45540</c:v>
                </c:pt>
                <c:pt idx="438">
                  <c:v>45539</c:v>
                </c:pt>
                <c:pt idx="439">
                  <c:v>45538</c:v>
                </c:pt>
                <c:pt idx="440">
                  <c:v>45537</c:v>
                </c:pt>
                <c:pt idx="441">
                  <c:v>45534</c:v>
                </c:pt>
                <c:pt idx="442">
                  <c:v>45533</c:v>
                </c:pt>
                <c:pt idx="443">
                  <c:v>45532</c:v>
                </c:pt>
                <c:pt idx="444">
                  <c:v>45531</c:v>
                </c:pt>
                <c:pt idx="445">
                  <c:v>45530</c:v>
                </c:pt>
                <c:pt idx="446">
                  <c:v>45527</c:v>
                </c:pt>
                <c:pt idx="447">
                  <c:v>45526</c:v>
                </c:pt>
                <c:pt idx="448">
                  <c:v>45525</c:v>
                </c:pt>
                <c:pt idx="449">
                  <c:v>45524</c:v>
                </c:pt>
                <c:pt idx="450">
                  <c:v>45523</c:v>
                </c:pt>
                <c:pt idx="451">
                  <c:v>45520</c:v>
                </c:pt>
                <c:pt idx="452">
                  <c:v>45518</c:v>
                </c:pt>
                <c:pt idx="453">
                  <c:v>45517</c:v>
                </c:pt>
                <c:pt idx="454">
                  <c:v>45516</c:v>
                </c:pt>
                <c:pt idx="455">
                  <c:v>45513</c:v>
                </c:pt>
                <c:pt idx="456">
                  <c:v>45512</c:v>
                </c:pt>
                <c:pt idx="457">
                  <c:v>45511</c:v>
                </c:pt>
                <c:pt idx="458">
                  <c:v>45510</c:v>
                </c:pt>
                <c:pt idx="459">
                  <c:v>45509</c:v>
                </c:pt>
                <c:pt idx="460">
                  <c:v>45506</c:v>
                </c:pt>
                <c:pt idx="461">
                  <c:v>45505</c:v>
                </c:pt>
                <c:pt idx="462">
                  <c:v>45504</c:v>
                </c:pt>
                <c:pt idx="463">
                  <c:v>45503</c:v>
                </c:pt>
                <c:pt idx="464">
                  <c:v>45502</c:v>
                </c:pt>
                <c:pt idx="465">
                  <c:v>45499</c:v>
                </c:pt>
                <c:pt idx="466">
                  <c:v>45498</c:v>
                </c:pt>
                <c:pt idx="467">
                  <c:v>45497</c:v>
                </c:pt>
                <c:pt idx="468">
                  <c:v>45496</c:v>
                </c:pt>
                <c:pt idx="469">
                  <c:v>45495</c:v>
                </c:pt>
                <c:pt idx="470">
                  <c:v>45492</c:v>
                </c:pt>
                <c:pt idx="471">
                  <c:v>45491</c:v>
                </c:pt>
                <c:pt idx="472">
                  <c:v>45490</c:v>
                </c:pt>
                <c:pt idx="473">
                  <c:v>45489</c:v>
                </c:pt>
                <c:pt idx="474">
                  <c:v>45488</c:v>
                </c:pt>
                <c:pt idx="475">
                  <c:v>45485</c:v>
                </c:pt>
                <c:pt idx="476">
                  <c:v>45484</c:v>
                </c:pt>
                <c:pt idx="477">
                  <c:v>45483</c:v>
                </c:pt>
                <c:pt idx="478">
                  <c:v>45482</c:v>
                </c:pt>
                <c:pt idx="479">
                  <c:v>45481</c:v>
                </c:pt>
                <c:pt idx="480">
                  <c:v>45478</c:v>
                </c:pt>
                <c:pt idx="481">
                  <c:v>45477</c:v>
                </c:pt>
                <c:pt idx="482">
                  <c:v>45476</c:v>
                </c:pt>
                <c:pt idx="483">
                  <c:v>45475</c:v>
                </c:pt>
                <c:pt idx="484">
                  <c:v>45474</c:v>
                </c:pt>
                <c:pt idx="485">
                  <c:v>45471</c:v>
                </c:pt>
                <c:pt idx="486">
                  <c:v>45470</c:v>
                </c:pt>
                <c:pt idx="487">
                  <c:v>45469</c:v>
                </c:pt>
                <c:pt idx="488">
                  <c:v>45468</c:v>
                </c:pt>
                <c:pt idx="489">
                  <c:v>45467</c:v>
                </c:pt>
                <c:pt idx="490">
                  <c:v>45464</c:v>
                </c:pt>
                <c:pt idx="491">
                  <c:v>45463</c:v>
                </c:pt>
                <c:pt idx="492">
                  <c:v>45462</c:v>
                </c:pt>
                <c:pt idx="493">
                  <c:v>45461</c:v>
                </c:pt>
                <c:pt idx="494">
                  <c:v>45460</c:v>
                </c:pt>
                <c:pt idx="495">
                  <c:v>45457</c:v>
                </c:pt>
                <c:pt idx="496">
                  <c:v>45456</c:v>
                </c:pt>
                <c:pt idx="497">
                  <c:v>45455</c:v>
                </c:pt>
                <c:pt idx="498">
                  <c:v>45454</c:v>
                </c:pt>
                <c:pt idx="499">
                  <c:v>45453</c:v>
                </c:pt>
                <c:pt idx="500">
                  <c:v>45450</c:v>
                </c:pt>
                <c:pt idx="501">
                  <c:v>45448</c:v>
                </c:pt>
                <c:pt idx="502">
                  <c:v>45447</c:v>
                </c:pt>
                <c:pt idx="503">
                  <c:v>45446</c:v>
                </c:pt>
                <c:pt idx="504">
                  <c:v>45443</c:v>
                </c:pt>
                <c:pt idx="505">
                  <c:v>45442</c:v>
                </c:pt>
                <c:pt idx="506">
                  <c:v>45441</c:v>
                </c:pt>
                <c:pt idx="507">
                  <c:v>45440</c:v>
                </c:pt>
                <c:pt idx="508">
                  <c:v>45439</c:v>
                </c:pt>
                <c:pt idx="509">
                  <c:v>45436</c:v>
                </c:pt>
                <c:pt idx="510">
                  <c:v>45435</c:v>
                </c:pt>
                <c:pt idx="511">
                  <c:v>45434</c:v>
                </c:pt>
                <c:pt idx="512">
                  <c:v>45433</c:v>
                </c:pt>
                <c:pt idx="513">
                  <c:v>45432</c:v>
                </c:pt>
                <c:pt idx="514">
                  <c:v>45429</c:v>
                </c:pt>
                <c:pt idx="515">
                  <c:v>45428</c:v>
                </c:pt>
                <c:pt idx="516">
                  <c:v>45426</c:v>
                </c:pt>
                <c:pt idx="517">
                  <c:v>45425</c:v>
                </c:pt>
                <c:pt idx="518">
                  <c:v>45422</c:v>
                </c:pt>
                <c:pt idx="519">
                  <c:v>45421</c:v>
                </c:pt>
                <c:pt idx="520">
                  <c:v>45420</c:v>
                </c:pt>
                <c:pt idx="521">
                  <c:v>45419</c:v>
                </c:pt>
                <c:pt idx="522">
                  <c:v>45415</c:v>
                </c:pt>
                <c:pt idx="523">
                  <c:v>45414</c:v>
                </c:pt>
                <c:pt idx="524">
                  <c:v>45412</c:v>
                </c:pt>
                <c:pt idx="525">
                  <c:v>45411</c:v>
                </c:pt>
                <c:pt idx="526">
                  <c:v>45408</c:v>
                </c:pt>
                <c:pt idx="527">
                  <c:v>45407</c:v>
                </c:pt>
                <c:pt idx="528">
                  <c:v>45406</c:v>
                </c:pt>
                <c:pt idx="529">
                  <c:v>45405</c:v>
                </c:pt>
                <c:pt idx="530">
                  <c:v>45404</c:v>
                </c:pt>
                <c:pt idx="531">
                  <c:v>45401</c:v>
                </c:pt>
                <c:pt idx="532">
                  <c:v>45400</c:v>
                </c:pt>
                <c:pt idx="533">
                  <c:v>45399</c:v>
                </c:pt>
                <c:pt idx="534">
                  <c:v>45398</c:v>
                </c:pt>
                <c:pt idx="535">
                  <c:v>45397</c:v>
                </c:pt>
                <c:pt idx="536">
                  <c:v>45394</c:v>
                </c:pt>
                <c:pt idx="537">
                  <c:v>45393</c:v>
                </c:pt>
                <c:pt idx="538">
                  <c:v>45391</c:v>
                </c:pt>
                <c:pt idx="539">
                  <c:v>45390</c:v>
                </c:pt>
                <c:pt idx="540">
                  <c:v>45387</c:v>
                </c:pt>
                <c:pt idx="541">
                  <c:v>45386</c:v>
                </c:pt>
                <c:pt idx="542">
                  <c:v>45385</c:v>
                </c:pt>
                <c:pt idx="543">
                  <c:v>45384</c:v>
                </c:pt>
                <c:pt idx="544">
                  <c:v>45383</c:v>
                </c:pt>
                <c:pt idx="545">
                  <c:v>45380</c:v>
                </c:pt>
                <c:pt idx="546">
                  <c:v>45379</c:v>
                </c:pt>
                <c:pt idx="547">
                  <c:v>45378</c:v>
                </c:pt>
                <c:pt idx="548">
                  <c:v>45377</c:v>
                </c:pt>
                <c:pt idx="549">
                  <c:v>45376</c:v>
                </c:pt>
                <c:pt idx="550">
                  <c:v>45373</c:v>
                </c:pt>
                <c:pt idx="551">
                  <c:v>45372</c:v>
                </c:pt>
                <c:pt idx="552">
                  <c:v>45371</c:v>
                </c:pt>
                <c:pt idx="553">
                  <c:v>45370</c:v>
                </c:pt>
                <c:pt idx="554">
                  <c:v>45369</c:v>
                </c:pt>
                <c:pt idx="555">
                  <c:v>45366</c:v>
                </c:pt>
                <c:pt idx="556">
                  <c:v>45365</c:v>
                </c:pt>
                <c:pt idx="557">
                  <c:v>45364</c:v>
                </c:pt>
                <c:pt idx="558">
                  <c:v>45363</c:v>
                </c:pt>
                <c:pt idx="559">
                  <c:v>45362</c:v>
                </c:pt>
                <c:pt idx="560">
                  <c:v>45359</c:v>
                </c:pt>
                <c:pt idx="561">
                  <c:v>45358</c:v>
                </c:pt>
                <c:pt idx="562">
                  <c:v>45357</c:v>
                </c:pt>
                <c:pt idx="563">
                  <c:v>45356</c:v>
                </c:pt>
                <c:pt idx="564">
                  <c:v>45355</c:v>
                </c:pt>
                <c:pt idx="565">
                  <c:v>45351</c:v>
                </c:pt>
                <c:pt idx="566">
                  <c:v>45350</c:v>
                </c:pt>
                <c:pt idx="567">
                  <c:v>45349</c:v>
                </c:pt>
                <c:pt idx="568">
                  <c:v>45348</c:v>
                </c:pt>
                <c:pt idx="569">
                  <c:v>45345</c:v>
                </c:pt>
                <c:pt idx="570">
                  <c:v>45344</c:v>
                </c:pt>
                <c:pt idx="571">
                  <c:v>45343</c:v>
                </c:pt>
                <c:pt idx="572">
                  <c:v>45342</c:v>
                </c:pt>
                <c:pt idx="573">
                  <c:v>45341</c:v>
                </c:pt>
                <c:pt idx="574">
                  <c:v>45338</c:v>
                </c:pt>
                <c:pt idx="575">
                  <c:v>45337</c:v>
                </c:pt>
                <c:pt idx="576">
                  <c:v>45336</c:v>
                </c:pt>
                <c:pt idx="577">
                  <c:v>45335</c:v>
                </c:pt>
                <c:pt idx="578">
                  <c:v>45330</c:v>
                </c:pt>
                <c:pt idx="579">
                  <c:v>45329</c:v>
                </c:pt>
                <c:pt idx="580">
                  <c:v>45328</c:v>
                </c:pt>
                <c:pt idx="581">
                  <c:v>45327</c:v>
                </c:pt>
                <c:pt idx="582">
                  <c:v>45324</c:v>
                </c:pt>
                <c:pt idx="583">
                  <c:v>45323</c:v>
                </c:pt>
                <c:pt idx="584">
                  <c:v>45322</c:v>
                </c:pt>
                <c:pt idx="585">
                  <c:v>45321</c:v>
                </c:pt>
                <c:pt idx="586">
                  <c:v>45320</c:v>
                </c:pt>
                <c:pt idx="587">
                  <c:v>45317</c:v>
                </c:pt>
                <c:pt idx="588">
                  <c:v>45316</c:v>
                </c:pt>
                <c:pt idx="589">
                  <c:v>45315</c:v>
                </c:pt>
                <c:pt idx="590">
                  <c:v>45314</c:v>
                </c:pt>
                <c:pt idx="591">
                  <c:v>45313</c:v>
                </c:pt>
                <c:pt idx="592">
                  <c:v>45310</c:v>
                </c:pt>
                <c:pt idx="593">
                  <c:v>45309</c:v>
                </c:pt>
                <c:pt idx="594">
                  <c:v>45308</c:v>
                </c:pt>
                <c:pt idx="595">
                  <c:v>45307</c:v>
                </c:pt>
                <c:pt idx="596">
                  <c:v>45306</c:v>
                </c:pt>
                <c:pt idx="597">
                  <c:v>45303</c:v>
                </c:pt>
                <c:pt idx="598">
                  <c:v>45302</c:v>
                </c:pt>
                <c:pt idx="599">
                  <c:v>45301</c:v>
                </c:pt>
                <c:pt idx="600">
                  <c:v>45300</c:v>
                </c:pt>
                <c:pt idx="601">
                  <c:v>45299</c:v>
                </c:pt>
                <c:pt idx="602">
                  <c:v>45296</c:v>
                </c:pt>
                <c:pt idx="603">
                  <c:v>45295</c:v>
                </c:pt>
                <c:pt idx="604">
                  <c:v>45294</c:v>
                </c:pt>
                <c:pt idx="605">
                  <c:v>45293</c:v>
                </c:pt>
                <c:pt idx="606">
                  <c:v>45289</c:v>
                </c:pt>
                <c:pt idx="607">
                  <c:v>45288</c:v>
                </c:pt>
                <c:pt idx="608">
                  <c:v>45287</c:v>
                </c:pt>
                <c:pt idx="609">
                  <c:v>45286</c:v>
                </c:pt>
                <c:pt idx="610">
                  <c:v>45282</c:v>
                </c:pt>
                <c:pt idx="611">
                  <c:v>45281</c:v>
                </c:pt>
                <c:pt idx="612">
                  <c:v>45280</c:v>
                </c:pt>
                <c:pt idx="613">
                  <c:v>45279</c:v>
                </c:pt>
                <c:pt idx="614">
                  <c:v>45278</c:v>
                </c:pt>
                <c:pt idx="615">
                  <c:v>45275</c:v>
                </c:pt>
                <c:pt idx="616">
                  <c:v>45274</c:v>
                </c:pt>
                <c:pt idx="617">
                  <c:v>45273</c:v>
                </c:pt>
                <c:pt idx="618">
                  <c:v>45272</c:v>
                </c:pt>
                <c:pt idx="619">
                  <c:v>45271</c:v>
                </c:pt>
                <c:pt idx="620">
                  <c:v>45268</c:v>
                </c:pt>
                <c:pt idx="621">
                  <c:v>45267</c:v>
                </c:pt>
                <c:pt idx="622">
                  <c:v>45266</c:v>
                </c:pt>
                <c:pt idx="623">
                  <c:v>45265</c:v>
                </c:pt>
                <c:pt idx="624">
                  <c:v>45264</c:v>
                </c:pt>
                <c:pt idx="625">
                  <c:v>45261</c:v>
                </c:pt>
                <c:pt idx="626">
                  <c:v>45260</c:v>
                </c:pt>
                <c:pt idx="627">
                  <c:v>45259</c:v>
                </c:pt>
                <c:pt idx="628">
                  <c:v>45258</c:v>
                </c:pt>
                <c:pt idx="629">
                  <c:v>45257</c:v>
                </c:pt>
                <c:pt idx="630">
                  <c:v>45254</c:v>
                </c:pt>
                <c:pt idx="631">
                  <c:v>45253</c:v>
                </c:pt>
                <c:pt idx="632">
                  <c:v>45252</c:v>
                </c:pt>
                <c:pt idx="633">
                  <c:v>45251</c:v>
                </c:pt>
                <c:pt idx="634">
                  <c:v>45250</c:v>
                </c:pt>
                <c:pt idx="635">
                  <c:v>45247</c:v>
                </c:pt>
                <c:pt idx="636">
                  <c:v>45246</c:v>
                </c:pt>
                <c:pt idx="637">
                  <c:v>45245</c:v>
                </c:pt>
                <c:pt idx="638">
                  <c:v>45244</c:v>
                </c:pt>
                <c:pt idx="639">
                  <c:v>45243</c:v>
                </c:pt>
                <c:pt idx="640">
                  <c:v>45240</c:v>
                </c:pt>
                <c:pt idx="641">
                  <c:v>45239</c:v>
                </c:pt>
                <c:pt idx="642">
                  <c:v>45238</c:v>
                </c:pt>
                <c:pt idx="643">
                  <c:v>45237</c:v>
                </c:pt>
                <c:pt idx="644">
                  <c:v>45236</c:v>
                </c:pt>
                <c:pt idx="645">
                  <c:v>45233</c:v>
                </c:pt>
                <c:pt idx="646">
                  <c:v>45232</c:v>
                </c:pt>
                <c:pt idx="647">
                  <c:v>45231</c:v>
                </c:pt>
                <c:pt idx="648">
                  <c:v>45230</c:v>
                </c:pt>
                <c:pt idx="649">
                  <c:v>45229</c:v>
                </c:pt>
                <c:pt idx="650">
                  <c:v>45226</c:v>
                </c:pt>
                <c:pt idx="651">
                  <c:v>45225</c:v>
                </c:pt>
                <c:pt idx="652">
                  <c:v>45224</c:v>
                </c:pt>
                <c:pt idx="653">
                  <c:v>45223</c:v>
                </c:pt>
                <c:pt idx="654">
                  <c:v>45222</c:v>
                </c:pt>
                <c:pt idx="655">
                  <c:v>45219</c:v>
                </c:pt>
                <c:pt idx="656">
                  <c:v>45218</c:v>
                </c:pt>
                <c:pt idx="657">
                  <c:v>45217</c:v>
                </c:pt>
                <c:pt idx="658">
                  <c:v>45216</c:v>
                </c:pt>
                <c:pt idx="659">
                  <c:v>45215</c:v>
                </c:pt>
                <c:pt idx="660">
                  <c:v>45212</c:v>
                </c:pt>
                <c:pt idx="661">
                  <c:v>45211</c:v>
                </c:pt>
                <c:pt idx="662">
                  <c:v>45210</c:v>
                </c:pt>
                <c:pt idx="663">
                  <c:v>45209</c:v>
                </c:pt>
                <c:pt idx="664">
                  <c:v>45205</c:v>
                </c:pt>
                <c:pt idx="665">
                  <c:v>45204</c:v>
                </c:pt>
                <c:pt idx="666">
                  <c:v>45203</c:v>
                </c:pt>
                <c:pt idx="667">
                  <c:v>45196</c:v>
                </c:pt>
                <c:pt idx="668">
                  <c:v>45195</c:v>
                </c:pt>
                <c:pt idx="669">
                  <c:v>45194</c:v>
                </c:pt>
                <c:pt idx="670">
                  <c:v>45191</c:v>
                </c:pt>
                <c:pt idx="671">
                  <c:v>45190</c:v>
                </c:pt>
                <c:pt idx="672">
                  <c:v>45189</c:v>
                </c:pt>
                <c:pt idx="673">
                  <c:v>45188</c:v>
                </c:pt>
                <c:pt idx="674">
                  <c:v>45187</c:v>
                </c:pt>
                <c:pt idx="675">
                  <c:v>45184</c:v>
                </c:pt>
                <c:pt idx="676">
                  <c:v>45183</c:v>
                </c:pt>
                <c:pt idx="677">
                  <c:v>45182</c:v>
                </c:pt>
                <c:pt idx="678">
                  <c:v>45181</c:v>
                </c:pt>
                <c:pt idx="679">
                  <c:v>45180</c:v>
                </c:pt>
                <c:pt idx="680">
                  <c:v>45177</c:v>
                </c:pt>
                <c:pt idx="681">
                  <c:v>45176</c:v>
                </c:pt>
                <c:pt idx="682">
                  <c:v>45175</c:v>
                </c:pt>
                <c:pt idx="683">
                  <c:v>45174</c:v>
                </c:pt>
                <c:pt idx="684">
                  <c:v>45173</c:v>
                </c:pt>
                <c:pt idx="685">
                  <c:v>45170</c:v>
                </c:pt>
                <c:pt idx="686">
                  <c:v>45169</c:v>
                </c:pt>
                <c:pt idx="687">
                  <c:v>45168</c:v>
                </c:pt>
                <c:pt idx="688">
                  <c:v>45167</c:v>
                </c:pt>
                <c:pt idx="689">
                  <c:v>45166</c:v>
                </c:pt>
                <c:pt idx="690">
                  <c:v>45163</c:v>
                </c:pt>
                <c:pt idx="691">
                  <c:v>45162</c:v>
                </c:pt>
                <c:pt idx="692">
                  <c:v>45161</c:v>
                </c:pt>
                <c:pt idx="693">
                  <c:v>45160</c:v>
                </c:pt>
                <c:pt idx="694">
                  <c:v>45159</c:v>
                </c:pt>
                <c:pt idx="695">
                  <c:v>45156</c:v>
                </c:pt>
                <c:pt idx="696">
                  <c:v>45155</c:v>
                </c:pt>
                <c:pt idx="697">
                  <c:v>45154</c:v>
                </c:pt>
                <c:pt idx="698">
                  <c:v>45152</c:v>
                </c:pt>
                <c:pt idx="699">
                  <c:v>45149</c:v>
                </c:pt>
                <c:pt idx="700">
                  <c:v>45148</c:v>
                </c:pt>
                <c:pt idx="701">
                  <c:v>45147</c:v>
                </c:pt>
                <c:pt idx="702">
                  <c:v>45146</c:v>
                </c:pt>
                <c:pt idx="703">
                  <c:v>45145</c:v>
                </c:pt>
                <c:pt idx="704">
                  <c:v>45142</c:v>
                </c:pt>
                <c:pt idx="705">
                  <c:v>45141</c:v>
                </c:pt>
                <c:pt idx="706">
                  <c:v>45140</c:v>
                </c:pt>
                <c:pt idx="707">
                  <c:v>45139</c:v>
                </c:pt>
                <c:pt idx="708">
                  <c:v>45138</c:v>
                </c:pt>
                <c:pt idx="709">
                  <c:v>45135</c:v>
                </c:pt>
                <c:pt idx="710">
                  <c:v>45134</c:v>
                </c:pt>
                <c:pt idx="711">
                  <c:v>45133</c:v>
                </c:pt>
                <c:pt idx="712">
                  <c:v>45132</c:v>
                </c:pt>
                <c:pt idx="713">
                  <c:v>45131</c:v>
                </c:pt>
                <c:pt idx="714">
                  <c:v>45128</c:v>
                </c:pt>
                <c:pt idx="715">
                  <c:v>45127</c:v>
                </c:pt>
                <c:pt idx="716">
                  <c:v>45126</c:v>
                </c:pt>
                <c:pt idx="717">
                  <c:v>45125</c:v>
                </c:pt>
                <c:pt idx="718">
                  <c:v>45124</c:v>
                </c:pt>
                <c:pt idx="719">
                  <c:v>45121</c:v>
                </c:pt>
                <c:pt idx="720">
                  <c:v>45120</c:v>
                </c:pt>
                <c:pt idx="721">
                  <c:v>45119</c:v>
                </c:pt>
                <c:pt idx="722">
                  <c:v>45118</c:v>
                </c:pt>
                <c:pt idx="723">
                  <c:v>45117</c:v>
                </c:pt>
                <c:pt idx="724">
                  <c:v>45114</c:v>
                </c:pt>
                <c:pt idx="725">
                  <c:v>45113</c:v>
                </c:pt>
                <c:pt idx="726">
                  <c:v>45112</c:v>
                </c:pt>
                <c:pt idx="727">
                  <c:v>45111</c:v>
                </c:pt>
                <c:pt idx="728">
                  <c:v>45110</c:v>
                </c:pt>
                <c:pt idx="729">
                  <c:v>45107</c:v>
                </c:pt>
                <c:pt idx="730">
                  <c:v>45106</c:v>
                </c:pt>
                <c:pt idx="731">
                  <c:v>45105</c:v>
                </c:pt>
                <c:pt idx="732">
                  <c:v>45104</c:v>
                </c:pt>
                <c:pt idx="733">
                  <c:v>45103</c:v>
                </c:pt>
                <c:pt idx="734">
                  <c:v>45100</c:v>
                </c:pt>
                <c:pt idx="735">
                  <c:v>45099</c:v>
                </c:pt>
                <c:pt idx="736">
                  <c:v>45098</c:v>
                </c:pt>
                <c:pt idx="737">
                  <c:v>45097</c:v>
                </c:pt>
                <c:pt idx="738">
                  <c:v>45096</c:v>
                </c:pt>
                <c:pt idx="739">
                  <c:v>45093</c:v>
                </c:pt>
                <c:pt idx="740">
                  <c:v>45092</c:v>
                </c:pt>
                <c:pt idx="741">
                  <c:v>45091</c:v>
                </c:pt>
                <c:pt idx="742">
                  <c:v>45090</c:v>
                </c:pt>
                <c:pt idx="743">
                  <c:v>45089</c:v>
                </c:pt>
                <c:pt idx="744">
                  <c:v>45086</c:v>
                </c:pt>
                <c:pt idx="745">
                  <c:v>45085</c:v>
                </c:pt>
                <c:pt idx="746">
                  <c:v>45084</c:v>
                </c:pt>
                <c:pt idx="747">
                  <c:v>45082</c:v>
                </c:pt>
                <c:pt idx="748">
                  <c:v>45079</c:v>
                </c:pt>
                <c:pt idx="749">
                  <c:v>45078</c:v>
                </c:pt>
                <c:pt idx="750">
                  <c:v>45077</c:v>
                </c:pt>
                <c:pt idx="751">
                  <c:v>45076</c:v>
                </c:pt>
                <c:pt idx="752">
                  <c:v>45072</c:v>
                </c:pt>
                <c:pt idx="753">
                  <c:v>45071</c:v>
                </c:pt>
                <c:pt idx="754">
                  <c:v>45070</c:v>
                </c:pt>
                <c:pt idx="755">
                  <c:v>45069</c:v>
                </c:pt>
                <c:pt idx="756">
                  <c:v>45068</c:v>
                </c:pt>
                <c:pt idx="757">
                  <c:v>45065</c:v>
                </c:pt>
                <c:pt idx="758">
                  <c:v>45064</c:v>
                </c:pt>
                <c:pt idx="759">
                  <c:v>45063</c:v>
                </c:pt>
                <c:pt idx="760">
                  <c:v>45062</c:v>
                </c:pt>
                <c:pt idx="761">
                  <c:v>45061</c:v>
                </c:pt>
                <c:pt idx="762">
                  <c:v>45058</c:v>
                </c:pt>
                <c:pt idx="763">
                  <c:v>45057</c:v>
                </c:pt>
                <c:pt idx="764">
                  <c:v>45056</c:v>
                </c:pt>
                <c:pt idx="765">
                  <c:v>45055</c:v>
                </c:pt>
                <c:pt idx="766">
                  <c:v>45054</c:v>
                </c:pt>
                <c:pt idx="767">
                  <c:v>45050</c:v>
                </c:pt>
                <c:pt idx="768">
                  <c:v>45049</c:v>
                </c:pt>
                <c:pt idx="769">
                  <c:v>45048</c:v>
                </c:pt>
                <c:pt idx="770">
                  <c:v>45044</c:v>
                </c:pt>
                <c:pt idx="771">
                  <c:v>45043</c:v>
                </c:pt>
                <c:pt idx="772">
                  <c:v>45042</c:v>
                </c:pt>
                <c:pt idx="773">
                  <c:v>45041</c:v>
                </c:pt>
                <c:pt idx="774">
                  <c:v>45040</c:v>
                </c:pt>
                <c:pt idx="775">
                  <c:v>45037</c:v>
                </c:pt>
                <c:pt idx="776">
                  <c:v>45036</c:v>
                </c:pt>
                <c:pt idx="777">
                  <c:v>45035</c:v>
                </c:pt>
                <c:pt idx="778">
                  <c:v>45034</c:v>
                </c:pt>
                <c:pt idx="779">
                  <c:v>45033</c:v>
                </c:pt>
                <c:pt idx="780">
                  <c:v>45030</c:v>
                </c:pt>
                <c:pt idx="781">
                  <c:v>45029</c:v>
                </c:pt>
                <c:pt idx="782">
                  <c:v>45028</c:v>
                </c:pt>
                <c:pt idx="783">
                  <c:v>45027</c:v>
                </c:pt>
                <c:pt idx="784">
                  <c:v>45026</c:v>
                </c:pt>
                <c:pt idx="785">
                  <c:v>45023</c:v>
                </c:pt>
                <c:pt idx="786">
                  <c:v>45022</c:v>
                </c:pt>
                <c:pt idx="787">
                  <c:v>45021</c:v>
                </c:pt>
                <c:pt idx="788">
                  <c:v>45020</c:v>
                </c:pt>
                <c:pt idx="789">
                  <c:v>45019</c:v>
                </c:pt>
                <c:pt idx="790">
                  <c:v>45016</c:v>
                </c:pt>
                <c:pt idx="791">
                  <c:v>45015</c:v>
                </c:pt>
                <c:pt idx="792">
                  <c:v>45014</c:v>
                </c:pt>
                <c:pt idx="793">
                  <c:v>45013</c:v>
                </c:pt>
                <c:pt idx="794">
                  <c:v>45012</c:v>
                </c:pt>
                <c:pt idx="795">
                  <c:v>45009</c:v>
                </c:pt>
                <c:pt idx="796">
                  <c:v>45008</c:v>
                </c:pt>
                <c:pt idx="797">
                  <c:v>45007</c:v>
                </c:pt>
                <c:pt idx="798">
                  <c:v>45006</c:v>
                </c:pt>
                <c:pt idx="799">
                  <c:v>45005</c:v>
                </c:pt>
                <c:pt idx="800">
                  <c:v>45002</c:v>
                </c:pt>
                <c:pt idx="801">
                  <c:v>45001</c:v>
                </c:pt>
                <c:pt idx="802">
                  <c:v>45000</c:v>
                </c:pt>
                <c:pt idx="803">
                  <c:v>44999</c:v>
                </c:pt>
                <c:pt idx="804">
                  <c:v>44998</c:v>
                </c:pt>
                <c:pt idx="805">
                  <c:v>44995</c:v>
                </c:pt>
                <c:pt idx="806">
                  <c:v>44994</c:v>
                </c:pt>
                <c:pt idx="807">
                  <c:v>44993</c:v>
                </c:pt>
                <c:pt idx="808">
                  <c:v>44992</c:v>
                </c:pt>
                <c:pt idx="809">
                  <c:v>44991</c:v>
                </c:pt>
                <c:pt idx="810">
                  <c:v>44988</c:v>
                </c:pt>
                <c:pt idx="811">
                  <c:v>44987</c:v>
                </c:pt>
                <c:pt idx="812">
                  <c:v>44985</c:v>
                </c:pt>
                <c:pt idx="813">
                  <c:v>44984</c:v>
                </c:pt>
                <c:pt idx="814">
                  <c:v>44981</c:v>
                </c:pt>
                <c:pt idx="815">
                  <c:v>44980</c:v>
                </c:pt>
                <c:pt idx="816">
                  <c:v>44979</c:v>
                </c:pt>
                <c:pt idx="817">
                  <c:v>44978</c:v>
                </c:pt>
                <c:pt idx="818">
                  <c:v>44977</c:v>
                </c:pt>
                <c:pt idx="819">
                  <c:v>44974</c:v>
                </c:pt>
                <c:pt idx="820">
                  <c:v>44973</c:v>
                </c:pt>
                <c:pt idx="821">
                  <c:v>44972</c:v>
                </c:pt>
                <c:pt idx="822">
                  <c:v>44971</c:v>
                </c:pt>
                <c:pt idx="823">
                  <c:v>44970</c:v>
                </c:pt>
                <c:pt idx="824">
                  <c:v>44967</c:v>
                </c:pt>
                <c:pt idx="825">
                  <c:v>44966</c:v>
                </c:pt>
                <c:pt idx="826">
                  <c:v>44965</c:v>
                </c:pt>
                <c:pt idx="827">
                  <c:v>44964</c:v>
                </c:pt>
                <c:pt idx="828">
                  <c:v>44963</c:v>
                </c:pt>
                <c:pt idx="829">
                  <c:v>44960</c:v>
                </c:pt>
                <c:pt idx="830">
                  <c:v>44959</c:v>
                </c:pt>
                <c:pt idx="831">
                  <c:v>44958</c:v>
                </c:pt>
                <c:pt idx="832">
                  <c:v>44957</c:v>
                </c:pt>
                <c:pt idx="833">
                  <c:v>44956</c:v>
                </c:pt>
                <c:pt idx="834">
                  <c:v>44953</c:v>
                </c:pt>
                <c:pt idx="835">
                  <c:v>44952</c:v>
                </c:pt>
                <c:pt idx="836">
                  <c:v>44951</c:v>
                </c:pt>
                <c:pt idx="837">
                  <c:v>44946</c:v>
                </c:pt>
                <c:pt idx="838">
                  <c:v>44945</c:v>
                </c:pt>
                <c:pt idx="839">
                  <c:v>44944</c:v>
                </c:pt>
                <c:pt idx="840">
                  <c:v>44943</c:v>
                </c:pt>
                <c:pt idx="841">
                  <c:v>44942</c:v>
                </c:pt>
                <c:pt idx="842">
                  <c:v>44939</c:v>
                </c:pt>
                <c:pt idx="843">
                  <c:v>44938</c:v>
                </c:pt>
                <c:pt idx="844">
                  <c:v>44937</c:v>
                </c:pt>
                <c:pt idx="845">
                  <c:v>44936</c:v>
                </c:pt>
                <c:pt idx="846">
                  <c:v>44935</c:v>
                </c:pt>
                <c:pt idx="847">
                  <c:v>44932</c:v>
                </c:pt>
                <c:pt idx="848">
                  <c:v>44931</c:v>
                </c:pt>
                <c:pt idx="849">
                  <c:v>44930</c:v>
                </c:pt>
                <c:pt idx="850">
                  <c:v>44929</c:v>
                </c:pt>
                <c:pt idx="851">
                  <c:v>44928</c:v>
                </c:pt>
                <c:pt idx="852">
                  <c:v>44925</c:v>
                </c:pt>
                <c:pt idx="853">
                  <c:v>44924</c:v>
                </c:pt>
                <c:pt idx="854">
                  <c:v>44923</c:v>
                </c:pt>
                <c:pt idx="855">
                  <c:v>44922</c:v>
                </c:pt>
                <c:pt idx="856">
                  <c:v>44921</c:v>
                </c:pt>
                <c:pt idx="857">
                  <c:v>44918</c:v>
                </c:pt>
                <c:pt idx="858">
                  <c:v>44917</c:v>
                </c:pt>
                <c:pt idx="859">
                  <c:v>44916</c:v>
                </c:pt>
                <c:pt idx="860">
                  <c:v>44915</c:v>
                </c:pt>
                <c:pt idx="861">
                  <c:v>44914</c:v>
                </c:pt>
                <c:pt idx="862">
                  <c:v>44911</c:v>
                </c:pt>
                <c:pt idx="863">
                  <c:v>44910</c:v>
                </c:pt>
                <c:pt idx="864">
                  <c:v>44909</c:v>
                </c:pt>
                <c:pt idx="865">
                  <c:v>44908</c:v>
                </c:pt>
                <c:pt idx="866">
                  <c:v>44907</c:v>
                </c:pt>
                <c:pt idx="867">
                  <c:v>44904</c:v>
                </c:pt>
                <c:pt idx="868">
                  <c:v>44903</c:v>
                </c:pt>
                <c:pt idx="869">
                  <c:v>44902</c:v>
                </c:pt>
                <c:pt idx="870">
                  <c:v>44901</c:v>
                </c:pt>
                <c:pt idx="871">
                  <c:v>44900</c:v>
                </c:pt>
                <c:pt idx="872">
                  <c:v>44897</c:v>
                </c:pt>
                <c:pt idx="873">
                  <c:v>44896</c:v>
                </c:pt>
                <c:pt idx="874">
                  <c:v>44895</c:v>
                </c:pt>
                <c:pt idx="875">
                  <c:v>44894</c:v>
                </c:pt>
                <c:pt idx="876">
                  <c:v>44893</c:v>
                </c:pt>
                <c:pt idx="877">
                  <c:v>44890</c:v>
                </c:pt>
                <c:pt idx="878">
                  <c:v>44889</c:v>
                </c:pt>
                <c:pt idx="879">
                  <c:v>44888</c:v>
                </c:pt>
                <c:pt idx="880">
                  <c:v>44887</c:v>
                </c:pt>
                <c:pt idx="881">
                  <c:v>44886</c:v>
                </c:pt>
                <c:pt idx="882">
                  <c:v>44883</c:v>
                </c:pt>
                <c:pt idx="883">
                  <c:v>44882</c:v>
                </c:pt>
                <c:pt idx="884">
                  <c:v>44881</c:v>
                </c:pt>
                <c:pt idx="885">
                  <c:v>44880</c:v>
                </c:pt>
                <c:pt idx="886">
                  <c:v>44879</c:v>
                </c:pt>
                <c:pt idx="887">
                  <c:v>44876</c:v>
                </c:pt>
                <c:pt idx="888">
                  <c:v>44875</c:v>
                </c:pt>
                <c:pt idx="889">
                  <c:v>44874</c:v>
                </c:pt>
                <c:pt idx="890">
                  <c:v>44873</c:v>
                </c:pt>
                <c:pt idx="891">
                  <c:v>44872</c:v>
                </c:pt>
                <c:pt idx="892">
                  <c:v>44869</c:v>
                </c:pt>
                <c:pt idx="893">
                  <c:v>44868</c:v>
                </c:pt>
                <c:pt idx="894">
                  <c:v>44867</c:v>
                </c:pt>
                <c:pt idx="895">
                  <c:v>44866</c:v>
                </c:pt>
                <c:pt idx="896">
                  <c:v>44865</c:v>
                </c:pt>
                <c:pt idx="897">
                  <c:v>44862</c:v>
                </c:pt>
                <c:pt idx="898">
                  <c:v>44861</c:v>
                </c:pt>
                <c:pt idx="899">
                  <c:v>44860</c:v>
                </c:pt>
                <c:pt idx="900">
                  <c:v>44859</c:v>
                </c:pt>
                <c:pt idx="901">
                  <c:v>44858</c:v>
                </c:pt>
                <c:pt idx="902">
                  <c:v>44855</c:v>
                </c:pt>
                <c:pt idx="903">
                  <c:v>44854</c:v>
                </c:pt>
                <c:pt idx="904">
                  <c:v>44853</c:v>
                </c:pt>
                <c:pt idx="905">
                  <c:v>44852</c:v>
                </c:pt>
                <c:pt idx="906">
                  <c:v>44851</c:v>
                </c:pt>
                <c:pt idx="907">
                  <c:v>44848</c:v>
                </c:pt>
                <c:pt idx="908">
                  <c:v>44847</c:v>
                </c:pt>
                <c:pt idx="909">
                  <c:v>44846</c:v>
                </c:pt>
                <c:pt idx="910">
                  <c:v>44845</c:v>
                </c:pt>
                <c:pt idx="911">
                  <c:v>44841</c:v>
                </c:pt>
                <c:pt idx="912">
                  <c:v>44840</c:v>
                </c:pt>
                <c:pt idx="913">
                  <c:v>44839</c:v>
                </c:pt>
                <c:pt idx="914">
                  <c:v>44838</c:v>
                </c:pt>
                <c:pt idx="915">
                  <c:v>44834</c:v>
                </c:pt>
                <c:pt idx="916">
                  <c:v>44833</c:v>
                </c:pt>
                <c:pt idx="917">
                  <c:v>44832</c:v>
                </c:pt>
                <c:pt idx="918">
                  <c:v>44831</c:v>
                </c:pt>
                <c:pt idx="919">
                  <c:v>44830</c:v>
                </c:pt>
                <c:pt idx="920">
                  <c:v>44827</c:v>
                </c:pt>
                <c:pt idx="921">
                  <c:v>44826</c:v>
                </c:pt>
                <c:pt idx="922">
                  <c:v>44825</c:v>
                </c:pt>
                <c:pt idx="923">
                  <c:v>44824</c:v>
                </c:pt>
                <c:pt idx="924">
                  <c:v>44823</c:v>
                </c:pt>
                <c:pt idx="925">
                  <c:v>44820</c:v>
                </c:pt>
                <c:pt idx="926">
                  <c:v>44819</c:v>
                </c:pt>
                <c:pt idx="927">
                  <c:v>44818</c:v>
                </c:pt>
                <c:pt idx="928">
                  <c:v>44817</c:v>
                </c:pt>
                <c:pt idx="929">
                  <c:v>44812</c:v>
                </c:pt>
                <c:pt idx="930">
                  <c:v>44811</c:v>
                </c:pt>
                <c:pt idx="931">
                  <c:v>44810</c:v>
                </c:pt>
                <c:pt idx="932">
                  <c:v>44809</c:v>
                </c:pt>
                <c:pt idx="933">
                  <c:v>44806</c:v>
                </c:pt>
                <c:pt idx="934">
                  <c:v>44805</c:v>
                </c:pt>
                <c:pt idx="935">
                  <c:v>44804</c:v>
                </c:pt>
                <c:pt idx="936">
                  <c:v>44803</c:v>
                </c:pt>
                <c:pt idx="937">
                  <c:v>44802</c:v>
                </c:pt>
                <c:pt idx="938">
                  <c:v>44799</c:v>
                </c:pt>
                <c:pt idx="939">
                  <c:v>44798</c:v>
                </c:pt>
                <c:pt idx="940">
                  <c:v>44797</c:v>
                </c:pt>
                <c:pt idx="941">
                  <c:v>44796</c:v>
                </c:pt>
                <c:pt idx="942">
                  <c:v>44795</c:v>
                </c:pt>
                <c:pt idx="943">
                  <c:v>44792</c:v>
                </c:pt>
                <c:pt idx="944">
                  <c:v>44791</c:v>
                </c:pt>
                <c:pt idx="945">
                  <c:v>44790</c:v>
                </c:pt>
                <c:pt idx="946">
                  <c:v>44789</c:v>
                </c:pt>
                <c:pt idx="947">
                  <c:v>44785</c:v>
                </c:pt>
                <c:pt idx="948">
                  <c:v>44784</c:v>
                </c:pt>
                <c:pt idx="949">
                  <c:v>44783</c:v>
                </c:pt>
                <c:pt idx="950">
                  <c:v>44782</c:v>
                </c:pt>
                <c:pt idx="951">
                  <c:v>44781</c:v>
                </c:pt>
                <c:pt idx="952">
                  <c:v>44778</c:v>
                </c:pt>
                <c:pt idx="953">
                  <c:v>44777</c:v>
                </c:pt>
                <c:pt idx="954">
                  <c:v>44776</c:v>
                </c:pt>
                <c:pt idx="955">
                  <c:v>44775</c:v>
                </c:pt>
                <c:pt idx="956">
                  <c:v>44774</c:v>
                </c:pt>
                <c:pt idx="957">
                  <c:v>44771</c:v>
                </c:pt>
                <c:pt idx="958">
                  <c:v>44770</c:v>
                </c:pt>
                <c:pt idx="959">
                  <c:v>44769</c:v>
                </c:pt>
                <c:pt idx="960">
                  <c:v>44768</c:v>
                </c:pt>
                <c:pt idx="961">
                  <c:v>44767</c:v>
                </c:pt>
                <c:pt idx="962">
                  <c:v>44764</c:v>
                </c:pt>
                <c:pt idx="963">
                  <c:v>44763</c:v>
                </c:pt>
                <c:pt idx="964">
                  <c:v>44762</c:v>
                </c:pt>
                <c:pt idx="965">
                  <c:v>44761</c:v>
                </c:pt>
                <c:pt idx="966">
                  <c:v>44760</c:v>
                </c:pt>
                <c:pt idx="967">
                  <c:v>44757</c:v>
                </c:pt>
                <c:pt idx="968">
                  <c:v>44756</c:v>
                </c:pt>
                <c:pt idx="969">
                  <c:v>44755</c:v>
                </c:pt>
                <c:pt idx="970">
                  <c:v>44754</c:v>
                </c:pt>
                <c:pt idx="971">
                  <c:v>44753</c:v>
                </c:pt>
                <c:pt idx="972">
                  <c:v>44750</c:v>
                </c:pt>
                <c:pt idx="973">
                  <c:v>44749</c:v>
                </c:pt>
                <c:pt idx="974">
                  <c:v>44748</c:v>
                </c:pt>
                <c:pt idx="975">
                  <c:v>44747</c:v>
                </c:pt>
                <c:pt idx="976">
                  <c:v>44746</c:v>
                </c:pt>
                <c:pt idx="977">
                  <c:v>44743</c:v>
                </c:pt>
                <c:pt idx="978">
                  <c:v>44742</c:v>
                </c:pt>
                <c:pt idx="979">
                  <c:v>44741</c:v>
                </c:pt>
                <c:pt idx="980">
                  <c:v>44740</c:v>
                </c:pt>
                <c:pt idx="981">
                  <c:v>44739</c:v>
                </c:pt>
                <c:pt idx="982">
                  <c:v>44736</c:v>
                </c:pt>
                <c:pt idx="983">
                  <c:v>44735</c:v>
                </c:pt>
                <c:pt idx="984">
                  <c:v>44734</c:v>
                </c:pt>
                <c:pt idx="985">
                  <c:v>44733</c:v>
                </c:pt>
                <c:pt idx="986">
                  <c:v>44732</c:v>
                </c:pt>
                <c:pt idx="987">
                  <c:v>44729</c:v>
                </c:pt>
                <c:pt idx="988">
                  <c:v>44728</c:v>
                </c:pt>
                <c:pt idx="989">
                  <c:v>44727</c:v>
                </c:pt>
                <c:pt idx="990">
                  <c:v>44726</c:v>
                </c:pt>
                <c:pt idx="991">
                  <c:v>44725</c:v>
                </c:pt>
                <c:pt idx="992">
                  <c:v>44722</c:v>
                </c:pt>
                <c:pt idx="993">
                  <c:v>44721</c:v>
                </c:pt>
                <c:pt idx="994">
                  <c:v>44720</c:v>
                </c:pt>
                <c:pt idx="995">
                  <c:v>44719</c:v>
                </c:pt>
                <c:pt idx="996">
                  <c:v>44715</c:v>
                </c:pt>
                <c:pt idx="997">
                  <c:v>44714</c:v>
                </c:pt>
                <c:pt idx="998">
                  <c:v>44712</c:v>
                </c:pt>
                <c:pt idx="999">
                  <c:v>44711</c:v>
                </c:pt>
                <c:pt idx="1000">
                  <c:v>44708</c:v>
                </c:pt>
                <c:pt idx="1001">
                  <c:v>44707</c:v>
                </c:pt>
                <c:pt idx="1002">
                  <c:v>44706</c:v>
                </c:pt>
                <c:pt idx="1003">
                  <c:v>44705</c:v>
                </c:pt>
                <c:pt idx="1004">
                  <c:v>44704</c:v>
                </c:pt>
                <c:pt idx="1005">
                  <c:v>44701</c:v>
                </c:pt>
                <c:pt idx="1006">
                  <c:v>44700</c:v>
                </c:pt>
                <c:pt idx="1007">
                  <c:v>44699</c:v>
                </c:pt>
                <c:pt idx="1008">
                  <c:v>44698</c:v>
                </c:pt>
                <c:pt idx="1009">
                  <c:v>44697</c:v>
                </c:pt>
                <c:pt idx="1010">
                  <c:v>44694</c:v>
                </c:pt>
                <c:pt idx="1011">
                  <c:v>44693</c:v>
                </c:pt>
                <c:pt idx="1012">
                  <c:v>44692</c:v>
                </c:pt>
                <c:pt idx="1013">
                  <c:v>44691</c:v>
                </c:pt>
                <c:pt idx="1014">
                  <c:v>44690</c:v>
                </c:pt>
                <c:pt idx="1015">
                  <c:v>44687</c:v>
                </c:pt>
                <c:pt idx="1016">
                  <c:v>44685</c:v>
                </c:pt>
                <c:pt idx="1017">
                  <c:v>44684</c:v>
                </c:pt>
                <c:pt idx="1018">
                  <c:v>44683</c:v>
                </c:pt>
                <c:pt idx="1019">
                  <c:v>44680</c:v>
                </c:pt>
                <c:pt idx="1020">
                  <c:v>44679</c:v>
                </c:pt>
                <c:pt idx="1021">
                  <c:v>44678</c:v>
                </c:pt>
                <c:pt idx="1022">
                  <c:v>44677</c:v>
                </c:pt>
                <c:pt idx="1023">
                  <c:v>44676</c:v>
                </c:pt>
                <c:pt idx="1024">
                  <c:v>44673</c:v>
                </c:pt>
                <c:pt idx="1025">
                  <c:v>44672</c:v>
                </c:pt>
                <c:pt idx="1026">
                  <c:v>44671</c:v>
                </c:pt>
                <c:pt idx="1027">
                  <c:v>44670</c:v>
                </c:pt>
                <c:pt idx="1028">
                  <c:v>44669</c:v>
                </c:pt>
                <c:pt idx="1029">
                  <c:v>44666</c:v>
                </c:pt>
                <c:pt idx="1030">
                  <c:v>44665</c:v>
                </c:pt>
                <c:pt idx="1031">
                  <c:v>44664</c:v>
                </c:pt>
                <c:pt idx="1032">
                  <c:v>44663</c:v>
                </c:pt>
                <c:pt idx="1033">
                  <c:v>44662</c:v>
                </c:pt>
                <c:pt idx="1034">
                  <c:v>44659</c:v>
                </c:pt>
                <c:pt idx="1035">
                  <c:v>44658</c:v>
                </c:pt>
                <c:pt idx="1036">
                  <c:v>44657</c:v>
                </c:pt>
                <c:pt idx="1037">
                  <c:v>44656</c:v>
                </c:pt>
                <c:pt idx="1038">
                  <c:v>44655</c:v>
                </c:pt>
                <c:pt idx="1039">
                  <c:v>44652</c:v>
                </c:pt>
                <c:pt idx="1040">
                  <c:v>44651</c:v>
                </c:pt>
                <c:pt idx="1041">
                  <c:v>44650</c:v>
                </c:pt>
                <c:pt idx="1042">
                  <c:v>44649</c:v>
                </c:pt>
                <c:pt idx="1043">
                  <c:v>44648</c:v>
                </c:pt>
                <c:pt idx="1044">
                  <c:v>44645</c:v>
                </c:pt>
                <c:pt idx="1045">
                  <c:v>44644</c:v>
                </c:pt>
                <c:pt idx="1046">
                  <c:v>44643</c:v>
                </c:pt>
                <c:pt idx="1047">
                  <c:v>44642</c:v>
                </c:pt>
                <c:pt idx="1048">
                  <c:v>44641</c:v>
                </c:pt>
                <c:pt idx="1049">
                  <c:v>44638</c:v>
                </c:pt>
                <c:pt idx="1050">
                  <c:v>44637</c:v>
                </c:pt>
                <c:pt idx="1051">
                  <c:v>44636</c:v>
                </c:pt>
                <c:pt idx="1052">
                  <c:v>44635</c:v>
                </c:pt>
                <c:pt idx="1053">
                  <c:v>44634</c:v>
                </c:pt>
                <c:pt idx="1054">
                  <c:v>44631</c:v>
                </c:pt>
                <c:pt idx="1055">
                  <c:v>44630</c:v>
                </c:pt>
                <c:pt idx="1056">
                  <c:v>44628</c:v>
                </c:pt>
                <c:pt idx="1057">
                  <c:v>44627</c:v>
                </c:pt>
                <c:pt idx="1058">
                  <c:v>44624</c:v>
                </c:pt>
                <c:pt idx="1059">
                  <c:v>44623</c:v>
                </c:pt>
                <c:pt idx="1060">
                  <c:v>44622</c:v>
                </c:pt>
                <c:pt idx="1061">
                  <c:v>44620</c:v>
                </c:pt>
                <c:pt idx="1062">
                  <c:v>44617</c:v>
                </c:pt>
                <c:pt idx="1063">
                  <c:v>44616</c:v>
                </c:pt>
                <c:pt idx="1064">
                  <c:v>44615</c:v>
                </c:pt>
                <c:pt idx="1065">
                  <c:v>44614</c:v>
                </c:pt>
                <c:pt idx="1066">
                  <c:v>44613</c:v>
                </c:pt>
                <c:pt idx="1067">
                  <c:v>44610</c:v>
                </c:pt>
                <c:pt idx="1068">
                  <c:v>44609</c:v>
                </c:pt>
                <c:pt idx="1069">
                  <c:v>44608</c:v>
                </c:pt>
                <c:pt idx="1070">
                  <c:v>44607</c:v>
                </c:pt>
                <c:pt idx="1071">
                  <c:v>44606</c:v>
                </c:pt>
                <c:pt idx="1072">
                  <c:v>44603</c:v>
                </c:pt>
                <c:pt idx="1073">
                  <c:v>44602</c:v>
                </c:pt>
                <c:pt idx="1074">
                  <c:v>44601</c:v>
                </c:pt>
                <c:pt idx="1075">
                  <c:v>44600</c:v>
                </c:pt>
                <c:pt idx="1076">
                  <c:v>44599</c:v>
                </c:pt>
                <c:pt idx="1077">
                  <c:v>44596</c:v>
                </c:pt>
                <c:pt idx="1078">
                  <c:v>44595</c:v>
                </c:pt>
                <c:pt idx="1079">
                  <c:v>44589</c:v>
                </c:pt>
                <c:pt idx="1080">
                  <c:v>44588</c:v>
                </c:pt>
                <c:pt idx="1081">
                  <c:v>44587</c:v>
                </c:pt>
                <c:pt idx="1082">
                  <c:v>44586</c:v>
                </c:pt>
                <c:pt idx="1083">
                  <c:v>44585</c:v>
                </c:pt>
                <c:pt idx="1084">
                  <c:v>44582</c:v>
                </c:pt>
                <c:pt idx="1085">
                  <c:v>44581</c:v>
                </c:pt>
                <c:pt idx="1086">
                  <c:v>44580</c:v>
                </c:pt>
                <c:pt idx="1087">
                  <c:v>44579</c:v>
                </c:pt>
                <c:pt idx="1088">
                  <c:v>44578</c:v>
                </c:pt>
                <c:pt idx="1089">
                  <c:v>44575</c:v>
                </c:pt>
                <c:pt idx="1090">
                  <c:v>44574</c:v>
                </c:pt>
                <c:pt idx="1091">
                  <c:v>44573</c:v>
                </c:pt>
                <c:pt idx="1092">
                  <c:v>44572</c:v>
                </c:pt>
                <c:pt idx="1093">
                  <c:v>44571</c:v>
                </c:pt>
                <c:pt idx="1094">
                  <c:v>44568</c:v>
                </c:pt>
                <c:pt idx="1095">
                  <c:v>44567</c:v>
                </c:pt>
                <c:pt idx="1096">
                  <c:v>44566</c:v>
                </c:pt>
                <c:pt idx="1097">
                  <c:v>44565</c:v>
                </c:pt>
                <c:pt idx="1098">
                  <c:v>44564</c:v>
                </c:pt>
                <c:pt idx="1099">
                  <c:v>44561</c:v>
                </c:pt>
                <c:pt idx="1100">
                  <c:v>44560</c:v>
                </c:pt>
                <c:pt idx="1101">
                  <c:v>44559</c:v>
                </c:pt>
                <c:pt idx="1102">
                  <c:v>44558</c:v>
                </c:pt>
                <c:pt idx="1103">
                  <c:v>44557</c:v>
                </c:pt>
                <c:pt idx="1104">
                  <c:v>44554</c:v>
                </c:pt>
                <c:pt idx="1105">
                  <c:v>44553</c:v>
                </c:pt>
                <c:pt idx="1106">
                  <c:v>44552</c:v>
                </c:pt>
                <c:pt idx="1107">
                  <c:v>44551</c:v>
                </c:pt>
                <c:pt idx="1108">
                  <c:v>44550</c:v>
                </c:pt>
                <c:pt idx="1109">
                  <c:v>44547</c:v>
                </c:pt>
                <c:pt idx="1110">
                  <c:v>44546</c:v>
                </c:pt>
                <c:pt idx="1111">
                  <c:v>44545</c:v>
                </c:pt>
                <c:pt idx="1112">
                  <c:v>44544</c:v>
                </c:pt>
                <c:pt idx="1113">
                  <c:v>44543</c:v>
                </c:pt>
                <c:pt idx="1114">
                  <c:v>44540</c:v>
                </c:pt>
                <c:pt idx="1115">
                  <c:v>44539</c:v>
                </c:pt>
                <c:pt idx="1116">
                  <c:v>44538</c:v>
                </c:pt>
                <c:pt idx="1117">
                  <c:v>44537</c:v>
                </c:pt>
                <c:pt idx="1118">
                  <c:v>44536</c:v>
                </c:pt>
                <c:pt idx="1119">
                  <c:v>44533</c:v>
                </c:pt>
                <c:pt idx="1120">
                  <c:v>44532</c:v>
                </c:pt>
                <c:pt idx="1121">
                  <c:v>44531</c:v>
                </c:pt>
                <c:pt idx="1122">
                  <c:v>44530</c:v>
                </c:pt>
                <c:pt idx="1123">
                  <c:v>44529</c:v>
                </c:pt>
                <c:pt idx="1124">
                  <c:v>44526</c:v>
                </c:pt>
                <c:pt idx="1125">
                  <c:v>44525</c:v>
                </c:pt>
                <c:pt idx="1126">
                  <c:v>44524</c:v>
                </c:pt>
                <c:pt idx="1127">
                  <c:v>44523</c:v>
                </c:pt>
                <c:pt idx="1128">
                  <c:v>44522</c:v>
                </c:pt>
                <c:pt idx="1129">
                  <c:v>44519</c:v>
                </c:pt>
                <c:pt idx="1130">
                  <c:v>44518</c:v>
                </c:pt>
                <c:pt idx="1131">
                  <c:v>44517</c:v>
                </c:pt>
                <c:pt idx="1132">
                  <c:v>44516</c:v>
                </c:pt>
                <c:pt idx="1133">
                  <c:v>44515</c:v>
                </c:pt>
                <c:pt idx="1134">
                  <c:v>44512</c:v>
                </c:pt>
                <c:pt idx="1135">
                  <c:v>44511</c:v>
                </c:pt>
                <c:pt idx="1136">
                  <c:v>44510</c:v>
                </c:pt>
                <c:pt idx="1137">
                  <c:v>44509</c:v>
                </c:pt>
                <c:pt idx="1138">
                  <c:v>44508</c:v>
                </c:pt>
                <c:pt idx="1139">
                  <c:v>44505</c:v>
                </c:pt>
                <c:pt idx="1140">
                  <c:v>44504</c:v>
                </c:pt>
                <c:pt idx="1141">
                  <c:v>44503</c:v>
                </c:pt>
                <c:pt idx="1142">
                  <c:v>44502</c:v>
                </c:pt>
                <c:pt idx="1143">
                  <c:v>44501</c:v>
                </c:pt>
                <c:pt idx="1144">
                  <c:v>44498</c:v>
                </c:pt>
                <c:pt idx="1145">
                  <c:v>44497</c:v>
                </c:pt>
                <c:pt idx="1146">
                  <c:v>44496</c:v>
                </c:pt>
                <c:pt idx="1147">
                  <c:v>44495</c:v>
                </c:pt>
                <c:pt idx="1148">
                  <c:v>44494</c:v>
                </c:pt>
                <c:pt idx="1149">
                  <c:v>44491</c:v>
                </c:pt>
                <c:pt idx="1150">
                  <c:v>44490</c:v>
                </c:pt>
                <c:pt idx="1151">
                  <c:v>44489</c:v>
                </c:pt>
                <c:pt idx="1152">
                  <c:v>44488</c:v>
                </c:pt>
                <c:pt idx="1153">
                  <c:v>44487</c:v>
                </c:pt>
                <c:pt idx="1154">
                  <c:v>44484</c:v>
                </c:pt>
                <c:pt idx="1155">
                  <c:v>44483</c:v>
                </c:pt>
                <c:pt idx="1156">
                  <c:v>44482</c:v>
                </c:pt>
                <c:pt idx="1157">
                  <c:v>44481</c:v>
                </c:pt>
                <c:pt idx="1158">
                  <c:v>44477</c:v>
                </c:pt>
                <c:pt idx="1159">
                  <c:v>44476</c:v>
                </c:pt>
                <c:pt idx="1160">
                  <c:v>44475</c:v>
                </c:pt>
                <c:pt idx="1161">
                  <c:v>44474</c:v>
                </c:pt>
                <c:pt idx="1162">
                  <c:v>44470</c:v>
                </c:pt>
                <c:pt idx="1163">
                  <c:v>44469</c:v>
                </c:pt>
                <c:pt idx="1164">
                  <c:v>44468</c:v>
                </c:pt>
                <c:pt idx="1165">
                  <c:v>44467</c:v>
                </c:pt>
                <c:pt idx="1166">
                  <c:v>44466</c:v>
                </c:pt>
                <c:pt idx="1167">
                  <c:v>44463</c:v>
                </c:pt>
                <c:pt idx="1168">
                  <c:v>44462</c:v>
                </c:pt>
                <c:pt idx="1169">
                  <c:v>44456</c:v>
                </c:pt>
                <c:pt idx="1170">
                  <c:v>44455</c:v>
                </c:pt>
                <c:pt idx="1171">
                  <c:v>44454</c:v>
                </c:pt>
                <c:pt idx="1172">
                  <c:v>44453</c:v>
                </c:pt>
                <c:pt idx="1173">
                  <c:v>44452</c:v>
                </c:pt>
                <c:pt idx="1174">
                  <c:v>44449</c:v>
                </c:pt>
                <c:pt idx="1175">
                  <c:v>44448</c:v>
                </c:pt>
                <c:pt idx="1176">
                  <c:v>44447</c:v>
                </c:pt>
                <c:pt idx="1177">
                  <c:v>44446</c:v>
                </c:pt>
                <c:pt idx="1178">
                  <c:v>44445</c:v>
                </c:pt>
                <c:pt idx="1179">
                  <c:v>44442</c:v>
                </c:pt>
                <c:pt idx="1180">
                  <c:v>44441</c:v>
                </c:pt>
                <c:pt idx="1181">
                  <c:v>44440</c:v>
                </c:pt>
                <c:pt idx="1182">
                  <c:v>44439</c:v>
                </c:pt>
                <c:pt idx="1183">
                  <c:v>44438</c:v>
                </c:pt>
                <c:pt idx="1184">
                  <c:v>44435</c:v>
                </c:pt>
                <c:pt idx="1185">
                  <c:v>44434</c:v>
                </c:pt>
                <c:pt idx="1186">
                  <c:v>44433</c:v>
                </c:pt>
                <c:pt idx="1187">
                  <c:v>44432</c:v>
                </c:pt>
                <c:pt idx="1188">
                  <c:v>44431</c:v>
                </c:pt>
                <c:pt idx="1189">
                  <c:v>44428</c:v>
                </c:pt>
                <c:pt idx="1190">
                  <c:v>44427</c:v>
                </c:pt>
                <c:pt idx="1191">
                  <c:v>44426</c:v>
                </c:pt>
                <c:pt idx="1192">
                  <c:v>44425</c:v>
                </c:pt>
                <c:pt idx="1193">
                  <c:v>44421</c:v>
                </c:pt>
                <c:pt idx="1194">
                  <c:v>44420</c:v>
                </c:pt>
                <c:pt idx="1195">
                  <c:v>44419</c:v>
                </c:pt>
                <c:pt idx="1196">
                  <c:v>44418</c:v>
                </c:pt>
                <c:pt idx="1197">
                  <c:v>44417</c:v>
                </c:pt>
                <c:pt idx="1198">
                  <c:v>44414</c:v>
                </c:pt>
                <c:pt idx="1199">
                  <c:v>44413</c:v>
                </c:pt>
                <c:pt idx="1200">
                  <c:v>44412</c:v>
                </c:pt>
                <c:pt idx="1201">
                  <c:v>44411</c:v>
                </c:pt>
                <c:pt idx="1202">
                  <c:v>44410</c:v>
                </c:pt>
                <c:pt idx="1203">
                  <c:v>44407</c:v>
                </c:pt>
                <c:pt idx="1204">
                  <c:v>44406</c:v>
                </c:pt>
                <c:pt idx="1205">
                  <c:v>44405</c:v>
                </c:pt>
                <c:pt idx="1206">
                  <c:v>44404</c:v>
                </c:pt>
                <c:pt idx="1207">
                  <c:v>44403</c:v>
                </c:pt>
                <c:pt idx="1208">
                  <c:v>44400</c:v>
                </c:pt>
                <c:pt idx="1209">
                  <c:v>44399</c:v>
                </c:pt>
                <c:pt idx="1210">
                  <c:v>44398</c:v>
                </c:pt>
                <c:pt idx="1211">
                  <c:v>44397</c:v>
                </c:pt>
                <c:pt idx="1212">
                  <c:v>44396</c:v>
                </c:pt>
                <c:pt idx="1213">
                  <c:v>44393</c:v>
                </c:pt>
                <c:pt idx="1214">
                  <c:v>44392</c:v>
                </c:pt>
                <c:pt idx="1215">
                  <c:v>44391</c:v>
                </c:pt>
                <c:pt idx="1216">
                  <c:v>44390</c:v>
                </c:pt>
                <c:pt idx="1217">
                  <c:v>44389</c:v>
                </c:pt>
                <c:pt idx="1218">
                  <c:v>44386</c:v>
                </c:pt>
                <c:pt idx="1219">
                  <c:v>44385</c:v>
                </c:pt>
                <c:pt idx="1220">
                  <c:v>44384</c:v>
                </c:pt>
                <c:pt idx="1221">
                  <c:v>44383</c:v>
                </c:pt>
                <c:pt idx="1222">
                  <c:v>44382</c:v>
                </c:pt>
                <c:pt idx="1223">
                  <c:v>44379</c:v>
                </c:pt>
                <c:pt idx="1224">
                  <c:v>44378</c:v>
                </c:pt>
                <c:pt idx="1225">
                  <c:v>44377</c:v>
                </c:pt>
                <c:pt idx="1226">
                  <c:v>44376</c:v>
                </c:pt>
                <c:pt idx="1227">
                  <c:v>44375</c:v>
                </c:pt>
                <c:pt idx="1228">
                  <c:v>44372</c:v>
                </c:pt>
                <c:pt idx="1229">
                  <c:v>44371</c:v>
                </c:pt>
                <c:pt idx="1230">
                  <c:v>44370</c:v>
                </c:pt>
                <c:pt idx="1231">
                  <c:v>44369</c:v>
                </c:pt>
                <c:pt idx="1232">
                  <c:v>44368</c:v>
                </c:pt>
                <c:pt idx="1233">
                  <c:v>44365</c:v>
                </c:pt>
                <c:pt idx="1234">
                  <c:v>44364</c:v>
                </c:pt>
                <c:pt idx="1235">
                  <c:v>44363</c:v>
                </c:pt>
                <c:pt idx="1236">
                  <c:v>44362</c:v>
                </c:pt>
                <c:pt idx="1237">
                  <c:v>44361</c:v>
                </c:pt>
                <c:pt idx="1238">
                  <c:v>44358</c:v>
                </c:pt>
                <c:pt idx="1239">
                  <c:v>44357</c:v>
                </c:pt>
                <c:pt idx="1240">
                  <c:v>44356</c:v>
                </c:pt>
                <c:pt idx="1241">
                  <c:v>44355</c:v>
                </c:pt>
                <c:pt idx="1242">
                  <c:v>44354</c:v>
                </c:pt>
                <c:pt idx="1243">
                  <c:v>44351</c:v>
                </c:pt>
                <c:pt idx="1244">
                  <c:v>44350</c:v>
                </c:pt>
                <c:pt idx="1245">
                  <c:v>44349</c:v>
                </c:pt>
                <c:pt idx="1246">
                  <c:v>44348</c:v>
                </c:pt>
                <c:pt idx="1247">
                  <c:v>44347</c:v>
                </c:pt>
                <c:pt idx="1248">
                  <c:v>44344</c:v>
                </c:pt>
                <c:pt idx="1249">
                  <c:v>44343</c:v>
                </c:pt>
                <c:pt idx="1250">
                  <c:v>44342</c:v>
                </c:pt>
                <c:pt idx="1251">
                  <c:v>44341</c:v>
                </c:pt>
                <c:pt idx="1252">
                  <c:v>44340</c:v>
                </c:pt>
                <c:pt idx="1253">
                  <c:v>44337</c:v>
                </c:pt>
                <c:pt idx="1254">
                  <c:v>44336</c:v>
                </c:pt>
                <c:pt idx="1255">
                  <c:v>44334</c:v>
                </c:pt>
                <c:pt idx="1256">
                  <c:v>44333</c:v>
                </c:pt>
                <c:pt idx="1257">
                  <c:v>44330</c:v>
                </c:pt>
                <c:pt idx="1258">
                  <c:v>44329</c:v>
                </c:pt>
                <c:pt idx="1259">
                  <c:v>44328</c:v>
                </c:pt>
                <c:pt idx="1260">
                  <c:v>44327</c:v>
                </c:pt>
                <c:pt idx="1261">
                  <c:v>44326</c:v>
                </c:pt>
                <c:pt idx="1262">
                  <c:v>44323</c:v>
                </c:pt>
                <c:pt idx="1263">
                  <c:v>44322</c:v>
                </c:pt>
                <c:pt idx="1264">
                  <c:v>44320</c:v>
                </c:pt>
                <c:pt idx="1265">
                  <c:v>44319</c:v>
                </c:pt>
                <c:pt idx="1266">
                  <c:v>44316</c:v>
                </c:pt>
                <c:pt idx="1267">
                  <c:v>44315</c:v>
                </c:pt>
                <c:pt idx="1268">
                  <c:v>44314</c:v>
                </c:pt>
                <c:pt idx="1269">
                  <c:v>44313</c:v>
                </c:pt>
                <c:pt idx="1270">
                  <c:v>44312</c:v>
                </c:pt>
                <c:pt idx="1271">
                  <c:v>44309</c:v>
                </c:pt>
                <c:pt idx="1272">
                  <c:v>44308</c:v>
                </c:pt>
                <c:pt idx="1273">
                  <c:v>44307</c:v>
                </c:pt>
                <c:pt idx="1274">
                  <c:v>44306</c:v>
                </c:pt>
                <c:pt idx="1275">
                  <c:v>44305</c:v>
                </c:pt>
                <c:pt idx="1276">
                  <c:v>44302</c:v>
                </c:pt>
                <c:pt idx="1277">
                  <c:v>44301</c:v>
                </c:pt>
                <c:pt idx="1278">
                  <c:v>44300</c:v>
                </c:pt>
                <c:pt idx="1279">
                  <c:v>44299</c:v>
                </c:pt>
                <c:pt idx="1280">
                  <c:v>44298</c:v>
                </c:pt>
                <c:pt idx="1281">
                  <c:v>44295</c:v>
                </c:pt>
                <c:pt idx="1282">
                  <c:v>44294</c:v>
                </c:pt>
                <c:pt idx="1283">
                  <c:v>44293</c:v>
                </c:pt>
                <c:pt idx="1284">
                  <c:v>44292</c:v>
                </c:pt>
                <c:pt idx="1285">
                  <c:v>44291</c:v>
                </c:pt>
                <c:pt idx="1286">
                  <c:v>44288</c:v>
                </c:pt>
                <c:pt idx="1287">
                  <c:v>44287</c:v>
                </c:pt>
                <c:pt idx="1288">
                  <c:v>44286</c:v>
                </c:pt>
                <c:pt idx="1289">
                  <c:v>44285</c:v>
                </c:pt>
                <c:pt idx="1290">
                  <c:v>44284</c:v>
                </c:pt>
                <c:pt idx="1291">
                  <c:v>44281</c:v>
                </c:pt>
                <c:pt idx="1292">
                  <c:v>44280</c:v>
                </c:pt>
                <c:pt idx="1293">
                  <c:v>44279</c:v>
                </c:pt>
                <c:pt idx="1294">
                  <c:v>44278</c:v>
                </c:pt>
                <c:pt idx="1295">
                  <c:v>44277</c:v>
                </c:pt>
                <c:pt idx="1296">
                  <c:v>44274</c:v>
                </c:pt>
                <c:pt idx="1297">
                  <c:v>44273</c:v>
                </c:pt>
                <c:pt idx="1298">
                  <c:v>44272</c:v>
                </c:pt>
                <c:pt idx="1299">
                  <c:v>44271</c:v>
                </c:pt>
                <c:pt idx="1300">
                  <c:v>44270</c:v>
                </c:pt>
                <c:pt idx="1301">
                  <c:v>44267</c:v>
                </c:pt>
                <c:pt idx="1302">
                  <c:v>44266</c:v>
                </c:pt>
                <c:pt idx="1303">
                  <c:v>44265</c:v>
                </c:pt>
                <c:pt idx="1304">
                  <c:v>44264</c:v>
                </c:pt>
                <c:pt idx="1305">
                  <c:v>44263</c:v>
                </c:pt>
                <c:pt idx="1306">
                  <c:v>44260</c:v>
                </c:pt>
                <c:pt idx="1307">
                  <c:v>44259</c:v>
                </c:pt>
                <c:pt idx="1308">
                  <c:v>44258</c:v>
                </c:pt>
                <c:pt idx="1309">
                  <c:v>44257</c:v>
                </c:pt>
                <c:pt idx="1310">
                  <c:v>44253</c:v>
                </c:pt>
                <c:pt idx="1311">
                  <c:v>44252</c:v>
                </c:pt>
                <c:pt idx="1312">
                  <c:v>44251</c:v>
                </c:pt>
                <c:pt idx="1313">
                  <c:v>44250</c:v>
                </c:pt>
                <c:pt idx="1314">
                  <c:v>44249</c:v>
                </c:pt>
                <c:pt idx="1315">
                  <c:v>44246</c:v>
                </c:pt>
                <c:pt idx="1316">
                  <c:v>44245</c:v>
                </c:pt>
                <c:pt idx="1317">
                  <c:v>44244</c:v>
                </c:pt>
                <c:pt idx="1318">
                  <c:v>44243</c:v>
                </c:pt>
                <c:pt idx="1319">
                  <c:v>44242</c:v>
                </c:pt>
                <c:pt idx="1320">
                  <c:v>44237</c:v>
                </c:pt>
                <c:pt idx="1321">
                  <c:v>44236</c:v>
                </c:pt>
                <c:pt idx="1322">
                  <c:v>44235</c:v>
                </c:pt>
                <c:pt idx="1323">
                  <c:v>44232</c:v>
                </c:pt>
                <c:pt idx="1324">
                  <c:v>44231</c:v>
                </c:pt>
                <c:pt idx="1325">
                  <c:v>44230</c:v>
                </c:pt>
                <c:pt idx="1326">
                  <c:v>44229</c:v>
                </c:pt>
                <c:pt idx="1327">
                  <c:v>44228</c:v>
                </c:pt>
                <c:pt idx="1328">
                  <c:v>44225</c:v>
                </c:pt>
                <c:pt idx="1329">
                  <c:v>44224</c:v>
                </c:pt>
                <c:pt idx="1330">
                  <c:v>44223</c:v>
                </c:pt>
                <c:pt idx="1331">
                  <c:v>44222</c:v>
                </c:pt>
                <c:pt idx="1332">
                  <c:v>44221</c:v>
                </c:pt>
                <c:pt idx="1333">
                  <c:v>44218</c:v>
                </c:pt>
                <c:pt idx="1334">
                  <c:v>44217</c:v>
                </c:pt>
                <c:pt idx="1335">
                  <c:v>44216</c:v>
                </c:pt>
                <c:pt idx="1336">
                  <c:v>44215</c:v>
                </c:pt>
                <c:pt idx="1337">
                  <c:v>44214</c:v>
                </c:pt>
                <c:pt idx="1338">
                  <c:v>44211</c:v>
                </c:pt>
                <c:pt idx="1339">
                  <c:v>44210</c:v>
                </c:pt>
                <c:pt idx="1340">
                  <c:v>44209</c:v>
                </c:pt>
                <c:pt idx="1341">
                  <c:v>44208</c:v>
                </c:pt>
                <c:pt idx="1342">
                  <c:v>44207</c:v>
                </c:pt>
                <c:pt idx="1343">
                  <c:v>44204</c:v>
                </c:pt>
                <c:pt idx="1344">
                  <c:v>44203</c:v>
                </c:pt>
                <c:pt idx="1345">
                  <c:v>44202</c:v>
                </c:pt>
                <c:pt idx="1346">
                  <c:v>44201</c:v>
                </c:pt>
                <c:pt idx="1347">
                  <c:v>44200</c:v>
                </c:pt>
                <c:pt idx="1348">
                  <c:v>44196</c:v>
                </c:pt>
                <c:pt idx="1349">
                  <c:v>44195</c:v>
                </c:pt>
                <c:pt idx="1350">
                  <c:v>44194</c:v>
                </c:pt>
                <c:pt idx="1351">
                  <c:v>44193</c:v>
                </c:pt>
                <c:pt idx="1352">
                  <c:v>44189</c:v>
                </c:pt>
                <c:pt idx="1353">
                  <c:v>44188</c:v>
                </c:pt>
                <c:pt idx="1354">
                  <c:v>44187</c:v>
                </c:pt>
                <c:pt idx="1355">
                  <c:v>44186</c:v>
                </c:pt>
                <c:pt idx="1356">
                  <c:v>44183</c:v>
                </c:pt>
                <c:pt idx="1357">
                  <c:v>44182</c:v>
                </c:pt>
                <c:pt idx="1358">
                  <c:v>44181</c:v>
                </c:pt>
                <c:pt idx="1359">
                  <c:v>44180</c:v>
                </c:pt>
                <c:pt idx="1360">
                  <c:v>44179</c:v>
                </c:pt>
                <c:pt idx="1361">
                  <c:v>44176</c:v>
                </c:pt>
                <c:pt idx="1362">
                  <c:v>44175</c:v>
                </c:pt>
                <c:pt idx="1363">
                  <c:v>44174</c:v>
                </c:pt>
                <c:pt idx="1364">
                  <c:v>44173</c:v>
                </c:pt>
                <c:pt idx="1365">
                  <c:v>44172</c:v>
                </c:pt>
                <c:pt idx="1366">
                  <c:v>44169</c:v>
                </c:pt>
                <c:pt idx="1367">
                  <c:v>44168</c:v>
                </c:pt>
                <c:pt idx="1368">
                  <c:v>44167</c:v>
                </c:pt>
                <c:pt idx="1369">
                  <c:v>44166</c:v>
                </c:pt>
                <c:pt idx="1370">
                  <c:v>44165</c:v>
                </c:pt>
                <c:pt idx="1371">
                  <c:v>44162</c:v>
                </c:pt>
                <c:pt idx="1372">
                  <c:v>44161</c:v>
                </c:pt>
                <c:pt idx="1373">
                  <c:v>44160</c:v>
                </c:pt>
                <c:pt idx="1374">
                  <c:v>44159</c:v>
                </c:pt>
                <c:pt idx="1375">
                  <c:v>44158</c:v>
                </c:pt>
                <c:pt idx="1376">
                  <c:v>44155</c:v>
                </c:pt>
                <c:pt idx="1377">
                  <c:v>44154</c:v>
                </c:pt>
                <c:pt idx="1378">
                  <c:v>44153</c:v>
                </c:pt>
                <c:pt idx="1379">
                  <c:v>44152</c:v>
                </c:pt>
                <c:pt idx="1380">
                  <c:v>44151</c:v>
                </c:pt>
                <c:pt idx="1381">
                  <c:v>44148</c:v>
                </c:pt>
                <c:pt idx="1382">
                  <c:v>44147</c:v>
                </c:pt>
                <c:pt idx="1383">
                  <c:v>44146</c:v>
                </c:pt>
                <c:pt idx="1384">
                  <c:v>44145</c:v>
                </c:pt>
                <c:pt idx="1385">
                  <c:v>44144</c:v>
                </c:pt>
                <c:pt idx="1386">
                  <c:v>44141</c:v>
                </c:pt>
                <c:pt idx="1387">
                  <c:v>44140</c:v>
                </c:pt>
                <c:pt idx="1388">
                  <c:v>44139</c:v>
                </c:pt>
                <c:pt idx="1389">
                  <c:v>44138</c:v>
                </c:pt>
                <c:pt idx="1390">
                  <c:v>44137</c:v>
                </c:pt>
                <c:pt idx="1391">
                  <c:v>44134</c:v>
                </c:pt>
                <c:pt idx="1392">
                  <c:v>44133</c:v>
                </c:pt>
                <c:pt idx="1393">
                  <c:v>44132</c:v>
                </c:pt>
                <c:pt idx="1394">
                  <c:v>44131</c:v>
                </c:pt>
                <c:pt idx="1395">
                  <c:v>44130</c:v>
                </c:pt>
                <c:pt idx="1396">
                  <c:v>44127</c:v>
                </c:pt>
                <c:pt idx="1397">
                  <c:v>44126</c:v>
                </c:pt>
                <c:pt idx="1398">
                  <c:v>44125</c:v>
                </c:pt>
                <c:pt idx="1399">
                  <c:v>44124</c:v>
                </c:pt>
                <c:pt idx="1400">
                  <c:v>44123</c:v>
                </c:pt>
                <c:pt idx="1401">
                  <c:v>44120</c:v>
                </c:pt>
                <c:pt idx="1402">
                  <c:v>44119</c:v>
                </c:pt>
                <c:pt idx="1403">
                  <c:v>44118</c:v>
                </c:pt>
                <c:pt idx="1404">
                  <c:v>44117</c:v>
                </c:pt>
                <c:pt idx="1405">
                  <c:v>44116</c:v>
                </c:pt>
                <c:pt idx="1406">
                  <c:v>44112</c:v>
                </c:pt>
                <c:pt idx="1407">
                  <c:v>44111</c:v>
                </c:pt>
                <c:pt idx="1408">
                  <c:v>44110</c:v>
                </c:pt>
                <c:pt idx="1409">
                  <c:v>44109</c:v>
                </c:pt>
                <c:pt idx="1410">
                  <c:v>44103</c:v>
                </c:pt>
                <c:pt idx="1411">
                  <c:v>44102</c:v>
                </c:pt>
                <c:pt idx="1412">
                  <c:v>44099</c:v>
                </c:pt>
                <c:pt idx="1413">
                  <c:v>44098</c:v>
                </c:pt>
                <c:pt idx="1414">
                  <c:v>44097</c:v>
                </c:pt>
                <c:pt idx="1415">
                  <c:v>44096</c:v>
                </c:pt>
                <c:pt idx="1416">
                  <c:v>44095</c:v>
                </c:pt>
                <c:pt idx="1417">
                  <c:v>44092</c:v>
                </c:pt>
                <c:pt idx="1418">
                  <c:v>44091</c:v>
                </c:pt>
                <c:pt idx="1419">
                  <c:v>44090</c:v>
                </c:pt>
                <c:pt idx="1420">
                  <c:v>44089</c:v>
                </c:pt>
                <c:pt idx="1421">
                  <c:v>44088</c:v>
                </c:pt>
                <c:pt idx="1422">
                  <c:v>44085</c:v>
                </c:pt>
                <c:pt idx="1423">
                  <c:v>44084</c:v>
                </c:pt>
                <c:pt idx="1424">
                  <c:v>44083</c:v>
                </c:pt>
                <c:pt idx="1425">
                  <c:v>44082</c:v>
                </c:pt>
                <c:pt idx="1426">
                  <c:v>44081</c:v>
                </c:pt>
                <c:pt idx="1427">
                  <c:v>44078</c:v>
                </c:pt>
                <c:pt idx="1428">
                  <c:v>44077</c:v>
                </c:pt>
                <c:pt idx="1429">
                  <c:v>44076</c:v>
                </c:pt>
                <c:pt idx="1430">
                  <c:v>44075</c:v>
                </c:pt>
                <c:pt idx="1431">
                  <c:v>44074</c:v>
                </c:pt>
                <c:pt idx="1432">
                  <c:v>44071</c:v>
                </c:pt>
                <c:pt idx="1433">
                  <c:v>44070</c:v>
                </c:pt>
                <c:pt idx="1434">
                  <c:v>44069</c:v>
                </c:pt>
                <c:pt idx="1435">
                  <c:v>44068</c:v>
                </c:pt>
                <c:pt idx="1436">
                  <c:v>44067</c:v>
                </c:pt>
                <c:pt idx="1437">
                  <c:v>44064</c:v>
                </c:pt>
                <c:pt idx="1438">
                  <c:v>44063</c:v>
                </c:pt>
                <c:pt idx="1439">
                  <c:v>44062</c:v>
                </c:pt>
                <c:pt idx="1440">
                  <c:v>44061</c:v>
                </c:pt>
                <c:pt idx="1441">
                  <c:v>44057</c:v>
                </c:pt>
                <c:pt idx="1442">
                  <c:v>44056</c:v>
                </c:pt>
                <c:pt idx="1443">
                  <c:v>44055</c:v>
                </c:pt>
                <c:pt idx="1444">
                  <c:v>44054</c:v>
                </c:pt>
                <c:pt idx="1445">
                  <c:v>44053</c:v>
                </c:pt>
                <c:pt idx="1446">
                  <c:v>44050</c:v>
                </c:pt>
                <c:pt idx="1447">
                  <c:v>44049</c:v>
                </c:pt>
                <c:pt idx="1448">
                  <c:v>44048</c:v>
                </c:pt>
                <c:pt idx="1449">
                  <c:v>44047</c:v>
                </c:pt>
                <c:pt idx="1450">
                  <c:v>44046</c:v>
                </c:pt>
                <c:pt idx="1451">
                  <c:v>44043</c:v>
                </c:pt>
                <c:pt idx="1452">
                  <c:v>44042</c:v>
                </c:pt>
                <c:pt idx="1453">
                  <c:v>44041</c:v>
                </c:pt>
                <c:pt idx="1454">
                  <c:v>44040</c:v>
                </c:pt>
                <c:pt idx="1455">
                  <c:v>44039</c:v>
                </c:pt>
                <c:pt idx="1456">
                  <c:v>44036</c:v>
                </c:pt>
                <c:pt idx="1457">
                  <c:v>44035</c:v>
                </c:pt>
                <c:pt idx="1458">
                  <c:v>44034</c:v>
                </c:pt>
                <c:pt idx="1459">
                  <c:v>44033</c:v>
                </c:pt>
                <c:pt idx="1460">
                  <c:v>44032</c:v>
                </c:pt>
                <c:pt idx="1461">
                  <c:v>44029</c:v>
                </c:pt>
                <c:pt idx="1462">
                  <c:v>44028</c:v>
                </c:pt>
                <c:pt idx="1463">
                  <c:v>44027</c:v>
                </c:pt>
                <c:pt idx="1464">
                  <c:v>44026</c:v>
                </c:pt>
                <c:pt idx="1465">
                  <c:v>44025</c:v>
                </c:pt>
                <c:pt idx="1466">
                  <c:v>44022</c:v>
                </c:pt>
                <c:pt idx="1467">
                  <c:v>44021</c:v>
                </c:pt>
                <c:pt idx="1468">
                  <c:v>44020</c:v>
                </c:pt>
                <c:pt idx="1469">
                  <c:v>44019</c:v>
                </c:pt>
                <c:pt idx="1470">
                  <c:v>44018</c:v>
                </c:pt>
                <c:pt idx="1471">
                  <c:v>44015</c:v>
                </c:pt>
                <c:pt idx="1472">
                  <c:v>44014</c:v>
                </c:pt>
                <c:pt idx="1473">
                  <c:v>44013</c:v>
                </c:pt>
                <c:pt idx="1474">
                  <c:v>44012</c:v>
                </c:pt>
                <c:pt idx="1475">
                  <c:v>44011</c:v>
                </c:pt>
                <c:pt idx="1476">
                  <c:v>44008</c:v>
                </c:pt>
                <c:pt idx="1477">
                  <c:v>44007</c:v>
                </c:pt>
                <c:pt idx="1478">
                  <c:v>44006</c:v>
                </c:pt>
                <c:pt idx="1479">
                  <c:v>44005</c:v>
                </c:pt>
                <c:pt idx="1480">
                  <c:v>44004</c:v>
                </c:pt>
                <c:pt idx="1481">
                  <c:v>44001</c:v>
                </c:pt>
                <c:pt idx="1482">
                  <c:v>44000</c:v>
                </c:pt>
                <c:pt idx="1483">
                  <c:v>43999</c:v>
                </c:pt>
                <c:pt idx="1484">
                  <c:v>43998</c:v>
                </c:pt>
                <c:pt idx="1485">
                  <c:v>43997</c:v>
                </c:pt>
                <c:pt idx="1486">
                  <c:v>43994</c:v>
                </c:pt>
                <c:pt idx="1487">
                  <c:v>43993</c:v>
                </c:pt>
                <c:pt idx="1488">
                  <c:v>43992</c:v>
                </c:pt>
                <c:pt idx="1489">
                  <c:v>43991</c:v>
                </c:pt>
                <c:pt idx="1490">
                  <c:v>43990</c:v>
                </c:pt>
                <c:pt idx="1491">
                  <c:v>43987</c:v>
                </c:pt>
                <c:pt idx="1492">
                  <c:v>43986</c:v>
                </c:pt>
                <c:pt idx="1493">
                  <c:v>43985</c:v>
                </c:pt>
                <c:pt idx="1494">
                  <c:v>43984</c:v>
                </c:pt>
                <c:pt idx="1495">
                  <c:v>43983</c:v>
                </c:pt>
                <c:pt idx="1496">
                  <c:v>43980</c:v>
                </c:pt>
                <c:pt idx="1497">
                  <c:v>43979</c:v>
                </c:pt>
                <c:pt idx="1498">
                  <c:v>43978</c:v>
                </c:pt>
                <c:pt idx="1499">
                  <c:v>43977</c:v>
                </c:pt>
                <c:pt idx="1500">
                  <c:v>43976</c:v>
                </c:pt>
                <c:pt idx="1501">
                  <c:v>43973</c:v>
                </c:pt>
                <c:pt idx="1502">
                  <c:v>43972</c:v>
                </c:pt>
                <c:pt idx="1503">
                  <c:v>43971</c:v>
                </c:pt>
                <c:pt idx="1504">
                  <c:v>43970</c:v>
                </c:pt>
                <c:pt idx="1505">
                  <c:v>43969</c:v>
                </c:pt>
                <c:pt idx="1506">
                  <c:v>43966</c:v>
                </c:pt>
                <c:pt idx="1507">
                  <c:v>43965</c:v>
                </c:pt>
                <c:pt idx="1508">
                  <c:v>43964</c:v>
                </c:pt>
                <c:pt idx="1509">
                  <c:v>43963</c:v>
                </c:pt>
                <c:pt idx="1510">
                  <c:v>43962</c:v>
                </c:pt>
                <c:pt idx="1511">
                  <c:v>43959</c:v>
                </c:pt>
                <c:pt idx="1512">
                  <c:v>43958</c:v>
                </c:pt>
                <c:pt idx="1513">
                  <c:v>43957</c:v>
                </c:pt>
                <c:pt idx="1514">
                  <c:v>43955</c:v>
                </c:pt>
                <c:pt idx="1515">
                  <c:v>43950</c:v>
                </c:pt>
                <c:pt idx="1516">
                  <c:v>43949</c:v>
                </c:pt>
                <c:pt idx="1517">
                  <c:v>43948</c:v>
                </c:pt>
                <c:pt idx="1518">
                  <c:v>43945</c:v>
                </c:pt>
                <c:pt idx="1519">
                  <c:v>43944</c:v>
                </c:pt>
                <c:pt idx="1520">
                  <c:v>43943</c:v>
                </c:pt>
                <c:pt idx="1521">
                  <c:v>43942</c:v>
                </c:pt>
                <c:pt idx="1522">
                  <c:v>43941</c:v>
                </c:pt>
                <c:pt idx="1523">
                  <c:v>43938</c:v>
                </c:pt>
                <c:pt idx="1524">
                  <c:v>43937</c:v>
                </c:pt>
                <c:pt idx="1525">
                  <c:v>43935</c:v>
                </c:pt>
                <c:pt idx="1526">
                  <c:v>43934</c:v>
                </c:pt>
                <c:pt idx="1527">
                  <c:v>43931</c:v>
                </c:pt>
                <c:pt idx="1528">
                  <c:v>43930</c:v>
                </c:pt>
                <c:pt idx="1529">
                  <c:v>43929</c:v>
                </c:pt>
                <c:pt idx="1530">
                  <c:v>43928</c:v>
                </c:pt>
                <c:pt idx="1531">
                  <c:v>43927</c:v>
                </c:pt>
                <c:pt idx="1532">
                  <c:v>43924</c:v>
                </c:pt>
                <c:pt idx="1533">
                  <c:v>43923</c:v>
                </c:pt>
                <c:pt idx="1534">
                  <c:v>43922</c:v>
                </c:pt>
                <c:pt idx="1535">
                  <c:v>43921</c:v>
                </c:pt>
                <c:pt idx="1536">
                  <c:v>43920</c:v>
                </c:pt>
                <c:pt idx="1537">
                  <c:v>43917</c:v>
                </c:pt>
                <c:pt idx="1538">
                  <c:v>43916</c:v>
                </c:pt>
                <c:pt idx="1539">
                  <c:v>43915</c:v>
                </c:pt>
                <c:pt idx="1540">
                  <c:v>43914</c:v>
                </c:pt>
                <c:pt idx="1541">
                  <c:v>43913</c:v>
                </c:pt>
                <c:pt idx="1542">
                  <c:v>43910</c:v>
                </c:pt>
                <c:pt idx="1543">
                  <c:v>43909</c:v>
                </c:pt>
                <c:pt idx="1544">
                  <c:v>43908</c:v>
                </c:pt>
                <c:pt idx="1545">
                  <c:v>43907</c:v>
                </c:pt>
                <c:pt idx="1546">
                  <c:v>43906</c:v>
                </c:pt>
                <c:pt idx="1547">
                  <c:v>43903</c:v>
                </c:pt>
                <c:pt idx="1548">
                  <c:v>43902</c:v>
                </c:pt>
                <c:pt idx="1549">
                  <c:v>43901</c:v>
                </c:pt>
                <c:pt idx="1550">
                  <c:v>43900</c:v>
                </c:pt>
                <c:pt idx="1551">
                  <c:v>43899</c:v>
                </c:pt>
                <c:pt idx="1552">
                  <c:v>43896</c:v>
                </c:pt>
                <c:pt idx="1553">
                  <c:v>43895</c:v>
                </c:pt>
                <c:pt idx="1554">
                  <c:v>43894</c:v>
                </c:pt>
                <c:pt idx="1555">
                  <c:v>43893</c:v>
                </c:pt>
                <c:pt idx="1556">
                  <c:v>43892</c:v>
                </c:pt>
                <c:pt idx="1557">
                  <c:v>43889</c:v>
                </c:pt>
                <c:pt idx="1558">
                  <c:v>43888</c:v>
                </c:pt>
                <c:pt idx="1559">
                  <c:v>43887</c:v>
                </c:pt>
                <c:pt idx="1560">
                  <c:v>43886</c:v>
                </c:pt>
                <c:pt idx="1561">
                  <c:v>43885</c:v>
                </c:pt>
                <c:pt idx="1562">
                  <c:v>43882</c:v>
                </c:pt>
                <c:pt idx="1563">
                  <c:v>43881</c:v>
                </c:pt>
                <c:pt idx="1564">
                  <c:v>43880</c:v>
                </c:pt>
                <c:pt idx="1565">
                  <c:v>43879</c:v>
                </c:pt>
                <c:pt idx="1566">
                  <c:v>43878</c:v>
                </c:pt>
                <c:pt idx="1567">
                  <c:v>43875</c:v>
                </c:pt>
                <c:pt idx="1568">
                  <c:v>43874</c:v>
                </c:pt>
                <c:pt idx="1569">
                  <c:v>43873</c:v>
                </c:pt>
                <c:pt idx="1570">
                  <c:v>43872</c:v>
                </c:pt>
                <c:pt idx="1571">
                  <c:v>43871</c:v>
                </c:pt>
                <c:pt idx="1572">
                  <c:v>43868</c:v>
                </c:pt>
                <c:pt idx="1573">
                  <c:v>43867</c:v>
                </c:pt>
                <c:pt idx="1574">
                  <c:v>43866</c:v>
                </c:pt>
                <c:pt idx="1575">
                  <c:v>43865</c:v>
                </c:pt>
                <c:pt idx="1576">
                  <c:v>43864</c:v>
                </c:pt>
                <c:pt idx="1577">
                  <c:v>43861</c:v>
                </c:pt>
                <c:pt idx="1578">
                  <c:v>43860</c:v>
                </c:pt>
                <c:pt idx="1579">
                  <c:v>43859</c:v>
                </c:pt>
                <c:pt idx="1580">
                  <c:v>43858</c:v>
                </c:pt>
                <c:pt idx="1581">
                  <c:v>43853</c:v>
                </c:pt>
                <c:pt idx="1582">
                  <c:v>43852</c:v>
                </c:pt>
                <c:pt idx="1583">
                  <c:v>43851</c:v>
                </c:pt>
                <c:pt idx="1584">
                  <c:v>43850</c:v>
                </c:pt>
                <c:pt idx="1585">
                  <c:v>43847</c:v>
                </c:pt>
                <c:pt idx="1586">
                  <c:v>43846</c:v>
                </c:pt>
                <c:pt idx="1587">
                  <c:v>43845</c:v>
                </c:pt>
                <c:pt idx="1588">
                  <c:v>43844</c:v>
                </c:pt>
                <c:pt idx="1589">
                  <c:v>43843</c:v>
                </c:pt>
                <c:pt idx="1590">
                  <c:v>43840</c:v>
                </c:pt>
                <c:pt idx="1591">
                  <c:v>43839</c:v>
                </c:pt>
                <c:pt idx="1592">
                  <c:v>43838</c:v>
                </c:pt>
                <c:pt idx="1593">
                  <c:v>43837</c:v>
                </c:pt>
                <c:pt idx="1594">
                  <c:v>43836</c:v>
                </c:pt>
                <c:pt idx="1595">
                  <c:v>43833</c:v>
                </c:pt>
                <c:pt idx="1596">
                  <c:v>43832</c:v>
                </c:pt>
                <c:pt idx="1597">
                  <c:v>43830</c:v>
                </c:pt>
                <c:pt idx="1598">
                  <c:v>43829</c:v>
                </c:pt>
                <c:pt idx="1599">
                  <c:v>43826</c:v>
                </c:pt>
                <c:pt idx="1600">
                  <c:v>43825</c:v>
                </c:pt>
                <c:pt idx="1601">
                  <c:v>43823</c:v>
                </c:pt>
                <c:pt idx="1602">
                  <c:v>43822</c:v>
                </c:pt>
                <c:pt idx="1603">
                  <c:v>43819</c:v>
                </c:pt>
                <c:pt idx="1604">
                  <c:v>43818</c:v>
                </c:pt>
                <c:pt idx="1605">
                  <c:v>43817</c:v>
                </c:pt>
                <c:pt idx="1606">
                  <c:v>43816</c:v>
                </c:pt>
                <c:pt idx="1607">
                  <c:v>43815</c:v>
                </c:pt>
                <c:pt idx="1608">
                  <c:v>43812</c:v>
                </c:pt>
                <c:pt idx="1609">
                  <c:v>43811</c:v>
                </c:pt>
                <c:pt idx="1610">
                  <c:v>43810</c:v>
                </c:pt>
                <c:pt idx="1611">
                  <c:v>43809</c:v>
                </c:pt>
                <c:pt idx="1612">
                  <c:v>43808</c:v>
                </c:pt>
                <c:pt idx="1613">
                  <c:v>43805</c:v>
                </c:pt>
                <c:pt idx="1614">
                  <c:v>43804</c:v>
                </c:pt>
                <c:pt idx="1615">
                  <c:v>43803</c:v>
                </c:pt>
                <c:pt idx="1616">
                  <c:v>43802</c:v>
                </c:pt>
                <c:pt idx="1617">
                  <c:v>43801</c:v>
                </c:pt>
                <c:pt idx="1618">
                  <c:v>43798</c:v>
                </c:pt>
                <c:pt idx="1619">
                  <c:v>43797</c:v>
                </c:pt>
                <c:pt idx="1620">
                  <c:v>43796</c:v>
                </c:pt>
                <c:pt idx="1621">
                  <c:v>43795</c:v>
                </c:pt>
                <c:pt idx="1622">
                  <c:v>43794</c:v>
                </c:pt>
                <c:pt idx="1623">
                  <c:v>43791</c:v>
                </c:pt>
                <c:pt idx="1624">
                  <c:v>43790</c:v>
                </c:pt>
                <c:pt idx="1625">
                  <c:v>43789</c:v>
                </c:pt>
                <c:pt idx="1626">
                  <c:v>43788</c:v>
                </c:pt>
                <c:pt idx="1627">
                  <c:v>43787</c:v>
                </c:pt>
                <c:pt idx="1628">
                  <c:v>43784</c:v>
                </c:pt>
                <c:pt idx="1629">
                  <c:v>43783</c:v>
                </c:pt>
                <c:pt idx="1630">
                  <c:v>43782</c:v>
                </c:pt>
                <c:pt idx="1631">
                  <c:v>43781</c:v>
                </c:pt>
                <c:pt idx="1632">
                  <c:v>43780</c:v>
                </c:pt>
                <c:pt idx="1633">
                  <c:v>43777</c:v>
                </c:pt>
                <c:pt idx="1634">
                  <c:v>43776</c:v>
                </c:pt>
                <c:pt idx="1635">
                  <c:v>43775</c:v>
                </c:pt>
                <c:pt idx="1636">
                  <c:v>43774</c:v>
                </c:pt>
                <c:pt idx="1637">
                  <c:v>43773</c:v>
                </c:pt>
                <c:pt idx="1638">
                  <c:v>43770</c:v>
                </c:pt>
                <c:pt idx="1639">
                  <c:v>43769</c:v>
                </c:pt>
                <c:pt idx="1640">
                  <c:v>43768</c:v>
                </c:pt>
                <c:pt idx="1641">
                  <c:v>43767</c:v>
                </c:pt>
                <c:pt idx="1642">
                  <c:v>43766</c:v>
                </c:pt>
                <c:pt idx="1643">
                  <c:v>43763</c:v>
                </c:pt>
                <c:pt idx="1644">
                  <c:v>43762</c:v>
                </c:pt>
                <c:pt idx="1645">
                  <c:v>43761</c:v>
                </c:pt>
                <c:pt idx="1646">
                  <c:v>43760</c:v>
                </c:pt>
                <c:pt idx="1647">
                  <c:v>43759</c:v>
                </c:pt>
                <c:pt idx="1648">
                  <c:v>43756</c:v>
                </c:pt>
                <c:pt idx="1649">
                  <c:v>43755</c:v>
                </c:pt>
                <c:pt idx="1650">
                  <c:v>43754</c:v>
                </c:pt>
                <c:pt idx="1651">
                  <c:v>43753</c:v>
                </c:pt>
                <c:pt idx="1652">
                  <c:v>43752</c:v>
                </c:pt>
                <c:pt idx="1653">
                  <c:v>43749</c:v>
                </c:pt>
                <c:pt idx="1654">
                  <c:v>43748</c:v>
                </c:pt>
                <c:pt idx="1655">
                  <c:v>43746</c:v>
                </c:pt>
                <c:pt idx="1656">
                  <c:v>43745</c:v>
                </c:pt>
                <c:pt idx="1657">
                  <c:v>43742</c:v>
                </c:pt>
                <c:pt idx="1658">
                  <c:v>43740</c:v>
                </c:pt>
                <c:pt idx="1659">
                  <c:v>43739</c:v>
                </c:pt>
                <c:pt idx="1660">
                  <c:v>43738</c:v>
                </c:pt>
                <c:pt idx="1661">
                  <c:v>43735</c:v>
                </c:pt>
                <c:pt idx="1662">
                  <c:v>43734</c:v>
                </c:pt>
                <c:pt idx="1663">
                  <c:v>43733</c:v>
                </c:pt>
                <c:pt idx="1664">
                  <c:v>43732</c:v>
                </c:pt>
                <c:pt idx="1665">
                  <c:v>43731</c:v>
                </c:pt>
                <c:pt idx="1666">
                  <c:v>43728</c:v>
                </c:pt>
                <c:pt idx="1667">
                  <c:v>43727</c:v>
                </c:pt>
                <c:pt idx="1668">
                  <c:v>43726</c:v>
                </c:pt>
                <c:pt idx="1669">
                  <c:v>43725</c:v>
                </c:pt>
                <c:pt idx="1670">
                  <c:v>43724</c:v>
                </c:pt>
                <c:pt idx="1671">
                  <c:v>43719</c:v>
                </c:pt>
                <c:pt idx="1672">
                  <c:v>43718</c:v>
                </c:pt>
                <c:pt idx="1673">
                  <c:v>43717</c:v>
                </c:pt>
                <c:pt idx="1674">
                  <c:v>43714</c:v>
                </c:pt>
                <c:pt idx="1675">
                  <c:v>43713</c:v>
                </c:pt>
                <c:pt idx="1676">
                  <c:v>43712</c:v>
                </c:pt>
                <c:pt idx="1677">
                  <c:v>43711</c:v>
                </c:pt>
                <c:pt idx="1678">
                  <c:v>43710</c:v>
                </c:pt>
                <c:pt idx="1679">
                  <c:v>43707</c:v>
                </c:pt>
                <c:pt idx="1680">
                  <c:v>43706</c:v>
                </c:pt>
                <c:pt idx="1681">
                  <c:v>43705</c:v>
                </c:pt>
                <c:pt idx="1682">
                  <c:v>43704</c:v>
                </c:pt>
                <c:pt idx="1683">
                  <c:v>43703</c:v>
                </c:pt>
                <c:pt idx="1684">
                  <c:v>43700</c:v>
                </c:pt>
                <c:pt idx="1685">
                  <c:v>43699</c:v>
                </c:pt>
                <c:pt idx="1686">
                  <c:v>43698</c:v>
                </c:pt>
                <c:pt idx="1687">
                  <c:v>43697</c:v>
                </c:pt>
                <c:pt idx="1688">
                  <c:v>43696</c:v>
                </c:pt>
                <c:pt idx="1689">
                  <c:v>43693</c:v>
                </c:pt>
                <c:pt idx="1690">
                  <c:v>43691</c:v>
                </c:pt>
                <c:pt idx="1691">
                  <c:v>43690</c:v>
                </c:pt>
                <c:pt idx="1692">
                  <c:v>43689</c:v>
                </c:pt>
                <c:pt idx="1693">
                  <c:v>43686</c:v>
                </c:pt>
                <c:pt idx="1694">
                  <c:v>43685</c:v>
                </c:pt>
                <c:pt idx="1695">
                  <c:v>43684</c:v>
                </c:pt>
                <c:pt idx="1696">
                  <c:v>43683</c:v>
                </c:pt>
                <c:pt idx="1697">
                  <c:v>43682</c:v>
                </c:pt>
                <c:pt idx="1698">
                  <c:v>43679</c:v>
                </c:pt>
                <c:pt idx="1699">
                  <c:v>43678</c:v>
                </c:pt>
                <c:pt idx="1700">
                  <c:v>43677</c:v>
                </c:pt>
                <c:pt idx="1701">
                  <c:v>43676</c:v>
                </c:pt>
                <c:pt idx="1702">
                  <c:v>43675</c:v>
                </c:pt>
                <c:pt idx="1703">
                  <c:v>43672</c:v>
                </c:pt>
                <c:pt idx="1704">
                  <c:v>43671</c:v>
                </c:pt>
                <c:pt idx="1705">
                  <c:v>43670</c:v>
                </c:pt>
                <c:pt idx="1706">
                  <c:v>43669</c:v>
                </c:pt>
                <c:pt idx="1707">
                  <c:v>43668</c:v>
                </c:pt>
                <c:pt idx="1708">
                  <c:v>43665</c:v>
                </c:pt>
                <c:pt idx="1709">
                  <c:v>43664</c:v>
                </c:pt>
                <c:pt idx="1710">
                  <c:v>43663</c:v>
                </c:pt>
                <c:pt idx="1711">
                  <c:v>43662</c:v>
                </c:pt>
                <c:pt idx="1712">
                  <c:v>43661</c:v>
                </c:pt>
                <c:pt idx="1713">
                  <c:v>43658</c:v>
                </c:pt>
                <c:pt idx="1714">
                  <c:v>43657</c:v>
                </c:pt>
                <c:pt idx="1715">
                  <c:v>43656</c:v>
                </c:pt>
                <c:pt idx="1716">
                  <c:v>43655</c:v>
                </c:pt>
                <c:pt idx="1717">
                  <c:v>43654</c:v>
                </c:pt>
                <c:pt idx="1718">
                  <c:v>43651</c:v>
                </c:pt>
                <c:pt idx="1719">
                  <c:v>43650</c:v>
                </c:pt>
                <c:pt idx="1720">
                  <c:v>43649</c:v>
                </c:pt>
                <c:pt idx="1721">
                  <c:v>43648</c:v>
                </c:pt>
                <c:pt idx="1722">
                  <c:v>43647</c:v>
                </c:pt>
                <c:pt idx="1723">
                  <c:v>43644</c:v>
                </c:pt>
                <c:pt idx="1724">
                  <c:v>43643</c:v>
                </c:pt>
                <c:pt idx="1725">
                  <c:v>43642</c:v>
                </c:pt>
                <c:pt idx="1726">
                  <c:v>43641</c:v>
                </c:pt>
                <c:pt idx="1727">
                  <c:v>43640</c:v>
                </c:pt>
                <c:pt idx="1728">
                  <c:v>43637</c:v>
                </c:pt>
                <c:pt idx="1729">
                  <c:v>43636</c:v>
                </c:pt>
                <c:pt idx="1730">
                  <c:v>43635</c:v>
                </c:pt>
                <c:pt idx="1731">
                  <c:v>43634</c:v>
                </c:pt>
                <c:pt idx="1732">
                  <c:v>43633</c:v>
                </c:pt>
                <c:pt idx="1733">
                  <c:v>43630</c:v>
                </c:pt>
                <c:pt idx="1734">
                  <c:v>43629</c:v>
                </c:pt>
                <c:pt idx="1735">
                  <c:v>43628</c:v>
                </c:pt>
                <c:pt idx="1736">
                  <c:v>43627</c:v>
                </c:pt>
                <c:pt idx="1737">
                  <c:v>43626</c:v>
                </c:pt>
                <c:pt idx="1738">
                  <c:v>43623</c:v>
                </c:pt>
                <c:pt idx="1739">
                  <c:v>43621</c:v>
                </c:pt>
                <c:pt idx="1740">
                  <c:v>43620</c:v>
                </c:pt>
                <c:pt idx="1741">
                  <c:v>43619</c:v>
                </c:pt>
                <c:pt idx="1742">
                  <c:v>43616</c:v>
                </c:pt>
                <c:pt idx="1743">
                  <c:v>43615</c:v>
                </c:pt>
                <c:pt idx="1744">
                  <c:v>43614</c:v>
                </c:pt>
                <c:pt idx="1745">
                  <c:v>43613</c:v>
                </c:pt>
                <c:pt idx="1746">
                  <c:v>43612</c:v>
                </c:pt>
                <c:pt idx="1747">
                  <c:v>43609</c:v>
                </c:pt>
                <c:pt idx="1748">
                  <c:v>43608</c:v>
                </c:pt>
                <c:pt idx="1749">
                  <c:v>43607</c:v>
                </c:pt>
                <c:pt idx="1750">
                  <c:v>43606</c:v>
                </c:pt>
                <c:pt idx="1751">
                  <c:v>43605</c:v>
                </c:pt>
                <c:pt idx="1752">
                  <c:v>43602</c:v>
                </c:pt>
                <c:pt idx="1753">
                  <c:v>43601</c:v>
                </c:pt>
                <c:pt idx="1754">
                  <c:v>43600</c:v>
                </c:pt>
                <c:pt idx="1755">
                  <c:v>43599</c:v>
                </c:pt>
                <c:pt idx="1756">
                  <c:v>43598</c:v>
                </c:pt>
                <c:pt idx="1757">
                  <c:v>43595</c:v>
                </c:pt>
                <c:pt idx="1758">
                  <c:v>43594</c:v>
                </c:pt>
                <c:pt idx="1759">
                  <c:v>43593</c:v>
                </c:pt>
                <c:pt idx="1760">
                  <c:v>43592</c:v>
                </c:pt>
                <c:pt idx="1761">
                  <c:v>43588</c:v>
                </c:pt>
                <c:pt idx="1762">
                  <c:v>43587</c:v>
                </c:pt>
                <c:pt idx="1763">
                  <c:v>43585</c:v>
                </c:pt>
                <c:pt idx="1764">
                  <c:v>43584</c:v>
                </c:pt>
                <c:pt idx="1765">
                  <c:v>43581</c:v>
                </c:pt>
                <c:pt idx="1766">
                  <c:v>43580</c:v>
                </c:pt>
                <c:pt idx="1767">
                  <c:v>43579</c:v>
                </c:pt>
                <c:pt idx="1768">
                  <c:v>43578</c:v>
                </c:pt>
                <c:pt idx="1769">
                  <c:v>43577</c:v>
                </c:pt>
                <c:pt idx="1770">
                  <c:v>43574</c:v>
                </c:pt>
                <c:pt idx="1771">
                  <c:v>43573</c:v>
                </c:pt>
                <c:pt idx="1772">
                  <c:v>43572</c:v>
                </c:pt>
                <c:pt idx="1773">
                  <c:v>43571</c:v>
                </c:pt>
                <c:pt idx="1774">
                  <c:v>43570</c:v>
                </c:pt>
                <c:pt idx="1775">
                  <c:v>43567</c:v>
                </c:pt>
                <c:pt idx="1776">
                  <c:v>43566</c:v>
                </c:pt>
                <c:pt idx="1777">
                  <c:v>43565</c:v>
                </c:pt>
                <c:pt idx="1778">
                  <c:v>43564</c:v>
                </c:pt>
                <c:pt idx="1779">
                  <c:v>43563</c:v>
                </c:pt>
                <c:pt idx="1780">
                  <c:v>43560</c:v>
                </c:pt>
                <c:pt idx="1781">
                  <c:v>43559</c:v>
                </c:pt>
                <c:pt idx="1782">
                  <c:v>43558</c:v>
                </c:pt>
                <c:pt idx="1783">
                  <c:v>43557</c:v>
                </c:pt>
                <c:pt idx="1784">
                  <c:v>43556</c:v>
                </c:pt>
                <c:pt idx="1785">
                  <c:v>43553</c:v>
                </c:pt>
                <c:pt idx="1786">
                  <c:v>43552</c:v>
                </c:pt>
                <c:pt idx="1787">
                  <c:v>43551</c:v>
                </c:pt>
                <c:pt idx="1788">
                  <c:v>43550</c:v>
                </c:pt>
                <c:pt idx="1789">
                  <c:v>43549</c:v>
                </c:pt>
                <c:pt idx="1790">
                  <c:v>43546</c:v>
                </c:pt>
                <c:pt idx="1791">
                  <c:v>43545</c:v>
                </c:pt>
                <c:pt idx="1792">
                  <c:v>43544</c:v>
                </c:pt>
                <c:pt idx="1793">
                  <c:v>43543</c:v>
                </c:pt>
                <c:pt idx="1794">
                  <c:v>43542</c:v>
                </c:pt>
                <c:pt idx="1795">
                  <c:v>43539</c:v>
                </c:pt>
                <c:pt idx="1796">
                  <c:v>43538</c:v>
                </c:pt>
                <c:pt idx="1797">
                  <c:v>43537</c:v>
                </c:pt>
                <c:pt idx="1798">
                  <c:v>43536</c:v>
                </c:pt>
                <c:pt idx="1799">
                  <c:v>43535</c:v>
                </c:pt>
                <c:pt idx="1800">
                  <c:v>43532</c:v>
                </c:pt>
                <c:pt idx="1801">
                  <c:v>43531</c:v>
                </c:pt>
                <c:pt idx="1802">
                  <c:v>43530</c:v>
                </c:pt>
                <c:pt idx="1803">
                  <c:v>43529</c:v>
                </c:pt>
                <c:pt idx="1804">
                  <c:v>43528</c:v>
                </c:pt>
                <c:pt idx="1805">
                  <c:v>43524</c:v>
                </c:pt>
                <c:pt idx="1806">
                  <c:v>43523</c:v>
                </c:pt>
                <c:pt idx="1807">
                  <c:v>43522</c:v>
                </c:pt>
                <c:pt idx="1808">
                  <c:v>43521</c:v>
                </c:pt>
                <c:pt idx="1809">
                  <c:v>43518</c:v>
                </c:pt>
                <c:pt idx="1810">
                  <c:v>43517</c:v>
                </c:pt>
                <c:pt idx="1811">
                  <c:v>43516</c:v>
                </c:pt>
                <c:pt idx="1812">
                  <c:v>43515</c:v>
                </c:pt>
                <c:pt idx="1813">
                  <c:v>43514</c:v>
                </c:pt>
                <c:pt idx="1814">
                  <c:v>43511</c:v>
                </c:pt>
                <c:pt idx="1815">
                  <c:v>43510</c:v>
                </c:pt>
                <c:pt idx="1816">
                  <c:v>43509</c:v>
                </c:pt>
                <c:pt idx="1817">
                  <c:v>43508</c:v>
                </c:pt>
                <c:pt idx="1818">
                  <c:v>43507</c:v>
                </c:pt>
                <c:pt idx="1819">
                  <c:v>43504</c:v>
                </c:pt>
                <c:pt idx="1820">
                  <c:v>43503</c:v>
                </c:pt>
                <c:pt idx="1821">
                  <c:v>43497</c:v>
                </c:pt>
                <c:pt idx="1822">
                  <c:v>43496</c:v>
                </c:pt>
                <c:pt idx="1823">
                  <c:v>43495</c:v>
                </c:pt>
                <c:pt idx="1824">
                  <c:v>43494</c:v>
                </c:pt>
                <c:pt idx="1825">
                  <c:v>43493</c:v>
                </c:pt>
                <c:pt idx="1826">
                  <c:v>43490</c:v>
                </c:pt>
                <c:pt idx="1827">
                  <c:v>43489</c:v>
                </c:pt>
                <c:pt idx="1828">
                  <c:v>43488</c:v>
                </c:pt>
                <c:pt idx="1829">
                  <c:v>43487</c:v>
                </c:pt>
                <c:pt idx="1830">
                  <c:v>43486</c:v>
                </c:pt>
                <c:pt idx="1831">
                  <c:v>43483</c:v>
                </c:pt>
                <c:pt idx="1832">
                  <c:v>43482</c:v>
                </c:pt>
                <c:pt idx="1833">
                  <c:v>43481</c:v>
                </c:pt>
                <c:pt idx="1834">
                  <c:v>43480</c:v>
                </c:pt>
                <c:pt idx="1835">
                  <c:v>43479</c:v>
                </c:pt>
                <c:pt idx="1836">
                  <c:v>43476</c:v>
                </c:pt>
                <c:pt idx="1837">
                  <c:v>43475</c:v>
                </c:pt>
                <c:pt idx="1838">
                  <c:v>43474</c:v>
                </c:pt>
                <c:pt idx="1839">
                  <c:v>43473</c:v>
                </c:pt>
                <c:pt idx="1840">
                  <c:v>43472</c:v>
                </c:pt>
                <c:pt idx="1841">
                  <c:v>43469</c:v>
                </c:pt>
                <c:pt idx="1842">
                  <c:v>43468</c:v>
                </c:pt>
                <c:pt idx="1843">
                  <c:v>43467</c:v>
                </c:pt>
                <c:pt idx="1844">
                  <c:v>43465</c:v>
                </c:pt>
                <c:pt idx="1845">
                  <c:v>43462</c:v>
                </c:pt>
                <c:pt idx="1846">
                  <c:v>43461</c:v>
                </c:pt>
                <c:pt idx="1847">
                  <c:v>43460</c:v>
                </c:pt>
                <c:pt idx="1848">
                  <c:v>43458</c:v>
                </c:pt>
                <c:pt idx="1849">
                  <c:v>43455</c:v>
                </c:pt>
                <c:pt idx="1850">
                  <c:v>43454</c:v>
                </c:pt>
                <c:pt idx="1851">
                  <c:v>43453</c:v>
                </c:pt>
                <c:pt idx="1852">
                  <c:v>43452</c:v>
                </c:pt>
                <c:pt idx="1853">
                  <c:v>43451</c:v>
                </c:pt>
                <c:pt idx="1854">
                  <c:v>43448</c:v>
                </c:pt>
                <c:pt idx="1855">
                  <c:v>43447</c:v>
                </c:pt>
                <c:pt idx="1856">
                  <c:v>43446</c:v>
                </c:pt>
                <c:pt idx="1857">
                  <c:v>43445</c:v>
                </c:pt>
                <c:pt idx="1858">
                  <c:v>43444</c:v>
                </c:pt>
                <c:pt idx="1859">
                  <c:v>43441</c:v>
                </c:pt>
                <c:pt idx="1860">
                  <c:v>43440</c:v>
                </c:pt>
                <c:pt idx="1861">
                  <c:v>43439</c:v>
                </c:pt>
                <c:pt idx="1862">
                  <c:v>43438</c:v>
                </c:pt>
                <c:pt idx="1863">
                  <c:v>43437</c:v>
                </c:pt>
                <c:pt idx="1864">
                  <c:v>43434</c:v>
                </c:pt>
                <c:pt idx="1865">
                  <c:v>43433</c:v>
                </c:pt>
                <c:pt idx="1866">
                  <c:v>43432</c:v>
                </c:pt>
                <c:pt idx="1867">
                  <c:v>43431</c:v>
                </c:pt>
                <c:pt idx="1868">
                  <c:v>43430</c:v>
                </c:pt>
                <c:pt idx="1869">
                  <c:v>43427</c:v>
                </c:pt>
                <c:pt idx="1870">
                  <c:v>43426</c:v>
                </c:pt>
                <c:pt idx="1871">
                  <c:v>43425</c:v>
                </c:pt>
                <c:pt idx="1872">
                  <c:v>43424</c:v>
                </c:pt>
                <c:pt idx="1873">
                  <c:v>43423</c:v>
                </c:pt>
                <c:pt idx="1874">
                  <c:v>43420</c:v>
                </c:pt>
                <c:pt idx="1875">
                  <c:v>43419</c:v>
                </c:pt>
                <c:pt idx="1876">
                  <c:v>43418</c:v>
                </c:pt>
                <c:pt idx="1877">
                  <c:v>43417</c:v>
                </c:pt>
                <c:pt idx="1878">
                  <c:v>43416</c:v>
                </c:pt>
                <c:pt idx="1879">
                  <c:v>43413</c:v>
                </c:pt>
                <c:pt idx="1880">
                  <c:v>43412</c:v>
                </c:pt>
                <c:pt idx="1881">
                  <c:v>43411</c:v>
                </c:pt>
                <c:pt idx="1882">
                  <c:v>43410</c:v>
                </c:pt>
                <c:pt idx="1883">
                  <c:v>43409</c:v>
                </c:pt>
                <c:pt idx="1884">
                  <c:v>43406</c:v>
                </c:pt>
                <c:pt idx="1885">
                  <c:v>43405</c:v>
                </c:pt>
                <c:pt idx="1886">
                  <c:v>43404</c:v>
                </c:pt>
                <c:pt idx="1887">
                  <c:v>43403</c:v>
                </c:pt>
                <c:pt idx="1888">
                  <c:v>43402</c:v>
                </c:pt>
                <c:pt idx="1889">
                  <c:v>43399</c:v>
                </c:pt>
                <c:pt idx="1890">
                  <c:v>43398</c:v>
                </c:pt>
                <c:pt idx="1891">
                  <c:v>43397</c:v>
                </c:pt>
                <c:pt idx="1892">
                  <c:v>43396</c:v>
                </c:pt>
                <c:pt idx="1893">
                  <c:v>43395</c:v>
                </c:pt>
                <c:pt idx="1894">
                  <c:v>43392</c:v>
                </c:pt>
                <c:pt idx="1895">
                  <c:v>43391</c:v>
                </c:pt>
                <c:pt idx="1896">
                  <c:v>43390</c:v>
                </c:pt>
                <c:pt idx="1897">
                  <c:v>43389</c:v>
                </c:pt>
                <c:pt idx="1898">
                  <c:v>43388</c:v>
                </c:pt>
                <c:pt idx="1899">
                  <c:v>43385</c:v>
                </c:pt>
                <c:pt idx="1900">
                  <c:v>43384</c:v>
                </c:pt>
                <c:pt idx="1901">
                  <c:v>43383</c:v>
                </c:pt>
                <c:pt idx="1902">
                  <c:v>43381</c:v>
                </c:pt>
                <c:pt idx="1903">
                  <c:v>43378</c:v>
                </c:pt>
                <c:pt idx="1904">
                  <c:v>43377</c:v>
                </c:pt>
                <c:pt idx="1905">
                  <c:v>43375</c:v>
                </c:pt>
                <c:pt idx="1906">
                  <c:v>43374</c:v>
                </c:pt>
                <c:pt idx="1907">
                  <c:v>43371</c:v>
                </c:pt>
                <c:pt idx="1908">
                  <c:v>43370</c:v>
                </c:pt>
                <c:pt idx="1909">
                  <c:v>43364</c:v>
                </c:pt>
                <c:pt idx="1910">
                  <c:v>43363</c:v>
                </c:pt>
                <c:pt idx="1911">
                  <c:v>43362</c:v>
                </c:pt>
                <c:pt idx="1912">
                  <c:v>43361</c:v>
                </c:pt>
                <c:pt idx="1913">
                  <c:v>43360</c:v>
                </c:pt>
                <c:pt idx="1914">
                  <c:v>43357</c:v>
                </c:pt>
                <c:pt idx="1915">
                  <c:v>43356</c:v>
                </c:pt>
                <c:pt idx="1916">
                  <c:v>43355</c:v>
                </c:pt>
                <c:pt idx="1917">
                  <c:v>43354</c:v>
                </c:pt>
                <c:pt idx="1918">
                  <c:v>43353</c:v>
                </c:pt>
                <c:pt idx="1919">
                  <c:v>43350</c:v>
                </c:pt>
                <c:pt idx="1920">
                  <c:v>43349</c:v>
                </c:pt>
                <c:pt idx="1921">
                  <c:v>43348</c:v>
                </c:pt>
                <c:pt idx="1922">
                  <c:v>43347</c:v>
                </c:pt>
                <c:pt idx="1923">
                  <c:v>43346</c:v>
                </c:pt>
                <c:pt idx="1924">
                  <c:v>43343</c:v>
                </c:pt>
                <c:pt idx="1925">
                  <c:v>43342</c:v>
                </c:pt>
                <c:pt idx="1926">
                  <c:v>43341</c:v>
                </c:pt>
                <c:pt idx="1927">
                  <c:v>43340</c:v>
                </c:pt>
                <c:pt idx="1928">
                  <c:v>43339</c:v>
                </c:pt>
                <c:pt idx="1929">
                  <c:v>43336</c:v>
                </c:pt>
                <c:pt idx="1930">
                  <c:v>43335</c:v>
                </c:pt>
                <c:pt idx="1931">
                  <c:v>43334</c:v>
                </c:pt>
                <c:pt idx="1932">
                  <c:v>43333</c:v>
                </c:pt>
                <c:pt idx="1933">
                  <c:v>43332</c:v>
                </c:pt>
                <c:pt idx="1934">
                  <c:v>43329</c:v>
                </c:pt>
                <c:pt idx="1935">
                  <c:v>43328</c:v>
                </c:pt>
                <c:pt idx="1936">
                  <c:v>43326</c:v>
                </c:pt>
                <c:pt idx="1937">
                  <c:v>43325</c:v>
                </c:pt>
                <c:pt idx="1938">
                  <c:v>43322</c:v>
                </c:pt>
                <c:pt idx="1939">
                  <c:v>43321</c:v>
                </c:pt>
                <c:pt idx="1940">
                  <c:v>43320</c:v>
                </c:pt>
                <c:pt idx="1941">
                  <c:v>43319</c:v>
                </c:pt>
                <c:pt idx="1942">
                  <c:v>43318</c:v>
                </c:pt>
                <c:pt idx="1943">
                  <c:v>43315</c:v>
                </c:pt>
                <c:pt idx="1944">
                  <c:v>43314</c:v>
                </c:pt>
                <c:pt idx="1945">
                  <c:v>43313</c:v>
                </c:pt>
                <c:pt idx="1946">
                  <c:v>43312</c:v>
                </c:pt>
                <c:pt idx="1947">
                  <c:v>43311</c:v>
                </c:pt>
                <c:pt idx="1948">
                  <c:v>43308</c:v>
                </c:pt>
                <c:pt idx="1949">
                  <c:v>43307</c:v>
                </c:pt>
                <c:pt idx="1950">
                  <c:v>43306</c:v>
                </c:pt>
                <c:pt idx="1951">
                  <c:v>43305</c:v>
                </c:pt>
                <c:pt idx="1952">
                  <c:v>43304</c:v>
                </c:pt>
                <c:pt idx="1953">
                  <c:v>43301</c:v>
                </c:pt>
                <c:pt idx="1954">
                  <c:v>43300</c:v>
                </c:pt>
                <c:pt idx="1955">
                  <c:v>43299</c:v>
                </c:pt>
                <c:pt idx="1956">
                  <c:v>43298</c:v>
                </c:pt>
                <c:pt idx="1957">
                  <c:v>43297</c:v>
                </c:pt>
                <c:pt idx="1958">
                  <c:v>43294</c:v>
                </c:pt>
                <c:pt idx="1959">
                  <c:v>43293</c:v>
                </c:pt>
                <c:pt idx="1960">
                  <c:v>43292</c:v>
                </c:pt>
                <c:pt idx="1961">
                  <c:v>43291</c:v>
                </c:pt>
                <c:pt idx="1962">
                  <c:v>43290</c:v>
                </c:pt>
                <c:pt idx="1963">
                  <c:v>43287</c:v>
                </c:pt>
                <c:pt idx="1964">
                  <c:v>43286</c:v>
                </c:pt>
                <c:pt idx="1965">
                  <c:v>43285</c:v>
                </c:pt>
                <c:pt idx="1966">
                  <c:v>43284</c:v>
                </c:pt>
                <c:pt idx="1967">
                  <c:v>43283</c:v>
                </c:pt>
                <c:pt idx="1968">
                  <c:v>43280</c:v>
                </c:pt>
                <c:pt idx="1969">
                  <c:v>43279</c:v>
                </c:pt>
                <c:pt idx="1970">
                  <c:v>43278</c:v>
                </c:pt>
                <c:pt idx="1971">
                  <c:v>43277</c:v>
                </c:pt>
                <c:pt idx="1972">
                  <c:v>43276</c:v>
                </c:pt>
                <c:pt idx="1973">
                  <c:v>43273</c:v>
                </c:pt>
                <c:pt idx="1974">
                  <c:v>43272</c:v>
                </c:pt>
                <c:pt idx="1975">
                  <c:v>43271</c:v>
                </c:pt>
                <c:pt idx="1976">
                  <c:v>43270</c:v>
                </c:pt>
                <c:pt idx="1977">
                  <c:v>43269</c:v>
                </c:pt>
                <c:pt idx="1978">
                  <c:v>43266</c:v>
                </c:pt>
                <c:pt idx="1979">
                  <c:v>43265</c:v>
                </c:pt>
                <c:pt idx="1980">
                  <c:v>43263</c:v>
                </c:pt>
                <c:pt idx="1981">
                  <c:v>43262</c:v>
                </c:pt>
                <c:pt idx="1982">
                  <c:v>43259</c:v>
                </c:pt>
                <c:pt idx="1983">
                  <c:v>43258</c:v>
                </c:pt>
                <c:pt idx="1984">
                  <c:v>43256</c:v>
                </c:pt>
                <c:pt idx="1985">
                  <c:v>43255</c:v>
                </c:pt>
                <c:pt idx="1986">
                  <c:v>43252</c:v>
                </c:pt>
                <c:pt idx="1987">
                  <c:v>43251</c:v>
                </c:pt>
                <c:pt idx="1988">
                  <c:v>43250</c:v>
                </c:pt>
                <c:pt idx="1989">
                  <c:v>43249</c:v>
                </c:pt>
                <c:pt idx="1990">
                  <c:v>43248</c:v>
                </c:pt>
                <c:pt idx="1991">
                  <c:v>43245</c:v>
                </c:pt>
                <c:pt idx="1992">
                  <c:v>43244</c:v>
                </c:pt>
                <c:pt idx="1993">
                  <c:v>43243</c:v>
                </c:pt>
                <c:pt idx="1994">
                  <c:v>43241</c:v>
                </c:pt>
                <c:pt idx="1995">
                  <c:v>43238</c:v>
                </c:pt>
                <c:pt idx="1996">
                  <c:v>43237</c:v>
                </c:pt>
                <c:pt idx="1997">
                  <c:v>43236</c:v>
                </c:pt>
                <c:pt idx="1998">
                  <c:v>43235</c:v>
                </c:pt>
                <c:pt idx="1999">
                  <c:v>43234</c:v>
                </c:pt>
                <c:pt idx="2000">
                  <c:v>43231</c:v>
                </c:pt>
                <c:pt idx="2001">
                  <c:v>43230</c:v>
                </c:pt>
                <c:pt idx="2002">
                  <c:v>43229</c:v>
                </c:pt>
                <c:pt idx="2003">
                  <c:v>43228</c:v>
                </c:pt>
                <c:pt idx="2004">
                  <c:v>43224</c:v>
                </c:pt>
                <c:pt idx="2005">
                  <c:v>43223</c:v>
                </c:pt>
                <c:pt idx="2006">
                  <c:v>43222</c:v>
                </c:pt>
                <c:pt idx="2007">
                  <c:v>43220</c:v>
                </c:pt>
                <c:pt idx="2008">
                  <c:v>43217</c:v>
                </c:pt>
                <c:pt idx="2009">
                  <c:v>43216</c:v>
                </c:pt>
                <c:pt idx="2010">
                  <c:v>43215</c:v>
                </c:pt>
                <c:pt idx="2011">
                  <c:v>43214</c:v>
                </c:pt>
                <c:pt idx="2012">
                  <c:v>43213</c:v>
                </c:pt>
                <c:pt idx="2013">
                  <c:v>43210</c:v>
                </c:pt>
                <c:pt idx="2014">
                  <c:v>43209</c:v>
                </c:pt>
                <c:pt idx="2015">
                  <c:v>43208</c:v>
                </c:pt>
                <c:pt idx="2016">
                  <c:v>43207</c:v>
                </c:pt>
                <c:pt idx="2017">
                  <c:v>43206</c:v>
                </c:pt>
                <c:pt idx="2018">
                  <c:v>43203</c:v>
                </c:pt>
                <c:pt idx="2019">
                  <c:v>43202</c:v>
                </c:pt>
                <c:pt idx="2020">
                  <c:v>43201</c:v>
                </c:pt>
                <c:pt idx="2021">
                  <c:v>43200</c:v>
                </c:pt>
                <c:pt idx="2022">
                  <c:v>43199</c:v>
                </c:pt>
                <c:pt idx="2023">
                  <c:v>43196</c:v>
                </c:pt>
                <c:pt idx="2024">
                  <c:v>43195</c:v>
                </c:pt>
                <c:pt idx="2025">
                  <c:v>43194</c:v>
                </c:pt>
                <c:pt idx="2026">
                  <c:v>43193</c:v>
                </c:pt>
                <c:pt idx="2027">
                  <c:v>43192</c:v>
                </c:pt>
                <c:pt idx="2028">
                  <c:v>43189</c:v>
                </c:pt>
                <c:pt idx="2029">
                  <c:v>43188</c:v>
                </c:pt>
                <c:pt idx="2030">
                  <c:v>43187</c:v>
                </c:pt>
                <c:pt idx="2031">
                  <c:v>43186</c:v>
                </c:pt>
                <c:pt idx="2032">
                  <c:v>43185</c:v>
                </c:pt>
                <c:pt idx="2033">
                  <c:v>43182</c:v>
                </c:pt>
                <c:pt idx="2034">
                  <c:v>43181</c:v>
                </c:pt>
                <c:pt idx="2035">
                  <c:v>43180</c:v>
                </c:pt>
                <c:pt idx="2036">
                  <c:v>43179</c:v>
                </c:pt>
                <c:pt idx="2037">
                  <c:v>43178</c:v>
                </c:pt>
                <c:pt idx="2038">
                  <c:v>43175</c:v>
                </c:pt>
                <c:pt idx="2039">
                  <c:v>43174</c:v>
                </c:pt>
                <c:pt idx="2040">
                  <c:v>43173</c:v>
                </c:pt>
                <c:pt idx="2041">
                  <c:v>43172</c:v>
                </c:pt>
                <c:pt idx="2042">
                  <c:v>43171</c:v>
                </c:pt>
                <c:pt idx="2043">
                  <c:v>43168</c:v>
                </c:pt>
                <c:pt idx="2044">
                  <c:v>43167</c:v>
                </c:pt>
                <c:pt idx="2045">
                  <c:v>43166</c:v>
                </c:pt>
                <c:pt idx="2046">
                  <c:v>43165</c:v>
                </c:pt>
                <c:pt idx="2047">
                  <c:v>43164</c:v>
                </c:pt>
                <c:pt idx="2048">
                  <c:v>43161</c:v>
                </c:pt>
                <c:pt idx="2049">
                  <c:v>43159</c:v>
                </c:pt>
                <c:pt idx="2050">
                  <c:v>43158</c:v>
                </c:pt>
                <c:pt idx="2051">
                  <c:v>43157</c:v>
                </c:pt>
                <c:pt idx="2052">
                  <c:v>43154</c:v>
                </c:pt>
                <c:pt idx="2053">
                  <c:v>43153</c:v>
                </c:pt>
                <c:pt idx="2054">
                  <c:v>43152</c:v>
                </c:pt>
                <c:pt idx="2055">
                  <c:v>43151</c:v>
                </c:pt>
                <c:pt idx="2056">
                  <c:v>43150</c:v>
                </c:pt>
                <c:pt idx="2057">
                  <c:v>43145</c:v>
                </c:pt>
                <c:pt idx="2058">
                  <c:v>43144</c:v>
                </c:pt>
                <c:pt idx="2059">
                  <c:v>43143</c:v>
                </c:pt>
                <c:pt idx="2060">
                  <c:v>43140</c:v>
                </c:pt>
                <c:pt idx="2061">
                  <c:v>43139</c:v>
                </c:pt>
                <c:pt idx="2062">
                  <c:v>43138</c:v>
                </c:pt>
                <c:pt idx="2063">
                  <c:v>43137</c:v>
                </c:pt>
                <c:pt idx="2064">
                  <c:v>43136</c:v>
                </c:pt>
                <c:pt idx="2065">
                  <c:v>43133</c:v>
                </c:pt>
                <c:pt idx="2066">
                  <c:v>43132</c:v>
                </c:pt>
                <c:pt idx="2067">
                  <c:v>43131</c:v>
                </c:pt>
                <c:pt idx="2068">
                  <c:v>43130</c:v>
                </c:pt>
                <c:pt idx="2069">
                  <c:v>43129</c:v>
                </c:pt>
                <c:pt idx="2070">
                  <c:v>43126</c:v>
                </c:pt>
                <c:pt idx="2071">
                  <c:v>43125</c:v>
                </c:pt>
                <c:pt idx="2072">
                  <c:v>43124</c:v>
                </c:pt>
                <c:pt idx="2073">
                  <c:v>43123</c:v>
                </c:pt>
                <c:pt idx="2074">
                  <c:v>43122</c:v>
                </c:pt>
                <c:pt idx="2075">
                  <c:v>43119</c:v>
                </c:pt>
                <c:pt idx="2076">
                  <c:v>43118</c:v>
                </c:pt>
                <c:pt idx="2077">
                  <c:v>43117</c:v>
                </c:pt>
                <c:pt idx="2078">
                  <c:v>43116</c:v>
                </c:pt>
                <c:pt idx="2079">
                  <c:v>43115</c:v>
                </c:pt>
                <c:pt idx="2080">
                  <c:v>43112</c:v>
                </c:pt>
                <c:pt idx="2081">
                  <c:v>43111</c:v>
                </c:pt>
                <c:pt idx="2082">
                  <c:v>43110</c:v>
                </c:pt>
                <c:pt idx="2083">
                  <c:v>43109</c:v>
                </c:pt>
                <c:pt idx="2084">
                  <c:v>43108</c:v>
                </c:pt>
                <c:pt idx="2085">
                  <c:v>43105</c:v>
                </c:pt>
                <c:pt idx="2086">
                  <c:v>43104</c:v>
                </c:pt>
                <c:pt idx="2087">
                  <c:v>43103</c:v>
                </c:pt>
                <c:pt idx="2088">
                  <c:v>43102</c:v>
                </c:pt>
                <c:pt idx="2089">
                  <c:v>43098</c:v>
                </c:pt>
                <c:pt idx="2090">
                  <c:v>43097</c:v>
                </c:pt>
                <c:pt idx="2091">
                  <c:v>43096</c:v>
                </c:pt>
                <c:pt idx="2092">
                  <c:v>43095</c:v>
                </c:pt>
                <c:pt idx="2093">
                  <c:v>43091</c:v>
                </c:pt>
                <c:pt idx="2094">
                  <c:v>43090</c:v>
                </c:pt>
                <c:pt idx="2095">
                  <c:v>43089</c:v>
                </c:pt>
                <c:pt idx="2096">
                  <c:v>43088</c:v>
                </c:pt>
                <c:pt idx="2097">
                  <c:v>43087</c:v>
                </c:pt>
                <c:pt idx="2098">
                  <c:v>43084</c:v>
                </c:pt>
                <c:pt idx="2099">
                  <c:v>43083</c:v>
                </c:pt>
                <c:pt idx="2100">
                  <c:v>43082</c:v>
                </c:pt>
                <c:pt idx="2101">
                  <c:v>43081</c:v>
                </c:pt>
                <c:pt idx="2102">
                  <c:v>43080</c:v>
                </c:pt>
                <c:pt idx="2103">
                  <c:v>43077</c:v>
                </c:pt>
                <c:pt idx="2104">
                  <c:v>43076</c:v>
                </c:pt>
                <c:pt idx="2105">
                  <c:v>43075</c:v>
                </c:pt>
                <c:pt idx="2106">
                  <c:v>43074</c:v>
                </c:pt>
                <c:pt idx="2107">
                  <c:v>43073</c:v>
                </c:pt>
                <c:pt idx="2108">
                  <c:v>43070</c:v>
                </c:pt>
                <c:pt idx="2109">
                  <c:v>43069</c:v>
                </c:pt>
                <c:pt idx="2110">
                  <c:v>43068</c:v>
                </c:pt>
                <c:pt idx="2111">
                  <c:v>43067</c:v>
                </c:pt>
                <c:pt idx="2112">
                  <c:v>43066</c:v>
                </c:pt>
                <c:pt idx="2113">
                  <c:v>43063</c:v>
                </c:pt>
                <c:pt idx="2114">
                  <c:v>43062</c:v>
                </c:pt>
                <c:pt idx="2115">
                  <c:v>43061</c:v>
                </c:pt>
                <c:pt idx="2116">
                  <c:v>43060</c:v>
                </c:pt>
                <c:pt idx="2117">
                  <c:v>43059</c:v>
                </c:pt>
                <c:pt idx="2118">
                  <c:v>43056</c:v>
                </c:pt>
                <c:pt idx="2119">
                  <c:v>43055</c:v>
                </c:pt>
                <c:pt idx="2120">
                  <c:v>43054</c:v>
                </c:pt>
                <c:pt idx="2121">
                  <c:v>43053</c:v>
                </c:pt>
                <c:pt idx="2122">
                  <c:v>43052</c:v>
                </c:pt>
                <c:pt idx="2123">
                  <c:v>43049</c:v>
                </c:pt>
                <c:pt idx="2124">
                  <c:v>43048</c:v>
                </c:pt>
                <c:pt idx="2125">
                  <c:v>43047</c:v>
                </c:pt>
                <c:pt idx="2126">
                  <c:v>43046</c:v>
                </c:pt>
                <c:pt idx="2127">
                  <c:v>43045</c:v>
                </c:pt>
                <c:pt idx="2128">
                  <c:v>43042</c:v>
                </c:pt>
                <c:pt idx="2129">
                  <c:v>43041</c:v>
                </c:pt>
                <c:pt idx="2130">
                  <c:v>43040</c:v>
                </c:pt>
                <c:pt idx="2131">
                  <c:v>43039</c:v>
                </c:pt>
                <c:pt idx="2132">
                  <c:v>43038</c:v>
                </c:pt>
                <c:pt idx="2133">
                  <c:v>43035</c:v>
                </c:pt>
                <c:pt idx="2134">
                  <c:v>43034</c:v>
                </c:pt>
                <c:pt idx="2135">
                  <c:v>43033</c:v>
                </c:pt>
                <c:pt idx="2136">
                  <c:v>43032</c:v>
                </c:pt>
                <c:pt idx="2137">
                  <c:v>43031</c:v>
                </c:pt>
                <c:pt idx="2138">
                  <c:v>43028</c:v>
                </c:pt>
                <c:pt idx="2139">
                  <c:v>43027</c:v>
                </c:pt>
                <c:pt idx="2140">
                  <c:v>43026</c:v>
                </c:pt>
                <c:pt idx="2141">
                  <c:v>43025</c:v>
                </c:pt>
                <c:pt idx="2142">
                  <c:v>43024</c:v>
                </c:pt>
                <c:pt idx="2143">
                  <c:v>43021</c:v>
                </c:pt>
                <c:pt idx="2144">
                  <c:v>43020</c:v>
                </c:pt>
                <c:pt idx="2145">
                  <c:v>43019</c:v>
                </c:pt>
                <c:pt idx="2146">
                  <c:v>43018</c:v>
                </c:pt>
                <c:pt idx="2147">
                  <c:v>43007</c:v>
                </c:pt>
                <c:pt idx="2148">
                  <c:v>43006</c:v>
                </c:pt>
                <c:pt idx="2149">
                  <c:v>43005</c:v>
                </c:pt>
                <c:pt idx="2150">
                  <c:v>43004</c:v>
                </c:pt>
                <c:pt idx="2151">
                  <c:v>43003</c:v>
                </c:pt>
                <c:pt idx="2152">
                  <c:v>43000</c:v>
                </c:pt>
                <c:pt idx="2153">
                  <c:v>42999</c:v>
                </c:pt>
                <c:pt idx="2154">
                  <c:v>42998</c:v>
                </c:pt>
                <c:pt idx="2155">
                  <c:v>42997</c:v>
                </c:pt>
                <c:pt idx="2156">
                  <c:v>42996</c:v>
                </c:pt>
                <c:pt idx="2157">
                  <c:v>42993</c:v>
                </c:pt>
                <c:pt idx="2158">
                  <c:v>42992</c:v>
                </c:pt>
                <c:pt idx="2159">
                  <c:v>42991</c:v>
                </c:pt>
                <c:pt idx="2160">
                  <c:v>42990</c:v>
                </c:pt>
                <c:pt idx="2161">
                  <c:v>42989</c:v>
                </c:pt>
                <c:pt idx="2162">
                  <c:v>42986</c:v>
                </c:pt>
                <c:pt idx="2163">
                  <c:v>42985</c:v>
                </c:pt>
                <c:pt idx="2164">
                  <c:v>42984</c:v>
                </c:pt>
                <c:pt idx="2165">
                  <c:v>42983</c:v>
                </c:pt>
                <c:pt idx="2166">
                  <c:v>42982</c:v>
                </c:pt>
                <c:pt idx="2167">
                  <c:v>42979</c:v>
                </c:pt>
                <c:pt idx="2168">
                  <c:v>42978</c:v>
                </c:pt>
                <c:pt idx="2169">
                  <c:v>42977</c:v>
                </c:pt>
                <c:pt idx="2170">
                  <c:v>42976</c:v>
                </c:pt>
                <c:pt idx="2171">
                  <c:v>42975</c:v>
                </c:pt>
                <c:pt idx="2172">
                  <c:v>42972</c:v>
                </c:pt>
                <c:pt idx="2173">
                  <c:v>42971</c:v>
                </c:pt>
                <c:pt idx="2174">
                  <c:v>42970</c:v>
                </c:pt>
                <c:pt idx="2175">
                  <c:v>42969</c:v>
                </c:pt>
                <c:pt idx="2176">
                  <c:v>42968</c:v>
                </c:pt>
                <c:pt idx="2177">
                  <c:v>42965</c:v>
                </c:pt>
                <c:pt idx="2178">
                  <c:v>42964</c:v>
                </c:pt>
                <c:pt idx="2179">
                  <c:v>42963</c:v>
                </c:pt>
                <c:pt idx="2180">
                  <c:v>42961</c:v>
                </c:pt>
                <c:pt idx="2181">
                  <c:v>42958</c:v>
                </c:pt>
                <c:pt idx="2182">
                  <c:v>42957</c:v>
                </c:pt>
                <c:pt idx="2183">
                  <c:v>42956</c:v>
                </c:pt>
                <c:pt idx="2184">
                  <c:v>42955</c:v>
                </c:pt>
                <c:pt idx="2185">
                  <c:v>42954</c:v>
                </c:pt>
                <c:pt idx="2186">
                  <c:v>42951</c:v>
                </c:pt>
                <c:pt idx="2187">
                  <c:v>42950</c:v>
                </c:pt>
                <c:pt idx="2188">
                  <c:v>42949</c:v>
                </c:pt>
                <c:pt idx="2189">
                  <c:v>42948</c:v>
                </c:pt>
                <c:pt idx="2190">
                  <c:v>42947</c:v>
                </c:pt>
                <c:pt idx="2191">
                  <c:v>42944</c:v>
                </c:pt>
                <c:pt idx="2192">
                  <c:v>42943</c:v>
                </c:pt>
                <c:pt idx="2193">
                  <c:v>42942</c:v>
                </c:pt>
                <c:pt idx="2194">
                  <c:v>42941</c:v>
                </c:pt>
                <c:pt idx="2195">
                  <c:v>42940</c:v>
                </c:pt>
                <c:pt idx="2196">
                  <c:v>42937</c:v>
                </c:pt>
                <c:pt idx="2197">
                  <c:v>42936</c:v>
                </c:pt>
                <c:pt idx="2198">
                  <c:v>42935</c:v>
                </c:pt>
                <c:pt idx="2199">
                  <c:v>42934</c:v>
                </c:pt>
                <c:pt idx="2200">
                  <c:v>42933</c:v>
                </c:pt>
                <c:pt idx="2201">
                  <c:v>42930</c:v>
                </c:pt>
                <c:pt idx="2202">
                  <c:v>42929</c:v>
                </c:pt>
                <c:pt idx="2203">
                  <c:v>42928</c:v>
                </c:pt>
                <c:pt idx="2204">
                  <c:v>42927</c:v>
                </c:pt>
                <c:pt idx="2205">
                  <c:v>42926</c:v>
                </c:pt>
                <c:pt idx="2206">
                  <c:v>42923</c:v>
                </c:pt>
                <c:pt idx="2207">
                  <c:v>42922</c:v>
                </c:pt>
                <c:pt idx="2208">
                  <c:v>42921</c:v>
                </c:pt>
                <c:pt idx="2209">
                  <c:v>42920</c:v>
                </c:pt>
                <c:pt idx="2210">
                  <c:v>42919</c:v>
                </c:pt>
                <c:pt idx="2211">
                  <c:v>42916</c:v>
                </c:pt>
                <c:pt idx="2212">
                  <c:v>42915</c:v>
                </c:pt>
                <c:pt idx="2213">
                  <c:v>42914</c:v>
                </c:pt>
                <c:pt idx="2214">
                  <c:v>42913</c:v>
                </c:pt>
                <c:pt idx="2215">
                  <c:v>42912</c:v>
                </c:pt>
                <c:pt idx="2216">
                  <c:v>42909</c:v>
                </c:pt>
                <c:pt idx="2217">
                  <c:v>42908</c:v>
                </c:pt>
                <c:pt idx="2218">
                  <c:v>42907</c:v>
                </c:pt>
                <c:pt idx="2219">
                  <c:v>42906</c:v>
                </c:pt>
                <c:pt idx="2220">
                  <c:v>42905</c:v>
                </c:pt>
                <c:pt idx="2221">
                  <c:v>42902</c:v>
                </c:pt>
                <c:pt idx="2222">
                  <c:v>42901</c:v>
                </c:pt>
                <c:pt idx="2223">
                  <c:v>42900</c:v>
                </c:pt>
                <c:pt idx="2224">
                  <c:v>42899</c:v>
                </c:pt>
                <c:pt idx="2225">
                  <c:v>42898</c:v>
                </c:pt>
                <c:pt idx="2226">
                  <c:v>42895</c:v>
                </c:pt>
                <c:pt idx="2227">
                  <c:v>42894</c:v>
                </c:pt>
                <c:pt idx="2228">
                  <c:v>42893</c:v>
                </c:pt>
                <c:pt idx="2229">
                  <c:v>42891</c:v>
                </c:pt>
                <c:pt idx="2230">
                  <c:v>42888</c:v>
                </c:pt>
                <c:pt idx="2231">
                  <c:v>42887</c:v>
                </c:pt>
                <c:pt idx="2232">
                  <c:v>42886</c:v>
                </c:pt>
                <c:pt idx="2233">
                  <c:v>42885</c:v>
                </c:pt>
                <c:pt idx="2234">
                  <c:v>42884</c:v>
                </c:pt>
                <c:pt idx="2235">
                  <c:v>42881</c:v>
                </c:pt>
                <c:pt idx="2236">
                  <c:v>42880</c:v>
                </c:pt>
                <c:pt idx="2237">
                  <c:v>42879</c:v>
                </c:pt>
                <c:pt idx="2238">
                  <c:v>42878</c:v>
                </c:pt>
                <c:pt idx="2239">
                  <c:v>42877</c:v>
                </c:pt>
                <c:pt idx="2240">
                  <c:v>42874</c:v>
                </c:pt>
                <c:pt idx="2241">
                  <c:v>42873</c:v>
                </c:pt>
                <c:pt idx="2242">
                  <c:v>42872</c:v>
                </c:pt>
                <c:pt idx="2243">
                  <c:v>42871</c:v>
                </c:pt>
                <c:pt idx="2244">
                  <c:v>42870</c:v>
                </c:pt>
                <c:pt idx="2245">
                  <c:v>42867</c:v>
                </c:pt>
                <c:pt idx="2246">
                  <c:v>42866</c:v>
                </c:pt>
                <c:pt idx="2247">
                  <c:v>42865</c:v>
                </c:pt>
                <c:pt idx="2248">
                  <c:v>42863</c:v>
                </c:pt>
                <c:pt idx="2249">
                  <c:v>42859</c:v>
                </c:pt>
                <c:pt idx="2250">
                  <c:v>42857</c:v>
                </c:pt>
                <c:pt idx="2251">
                  <c:v>42853</c:v>
                </c:pt>
                <c:pt idx="2252">
                  <c:v>42852</c:v>
                </c:pt>
                <c:pt idx="2253">
                  <c:v>42851</c:v>
                </c:pt>
                <c:pt idx="2254">
                  <c:v>42850</c:v>
                </c:pt>
                <c:pt idx="2255">
                  <c:v>42849</c:v>
                </c:pt>
                <c:pt idx="2256">
                  <c:v>42846</c:v>
                </c:pt>
                <c:pt idx="2257">
                  <c:v>42845</c:v>
                </c:pt>
                <c:pt idx="2258">
                  <c:v>42844</c:v>
                </c:pt>
                <c:pt idx="2259">
                  <c:v>42843</c:v>
                </c:pt>
                <c:pt idx="2260">
                  <c:v>42842</c:v>
                </c:pt>
                <c:pt idx="2261">
                  <c:v>42839</c:v>
                </c:pt>
                <c:pt idx="2262">
                  <c:v>42838</c:v>
                </c:pt>
                <c:pt idx="2263">
                  <c:v>42837</c:v>
                </c:pt>
                <c:pt idx="2264">
                  <c:v>42836</c:v>
                </c:pt>
                <c:pt idx="2265">
                  <c:v>42835</c:v>
                </c:pt>
                <c:pt idx="2266">
                  <c:v>42832</c:v>
                </c:pt>
                <c:pt idx="2267">
                  <c:v>42831</c:v>
                </c:pt>
                <c:pt idx="2268">
                  <c:v>42830</c:v>
                </c:pt>
                <c:pt idx="2269">
                  <c:v>42829</c:v>
                </c:pt>
                <c:pt idx="2270">
                  <c:v>42828</c:v>
                </c:pt>
                <c:pt idx="2271">
                  <c:v>42825</c:v>
                </c:pt>
                <c:pt idx="2272">
                  <c:v>42824</c:v>
                </c:pt>
                <c:pt idx="2273">
                  <c:v>42823</c:v>
                </c:pt>
                <c:pt idx="2274">
                  <c:v>42822</c:v>
                </c:pt>
                <c:pt idx="2275">
                  <c:v>42821</c:v>
                </c:pt>
                <c:pt idx="2276">
                  <c:v>42818</c:v>
                </c:pt>
                <c:pt idx="2277">
                  <c:v>42817</c:v>
                </c:pt>
                <c:pt idx="2278">
                  <c:v>42816</c:v>
                </c:pt>
                <c:pt idx="2279">
                  <c:v>42815</c:v>
                </c:pt>
                <c:pt idx="2280">
                  <c:v>42814</c:v>
                </c:pt>
                <c:pt idx="2281">
                  <c:v>42811</c:v>
                </c:pt>
                <c:pt idx="2282">
                  <c:v>42810</c:v>
                </c:pt>
                <c:pt idx="2283">
                  <c:v>42809</c:v>
                </c:pt>
                <c:pt idx="2284">
                  <c:v>42808</c:v>
                </c:pt>
                <c:pt idx="2285">
                  <c:v>42807</c:v>
                </c:pt>
                <c:pt idx="2286">
                  <c:v>42804</c:v>
                </c:pt>
                <c:pt idx="2287">
                  <c:v>42803</c:v>
                </c:pt>
                <c:pt idx="2288">
                  <c:v>42802</c:v>
                </c:pt>
                <c:pt idx="2289">
                  <c:v>42801</c:v>
                </c:pt>
                <c:pt idx="2290">
                  <c:v>42800</c:v>
                </c:pt>
                <c:pt idx="2291">
                  <c:v>42797</c:v>
                </c:pt>
                <c:pt idx="2292">
                  <c:v>42796</c:v>
                </c:pt>
                <c:pt idx="2293">
                  <c:v>42794</c:v>
                </c:pt>
                <c:pt idx="2294">
                  <c:v>42793</c:v>
                </c:pt>
                <c:pt idx="2295">
                  <c:v>42790</c:v>
                </c:pt>
                <c:pt idx="2296">
                  <c:v>42789</c:v>
                </c:pt>
                <c:pt idx="2297">
                  <c:v>42788</c:v>
                </c:pt>
                <c:pt idx="2298">
                  <c:v>42787</c:v>
                </c:pt>
                <c:pt idx="2299">
                  <c:v>42786</c:v>
                </c:pt>
                <c:pt idx="2300">
                  <c:v>42783</c:v>
                </c:pt>
                <c:pt idx="2301">
                  <c:v>42782</c:v>
                </c:pt>
                <c:pt idx="2302">
                  <c:v>42781</c:v>
                </c:pt>
                <c:pt idx="2303">
                  <c:v>42780</c:v>
                </c:pt>
                <c:pt idx="2304">
                  <c:v>42779</c:v>
                </c:pt>
                <c:pt idx="2305">
                  <c:v>42776</c:v>
                </c:pt>
                <c:pt idx="2306">
                  <c:v>42775</c:v>
                </c:pt>
                <c:pt idx="2307">
                  <c:v>42774</c:v>
                </c:pt>
                <c:pt idx="2308">
                  <c:v>42773</c:v>
                </c:pt>
                <c:pt idx="2309">
                  <c:v>42772</c:v>
                </c:pt>
                <c:pt idx="2310">
                  <c:v>42769</c:v>
                </c:pt>
                <c:pt idx="2311">
                  <c:v>42768</c:v>
                </c:pt>
                <c:pt idx="2312">
                  <c:v>42767</c:v>
                </c:pt>
                <c:pt idx="2313">
                  <c:v>42766</c:v>
                </c:pt>
                <c:pt idx="2314">
                  <c:v>42761</c:v>
                </c:pt>
                <c:pt idx="2315">
                  <c:v>42760</c:v>
                </c:pt>
                <c:pt idx="2316">
                  <c:v>42759</c:v>
                </c:pt>
                <c:pt idx="2317">
                  <c:v>42758</c:v>
                </c:pt>
                <c:pt idx="2318">
                  <c:v>42755</c:v>
                </c:pt>
                <c:pt idx="2319">
                  <c:v>42754</c:v>
                </c:pt>
                <c:pt idx="2320">
                  <c:v>42753</c:v>
                </c:pt>
                <c:pt idx="2321">
                  <c:v>42752</c:v>
                </c:pt>
                <c:pt idx="2322">
                  <c:v>42751</c:v>
                </c:pt>
                <c:pt idx="2323">
                  <c:v>42748</c:v>
                </c:pt>
                <c:pt idx="2324">
                  <c:v>42747</c:v>
                </c:pt>
                <c:pt idx="2325">
                  <c:v>42746</c:v>
                </c:pt>
                <c:pt idx="2326">
                  <c:v>42745</c:v>
                </c:pt>
                <c:pt idx="2327">
                  <c:v>42744</c:v>
                </c:pt>
                <c:pt idx="2328">
                  <c:v>42741</c:v>
                </c:pt>
                <c:pt idx="2329">
                  <c:v>42740</c:v>
                </c:pt>
                <c:pt idx="2330">
                  <c:v>42739</c:v>
                </c:pt>
                <c:pt idx="2331">
                  <c:v>42738</c:v>
                </c:pt>
                <c:pt idx="2332">
                  <c:v>42737</c:v>
                </c:pt>
                <c:pt idx="2333">
                  <c:v>42734</c:v>
                </c:pt>
                <c:pt idx="2334">
                  <c:v>42733</c:v>
                </c:pt>
                <c:pt idx="2335">
                  <c:v>42732</c:v>
                </c:pt>
                <c:pt idx="2336">
                  <c:v>42731</c:v>
                </c:pt>
                <c:pt idx="2337">
                  <c:v>42730</c:v>
                </c:pt>
                <c:pt idx="2338">
                  <c:v>42727</c:v>
                </c:pt>
                <c:pt idx="2339">
                  <c:v>42726</c:v>
                </c:pt>
                <c:pt idx="2340">
                  <c:v>42725</c:v>
                </c:pt>
                <c:pt idx="2341">
                  <c:v>42724</c:v>
                </c:pt>
                <c:pt idx="2342">
                  <c:v>42723</c:v>
                </c:pt>
                <c:pt idx="2343">
                  <c:v>42720</c:v>
                </c:pt>
                <c:pt idx="2344">
                  <c:v>42719</c:v>
                </c:pt>
                <c:pt idx="2345">
                  <c:v>42718</c:v>
                </c:pt>
                <c:pt idx="2346">
                  <c:v>42717</c:v>
                </c:pt>
                <c:pt idx="2347">
                  <c:v>42716</c:v>
                </c:pt>
                <c:pt idx="2348">
                  <c:v>42713</c:v>
                </c:pt>
                <c:pt idx="2349">
                  <c:v>42712</c:v>
                </c:pt>
                <c:pt idx="2350">
                  <c:v>42711</c:v>
                </c:pt>
                <c:pt idx="2351">
                  <c:v>42710</c:v>
                </c:pt>
                <c:pt idx="2352">
                  <c:v>42709</c:v>
                </c:pt>
                <c:pt idx="2353">
                  <c:v>42706</c:v>
                </c:pt>
                <c:pt idx="2354">
                  <c:v>42705</c:v>
                </c:pt>
                <c:pt idx="2355">
                  <c:v>42704</c:v>
                </c:pt>
                <c:pt idx="2356">
                  <c:v>42703</c:v>
                </c:pt>
                <c:pt idx="2357">
                  <c:v>42702</c:v>
                </c:pt>
                <c:pt idx="2358">
                  <c:v>42699</c:v>
                </c:pt>
                <c:pt idx="2359">
                  <c:v>42698</c:v>
                </c:pt>
                <c:pt idx="2360">
                  <c:v>42697</c:v>
                </c:pt>
                <c:pt idx="2361">
                  <c:v>42696</c:v>
                </c:pt>
                <c:pt idx="2362">
                  <c:v>42695</c:v>
                </c:pt>
                <c:pt idx="2363">
                  <c:v>42692</c:v>
                </c:pt>
                <c:pt idx="2364">
                  <c:v>42691</c:v>
                </c:pt>
                <c:pt idx="2365">
                  <c:v>42690</c:v>
                </c:pt>
                <c:pt idx="2366">
                  <c:v>42689</c:v>
                </c:pt>
                <c:pt idx="2367">
                  <c:v>42688</c:v>
                </c:pt>
                <c:pt idx="2368">
                  <c:v>42685</c:v>
                </c:pt>
                <c:pt idx="2369">
                  <c:v>42684</c:v>
                </c:pt>
                <c:pt idx="2370">
                  <c:v>42683</c:v>
                </c:pt>
                <c:pt idx="2371">
                  <c:v>42682</c:v>
                </c:pt>
                <c:pt idx="2372">
                  <c:v>42681</c:v>
                </c:pt>
                <c:pt idx="2373">
                  <c:v>42678</c:v>
                </c:pt>
                <c:pt idx="2374">
                  <c:v>42677</c:v>
                </c:pt>
                <c:pt idx="2375">
                  <c:v>42676</c:v>
                </c:pt>
                <c:pt idx="2376">
                  <c:v>42675</c:v>
                </c:pt>
                <c:pt idx="2377">
                  <c:v>42674</c:v>
                </c:pt>
                <c:pt idx="2378">
                  <c:v>42671</c:v>
                </c:pt>
                <c:pt idx="2379">
                  <c:v>42670</c:v>
                </c:pt>
                <c:pt idx="2380">
                  <c:v>42669</c:v>
                </c:pt>
                <c:pt idx="2381">
                  <c:v>42668</c:v>
                </c:pt>
                <c:pt idx="2382">
                  <c:v>42667</c:v>
                </c:pt>
                <c:pt idx="2383">
                  <c:v>42664</c:v>
                </c:pt>
                <c:pt idx="2384">
                  <c:v>42663</c:v>
                </c:pt>
                <c:pt idx="2385">
                  <c:v>42662</c:v>
                </c:pt>
                <c:pt idx="2386">
                  <c:v>42661</c:v>
                </c:pt>
                <c:pt idx="2387">
                  <c:v>42660</c:v>
                </c:pt>
                <c:pt idx="2388">
                  <c:v>42657</c:v>
                </c:pt>
                <c:pt idx="2389">
                  <c:v>42656</c:v>
                </c:pt>
                <c:pt idx="2390">
                  <c:v>42655</c:v>
                </c:pt>
                <c:pt idx="2391">
                  <c:v>42654</c:v>
                </c:pt>
                <c:pt idx="2392">
                  <c:v>42653</c:v>
                </c:pt>
                <c:pt idx="2393">
                  <c:v>42650</c:v>
                </c:pt>
                <c:pt idx="2394">
                  <c:v>42649</c:v>
                </c:pt>
                <c:pt idx="2395">
                  <c:v>42648</c:v>
                </c:pt>
                <c:pt idx="2396">
                  <c:v>42647</c:v>
                </c:pt>
                <c:pt idx="2397">
                  <c:v>42643</c:v>
                </c:pt>
                <c:pt idx="2398">
                  <c:v>42642</c:v>
                </c:pt>
                <c:pt idx="2399">
                  <c:v>42641</c:v>
                </c:pt>
                <c:pt idx="2400">
                  <c:v>42640</c:v>
                </c:pt>
                <c:pt idx="2401">
                  <c:v>42639</c:v>
                </c:pt>
                <c:pt idx="2402">
                  <c:v>42636</c:v>
                </c:pt>
                <c:pt idx="2403">
                  <c:v>42635</c:v>
                </c:pt>
                <c:pt idx="2404">
                  <c:v>42634</c:v>
                </c:pt>
                <c:pt idx="2405">
                  <c:v>42633</c:v>
                </c:pt>
                <c:pt idx="2406">
                  <c:v>42632</c:v>
                </c:pt>
                <c:pt idx="2407">
                  <c:v>42626</c:v>
                </c:pt>
                <c:pt idx="2408">
                  <c:v>42625</c:v>
                </c:pt>
                <c:pt idx="2409">
                  <c:v>42622</c:v>
                </c:pt>
                <c:pt idx="2410">
                  <c:v>42621</c:v>
                </c:pt>
                <c:pt idx="2411">
                  <c:v>42620</c:v>
                </c:pt>
                <c:pt idx="2412">
                  <c:v>42619</c:v>
                </c:pt>
                <c:pt idx="2413">
                  <c:v>42618</c:v>
                </c:pt>
                <c:pt idx="2414">
                  <c:v>42615</c:v>
                </c:pt>
                <c:pt idx="2415">
                  <c:v>42614</c:v>
                </c:pt>
                <c:pt idx="2416">
                  <c:v>42613</c:v>
                </c:pt>
                <c:pt idx="2417">
                  <c:v>42612</c:v>
                </c:pt>
                <c:pt idx="2418">
                  <c:v>42611</c:v>
                </c:pt>
                <c:pt idx="2419">
                  <c:v>42608</c:v>
                </c:pt>
                <c:pt idx="2420">
                  <c:v>42607</c:v>
                </c:pt>
                <c:pt idx="2421">
                  <c:v>42606</c:v>
                </c:pt>
                <c:pt idx="2422">
                  <c:v>42605</c:v>
                </c:pt>
                <c:pt idx="2423">
                  <c:v>42604</c:v>
                </c:pt>
                <c:pt idx="2424">
                  <c:v>42601</c:v>
                </c:pt>
                <c:pt idx="2425">
                  <c:v>42600</c:v>
                </c:pt>
                <c:pt idx="2426">
                  <c:v>42599</c:v>
                </c:pt>
                <c:pt idx="2427">
                  <c:v>42598</c:v>
                </c:pt>
                <c:pt idx="2428">
                  <c:v>42594</c:v>
                </c:pt>
                <c:pt idx="2429">
                  <c:v>42593</c:v>
                </c:pt>
                <c:pt idx="2430">
                  <c:v>42592</c:v>
                </c:pt>
                <c:pt idx="2431">
                  <c:v>42591</c:v>
                </c:pt>
                <c:pt idx="2432">
                  <c:v>42590</c:v>
                </c:pt>
                <c:pt idx="2433">
                  <c:v>42587</c:v>
                </c:pt>
                <c:pt idx="2434">
                  <c:v>42586</c:v>
                </c:pt>
                <c:pt idx="2435">
                  <c:v>42585</c:v>
                </c:pt>
                <c:pt idx="2436">
                  <c:v>42584</c:v>
                </c:pt>
                <c:pt idx="2437">
                  <c:v>42583</c:v>
                </c:pt>
                <c:pt idx="2438">
                  <c:v>42580</c:v>
                </c:pt>
                <c:pt idx="2439">
                  <c:v>42579</c:v>
                </c:pt>
                <c:pt idx="2440">
                  <c:v>42578</c:v>
                </c:pt>
                <c:pt idx="2441">
                  <c:v>42577</c:v>
                </c:pt>
                <c:pt idx="2442">
                  <c:v>42576</c:v>
                </c:pt>
                <c:pt idx="2443">
                  <c:v>42573</c:v>
                </c:pt>
                <c:pt idx="2444">
                  <c:v>42572</c:v>
                </c:pt>
                <c:pt idx="2445">
                  <c:v>42571</c:v>
                </c:pt>
                <c:pt idx="2446">
                  <c:v>42570</c:v>
                </c:pt>
                <c:pt idx="2447">
                  <c:v>42569</c:v>
                </c:pt>
                <c:pt idx="2448">
                  <c:v>42566</c:v>
                </c:pt>
                <c:pt idx="2449">
                  <c:v>42565</c:v>
                </c:pt>
                <c:pt idx="2450">
                  <c:v>42564</c:v>
                </c:pt>
                <c:pt idx="2451">
                  <c:v>42563</c:v>
                </c:pt>
                <c:pt idx="2452">
                  <c:v>42562</c:v>
                </c:pt>
                <c:pt idx="2453">
                  <c:v>42559</c:v>
                </c:pt>
                <c:pt idx="2454">
                  <c:v>42558</c:v>
                </c:pt>
                <c:pt idx="2455">
                  <c:v>42557</c:v>
                </c:pt>
                <c:pt idx="2456">
                  <c:v>42556</c:v>
                </c:pt>
                <c:pt idx="2457">
                  <c:v>42555</c:v>
                </c:pt>
                <c:pt idx="2458">
                  <c:v>42552</c:v>
                </c:pt>
                <c:pt idx="2459">
                  <c:v>42551</c:v>
                </c:pt>
                <c:pt idx="2460">
                  <c:v>42550</c:v>
                </c:pt>
                <c:pt idx="2461">
                  <c:v>42549</c:v>
                </c:pt>
                <c:pt idx="2462">
                  <c:v>42548</c:v>
                </c:pt>
                <c:pt idx="2463">
                  <c:v>42545</c:v>
                </c:pt>
                <c:pt idx="2464">
                  <c:v>42544</c:v>
                </c:pt>
                <c:pt idx="2465">
                  <c:v>42543</c:v>
                </c:pt>
                <c:pt idx="2466">
                  <c:v>42542</c:v>
                </c:pt>
                <c:pt idx="2467">
                  <c:v>42541</c:v>
                </c:pt>
                <c:pt idx="2468">
                  <c:v>42538</c:v>
                </c:pt>
                <c:pt idx="2469">
                  <c:v>42537</c:v>
                </c:pt>
                <c:pt idx="2470">
                  <c:v>42536</c:v>
                </c:pt>
                <c:pt idx="2471">
                  <c:v>42535</c:v>
                </c:pt>
                <c:pt idx="2472">
                  <c:v>42534</c:v>
                </c:pt>
                <c:pt idx="2473">
                  <c:v>42531</c:v>
                </c:pt>
                <c:pt idx="2474">
                  <c:v>42530</c:v>
                </c:pt>
                <c:pt idx="2475">
                  <c:v>42529</c:v>
                </c:pt>
                <c:pt idx="2476">
                  <c:v>42528</c:v>
                </c:pt>
                <c:pt idx="2477">
                  <c:v>42524</c:v>
                </c:pt>
                <c:pt idx="2478">
                  <c:v>42523</c:v>
                </c:pt>
                <c:pt idx="2479">
                  <c:v>42522</c:v>
                </c:pt>
                <c:pt idx="2480">
                  <c:v>42521</c:v>
                </c:pt>
                <c:pt idx="2481">
                  <c:v>42520</c:v>
                </c:pt>
                <c:pt idx="2482">
                  <c:v>42517</c:v>
                </c:pt>
                <c:pt idx="2483">
                  <c:v>42516</c:v>
                </c:pt>
                <c:pt idx="2484">
                  <c:v>42515</c:v>
                </c:pt>
                <c:pt idx="2485">
                  <c:v>42514</c:v>
                </c:pt>
                <c:pt idx="2486">
                  <c:v>42513</c:v>
                </c:pt>
                <c:pt idx="2487">
                  <c:v>42510</c:v>
                </c:pt>
                <c:pt idx="2488">
                  <c:v>42509</c:v>
                </c:pt>
                <c:pt idx="2489">
                  <c:v>42508</c:v>
                </c:pt>
                <c:pt idx="2490">
                  <c:v>42507</c:v>
                </c:pt>
                <c:pt idx="2491">
                  <c:v>42506</c:v>
                </c:pt>
                <c:pt idx="2492">
                  <c:v>42503</c:v>
                </c:pt>
                <c:pt idx="2493">
                  <c:v>42502</c:v>
                </c:pt>
                <c:pt idx="2494">
                  <c:v>42501</c:v>
                </c:pt>
                <c:pt idx="2495">
                  <c:v>42500</c:v>
                </c:pt>
                <c:pt idx="2496">
                  <c:v>42499</c:v>
                </c:pt>
                <c:pt idx="2497">
                  <c:v>42494</c:v>
                </c:pt>
                <c:pt idx="2498">
                  <c:v>42493</c:v>
                </c:pt>
                <c:pt idx="2499">
                  <c:v>42492</c:v>
                </c:pt>
                <c:pt idx="2500">
                  <c:v>42489</c:v>
                </c:pt>
                <c:pt idx="2501">
                  <c:v>42488</c:v>
                </c:pt>
                <c:pt idx="2502">
                  <c:v>42487</c:v>
                </c:pt>
                <c:pt idx="2503">
                  <c:v>42486</c:v>
                </c:pt>
                <c:pt idx="2504">
                  <c:v>42485</c:v>
                </c:pt>
                <c:pt idx="2505">
                  <c:v>42482</c:v>
                </c:pt>
                <c:pt idx="2506">
                  <c:v>42481</c:v>
                </c:pt>
                <c:pt idx="2507">
                  <c:v>42480</c:v>
                </c:pt>
                <c:pt idx="2508">
                  <c:v>42479</c:v>
                </c:pt>
                <c:pt idx="2509">
                  <c:v>42478</c:v>
                </c:pt>
                <c:pt idx="2510">
                  <c:v>42475</c:v>
                </c:pt>
                <c:pt idx="2511">
                  <c:v>42474</c:v>
                </c:pt>
                <c:pt idx="2512">
                  <c:v>42472</c:v>
                </c:pt>
                <c:pt idx="2513">
                  <c:v>42471</c:v>
                </c:pt>
                <c:pt idx="2514">
                  <c:v>42468</c:v>
                </c:pt>
                <c:pt idx="2515">
                  <c:v>42467</c:v>
                </c:pt>
                <c:pt idx="2516">
                  <c:v>42466</c:v>
                </c:pt>
                <c:pt idx="2517">
                  <c:v>42465</c:v>
                </c:pt>
                <c:pt idx="2518">
                  <c:v>42464</c:v>
                </c:pt>
                <c:pt idx="2519">
                  <c:v>42461</c:v>
                </c:pt>
                <c:pt idx="2520">
                  <c:v>42460</c:v>
                </c:pt>
                <c:pt idx="2521">
                  <c:v>42459</c:v>
                </c:pt>
                <c:pt idx="2522">
                  <c:v>42458</c:v>
                </c:pt>
                <c:pt idx="2523">
                  <c:v>42457</c:v>
                </c:pt>
                <c:pt idx="2524">
                  <c:v>42454</c:v>
                </c:pt>
                <c:pt idx="2525">
                  <c:v>42453</c:v>
                </c:pt>
                <c:pt idx="2526">
                  <c:v>42452</c:v>
                </c:pt>
                <c:pt idx="2527">
                  <c:v>42451</c:v>
                </c:pt>
                <c:pt idx="2528">
                  <c:v>42450</c:v>
                </c:pt>
                <c:pt idx="2529">
                  <c:v>42447</c:v>
                </c:pt>
                <c:pt idx="2530">
                  <c:v>42446</c:v>
                </c:pt>
                <c:pt idx="2531">
                  <c:v>42445</c:v>
                </c:pt>
                <c:pt idx="2532">
                  <c:v>42444</c:v>
                </c:pt>
                <c:pt idx="2533">
                  <c:v>42443</c:v>
                </c:pt>
                <c:pt idx="2534">
                  <c:v>42440</c:v>
                </c:pt>
                <c:pt idx="2535">
                  <c:v>42439</c:v>
                </c:pt>
                <c:pt idx="2536">
                  <c:v>42438</c:v>
                </c:pt>
                <c:pt idx="2537">
                  <c:v>42437</c:v>
                </c:pt>
                <c:pt idx="2538">
                  <c:v>42436</c:v>
                </c:pt>
                <c:pt idx="2539">
                  <c:v>42433</c:v>
                </c:pt>
                <c:pt idx="2540">
                  <c:v>42432</c:v>
                </c:pt>
                <c:pt idx="2541">
                  <c:v>42431</c:v>
                </c:pt>
                <c:pt idx="2542">
                  <c:v>42429</c:v>
                </c:pt>
                <c:pt idx="2543">
                  <c:v>42426</c:v>
                </c:pt>
                <c:pt idx="2544">
                  <c:v>42425</c:v>
                </c:pt>
                <c:pt idx="2545">
                  <c:v>42424</c:v>
                </c:pt>
                <c:pt idx="2546">
                  <c:v>42423</c:v>
                </c:pt>
                <c:pt idx="2547">
                  <c:v>42422</c:v>
                </c:pt>
                <c:pt idx="2548">
                  <c:v>42419</c:v>
                </c:pt>
                <c:pt idx="2549">
                  <c:v>42418</c:v>
                </c:pt>
                <c:pt idx="2550">
                  <c:v>42417</c:v>
                </c:pt>
                <c:pt idx="2551">
                  <c:v>42416</c:v>
                </c:pt>
                <c:pt idx="2552">
                  <c:v>42415</c:v>
                </c:pt>
                <c:pt idx="2553">
                  <c:v>42412</c:v>
                </c:pt>
                <c:pt idx="2554">
                  <c:v>42411</c:v>
                </c:pt>
                <c:pt idx="2555">
                  <c:v>42405</c:v>
                </c:pt>
                <c:pt idx="2556">
                  <c:v>42404</c:v>
                </c:pt>
                <c:pt idx="2557">
                  <c:v>42403</c:v>
                </c:pt>
                <c:pt idx="2558">
                  <c:v>42402</c:v>
                </c:pt>
                <c:pt idx="2559">
                  <c:v>42401</c:v>
                </c:pt>
                <c:pt idx="2560">
                  <c:v>42398</c:v>
                </c:pt>
                <c:pt idx="2561">
                  <c:v>42397</c:v>
                </c:pt>
                <c:pt idx="2562">
                  <c:v>42396</c:v>
                </c:pt>
                <c:pt idx="2563">
                  <c:v>42395</c:v>
                </c:pt>
                <c:pt idx="2564">
                  <c:v>42394</c:v>
                </c:pt>
                <c:pt idx="2565">
                  <c:v>42391</c:v>
                </c:pt>
                <c:pt idx="2566">
                  <c:v>42390</c:v>
                </c:pt>
                <c:pt idx="2567">
                  <c:v>42389</c:v>
                </c:pt>
                <c:pt idx="2568">
                  <c:v>42388</c:v>
                </c:pt>
                <c:pt idx="2569">
                  <c:v>42387</c:v>
                </c:pt>
                <c:pt idx="2570">
                  <c:v>42384</c:v>
                </c:pt>
                <c:pt idx="2571">
                  <c:v>42383</c:v>
                </c:pt>
                <c:pt idx="2572">
                  <c:v>42382</c:v>
                </c:pt>
                <c:pt idx="2573">
                  <c:v>42381</c:v>
                </c:pt>
                <c:pt idx="2574">
                  <c:v>42380</c:v>
                </c:pt>
                <c:pt idx="2575">
                  <c:v>42377</c:v>
                </c:pt>
                <c:pt idx="2576">
                  <c:v>42376</c:v>
                </c:pt>
                <c:pt idx="2577">
                  <c:v>42375</c:v>
                </c:pt>
                <c:pt idx="2578">
                  <c:v>42374</c:v>
                </c:pt>
                <c:pt idx="2579">
                  <c:v>42373</c:v>
                </c:pt>
                <c:pt idx="2580">
                  <c:v>42369</c:v>
                </c:pt>
                <c:pt idx="2581">
                  <c:v>42368</c:v>
                </c:pt>
                <c:pt idx="2582">
                  <c:v>42367</c:v>
                </c:pt>
                <c:pt idx="2583">
                  <c:v>42366</c:v>
                </c:pt>
                <c:pt idx="2584">
                  <c:v>42362</c:v>
                </c:pt>
                <c:pt idx="2585">
                  <c:v>42361</c:v>
                </c:pt>
                <c:pt idx="2586">
                  <c:v>42360</c:v>
                </c:pt>
                <c:pt idx="2587">
                  <c:v>42359</c:v>
                </c:pt>
                <c:pt idx="2588">
                  <c:v>42356</c:v>
                </c:pt>
                <c:pt idx="2589">
                  <c:v>42355</c:v>
                </c:pt>
                <c:pt idx="2590">
                  <c:v>42354</c:v>
                </c:pt>
                <c:pt idx="2591">
                  <c:v>42353</c:v>
                </c:pt>
                <c:pt idx="2592">
                  <c:v>42352</c:v>
                </c:pt>
                <c:pt idx="2593">
                  <c:v>42349</c:v>
                </c:pt>
                <c:pt idx="2594">
                  <c:v>42348</c:v>
                </c:pt>
                <c:pt idx="2595">
                  <c:v>42347</c:v>
                </c:pt>
                <c:pt idx="2596">
                  <c:v>42346</c:v>
                </c:pt>
                <c:pt idx="2597">
                  <c:v>42345</c:v>
                </c:pt>
                <c:pt idx="2598">
                  <c:v>42342</c:v>
                </c:pt>
                <c:pt idx="2599">
                  <c:v>42341</c:v>
                </c:pt>
                <c:pt idx="2600">
                  <c:v>42340</c:v>
                </c:pt>
                <c:pt idx="2601">
                  <c:v>42339</c:v>
                </c:pt>
                <c:pt idx="2602">
                  <c:v>42338</c:v>
                </c:pt>
                <c:pt idx="2603">
                  <c:v>42335</c:v>
                </c:pt>
                <c:pt idx="2604">
                  <c:v>42334</c:v>
                </c:pt>
                <c:pt idx="2605">
                  <c:v>42333</c:v>
                </c:pt>
                <c:pt idx="2606">
                  <c:v>42332</c:v>
                </c:pt>
                <c:pt idx="2607">
                  <c:v>42331</c:v>
                </c:pt>
                <c:pt idx="2608">
                  <c:v>42328</c:v>
                </c:pt>
                <c:pt idx="2609">
                  <c:v>42327</c:v>
                </c:pt>
                <c:pt idx="2610">
                  <c:v>42326</c:v>
                </c:pt>
                <c:pt idx="2611">
                  <c:v>42325</c:v>
                </c:pt>
                <c:pt idx="2612">
                  <c:v>42324</c:v>
                </c:pt>
                <c:pt idx="2613">
                  <c:v>42321</c:v>
                </c:pt>
                <c:pt idx="2614">
                  <c:v>42320</c:v>
                </c:pt>
                <c:pt idx="2615">
                  <c:v>42319</c:v>
                </c:pt>
                <c:pt idx="2616">
                  <c:v>42318</c:v>
                </c:pt>
                <c:pt idx="2617">
                  <c:v>42317</c:v>
                </c:pt>
                <c:pt idx="2618">
                  <c:v>42314</c:v>
                </c:pt>
                <c:pt idx="2619">
                  <c:v>42313</c:v>
                </c:pt>
                <c:pt idx="2620">
                  <c:v>42312</c:v>
                </c:pt>
                <c:pt idx="2621">
                  <c:v>42311</c:v>
                </c:pt>
                <c:pt idx="2622">
                  <c:v>42310</c:v>
                </c:pt>
                <c:pt idx="2623">
                  <c:v>42307</c:v>
                </c:pt>
                <c:pt idx="2624">
                  <c:v>42306</c:v>
                </c:pt>
                <c:pt idx="2625">
                  <c:v>42305</c:v>
                </c:pt>
                <c:pt idx="2626">
                  <c:v>42304</c:v>
                </c:pt>
                <c:pt idx="2627">
                  <c:v>42303</c:v>
                </c:pt>
                <c:pt idx="2628">
                  <c:v>42300</c:v>
                </c:pt>
                <c:pt idx="2629">
                  <c:v>42299</c:v>
                </c:pt>
                <c:pt idx="2630">
                  <c:v>42298</c:v>
                </c:pt>
                <c:pt idx="2631">
                  <c:v>42297</c:v>
                </c:pt>
                <c:pt idx="2632">
                  <c:v>42296</c:v>
                </c:pt>
                <c:pt idx="2633">
                  <c:v>42293</c:v>
                </c:pt>
                <c:pt idx="2634">
                  <c:v>42292</c:v>
                </c:pt>
                <c:pt idx="2635">
                  <c:v>42291</c:v>
                </c:pt>
                <c:pt idx="2636">
                  <c:v>42290</c:v>
                </c:pt>
                <c:pt idx="2637">
                  <c:v>42289</c:v>
                </c:pt>
                <c:pt idx="2638">
                  <c:v>42285</c:v>
                </c:pt>
                <c:pt idx="2639">
                  <c:v>42284</c:v>
                </c:pt>
                <c:pt idx="2640">
                  <c:v>42283</c:v>
                </c:pt>
                <c:pt idx="2641">
                  <c:v>42282</c:v>
                </c:pt>
                <c:pt idx="2642">
                  <c:v>42279</c:v>
                </c:pt>
                <c:pt idx="2643">
                  <c:v>42278</c:v>
                </c:pt>
                <c:pt idx="2644">
                  <c:v>42277</c:v>
                </c:pt>
                <c:pt idx="2645">
                  <c:v>42272</c:v>
                </c:pt>
                <c:pt idx="2646">
                  <c:v>42271</c:v>
                </c:pt>
                <c:pt idx="2647">
                  <c:v>42270</c:v>
                </c:pt>
                <c:pt idx="2648">
                  <c:v>42269</c:v>
                </c:pt>
                <c:pt idx="2649">
                  <c:v>42268</c:v>
                </c:pt>
                <c:pt idx="2650">
                  <c:v>42265</c:v>
                </c:pt>
                <c:pt idx="2651">
                  <c:v>42264</c:v>
                </c:pt>
                <c:pt idx="2652">
                  <c:v>42263</c:v>
                </c:pt>
                <c:pt idx="2653">
                  <c:v>42262</c:v>
                </c:pt>
                <c:pt idx="2654">
                  <c:v>42261</c:v>
                </c:pt>
                <c:pt idx="2655">
                  <c:v>42258</c:v>
                </c:pt>
                <c:pt idx="2656">
                  <c:v>42257</c:v>
                </c:pt>
                <c:pt idx="2657">
                  <c:v>42256</c:v>
                </c:pt>
                <c:pt idx="2658">
                  <c:v>42255</c:v>
                </c:pt>
                <c:pt idx="2659">
                  <c:v>42254</c:v>
                </c:pt>
                <c:pt idx="2660">
                  <c:v>42251</c:v>
                </c:pt>
                <c:pt idx="2661">
                  <c:v>42250</c:v>
                </c:pt>
                <c:pt idx="2662">
                  <c:v>42249</c:v>
                </c:pt>
                <c:pt idx="2663">
                  <c:v>42248</c:v>
                </c:pt>
                <c:pt idx="2664">
                  <c:v>42247</c:v>
                </c:pt>
                <c:pt idx="2665">
                  <c:v>42244</c:v>
                </c:pt>
                <c:pt idx="2666">
                  <c:v>42243</c:v>
                </c:pt>
                <c:pt idx="2667">
                  <c:v>42242</c:v>
                </c:pt>
                <c:pt idx="2668">
                  <c:v>42241</c:v>
                </c:pt>
                <c:pt idx="2669">
                  <c:v>42240</c:v>
                </c:pt>
                <c:pt idx="2670">
                  <c:v>42237</c:v>
                </c:pt>
                <c:pt idx="2671">
                  <c:v>42236</c:v>
                </c:pt>
                <c:pt idx="2672">
                  <c:v>42235</c:v>
                </c:pt>
                <c:pt idx="2673">
                  <c:v>42234</c:v>
                </c:pt>
                <c:pt idx="2674">
                  <c:v>42233</c:v>
                </c:pt>
                <c:pt idx="2675">
                  <c:v>42229</c:v>
                </c:pt>
                <c:pt idx="2676">
                  <c:v>42228</c:v>
                </c:pt>
                <c:pt idx="2677">
                  <c:v>42227</c:v>
                </c:pt>
                <c:pt idx="2678">
                  <c:v>42226</c:v>
                </c:pt>
                <c:pt idx="2679">
                  <c:v>42223</c:v>
                </c:pt>
                <c:pt idx="2680">
                  <c:v>42222</c:v>
                </c:pt>
                <c:pt idx="2681">
                  <c:v>42221</c:v>
                </c:pt>
                <c:pt idx="2682">
                  <c:v>42220</c:v>
                </c:pt>
                <c:pt idx="2683">
                  <c:v>42219</c:v>
                </c:pt>
                <c:pt idx="2684">
                  <c:v>42216</c:v>
                </c:pt>
                <c:pt idx="2685">
                  <c:v>42215</c:v>
                </c:pt>
                <c:pt idx="2686">
                  <c:v>42214</c:v>
                </c:pt>
                <c:pt idx="2687">
                  <c:v>42213</c:v>
                </c:pt>
                <c:pt idx="2688">
                  <c:v>42212</c:v>
                </c:pt>
                <c:pt idx="2689">
                  <c:v>42209</c:v>
                </c:pt>
                <c:pt idx="2690">
                  <c:v>42208</c:v>
                </c:pt>
                <c:pt idx="2691">
                  <c:v>42207</c:v>
                </c:pt>
                <c:pt idx="2692">
                  <c:v>42206</c:v>
                </c:pt>
                <c:pt idx="2693">
                  <c:v>42205</c:v>
                </c:pt>
                <c:pt idx="2694">
                  <c:v>42202</c:v>
                </c:pt>
                <c:pt idx="2695">
                  <c:v>42201</c:v>
                </c:pt>
                <c:pt idx="2696">
                  <c:v>42200</c:v>
                </c:pt>
                <c:pt idx="2697">
                  <c:v>42199</c:v>
                </c:pt>
                <c:pt idx="2698">
                  <c:v>42198</c:v>
                </c:pt>
                <c:pt idx="2699">
                  <c:v>42195</c:v>
                </c:pt>
                <c:pt idx="2700">
                  <c:v>42194</c:v>
                </c:pt>
                <c:pt idx="2701">
                  <c:v>42193</c:v>
                </c:pt>
                <c:pt idx="2702">
                  <c:v>42192</c:v>
                </c:pt>
                <c:pt idx="2703">
                  <c:v>42191</c:v>
                </c:pt>
                <c:pt idx="2704">
                  <c:v>42188</c:v>
                </c:pt>
                <c:pt idx="2705">
                  <c:v>42187</c:v>
                </c:pt>
                <c:pt idx="2706">
                  <c:v>42186</c:v>
                </c:pt>
                <c:pt idx="2707">
                  <c:v>42185</c:v>
                </c:pt>
                <c:pt idx="2708">
                  <c:v>42184</c:v>
                </c:pt>
                <c:pt idx="2709">
                  <c:v>42181</c:v>
                </c:pt>
                <c:pt idx="2710">
                  <c:v>42180</c:v>
                </c:pt>
                <c:pt idx="2711">
                  <c:v>42179</c:v>
                </c:pt>
                <c:pt idx="2712">
                  <c:v>42178</c:v>
                </c:pt>
                <c:pt idx="2713">
                  <c:v>42177</c:v>
                </c:pt>
                <c:pt idx="2714">
                  <c:v>42174</c:v>
                </c:pt>
                <c:pt idx="2715">
                  <c:v>42173</c:v>
                </c:pt>
                <c:pt idx="2716">
                  <c:v>42172</c:v>
                </c:pt>
                <c:pt idx="2717">
                  <c:v>42171</c:v>
                </c:pt>
                <c:pt idx="2718">
                  <c:v>42170</c:v>
                </c:pt>
                <c:pt idx="2719">
                  <c:v>42167</c:v>
                </c:pt>
                <c:pt idx="2720">
                  <c:v>42166</c:v>
                </c:pt>
                <c:pt idx="2721">
                  <c:v>42165</c:v>
                </c:pt>
                <c:pt idx="2722">
                  <c:v>42164</c:v>
                </c:pt>
                <c:pt idx="2723">
                  <c:v>42163</c:v>
                </c:pt>
                <c:pt idx="2724">
                  <c:v>42160</c:v>
                </c:pt>
                <c:pt idx="2725">
                  <c:v>42159</c:v>
                </c:pt>
                <c:pt idx="2726">
                  <c:v>42158</c:v>
                </c:pt>
                <c:pt idx="2727">
                  <c:v>42157</c:v>
                </c:pt>
                <c:pt idx="2728">
                  <c:v>42156</c:v>
                </c:pt>
                <c:pt idx="2729">
                  <c:v>42153</c:v>
                </c:pt>
                <c:pt idx="2730">
                  <c:v>42152</c:v>
                </c:pt>
                <c:pt idx="2731">
                  <c:v>42151</c:v>
                </c:pt>
                <c:pt idx="2732">
                  <c:v>42150</c:v>
                </c:pt>
                <c:pt idx="2733">
                  <c:v>42146</c:v>
                </c:pt>
                <c:pt idx="2734">
                  <c:v>42145</c:v>
                </c:pt>
                <c:pt idx="2735">
                  <c:v>42144</c:v>
                </c:pt>
                <c:pt idx="2736">
                  <c:v>42143</c:v>
                </c:pt>
                <c:pt idx="2737">
                  <c:v>42142</c:v>
                </c:pt>
                <c:pt idx="2738">
                  <c:v>42139</c:v>
                </c:pt>
                <c:pt idx="2739">
                  <c:v>42138</c:v>
                </c:pt>
                <c:pt idx="2740">
                  <c:v>42137</c:v>
                </c:pt>
                <c:pt idx="2741">
                  <c:v>42136</c:v>
                </c:pt>
                <c:pt idx="2742">
                  <c:v>42135</c:v>
                </c:pt>
                <c:pt idx="2743">
                  <c:v>42132</c:v>
                </c:pt>
                <c:pt idx="2744">
                  <c:v>42131</c:v>
                </c:pt>
                <c:pt idx="2745">
                  <c:v>42130</c:v>
                </c:pt>
                <c:pt idx="2746">
                  <c:v>42128</c:v>
                </c:pt>
                <c:pt idx="2747">
                  <c:v>42124</c:v>
                </c:pt>
                <c:pt idx="2748">
                  <c:v>42123</c:v>
                </c:pt>
                <c:pt idx="2749">
                  <c:v>42122</c:v>
                </c:pt>
                <c:pt idx="2750">
                  <c:v>42121</c:v>
                </c:pt>
                <c:pt idx="2751">
                  <c:v>42118</c:v>
                </c:pt>
                <c:pt idx="2752">
                  <c:v>42117</c:v>
                </c:pt>
                <c:pt idx="2753">
                  <c:v>42116</c:v>
                </c:pt>
                <c:pt idx="2754">
                  <c:v>42115</c:v>
                </c:pt>
                <c:pt idx="2755">
                  <c:v>42114</c:v>
                </c:pt>
                <c:pt idx="2756">
                  <c:v>42111</c:v>
                </c:pt>
                <c:pt idx="2757">
                  <c:v>42110</c:v>
                </c:pt>
                <c:pt idx="2758">
                  <c:v>42109</c:v>
                </c:pt>
                <c:pt idx="2759">
                  <c:v>42108</c:v>
                </c:pt>
                <c:pt idx="2760">
                  <c:v>42107</c:v>
                </c:pt>
                <c:pt idx="2761">
                  <c:v>42104</c:v>
                </c:pt>
                <c:pt idx="2762">
                  <c:v>42103</c:v>
                </c:pt>
                <c:pt idx="2763">
                  <c:v>42102</c:v>
                </c:pt>
                <c:pt idx="2764">
                  <c:v>42101</c:v>
                </c:pt>
                <c:pt idx="2765">
                  <c:v>42100</c:v>
                </c:pt>
                <c:pt idx="2766">
                  <c:v>42097</c:v>
                </c:pt>
                <c:pt idx="2767">
                  <c:v>42096</c:v>
                </c:pt>
                <c:pt idx="2768">
                  <c:v>42095</c:v>
                </c:pt>
                <c:pt idx="2769">
                  <c:v>42094</c:v>
                </c:pt>
                <c:pt idx="2770">
                  <c:v>42093</c:v>
                </c:pt>
                <c:pt idx="2771">
                  <c:v>42090</c:v>
                </c:pt>
                <c:pt idx="2772">
                  <c:v>42089</c:v>
                </c:pt>
                <c:pt idx="2773">
                  <c:v>42088</c:v>
                </c:pt>
                <c:pt idx="2774">
                  <c:v>42087</c:v>
                </c:pt>
                <c:pt idx="2775">
                  <c:v>42086</c:v>
                </c:pt>
                <c:pt idx="2776">
                  <c:v>42083</c:v>
                </c:pt>
                <c:pt idx="2777">
                  <c:v>42082</c:v>
                </c:pt>
                <c:pt idx="2778">
                  <c:v>42081</c:v>
                </c:pt>
                <c:pt idx="2779">
                  <c:v>42080</c:v>
                </c:pt>
                <c:pt idx="2780">
                  <c:v>42079</c:v>
                </c:pt>
                <c:pt idx="2781">
                  <c:v>42076</c:v>
                </c:pt>
                <c:pt idx="2782">
                  <c:v>42075</c:v>
                </c:pt>
                <c:pt idx="2783">
                  <c:v>42074</c:v>
                </c:pt>
                <c:pt idx="2784">
                  <c:v>42073</c:v>
                </c:pt>
                <c:pt idx="2785">
                  <c:v>42072</c:v>
                </c:pt>
                <c:pt idx="2786">
                  <c:v>42069</c:v>
                </c:pt>
                <c:pt idx="2787">
                  <c:v>42068</c:v>
                </c:pt>
                <c:pt idx="2788">
                  <c:v>42067</c:v>
                </c:pt>
                <c:pt idx="2789">
                  <c:v>42066</c:v>
                </c:pt>
                <c:pt idx="2790">
                  <c:v>42065</c:v>
                </c:pt>
                <c:pt idx="2791">
                  <c:v>42062</c:v>
                </c:pt>
                <c:pt idx="2792">
                  <c:v>42061</c:v>
                </c:pt>
                <c:pt idx="2793">
                  <c:v>42060</c:v>
                </c:pt>
                <c:pt idx="2794">
                  <c:v>42059</c:v>
                </c:pt>
                <c:pt idx="2795">
                  <c:v>42058</c:v>
                </c:pt>
                <c:pt idx="2796">
                  <c:v>42052</c:v>
                </c:pt>
                <c:pt idx="2797">
                  <c:v>42051</c:v>
                </c:pt>
                <c:pt idx="2798">
                  <c:v>42048</c:v>
                </c:pt>
                <c:pt idx="2799">
                  <c:v>42047</c:v>
                </c:pt>
                <c:pt idx="2800">
                  <c:v>42046</c:v>
                </c:pt>
                <c:pt idx="2801">
                  <c:v>42045</c:v>
                </c:pt>
                <c:pt idx="2802">
                  <c:v>42044</c:v>
                </c:pt>
                <c:pt idx="2803">
                  <c:v>42041</c:v>
                </c:pt>
                <c:pt idx="2804">
                  <c:v>42040</c:v>
                </c:pt>
                <c:pt idx="2805">
                  <c:v>42039</c:v>
                </c:pt>
                <c:pt idx="2806">
                  <c:v>42038</c:v>
                </c:pt>
                <c:pt idx="2807">
                  <c:v>42037</c:v>
                </c:pt>
                <c:pt idx="2808">
                  <c:v>42034</c:v>
                </c:pt>
                <c:pt idx="2809">
                  <c:v>42033</c:v>
                </c:pt>
                <c:pt idx="2810">
                  <c:v>42032</c:v>
                </c:pt>
                <c:pt idx="2811">
                  <c:v>42031</c:v>
                </c:pt>
                <c:pt idx="2812">
                  <c:v>42030</c:v>
                </c:pt>
                <c:pt idx="2813">
                  <c:v>42027</c:v>
                </c:pt>
                <c:pt idx="2814">
                  <c:v>42026</c:v>
                </c:pt>
                <c:pt idx="2815">
                  <c:v>42025</c:v>
                </c:pt>
                <c:pt idx="2816">
                  <c:v>42024</c:v>
                </c:pt>
                <c:pt idx="2817">
                  <c:v>42023</c:v>
                </c:pt>
                <c:pt idx="2818">
                  <c:v>42020</c:v>
                </c:pt>
                <c:pt idx="2819">
                  <c:v>42019</c:v>
                </c:pt>
                <c:pt idx="2820">
                  <c:v>42018</c:v>
                </c:pt>
                <c:pt idx="2821">
                  <c:v>42017</c:v>
                </c:pt>
                <c:pt idx="2822">
                  <c:v>42016</c:v>
                </c:pt>
                <c:pt idx="2823">
                  <c:v>42013</c:v>
                </c:pt>
                <c:pt idx="2824">
                  <c:v>42012</c:v>
                </c:pt>
                <c:pt idx="2825">
                  <c:v>42011</c:v>
                </c:pt>
                <c:pt idx="2826">
                  <c:v>42010</c:v>
                </c:pt>
                <c:pt idx="2827">
                  <c:v>42009</c:v>
                </c:pt>
                <c:pt idx="2828">
                  <c:v>42006</c:v>
                </c:pt>
                <c:pt idx="2829">
                  <c:v>42004</c:v>
                </c:pt>
                <c:pt idx="2830">
                  <c:v>42003</c:v>
                </c:pt>
                <c:pt idx="2831">
                  <c:v>42002</c:v>
                </c:pt>
                <c:pt idx="2832">
                  <c:v>41999</c:v>
                </c:pt>
                <c:pt idx="2833">
                  <c:v>41997</c:v>
                </c:pt>
                <c:pt idx="2834">
                  <c:v>41996</c:v>
                </c:pt>
                <c:pt idx="2835">
                  <c:v>41995</c:v>
                </c:pt>
                <c:pt idx="2836">
                  <c:v>41992</c:v>
                </c:pt>
                <c:pt idx="2837">
                  <c:v>41991</c:v>
                </c:pt>
                <c:pt idx="2838">
                  <c:v>41990</c:v>
                </c:pt>
                <c:pt idx="2839">
                  <c:v>41989</c:v>
                </c:pt>
                <c:pt idx="2840">
                  <c:v>41988</c:v>
                </c:pt>
                <c:pt idx="2841">
                  <c:v>41985</c:v>
                </c:pt>
                <c:pt idx="2842">
                  <c:v>41984</c:v>
                </c:pt>
                <c:pt idx="2843">
                  <c:v>41983</c:v>
                </c:pt>
                <c:pt idx="2844">
                  <c:v>41982</c:v>
                </c:pt>
                <c:pt idx="2845">
                  <c:v>41981</c:v>
                </c:pt>
                <c:pt idx="2846">
                  <c:v>41978</c:v>
                </c:pt>
                <c:pt idx="2847">
                  <c:v>41977</c:v>
                </c:pt>
                <c:pt idx="2848">
                  <c:v>41976</c:v>
                </c:pt>
                <c:pt idx="2849">
                  <c:v>41975</c:v>
                </c:pt>
                <c:pt idx="2850">
                  <c:v>41974</c:v>
                </c:pt>
                <c:pt idx="2851">
                  <c:v>41971</c:v>
                </c:pt>
                <c:pt idx="2852">
                  <c:v>41970</c:v>
                </c:pt>
                <c:pt idx="2853">
                  <c:v>41969</c:v>
                </c:pt>
                <c:pt idx="2854">
                  <c:v>41968</c:v>
                </c:pt>
                <c:pt idx="2855">
                  <c:v>41967</c:v>
                </c:pt>
                <c:pt idx="2856">
                  <c:v>41964</c:v>
                </c:pt>
                <c:pt idx="2857">
                  <c:v>41963</c:v>
                </c:pt>
                <c:pt idx="2858">
                  <c:v>41962</c:v>
                </c:pt>
                <c:pt idx="2859">
                  <c:v>41961</c:v>
                </c:pt>
                <c:pt idx="2860">
                  <c:v>41960</c:v>
                </c:pt>
                <c:pt idx="2861">
                  <c:v>41957</c:v>
                </c:pt>
                <c:pt idx="2862">
                  <c:v>41956</c:v>
                </c:pt>
                <c:pt idx="2863">
                  <c:v>41955</c:v>
                </c:pt>
                <c:pt idx="2864">
                  <c:v>41954</c:v>
                </c:pt>
                <c:pt idx="2865">
                  <c:v>41953</c:v>
                </c:pt>
                <c:pt idx="2866">
                  <c:v>41950</c:v>
                </c:pt>
                <c:pt idx="2867">
                  <c:v>41949</c:v>
                </c:pt>
                <c:pt idx="2868">
                  <c:v>41948</c:v>
                </c:pt>
                <c:pt idx="2869">
                  <c:v>41947</c:v>
                </c:pt>
                <c:pt idx="2870">
                  <c:v>41946</c:v>
                </c:pt>
                <c:pt idx="2871">
                  <c:v>41943</c:v>
                </c:pt>
                <c:pt idx="2872">
                  <c:v>41942</c:v>
                </c:pt>
                <c:pt idx="2873">
                  <c:v>41941</c:v>
                </c:pt>
                <c:pt idx="2874">
                  <c:v>41940</c:v>
                </c:pt>
                <c:pt idx="2875">
                  <c:v>41939</c:v>
                </c:pt>
                <c:pt idx="2876">
                  <c:v>41936</c:v>
                </c:pt>
                <c:pt idx="2877">
                  <c:v>41935</c:v>
                </c:pt>
                <c:pt idx="2878">
                  <c:v>41934</c:v>
                </c:pt>
                <c:pt idx="2879">
                  <c:v>41933</c:v>
                </c:pt>
                <c:pt idx="2880">
                  <c:v>41932</c:v>
                </c:pt>
                <c:pt idx="2881">
                  <c:v>41929</c:v>
                </c:pt>
                <c:pt idx="2882">
                  <c:v>41928</c:v>
                </c:pt>
                <c:pt idx="2883">
                  <c:v>41927</c:v>
                </c:pt>
                <c:pt idx="2884">
                  <c:v>41926</c:v>
                </c:pt>
                <c:pt idx="2885">
                  <c:v>41925</c:v>
                </c:pt>
                <c:pt idx="2886">
                  <c:v>41922</c:v>
                </c:pt>
                <c:pt idx="2887">
                  <c:v>41920</c:v>
                </c:pt>
                <c:pt idx="2888">
                  <c:v>41919</c:v>
                </c:pt>
                <c:pt idx="2889">
                  <c:v>41918</c:v>
                </c:pt>
                <c:pt idx="2890">
                  <c:v>41914</c:v>
                </c:pt>
                <c:pt idx="2891">
                  <c:v>41913</c:v>
                </c:pt>
                <c:pt idx="2892">
                  <c:v>41912</c:v>
                </c:pt>
                <c:pt idx="2893">
                  <c:v>41911</c:v>
                </c:pt>
                <c:pt idx="2894">
                  <c:v>41908</c:v>
                </c:pt>
                <c:pt idx="2895">
                  <c:v>41907</c:v>
                </c:pt>
                <c:pt idx="2896">
                  <c:v>41906</c:v>
                </c:pt>
                <c:pt idx="2897">
                  <c:v>41905</c:v>
                </c:pt>
                <c:pt idx="2898">
                  <c:v>41904</c:v>
                </c:pt>
                <c:pt idx="2899">
                  <c:v>41901</c:v>
                </c:pt>
                <c:pt idx="2900">
                  <c:v>41900</c:v>
                </c:pt>
                <c:pt idx="2901">
                  <c:v>41899</c:v>
                </c:pt>
                <c:pt idx="2902">
                  <c:v>41898</c:v>
                </c:pt>
                <c:pt idx="2903">
                  <c:v>41897</c:v>
                </c:pt>
                <c:pt idx="2904">
                  <c:v>41894</c:v>
                </c:pt>
                <c:pt idx="2905">
                  <c:v>41893</c:v>
                </c:pt>
                <c:pt idx="2906">
                  <c:v>41887</c:v>
                </c:pt>
                <c:pt idx="2907">
                  <c:v>41886</c:v>
                </c:pt>
                <c:pt idx="2908">
                  <c:v>41885</c:v>
                </c:pt>
                <c:pt idx="2909">
                  <c:v>41884</c:v>
                </c:pt>
                <c:pt idx="2910">
                  <c:v>41883</c:v>
                </c:pt>
                <c:pt idx="2911">
                  <c:v>41880</c:v>
                </c:pt>
                <c:pt idx="2912">
                  <c:v>41879</c:v>
                </c:pt>
                <c:pt idx="2913">
                  <c:v>41878</c:v>
                </c:pt>
                <c:pt idx="2914">
                  <c:v>41877</c:v>
                </c:pt>
                <c:pt idx="2915">
                  <c:v>41876</c:v>
                </c:pt>
                <c:pt idx="2916">
                  <c:v>41873</c:v>
                </c:pt>
                <c:pt idx="2917">
                  <c:v>41872</c:v>
                </c:pt>
                <c:pt idx="2918">
                  <c:v>41871</c:v>
                </c:pt>
                <c:pt idx="2919">
                  <c:v>41870</c:v>
                </c:pt>
                <c:pt idx="2920">
                  <c:v>41869</c:v>
                </c:pt>
                <c:pt idx="2921">
                  <c:v>41865</c:v>
                </c:pt>
                <c:pt idx="2922">
                  <c:v>41864</c:v>
                </c:pt>
                <c:pt idx="2923">
                  <c:v>41863</c:v>
                </c:pt>
                <c:pt idx="2924">
                  <c:v>41862</c:v>
                </c:pt>
                <c:pt idx="2925">
                  <c:v>41859</c:v>
                </c:pt>
                <c:pt idx="2926">
                  <c:v>41858</c:v>
                </c:pt>
                <c:pt idx="2927">
                  <c:v>41857</c:v>
                </c:pt>
                <c:pt idx="2928">
                  <c:v>41856</c:v>
                </c:pt>
                <c:pt idx="2929">
                  <c:v>41855</c:v>
                </c:pt>
                <c:pt idx="2930">
                  <c:v>41852</c:v>
                </c:pt>
                <c:pt idx="2931">
                  <c:v>41851</c:v>
                </c:pt>
                <c:pt idx="2932">
                  <c:v>41850</c:v>
                </c:pt>
                <c:pt idx="2933">
                  <c:v>41849</c:v>
                </c:pt>
                <c:pt idx="2934">
                  <c:v>41848</c:v>
                </c:pt>
                <c:pt idx="2935">
                  <c:v>41845</c:v>
                </c:pt>
                <c:pt idx="2936">
                  <c:v>41844</c:v>
                </c:pt>
                <c:pt idx="2937">
                  <c:v>41843</c:v>
                </c:pt>
                <c:pt idx="2938">
                  <c:v>41842</c:v>
                </c:pt>
                <c:pt idx="2939">
                  <c:v>41841</c:v>
                </c:pt>
                <c:pt idx="2940">
                  <c:v>41838</c:v>
                </c:pt>
                <c:pt idx="2941">
                  <c:v>41837</c:v>
                </c:pt>
                <c:pt idx="2942">
                  <c:v>41836</c:v>
                </c:pt>
                <c:pt idx="2943">
                  <c:v>41835</c:v>
                </c:pt>
                <c:pt idx="2944">
                  <c:v>41834</c:v>
                </c:pt>
                <c:pt idx="2945">
                  <c:v>41831</c:v>
                </c:pt>
                <c:pt idx="2946">
                  <c:v>41830</c:v>
                </c:pt>
                <c:pt idx="2947">
                  <c:v>41829</c:v>
                </c:pt>
                <c:pt idx="2948">
                  <c:v>41828</c:v>
                </c:pt>
                <c:pt idx="2949">
                  <c:v>41827</c:v>
                </c:pt>
                <c:pt idx="2950">
                  <c:v>41824</c:v>
                </c:pt>
                <c:pt idx="2951">
                  <c:v>41823</c:v>
                </c:pt>
                <c:pt idx="2952">
                  <c:v>41822</c:v>
                </c:pt>
                <c:pt idx="2953">
                  <c:v>41821</c:v>
                </c:pt>
                <c:pt idx="2954">
                  <c:v>41820</c:v>
                </c:pt>
                <c:pt idx="2955">
                  <c:v>41817</c:v>
                </c:pt>
                <c:pt idx="2956">
                  <c:v>41816</c:v>
                </c:pt>
                <c:pt idx="2957">
                  <c:v>41815</c:v>
                </c:pt>
                <c:pt idx="2958">
                  <c:v>41814</c:v>
                </c:pt>
                <c:pt idx="2959">
                  <c:v>41813</c:v>
                </c:pt>
                <c:pt idx="2960">
                  <c:v>41810</c:v>
                </c:pt>
                <c:pt idx="2961">
                  <c:v>41809</c:v>
                </c:pt>
                <c:pt idx="2962">
                  <c:v>41808</c:v>
                </c:pt>
                <c:pt idx="2963">
                  <c:v>41807</c:v>
                </c:pt>
                <c:pt idx="2964">
                  <c:v>41806</c:v>
                </c:pt>
                <c:pt idx="2965">
                  <c:v>41803</c:v>
                </c:pt>
                <c:pt idx="2966">
                  <c:v>41802</c:v>
                </c:pt>
                <c:pt idx="2967">
                  <c:v>41801</c:v>
                </c:pt>
                <c:pt idx="2968">
                  <c:v>41800</c:v>
                </c:pt>
                <c:pt idx="2969">
                  <c:v>41799</c:v>
                </c:pt>
                <c:pt idx="2970">
                  <c:v>41795</c:v>
                </c:pt>
                <c:pt idx="2971">
                  <c:v>41793</c:v>
                </c:pt>
                <c:pt idx="2972">
                  <c:v>41792</c:v>
                </c:pt>
                <c:pt idx="2973">
                  <c:v>41789</c:v>
                </c:pt>
                <c:pt idx="2974">
                  <c:v>41788</c:v>
                </c:pt>
                <c:pt idx="2975">
                  <c:v>41787</c:v>
                </c:pt>
                <c:pt idx="2976">
                  <c:v>41786</c:v>
                </c:pt>
                <c:pt idx="2977">
                  <c:v>41785</c:v>
                </c:pt>
                <c:pt idx="2978">
                  <c:v>41782</c:v>
                </c:pt>
                <c:pt idx="2979">
                  <c:v>41781</c:v>
                </c:pt>
                <c:pt idx="2980">
                  <c:v>41780</c:v>
                </c:pt>
                <c:pt idx="2981">
                  <c:v>41779</c:v>
                </c:pt>
                <c:pt idx="2982">
                  <c:v>41778</c:v>
                </c:pt>
                <c:pt idx="2983">
                  <c:v>41775</c:v>
                </c:pt>
                <c:pt idx="2984">
                  <c:v>41774</c:v>
                </c:pt>
                <c:pt idx="2985">
                  <c:v>41773</c:v>
                </c:pt>
                <c:pt idx="2986">
                  <c:v>41772</c:v>
                </c:pt>
                <c:pt idx="2987">
                  <c:v>41771</c:v>
                </c:pt>
                <c:pt idx="2988">
                  <c:v>41768</c:v>
                </c:pt>
                <c:pt idx="2989">
                  <c:v>41767</c:v>
                </c:pt>
                <c:pt idx="2990">
                  <c:v>41766</c:v>
                </c:pt>
                <c:pt idx="2991">
                  <c:v>41761</c:v>
                </c:pt>
                <c:pt idx="2992">
                  <c:v>41759</c:v>
                </c:pt>
                <c:pt idx="2993">
                  <c:v>41758</c:v>
                </c:pt>
                <c:pt idx="2994">
                  <c:v>41757</c:v>
                </c:pt>
                <c:pt idx="2995">
                  <c:v>41754</c:v>
                </c:pt>
                <c:pt idx="2996">
                  <c:v>41753</c:v>
                </c:pt>
                <c:pt idx="2997">
                  <c:v>41752</c:v>
                </c:pt>
                <c:pt idx="2998">
                  <c:v>41751</c:v>
                </c:pt>
                <c:pt idx="2999">
                  <c:v>41750</c:v>
                </c:pt>
                <c:pt idx="3000">
                  <c:v>41747</c:v>
                </c:pt>
                <c:pt idx="3001">
                  <c:v>41746</c:v>
                </c:pt>
                <c:pt idx="3002">
                  <c:v>41745</c:v>
                </c:pt>
                <c:pt idx="3003">
                  <c:v>41744</c:v>
                </c:pt>
                <c:pt idx="3004">
                  <c:v>41743</c:v>
                </c:pt>
                <c:pt idx="3005">
                  <c:v>41740</c:v>
                </c:pt>
                <c:pt idx="3006">
                  <c:v>41739</c:v>
                </c:pt>
                <c:pt idx="3007">
                  <c:v>41738</c:v>
                </c:pt>
                <c:pt idx="3008">
                  <c:v>41737</c:v>
                </c:pt>
                <c:pt idx="3009">
                  <c:v>41736</c:v>
                </c:pt>
                <c:pt idx="3010">
                  <c:v>41733</c:v>
                </c:pt>
                <c:pt idx="3011">
                  <c:v>41732</c:v>
                </c:pt>
                <c:pt idx="3012">
                  <c:v>41731</c:v>
                </c:pt>
                <c:pt idx="3013">
                  <c:v>41730</c:v>
                </c:pt>
                <c:pt idx="3014">
                  <c:v>41729</c:v>
                </c:pt>
                <c:pt idx="3015">
                  <c:v>41726</c:v>
                </c:pt>
                <c:pt idx="3016">
                  <c:v>41725</c:v>
                </c:pt>
                <c:pt idx="3017">
                  <c:v>41724</c:v>
                </c:pt>
                <c:pt idx="3018">
                  <c:v>41723</c:v>
                </c:pt>
                <c:pt idx="3019">
                  <c:v>41722</c:v>
                </c:pt>
                <c:pt idx="3020">
                  <c:v>41719</c:v>
                </c:pt>
                <c:pt idx="3021">
                  <c:v>41718</c:v>
                </c:pt>
                <c:pt idx="3022">
                  <c:v>41717</c:v>
                </c:pt>
                <c:pt idx="3023">
                  <c:v>41716</c:v>
                </c:pt>
                <c:pt idx="3024">
                  <c:v>41715</c:v>
                </c:pt>
                <c:pt idx="3025">
                  <c:v>41712</c:v>
                </c:pt>
                <c:pt idx="3026">
                  <c:v>41711</c:v>
                </c:pt>
                <c:pt idx="3027">
                  <c:v>41710</c:v>
                </c:pt>
                <c:pt idx="3028">
                  <c:v>41709</c:v>
                </c:pt>
                <c:pt idx="3029">
                  <c:v>41708</c:v>
                </c:pt>
                <c:pt idx="3030">
                  <c:v>41705</c:v>
                </c:pt>
                <c:pt idx="3031">
                  <c:v>41704</c:v>
                </c:pt>
                <c:pt idx="3032">
                  <c:v>41703</c:v>
                </c:pt>
                <c:pt idx="3033">
                  <c:v>41702</c:v>
                </c:pt>
                <c:pt idx="3034">
                  <c:v>41701</c:v>
                </c:pt>
                <c:pt idx="3035">
                  <c:v>41698</c:v>
                </c:pt>
                <c:pt idx="3036">
                  <c:v>41697</c:v>
                </c:pt>
                <c:pt idx="3037">
                  <c:v>41696</c:v>
                </c:pt>
                <c:pt idx="3038">
                  <c:v>41695</c:v>
                </c:pt>
                <c:pt idx="3039">
                  <c:v>41694</c:v>
                </c:pt>
                <c:pt idx="3040">
                  <c:v>41691</c:v>
                </c:pt>
                <c:pt idx="3041">
                  <c:v>41690</c:v>
                </c:pt>
                <c:pt idx="3042">
                  <c:v>41689</c:v>
                </c:pt>
                <c:pt idx="3043">
                  <c:v>41688</c:v>
                </c:pt>
                <c:pt idx="3044">
                  <c:v>41687</c:v>
                </c:pt>
                <c:pt idx="3045">
                  <c:v>41684</c:v>
                </c:pt>
                <c:pt idx="3046">
                  <c:v>41683</c:v>
                </c:pt>
                <c:pt idx="3047">
                  <c:v>41682</c:v>
                </c:pt>
                <c:pt idx="3048">
                  <c:v>41681</c:v>
                </c:pt>
                <c:pt idx="3049">
                  <c:v>41680</c:v>
                </c:pt>
                <c:pt idx="3050">
                  <c:v>41677</c:v>
                </c:pt>
                <c:pt idx="3051">
                  <c:v>41676</c:v>
                </c:pt>
                <c:pt idx="3052">
                  <c:v>41675</c:v>
                </c:pt>
                <c:pt idx="3053">
                  <c:v>41674</c:v>
                </c:pt>
                <c:pt idx="3054">
                  <c:v>41673</c:v>
                </c:pt>
                <c:pt idx="3055">
                  <c:v>41668</c:v>
                </c:pt>
                <c:pt idx="3056">
                  <c:v>41667</c:v>
                </c:pt>
                <c:pt idx="3057">
                  <c:v>41666</c:v>
                </c:pt>
                <c:pt idx="3058">
                  <c:v>41663</c:v>
                </c:pt>
                <c:pt idx="3059">
                  <c:v>41662</c:v>
                </c:pt>
                <c:pt idx="3060">
                  <c:v>41661</c:v>
                </c:pt>
                <c:pt idx="3061">
                  <c:v>41660</c:v>
                </c:pt>
                <c:pt idx="3062">
                  <c:v>41659</c:v>
                </c:pt>
                <c:pt idx="3063">
                  <c:v>41656</c:v>
                </c:pt>
                <c:pt idx="3064">
                  <c:v>41655</c:v>
                </c:pt>
                <c:pt idx="3065">
                  <c:v>41654</c:v>
                </c:pt>
                <c:pt idx="3066">
                  <c:v>41653</c:v>
                </c:pt>
                <c:pt idx="3067">
                  <c:v>41652</c:v>
                </c:pt>
                <c:pt idx="3068">
                  <c:v>41649</c:v>
                </c:pt>
                <c:pt idx="3069">
                  <c:v>41648</c:v>
                </c:pt>
                <c:pt idx="3070">
                  <c:v>41647</c:v>
                </c:pt>
                <c:pt idx="3071">
                  <c:v>41646</c:v>
                </c:pt>
                <c:pt idx="3072">
                  <c:v>41645</c:v>
                </c:pt>
                <c:pt idx="3073">
                  <c:v>41642</c:v>
                </c:pt>
                <c:pt idx="3074">
                  <c:v>41641</c:v>
                </c:pt>
                <c:pt idx="3075">
                  <c:v>41639</c:v>
                </c:pt>
                <c:pt idx="3076">
                  <c:v>41638</c:v>
                </c:pt>
                <c:pt idx="3077">
                  <c:v>41635</c:v>
                </c:pt>
                <c:pt idx="3078">
                  <c:v>41634</c:v>
                </c:pt>
                <c:pt idx="3079">
                  <c:v>41632</c:v>
                </c:pt>
                <c:pt idx="3080">
                  <c:v>41631</c:v>
                </c:pt>
                <c:pt idx="3081">
                  <c:v>41628</c:v>
                </c:pt>
                <c:pt idx="3082">
                  <c:v>41627</c:v>
                </c:pt>
                <c:pt idx="3083">
                  <c:v>41626</c:v>
                </c:pt>
                <c:pt idx="3084">
                  <c:v>41625</c:v>
                </c:pt>
                <c:pt idx="3085">
                  <c:v>41624</c:v>
                </c:pt>
                <c:pt idx="3086">
                  <c:v>41621</c:v>
                </c:pt>
                <c:pt idx="3087">
                  <c:v>41620</c:v>
                </c:pt>
                <c:pt idx="3088">
                  <c:v>41619</c:v>
                </c:pt>
                <c:pt idx="3089">
                  <c:v>41618</c:v>
                </c:pt>
                <c:pt idx="3090">
                  <c:v>41617</c:v>
                </c:pt>
                <c:pt idx="3091">
                  <c:v>41614</c:v>
                </c:pt>
                <c:pt idx="3092">
                  <c:v>41613</c:v>
                </c:pt>
                <c:pt idx="3093">
                  <c:v>41612</c:v>
                </c:pt>
                <c:pt idx="3094">
                  <c:v>41611</c:v>
                </c:pt>
                <c:pt idx="3095">
                  <c:v>41610</c:v>
                </c:pt>
                <c:pt idx="3096">
                  <c:v>41607</c:v>
                </c:pt>
                <c:pt idx="3097">
                  <c:v>41606</c:v>
                </c:pt>
                <c:pt idx="3098">
                  <c:v>41605</c:v>
                </c:pt>
                <c:pt idx="3099">
                  <c:v>41604</c:v>
                </c:pt>
                <c:pt idx="3100">
                  <c:v>41603</c:v>
                </c:pt>
                <c:pt idx="3101">
                  <c:v>41600</c:v>
                </c:pt>
                <c:pt idx="3102">
                  <c:v>41599</c:v>
                </c:pt>
                <c:pt idx="3103">
                  <c:v>41598</c:v>
                </c:pt>
                <c:pt idx="3104">
                  <c:v>41597</c:v>
                </c:pt>
                <c:pt idx="3105">
                  <c:v>41596</c:v>
                </c:pt>
                <c:pt idx="3106">
                  <c:v>41593</c:v>
                </c:pt>
                <c:pt idx="3107">
                  <c:v>41592</c:v>
                </c:pt>
                <c:pt idx="3108">
                  <c:v>41591</c:v>
                </c:pt>
                <c:pt idx="3109">
                  <c:v>41590</c:v>
                </c:pt>
                <c:pt idx="3110">
                  <c:v>41589</c:v>
                </c:pt>
                <c:pt idx="3111">
                  <c:v>41586</c:v>
                </c:pt>
                <c:pt idx="3112">
                  <c:v>41585</c:v>
                </c:pt>
                <c:pt idx="3113">
                  <c:v>41584</c:v>
                </c:pt>
                <c:pt idx="3114">
                  <c:v>41583</c:v>
                </c:pt>
                <c:pt idx="3115">
                  <c:v>41582</c:v>
                </c:pt>
                <c:pt idx="3116">
                  <c:v>41579</c:v>
                </c:pt>
                <c:pt idx="3117">
                  <c:v>41578</c:v>
                </c:pt>
                <c:pt idx="3118">
                  <c:v>41577</c:v>
                </c:pt>
                <c:pt idx="3119">
                  <c:v>41576</c:v>
                </c:pt>
                <c:pt idx="3120">
                  <c:v>41575</c:v>
                </c:pt>
                <c:pt idx="3121">
                  <c:v>41572</c:v>
                </c:pt>
                <c:pt idx="3122">
                  <c:v>41571</c:v>
                </c:pt>
                <c:pt idx="3123">
                  <c:v>41570</c:v>
                </c:pt>
                <c:pt idx="3124">
                  <c:v>41569</c:v>
                </c:pt>
                <c:pt idx="3125">
                  <c:v>41568</c:v>
                </c:pt>
                <c:pt idx="3126">
                  <c:v>41565</c:v>
                </c:pt>
                <c:pt idx="3127">
                  <c:v>41564</c:v>
                </c:pt>
                <c:pt idx="3128">
                  <c:v>41563</c:v>
                </c:pt>
                <c:pt idx="3129">
                  <c:v>41562</c:v>
                </c:pt>
                <c:pt idx="3130">
                  <c:v>41561</c:v>
                </c:pt>
                <c:pt idx="3131">
                  <c:v>41558</c:v>
                </c:pt>
                <c:pt idx="3132">
                  <c:v>41557</c:v>
                </c:pt>
                <c:pt idx="3133">
                  <c:v>41555</c:v>
                </c:pt>
                <c:pt idx="3134">
                  <c:v>41554</c:v>
                </c:pt>
                <c:pt idx="3135">
                  <c:v>41551</c:v>
                </c:pt>
                <c:pt idx="3136">
                  <c:v>41549</c:v>
                </c:pt>
                <c:pt idx="3137">
                  <c:v>41548</c:v>
                </c:pt>
                <c:pt idx="3138">
                  <c:v>41547</c:v>
                </c:pt>
                <c:pt idx="3139">
                  <c:v>41544</c:v>
                </c:pt>
                <c:pt idx="3140">
                  <c:v>41543</c:v>
                </c:pt>
                <c:pt idx="3141">
                  <c:v>41542</c:v>
                </c:pt>
                <c:pt idx="3142">
                  <c:v>41541</c:v>
                </c:pt>
                <c:pt idx="3143">
                  <c:v>41540</c:v>
                </c:pt>
                <c:pt idx="3144">
                  <c:v>41534</c:v>
                </c:pt>
                <c:pt idx="3145">
                  <c:v>41533</c:v>
                </c:pt>
                <c:pt idx="3146">
                  <c:v>41530</c:v>
                </c:pt>
                <c:pt idx="3147">
                  <c:v>41529</c:v>
                </c:pt>
                <c:pt idx="3148">
                  <c:v>41528</c:v>
                </c:pt>
                <c:pt idx="3149">
                  <c:v>41527</c:v>
                </c:pt>
                <c:pt idx="3150">
                  <c:v>41526</c:v>
                </c:pt>
                <c:pt idx="3151">
                  <c:v>41523</c:v>
                </c:pt>
                <c:pt idx="3152">
                  <c:v>41522</c:v>
                </c:pt>
                <c:pt idx="3153">
                  <c:v>41521</c:v>
                </c:pt>
                <c:pt idx="3154">
                  <c:v>41520</c:v>
                </c:pt>
                <c:pt idx="3155">
                  <c:v>41519</c:v>
                </c:pt>
                <c:pt idx="3156">
                  <c:v>41516</c:v>
                </c:pt>
                <c:pt idx="3157">
                  <c:v>41515</c:v>
                </c:pt>
                <c:pt idx="3158">
                  <c:v>41514</c:v>
                </c:pt>
                <c:pt idx="3159">
                  <c:v>41513</c:v>
                </c:pt>
                <c:pt idx="3160">
                  <c:v>41512</c:v>
                </c:pt>
                <c:pt idx="3161">
                  <c:v>41509</c:v>
                </c:pt>
                <c:pt idx="3162">
                  <c:v>41508</c:v>
                </c:pt>
                <c:pt idx="3163">
                  <c:v>41507</c:v>
                </c:pt>
                <c:pt idx="3164">
                  <c:v>41506</c:v>
                </c:pt>
                <c:pt idx="3165">
                  <c:v>41505</c:v>
                </c:pt>
                <c:pt idx="3166">
                  <c:v>41502</c:v>
                </c:pt>
                <c:pt idx="3167">
                  <c:v>41500</c:v>
                </c:pt>
                <c:pt idx="3168">
                  <c:v>41499</c:v>
                </c:pt>
                <c:pt idx="3169">
                  <c:v>41498</c:v>
                </c:pt>
                <c:pt idx="3170">
                  <c:v>41495</c:v>
                </c:pt>
                <c:pt idx="3171">
                  <c:v>41494</c:v>
                </c:pt>
                <c:pt idx="3172">
                  <c:v>41493</c:v>
                </c:pt>
                <c:pt idx="3173">
                  <c:v>41492</c:v>
                </c:pt>
                <c:pt idx="3174">
                  <c:v>41491</c:v>
                </c:pt>
                <c:pt idx="3175">
                  <c:v>41488</c:v>
                </c:pt>
                <c:pt idx="3176">
                  <c:v>41487</c:v>
                </c:pt>
                <c:pt idx="3177">
                  <c:v>41486</c:v>
                </c:pt>
                <c:pt idx="3178">
                  <c:v>41485</c:v>
                </c:pt>
                <c:pt idx="3179">
                  <c:v>41484</c:v>
                </c:pt>
                <c:pt idx="3180">
                  <c:v>41481</c:v>
                </c:pt>
                <c:pt idx="3181">
                  <c:v>41480</c:v>
                </c:pt>
                <c:pt idx="3182">
                  <c:v>41479</c:v>
                </c:pt>
                <c:pt idx="3183">
                  <c:v>41478</c:v>
                </c:pt>
                <c:pt idx="3184">
                  <c:v>41477</c:v>
                </c:pt>
                <c:pt idx="3185">
                  <c:v>41474</c:v>
                </c:pt>
                <c:pt idx="3186">
                  <c:v>41473</c:v>
                </c:pt>
                <c:pt idx="3187">
                  <c:v>41472</c:v>
                </c:pt>
                <c:pt idx="3188">
                  <c:v>41471</c:v>
                </c:pt>
                <c:pt idx="3189">
                  <c:v>41470</c:v>
                </c:pt>
                <c:pt idx="3190">
                  <c:v>41467</c:v>
                </c:pt>
                <c:pt idx="3191">
                  <c:v>41466</c:v>
                </c:pt>
                <c:pt idx="3192">
                  <c:v>41465</c:v>
                </c:pt>
                <c:pt idx="3193">
                  <c:v>41464</c:v>
                </c:pt>
                <c:pt idx="3194">
                  <c:v>41463</c:v>
                </c:pt>
                <c:pt idx="3195">
                  <c:v>41460</c:v>
                </c:pt>
                <c:pt idx="3196">
                  <c:v>41459</c:v>
                </c:pt>
                <c:pt idx="3197">
                  <c:v>41458</c:v>
                </c:pt>
                <c:pt idx="3198">
                  <c:v>41457</c:v>
                </c:pt>
                <c:pt idx="3199">
                  <c:v>41456</c:v>
                </c:pt>
                <c:pt idx="3200">
                  <c:v>41453</c:v>
                </c:pt>
                <c:pt idx="3201">
                  <c:v>41452</c:v>
                </c:pt>
                <c:pt idx="3202">
                  <c:v>41451</c:v>
                </c:pt>
                <c:pt idx="3203">
                  <c:v>41450</c:v>
                </c:pt>
                <c:pt idx="3204">
                  <c:v>41449</c:v>
                </c:pt>
                <c:pt idx="3205">
                  <c:v>41446</c:v>
                </c:pt>
                <c:pt idx="3206">
                  <c:v>41445</c:v>
                </c:pt>
                <c:pt idx="3207">
                  <c:v>41444</c:v>
                </c:pt>
                <c:pt idx="3208">
                  <c:v>41443</c:v>
                </c:pt>
                <c:pt idx="3209">
                  <c:v>41442</c:v>
                </c:pt>
                <c:pt idx="3210">
                  <c:v>41439</c:v>
                </c:pt>
                <c:pt idx="3211">
                  <c:v>41438</c:v>
                </c:pt>
                <c:pt idx="3212">
                  <c:v>41437</c:v>
                </c:pt>
                <c:pt idx="3213">
                  <c:v>41436</c:v>
                </c:pt>
                <c:pt idx="3214">
                  <c:v>41435</c:v>
                </c:pt>
                <c:pt idx="3215">
                  <c:v>41432</c:v>
                </c:pt>
                <c:pt idx="3216">
                  <c:v>41430</c:v>
                </c:pt>
                <c:pt idx="3217">
                  <c:v>41429</c:v>
                </c:pt>
                <c:pt idx="3218">
                  <c:v>41428</c:v>
                </c:pt>
                <c:pt idx="3219">
                  <c:v>41425</c:v>
                </c:pt>
                <c:pt idx="3220">
                  <c:v>41424</c:v>
                </c:pt>
                <c:pt idx="3221">
                  <c:v>41423</c:v>
                </c:pt>
                <c:pt idx="3222">
                  <c:v>41422</c:v>
                </c:pt>
                <c:pt idx="3223">
                  <c:v>41421</c:v>
                </c:pt>
                <c:pt idx="3224">
                  <c:v>41418</c:v>
                </c:pt>
                <c:pt idx="3225">
                  <c:v>41417</c:v>
                </c:pt>
                <c:pt idx="3226">
                  <c:v>41416</c:v>
                </c:pt>
                <c:pt idx="3227">
                  <c:v>41415</c:v>
                </c:pt>
                <c:pt idx="3228">
                  <c:v>41414</c:v>
                </c:pt>
                <c:pt idx="3229">
                  <c:v>41410</c:v>
                </c:pt>
                <c:pt idx="3230">
                  <c:v>41409</c:v>
                </c:pt>
                <c:pt idx="3231">
                  <c:v>41408</c:v>
                </c:pt>
                <c:pt idx="3232">
                  <c:v>41407</c:v>
                </c:pt>
                <c:pt idx="3233">
                  <c:v>41404</c:v>
                </c:pt>
                <c:pt idx="3234">
                  <c:v>41403</c:v>
                </c:pt>
                <c:pt idx="3235">
                  <c:v>41402</c:v>
                </c:pt>
                <c:pt idx="3236">
                  <c:v>41401</c:v>
                </c:pt>
                <c:pt idx="3237">
                  <c:v>41400</c:v>
                </c:pt>
                <c:pt idx="3238">
                  <c:v>41397</c:v>
                </c:pt>
                <c:pt idx="3239">
                  <c:v>41396</c:v>
                </c:pt>
                <c:pt idx="3240">
                  <c:v>41394</c:v>
                </c:pt>
                <c:pt idx="3241">
                  <c:v>41393</c:v>
                </c:pt>
                <c:pt idx="3242">
                  <c:v>41390</c:v>
                </c:pt>
                <c:pt idx="3243">
                  <c:v>41389</c:v>
                </c:pt>
                <c:pt idx="3244">
                  <c:v>41388</c:v>
                </c:pt>
                <c:pt idx="3245">
                  <c:v>41387</c:v>
                </c:pt>
                <c:pt idx="3246">
                  <c:v>41386</c:v>
                </c:pt>
                <c:pt idx="3247">
                  <c:v>41383</c:v>
                </c:pt>
                <c:pt idx="3248">
                  <c:v>41382</c:v>
                </c:pt>
                <c:pt idx="3249">
                  <c:v>41381</c:v>
                </c:pt>
                <c:pt idx="3250">
                  <c:v>41380</c:v>
                </c:pt>
                <c:pt idx="3251">
                  <c:v>41379</c:v>
                </c:pt>
                <c:pt idx="3252">
                  <c:v>41376</c:v>
                </c:pt>
                <c:pt idx="3253">
                  <c:v>41375</c:v>
                </c:pt>
                <c:pt idx="3254">
                  <c:v>41374</c:v>
                </c:pt>
                <c:pt idx="3255">
                  <c:v>41373</c:v>
                </c:pt>
                <c:pt idx="3256">
                  <c:v>41372</c:v>
                </c:pt>
                <c:pt idx="3257">
                  <c:v>41369</c:v>
                </c:pt>
                <c:pt idx="3258">
                  <c:v>41368</c:v>
                </c:pt>
                <c:pt idx="3259">
                  <c:v>41367</c:v>
                </c:pt>
                <c:pt idx="3260">
                  <c:v>41366</c:v>
                </c:pt>
                <c:pt idx="3261">
                  <c:v>41365</c:v>
                </c:pt>
                <c:pt idx="3262">
                  <c:v>41362</c:v>
                </c:pt>
                <c:pt idx="3263">
                  <c:v>41361</c:v>
                </c:pt>
                <c:pt idx="3264">
                  <c:v>41360</c:v>
                </c:pt>
                <c:pt idx="3265">
                  <c:v>41359</c:v>
                </c:pt>
                <c:pt idx="3266">
                  <c:v>41358</c:v>
                </c:pt>
                <c:pt idx="3267">
                  <c:v>41355</c:v>
                </c:pt>
                <c:pt idx="3268">
                  <c:v>41354</c:v>
                </c:pt>
                <c:pt idx="3269">
                  <c:v>41353</c:v>
                </c:pt>
                <c:pt idx="3270">
                  <c:v>41352</c:v>
                </c:pt>
                <c:pt idx="3271">
                  <c:v>41351</c:v>
                </c:pt>
                <c:pt idx="3272">
                  <c:v>41348</c:v>
                </c:pt>
                <c:pt idx="3273">
                  <c:v>41347</c:v>
                </c:pt>
                <c:pt idx="3274">
                  <c:v>41346</c:v>
                </c:pt>
                <c:pt idx="3275">
                  <c:v>41345</c:v>
                </c:pt>
                <c:pt idx="3276">
                  <c:v>41344</c:v>
                </c:pt>
                <c:pt idx="3277">
                  <c:v>41341</c:v>
                </c:pt>
                <c:pt idx="3278">
                  <c:v>41340</c:v>
                </c:pt>
                <c:pt idx="3279">
                  <c:v>41339</c:v>
                </c:pt>
                <c:pt idx="3280">
                  <c:v>41338</c:v>
                </c:pt>
                <c:pt idx="3281">
                  <c:v>41337</c:v>
                </c:pt>
                <c:pt idx="3282">
                  <c:v>41333</c:v>
                </c:pt>
                <c:pt idx="3283">
                  <c:v>41332</c:v>
                </c:pt>
                <c:pt idx="3284">
                  <c:v>41331</c:v>
                </c:pt>
                <c:pt idx="3285">
                  <c:v>41330</c:v>
                </c:pt>
                <c:pt idx="3286">
                  <c:v>41327</c:v>
                </c:pt>
                <c:pt idx="3287">
                  <c:v>41326</c:v>
                </c:pt>
                <c:pt idx="3288">
                  <c:v>41325</c:v>
                </c:pt>
                <c:pt idx="3289">
                  <c:v>41324</c:v>
                </c:pt>
                <c:pt idx="3290">
                  <c:v>41323</c:v>
                </c:pt>
                <c:pt idx="3291">
                  <c:v>41320</c:v>
                </c:pt>
                <c:pt idx="3292">
                  <c:v>41319</c:v>
                </c:pt>
                <c:pt idx="3293">
                  <c:v>41318</c:v>
                </c:pt>
                <c:pt idx="3294">
                  <c:v>41317</c:v>
                </c:pt>
                <c:pt idx="3295">
                  <c:v>41313</c:v>
                </c:pt>
                <c:pt idx="3296">
                  <c:v>41312</c:v>
                </c:pt>
                <c:pt idx="3297">
                  <c:v>41311</c:v>
                </c:pt>
                <c:pt idx="3298">
                  <c:v>41310</c:v>
                </c:pt>
                <c:pt idx="3299">
                  <c:v>41309</c:v>
                </c:pt>
                <c:pt idx="3300">
                  <c:v>41306</c:v>
                </c:pt>
                <c:pt idx="3301">
                  <c:v>41305</c:v>
                </c:pt>
                <c:pt idx="3302">
                  <c:v>41304</c:v>
                </c:pt>
                <c:pt idx="3303">
                  <c:v>41303</c:v>
                </c:pt>
                <c:pt idx="3304">
                  <c:v>41302</c:v>
                </c:pt>
                <c:pt idx="3305">
                  <c:v>41299</c:v>
                </c:pt>
                <c:pt idx="3306">
                  <c:v>41298</c:v>
                </c:pt>
                <c:pt idx="3307">
                  <c:v>41297</c:v>
                </c:pt>
                <c:pt idx="3308">
                  <c:v>41296</c:v>
                </c:pt>
                <c:pt idx="3309">
                  <c:v>41295</c:v>
                </c:pt>
                <c:pt idx="3310">
                  <c:v>41292</c:v>
                </c:pt>
                <c:pt idx="3311">
                  <c:v>41291</c:v>
                </c:pt>
                <c:pt idx="3312">
                  <c:v>41290</c:v>
                </c:pt>
                <c:pt idx="3313">
                  <c:v>41289</c:v>
                </c:pt>
                <c:pt idx="3314">
                  <c:v>41288</c:v>
                </c:pt>
                <c:pt idx="3315">
                  <c:v>41285</c:v>
                </c:pt>
                <c:pt idx="3316">
                  <c:v>41284</c:v>
                </c:pt>
                <c:pt idx="3317">
                  <c:v>41283</c:v>
                </c:pt>
                <c:pt idx="3318">
                  <c:v>41282</c:v>
                </c:pt>
                <c:pt idx="3319">
                  <c:v>41281</c:v>
                </c:pt>
                <c:pt idx="3320">
                  <c:v>41278</c:v>
                </c:pt>
                <c:pt idx="3321">
                  <c:v>41277</c:v>
                </c:pt>
                <c:pt idx="3322">
                  <c:v>41276</c:v>
                </c:pt>
                <c:pt idx="3323">
                  <c:v>41274</c:v>
                </c:pt>
                <c:pt idx="3324">
                  <c:v>41271</c:v>
                </c:pt>
                <c:pt idx="3325">
                  <c:v>41270</c:v>
                </c:pt>
                <c:pt idx="3326">
                  <c:v>41269</c:v>
                </c:pt>
                <c:pt idx="3327">
                  <c:v>41267</c:v>
                </c:pt>
                <c:pt idx="3328">
                  <c:v>41264</c:v>
                </c:pt>
                <c:pt idx="3329">
                  <c:v>41263</c:v>
                </c:pt>
                <c:pt idx="3330">
                  <c:v>41261</c:v>
                </c:pt>
                <c:pt idx="3331">
                  <c:v>41260</c:v>
                </c:pt>
                <c:pt idx="3332">
                  <c:v>41257</c:v>
                </c:pt>
                <c:pt idx="3333">
                  <c:v>41256</c:v>
                </c:pt>
                <c:pt idx="3334">
                  <c:v>41255</c:v>
                </c:pt>
                <c:pt idx="3335">
                  <c:v>41254</c:v>
                </c:pt>
                <c:pt idx="3336">
                  <c:v>41253</c:v>
                </c:pt>
                <c:pt idx="3337">
                  <c:v>41250</c:v>
                </c:pt>
                <c:pt idx="3338">
                  <c:v>41249</c:v>
                </c:pt>
                <c:pt idx="3339">
                  <c:v>41248</c:v>
                </c:pt>
                <c:pt idx="3340">
                  <c:v>41247</c:v>
                </c:pt>
                <c:pt idx="3341">
                  <c:v>41246</c:v>
                </c:pt>
                <c:pt idx="3342">
                  <c:v>41243</c:v>
                </c:pt>
                <c:pt idx="3343">
                  <c:v>41242</c:v>
                </c:pt>
                <c:pt idx="3344">
                  <c:v>41241</c:v>
                </c:pt>
                <c:pt idx="3345">
                  <c:v>41240</c:v>
                </c:pt>
                <c:pt idx="3346">
                  <c:v>41239</c:v>
                </c:pt>
                <c:pt idx="3347">
                  <c:v>41236</c:v>
                </c:pt>
                <c:pt idx="3348">
                  <c:v>41235</c:v>
                </c:pt>
                <c:pt idx="3349">
                  <c:v>41234</c:v>
                </c:pt>
                <c:pt idx="3350">
                  <c:v>41233</c:v>
                </c:pt>
                <c:pt idx="3351">
                  <c:v>41232</c:v>
                </c:pt>
                <c:pt idx="3352">
                  <c:v>41229</c:v>
                </c:pt>
                <c:pt idx="3353">
                  <c:v>41228</c:v>
                </c:pt>
                <c:pt idx="3354">
                  <c:v>41227</c:v>
                </c:pt>
                <c:pt idx="3355">
                  <c:v>41226</c:v>
                </c:pt>
                <c:pt idx="3356">
                  <c:v>41225</c:v>
                </c:pt>
                <c:pt idx="3357">
                  <c:v>41222</c:v>
                </c:pt>
                <c:pt idx="3358">
                  <c:v>41221</c:v>
                </c:pt>
                <c:pt idx="3359">
                  <c:v>41220</c:v>
                </c:pt>
                <c:pt idx="3360">
                  <c:v>41219</c:v>
                </c:pt>
                <c:pt idx="3361">
                  <c:v>41218</c:v>
                </c:pt>
                <c:pt idx="3362">
                  <c:v>41215</c:v>
                </c:pt>
                <c:pt idx="3363">
                  <c:v>41214</c:v>
                </c:pt>
                <c:pt idx="3364">
                  <c:v>41213</c:v>
                </c:pt>
                <c:pt idx="3365">
                  <c:v>41212</c:v>
                </c:pt>
                <c:pt idx="3366">
                  <c:v>41211</c:v>
                </c:pt>
                <c:pt idx="3367">
                  <c:v>41208</c:v>
                </c:pt>
                <c:pt idx="3368">
                  <c:v>41207</c:v>
                </c:pt>
                <c:pt idx="3369">
                  <c:v>41206</c:v>
                </c:pt>
                <c:pt idx="3370">
                  <c:v>41205</c:v>
                </c:pt>
                <c:pt idx="3371">
                  <c:v>41204</c:v>
                </c:pt>
                <c:pt idx="3372">
                  <c:v>41201</c:v>
                </c:pt>
                <c:pt idx="3373">
                  <c:v>41200</c:v>
                </c:pt>
                <c:pt idx="3374">
                  <c:v>41199</c:v>
                </c:pt>
                <c:pt idx="3375">
                  <c:v>41198</c:v>
                </c:pt>
                <c:pt idx="3376">
                  <c:v>41197</c:v>
                </c:pt>
                <c:pt idx="3377">
                  <c:v>41194</c:v>
                </c:pt>
                <c:pt idx="3378">
                  <c:v>41193</c:v>
                </c:pt>
                <c:pt idx="3379">
                  <c:v>41192</c:v>
                </c:pt>
                <c:pt idx="3380">
                  <c:v>41191</c:v>
                </c:pt>
                <c:pt idx="3381">
                  <c:v>41190</c:v>
                </c:pt>
                <c:pt idx="3382">
                  <c:v>41187</c:v>
                </c:pt>
                <c:pt idx="3383">
                  <c:v>41186</c:v>
                </c:pt>
                <c:pt idx="3384">
                  <c:v>41184</c:v>
                </c:pt>
                <c:pt idx="3385">
                  <c:v>41180</c:v>
                </c:pt>
                <c:pt idx="3386">
                  <c:v>41179</c:v>
                </c:pt>
                <c:pt idx="3387">
                  <c:v>41178</c:v>
                </c:pt>
                <c:pt idx="3388">
                  <c:v>41177</c:v>
                </c:pt>
                <c:pt idx="3389">
                  <c:v>41176</c:v>
                </c:pt>
                <c:pt idx="3390">
                  <c:v>41173</c:v>
                </c:pt>
                <c:pt idx="3391">
                  <c:v>41172</c:v>
                </c:pt>
                <c:pt idx="3392">
                  <c:v>41171</c:v>
                </c:pt>
                <c:pt idx="3393">
                  <c:v>41170</c:v>
                </c:pt>
                <c:pt idx="3394">
                  <c:v>41169</c:v>
                </c:pt>
                <c:pt idx="3395">
                  <c:v>41166</c:v>
                </c:pt>
                <c:pt idx="3396">
                  <c:v>41165</c:v>
                </c:pt>
                <c:pt idx="3397">
                  <c:v>41164</c:v>
                </c:pt>
                <c:pt idx="3398">
                  <c:v>41163</c:v>
                </c:pt>
                <c:pt idx="3399">
                  <c:v>41162</c:v>
                </c:pt>
                <c:pt idx="3400">
                  <c:v>41159</c:v>
                </c:pt>
                <c:pt idx="3401">
                  <c:v>41158</c:v>
                </c:pt>
                <c:pt idx="3402">
                  <c:v>41157</c:v>
                </c:pt>
                <c:pt idx="3403">
                  <c:v>41156</c:v>
                </c:pt>
                <c:pt idx="3404">
                  <c:v>41155</c:v>
                </c:pt>
                <c:pt idx="3405">
                  <c:v>41152</c:v>
                </c:pt>
                <c:pt idx="3406">
                  <c:v>41151</c:v>
                </c:pt>
                <c:pt idx="3407">
                  <c:v>41150</c:v>
                </c:pt>
                <c:pt idx="3408">
                  <c:v>41149</c:v>
                </c:pt>
                <c:pt idx="3409">
                  <c:v>41148</c:v>
                </c:pt>
                <c:pt idx="3410">
                  <c:v>41145</c:v>
                </c:pt>
                <c:pt idx="3411">
                  <c:v>41144</c:v>
                </c:pt>
                <c:pt idx="3412">
                  <c:v>41143</c:v>
                </c:pt>
                <c:pt idx="3413">
                  <c:v>41142</c:v>
                </c:pt>
                <c:pt idx="3414">
                  <c:v>41141</c:v>
                </c:pt>
                <c:pt idx="3415">
                  <c:v>41138</c:v>
                </c:pt>
                <c:pt idx="3416">
                  <c:v>41137</c:v>
                </c:pt>
                <c:pt idx="3417">
                  <c:v>41135</c:v>
                </c:pt>
                <c:pt idx="3418">
                  <c:v>41134</c:v>
                </c:pt>
                <c:pt idx="3419">
                  <c:v>41131</c:v>
                </c:pt>
                <c:pt idx="3420">
                  <c:v>41130</c:v>
                </c:pt>
                <c:pt idx="3421">
                  <c:v>41129</c:v>
                </c:pt>
                <c:pt idx="3422">
                  <c:v>41128</c:v>
                </c:pt>
                <c:pt idx="3423">
                  <c:v>41127</c:v>
                </c:pt>
                <c:pt idx="3424">
                  <c:v>41124</c:v>
                </c:pt>
                <c:pt idx="3425">
                  <c:v>41123</c:v>
                </c:pt>
                <c:pt idx="3426">
                  <c:v>41122</c:v>
                </c:pt>
                <c:pt idx="3427">
                  <c:v>41121</c:v>
                </c:pt>
                <c:pt idx="3428">
                  <c:v>41120</c:v>
                </c:pt>
                <c:pt idx="3429">
                  <c:v>41117</c:v>
                </c:pt>
                <c:pt idx="3430">
                  <c:v>41116</c:v>
                </c:pt>
                <c:pt idx="3431">
                  <c:v>41115</c:v>
                </c:pt>
                <c:pt idx="3432">
                  <c:v>41114</c:v>
                </c:pt>
                <c:pt idx="3433">
                  <c:v>41113</c:v>
                </c:pt>
                <c:pt idx="3434">
                  <c:v>41110</c:v>
                </c:pt>
                <c:pt idx="3435">
                  <c:v>41109</c:v>
                </c:pt>
                <c:pt idx="3436">
                  <c:v>41108</c:v>
                </c:pt>
                <c:pt idx="3437">
                  <c:v>41107</c:v>
                </c:pt>
                <c:pt idx="3438">
                  <c:v>41106</c:v>
                </c:pt>
                <c:pt idx="3439">
                  <c:v>41103</c:v>
                </c:pt>
                <c:pt idx="3440">
                  <c:v>41102</c:v>
                </c:pt>
                <c:pt idx="3441">
                  <c:v>41101</c:v>
                </c:pt>
                <c:pt idx="3442">
                  <c:v>41100</c:v>
                </c:pt>
                <c:pt idx="3443">
                  <c:v>41099</c:v>
                </c:pt>
                <c:pt idx="3444">
                  <c:v>41096</c:v>
                </c:pt>
                <c:pt idx="3445">
                  <c:v>41095</c:v>
                </c:pt>
                <c:pt idx="3446">
                  <c:v>41094</c:v>
                </c:pt>
                <c:pt idx="3447">
                  <c:v>41093</c:v>
                </c:pt>
                <c:pt idx="3448">
                  <c:v>41092</c:v>
                </c:pt>
                <c:pt idx="3449">
                  <c:v>41089</c:v>
                </c:pt>
                <c:pt idx="3450">
                  <c:v>41088</c:v>
                </c:pt>
                <c:pt idx="3451">
                  <c:v>41087</c:v>
                </c:pt>
                <c:pt idx="3452">
                  <c:v>41086</c:v>
                </c:pt>
                <c:pt idx="3453">
                  <c:v>41085</c:v>
                </c:pt>
                <c:pt idx="3454">
                  <c:v>41082</c:v>
                </c:pt>
                <c:pt idx="3455">
                  <c:v>41081</c:v>
                </c:pt>
                <c:pt idx="3456">
                  <c:v>41080</c:v>
                </c:pt>
                <c:pt idx="3457">
                  <c:v>41079</c:v>
                </c:pt>
                <c:pt idx="3458">
                  <c:v>41078</c:v>
                </c:pt>
                <c:pt idx="3459">
                  <c:v>41075</c:v>
                </c:pt>
                <c:pt idx="3460">
                  <c:v>41074</c:v>
                </c:pt>
                <c:pt idx="3461">
                  <c:v>41073</c:v>
                </c:pt>
                <c:pt idx="3462">
                  <c:v>41072</c:v>
                </c:pt>
                <c:pt idx="3463">
                  <c:v>41071</c:v>
                </c:pt>
                <c:pt idx="3464">
                  <c:v>41068</c:v>
                </c:pt>
                <c:pt idx="3465">
                  <c:v>41067</c:v>
                </c:pt>
                <c:pt idx="3466">
                  <c:v>41065</c:v>
                </c:pt>
                <c:pt idx="3467">
                  <c:v>41064</c:v>
                </c:pt>
                <c:pt idx="3468">
                  <c:v>41061</c:v>
                </c:pt>
                <c:pt idx="3469">
                  <c:v>41060</c:v>
                </c:pt>
                <c:pt idx="3470">
                  <c:v>41059</c:v>
                </c:pt>
                <c:pt idx="3471">
                  <c:v>41058</c:v>
                </c:pt>
                <c:pt idx="3472">
                  <c:v>41054</c:v>
                </c:pt>
                <c:pt idx="3473">
                  <c:v>41053</c:v>
                </c:pt>
                <c:pt idx="3474">
                  <c:v>41052</c:v>
                </c:pt>
                <c:pt idx="3475">
                  <c:v>41051</c:v>
                </c:pt>
                <c:pt idx="3476">
                  <c:v>41050</c:v>
                </c:pt>
                <c:pt idx="3477">
                  <c:v>41047</c:v>
                </c:pt>
                <c:pt idx="3478">
                  <c:v>41046</c:v>
                </c:pt>
                <c:pt idx="3479">
                  <c:v>41045</c:v>
                </c:pt>
                <c:pt idx="3480">
                  <c:v>41044</c:v>
                </c:pt>
                <c:pt idx="3481">
                  <c:v>41043</c:v>
                </c:pt>
                <c:pt idx="3482">
                  <c:v>41040</c:v>
                </c:pt>
                <c:pt idx="3483">
                  <c:v>41039</c:v>
                </c:pt>
                <c:pt idx="3484">
                  <c:v>41038</c:v>
                </c:pt>
                <c:pt idx="3485">
                  <c:v>41037</c:v>
                </c:pt>
                <c:pt idx="3486">
                  <c:v>41036</c:v>
                </c:pt>
                <c:pt idx="3487">
                  <c:v>41033</c:v>
                </c:pt>
                <c:pt idx="3488">
                  <c:v>41032</c:v>
                </c:pt>
                <c:pt idx="3489">
                  <c:v>41031</c:v>
                </c:pt>
                <c:pt idx="3490">
                  <c:v>41029</c:v>
                </c:pt>
                <c:pt idx="3491">
                  <c:v>41026</c:v>
                </c:pt>
                <c:pt idx="3492">
                  <c:v>41025</c:v>
                </c:pt>
                <c:pt idx="3493">
                  <c:v>41024</c:v>
                </c:pt>
                <c:pt idx="3494">
                  <c:v>41023</c:v>
                </c:pt>
                <c:pt idx="3495">
                  <c:v>41022</c:v>
                </c:pt>
                <c:pt idx="3496">
                  <c:v>41019</c:v>
                </c:pt>
                <c:pt idx="3497">
                  <c:v>41018</c:v>
                </c:pt>
                <c:pt idx="3498">
                  <c:v>41017</c:v>
                </c:pt>
                <c:pt idx="3499">
                  <c:v>41016</c:v>
                </c:pt>
                <c:pt idx="3500">
                  <c:v>41015</c:v>
                </c:pt>
                <c:pt idx="3501">
                  <c:v>41012</c:v>
                </c:pt>
                <c:pt idx="3502">
                  <c:v>41011</c:v>
                </c:pt>
                <c:pt idx="3503">
                  <c:v>41009</c:v>
                </c:pt>
                <c:pt idx="3504">
                  <c:v>41008</c:v>
                </c:pt>
                <c:pt idx="3505">
                  <c:v>41005</c:v>
                </c:pt>
                <c:pt idx="3506">
                  <c:v>41004</c:v>
                </c:pt>
                <c:pt idx="3507">
                  <c:v>41003</c:v>
                </c:pt>
                <c:pt idx="3508">
                  <c:v>41002</c:v>
                </c:pt>
                <c:pt idx="3509">
                  <c:v>41001</c:v>
                </c:pt>
                <c:pt idx="3510">
                  <c:v>40998</c:v>
                </c:pt>
                <c:pt idx="3511">
                  <c:v>40997</c:v>
                </c:pt>
                <c:pt idx="3512">
                  <c:v>40996</c:v>
                </c:pt>
                <c:pt idx="3513">
                  <c:v>40995</c:v>
                </c:pt>
                <c:pt idx="3514">
                  <c:v>40994</c:v>
                </c:pt>
                <c:pt idx="3515">
                  <c:v>40991</c:v>
                </c:pt>
                <c:pt idx="3516">
                  <c:v>40990</c:v>
                </c:pt>
                <c:pt idx="3517">
                  <c:v>40989</c:v>
                </c:pt>
                <c:pt idx="3518">
                  <c:v>40988</c:v>
                </c:pt>
                <c:pt idx="3519">
                  <c:v>40987</c:v>
                </c:pt>
                <c:pt idx="3520">
                  <c:v>40984</c:v>
                </c:pt>
                <c:pt idx="3521">
                  <c:v>40983</c:v>
                </c:pt>
                <c:pt idx="3522">
                  <c:v>40982</c:v>
                </c:pt>
                <c:pt idx="3523">
                  <c:v>40981</c:v>
                </c:pt>
                <c:pt idx="3524">
                  <c:v>40980</c:v>
                </c:pt>
                <c:pt idx="3525">
                  <c:v>40977</c:v>
                </c:pt>
                <c:pt idx="3526">
                  <c:v>40976</c:v>
                </c:pt>
                <c:pt idx="3527">
                  <c:v>40975</c:v>
                </c:pt>
                <c:pt idx="3528">
                  <c:v>40974</c:v>
                </c:pt>
                <c:pt idx="3529">
                  <c:v>40973</c:v>
                </c:pt>
                <c:pt idx="3530">
                  <c:v>40970</c:v>
                </c:pt>
                <c:pt idx="3531">
                  <c:v>40968</c:v>
                </c:pt>
                <c:pt idx="3532">
                  <c:v>40967</c:v>
                </c:pt>
                <c:pt idx="3533">
                  <c:v>40966</c:v>
                </c:pt>
                <c:pt idx="3534">
                  <c:v>40963</c:v>
                </c:pt>
                <c:pt idx="3535">
                  <c:v>40962</c:v>
                </c:pt>
                <c:pt idx="3536">
                  <c:v>40961</c:v>
                </c:pt>
                <c:pt idx="3537">
                  <c:v>40960</c:v>
                </c:pt>
                <c:pt idx="3538">
                  <c:v>40959</c:v>
                </c:pt>
                <c:pt idx="3539">
                  <c:v>40956</c:v>
                </c:pt>
                <c:pt idx="3540">
                  <c:v>40955</c:v>
                </c:pt>
                <c:pt idx="3541">
                  <c:v>40954</c:v>
                </c:pt>
                <c:pt idx="3542">
                  <c:v>40953</c:v>
                </c:pt>
                <c:pt idx="3543">
                  <c:v>40952</c:v>
                </c:pt>
                <c:pt idx="3544">
                  <c:v>40949</c:v>
                </c:pt>
                <c:pt idx="3545">
                  <c:v>40948</c:v>
                </c:pt>
                <c:pt idx="3546">
                  <c:v>40947</c:v>
                </c:pt>
                <c:pt idx="3547">
                  <c:v>40946</c:v>
                </c:pt>
                <c:pt idx="3548">
                  <c:v>40945</c:v>
                </c:pt>
                <c:pt idx="3549">
                  <c:v>40942</c:v>
                </c:pt>
                <c:pt idx="3550">
                  <c:v>40941</c:v>
                </c:pt>
                <c:pt idx="3551">
                  <c:v>40940</c:v>
                </c:pt>
                <c:pt idx="3552">
                  <c:v>40939</c:v>
                </c:pt>
                <c:pt idx="3553">
                  <c:v>40938</c:v>
                </c:pt>
                <c:pt idx="3554">
                  <c:v>40935</c:v>
                </c:pt>
                <c:pt idx="3555">
                  <c:v>40934</c:v>
                </c:pt>
                <c:pt idx="3556">
                  <c:v>40933</c:v>
                </c:pt>
                <c:pt idx="3557">
                  <c:v>40928</c:v>
                </c:pt>
                <c:pt idx="3558">
                  <c:v>40927</c:v>
                </c:pt>
                <c:pt idx="3559">
                  <c:v>40926</c:v>
                </c:pt>
                <c:pt idx="3560">
                  <c:v>40925</c:v>
                </c:pt>
                <c:pt idx="3561">
                  <c:v>40924</c:v>
                </c:pt>
                <c:pt idx="3562">
                  <c:v>40921</c:v>
                </c:pt>
                <c:pt idx="3563">
                  <c:v>40920</c:v>
                </c:pt>
                <c:pt idx="3564">
                  <c:v>40919</c:v>
                </c:pt>
                <c:pt idx="3565">
                  <c:v>40918</c:v>
                </c:pt>
                <c:pt idx="3566">
                  <c:v>40917</c:v>
                </c:pt>
                <c:pt idx="3567">
                  <c:v>40914</c:v>
                </c:pt>
                <c:pt idx="3568">
                  <c:v>40913</c:v>
                </c:pt>
                <c:pt idx="3569">
                  <c:v>40912</c:v>
                </c:pt>
                <c:pt idx="3570">
                  <c:v>40911</c:v>
                </c:pt>
                <c:pt idx="3571">
                  <c:v>40910</c:v>
                </c:pt>
                <c:pt idx="3572">
                  <c:v>40907</c:v>
                </c:pt>
                <c:pt idx="3573">
                  <c:v>40906</c:v>
                </c:pt>
                <c:pt idx="3574">
                  <c:v>40905</c:v>
                </c:pt>
                <c:pt idx="3575">
                  <c:v>40904</c:v>
                </c:pt>
                <c:pt idx="3576">
                  <c:v>40903</c:v>
                </c:pt>
                <c:pt idx="3577">
                  <c:v>40900</c:v>
                </c:pt>
                <c:pt idx="3578">
                  <c:v>40899</c:v>
                </c:pt>
                <c:pt idx="3579">
                  <c:v>40898</c:v>
                </c:pt>
                <c:pt idx="3580">
                  <c:v>40897</c:v>
                </c:pt>
                <c:pt idx="3581">
                  <c:v>40896</c:v>
                </c:pt>
                <c:pt idx="3582">
                  <c:v>40893</c:v>
                </c:pt>
                <c:pt idx="3583">
                  <c:v>40892</c:v>
                </c:pt>
                <c:pt idx="3584">
                  <c:v>40891</c:v>
                </c:pt>
                <c:pt idx="3585">
                  <c:v>40890</c:v>
                </c:pt>
                <c:pt idx="3586">
                  <c:v>40889</c:v>
                </c:pt>
                <c:pt idx="3587">
                  <c:v>40886</c:v>
                </c:pt>
                <c:pt idx="3588">
                  <c:v>40885</c:v>
                </c:pt>
                <c:pt idx="3589">
                  <c:v>40884</c:v>
                </c:pt>
                <c:pt idx="3590">
                  <c:v>40883</c:v>
                </c:pt>
                <c:pt idx="3591">
                  <c:v>40882</c:v>
                </c:pt>
                <c:pt idx="3592">
                  <c:v>40879</c:v>
                </c:pt>
                <c:pt idx="3593">
                  <c:v>40878</c:v>
                </c:pt>
                <c:pt idx="3594">
                  <c:v>40877</c:v>
                </c:pt>
                <c:pt idx="3595">
                  <c:v>40876</c:v>
                </c:pt>
                <c:pt idx="3596">
                  <c:v>40875</c:v>
                </c:pt>
                <c:pt idx="3597">
                  <c:v>40872</c:v>
                </c:pt>
                <c:pt idx="3598">
                  <c:v>40871</c:v>
                </c:pt>
                <c:pt idx="3599">
                  <c:v>40870</c:v>
                </c:pt>
                <c:pt idx="3600">
                  <c:v>40869</c:v>
                </c:pt>
                <c:pt idx="3601">
                  <c:v>40868</c:v>
                </c:pt>
                <c:pt idx="3602">
                  <c:v>40865</c:v>
                </c:pt>
                <c:pt idx="3603">
                  <c:v>40864</c:v>
                </c:pt>
                <c:pt idx="3604">
                  <c:v>40863</c:v>
                </c:pt>
                <c:pt idx="3605">
                  <c:v>40862</c:v>
                </c:pt>
                <c:pt idx="3606">
                  <c:v>40861</c:v>
                </c:pt>
                <c:pt idx="3607">
                  <c:v>40858</c:v>
                </c:pt>
                <c:pt idx="3608">
                  <c:v>40857</c:v>
                </c:pt>
                <c:pt idx="3609">
                  <c:v>40856</c:v>
                </c:pt>
                <c:pt idx="3610">
                  <c:v>40855</c:v>
                </c:pt>
                <c:pt idx="3611">
                  <c:v>40854</c:v>
                </c:pt>
                <c:pt idx="3612">
                  <c:v>40851</c:v>
                </c:pt>
                <c:pt idx="3613">
                  <c:v>40850</c:v>
                </c:pt>
                <c:pt idx="3614">
                  <c:v>40849</c:v>
                </c:pt>
                <c:pt idx="3615">
                  <c:v>40848</c:v>
                </c:pt>
                <c:pt idx="3616">
                  <c:v>40847</c:v>
                </c:pt>
                <c:pt idx="3617">
                  <c:v>40844</c:v>
                </c:pt>
                <c:pt idx="3618">
                  <c:v>40843</c:v>
                </c:pt>
                <c:pt idx="3619">
                  <c:v>40842</c:v>
                </c:pt>
                <c:pt idx="3620">
                  <c:v>40841</c:v>
                </c:pt>
                <c:pt idx="3621">
                  <c:v>40840</c:v>
                </c:pt>
                <c:pt idx="3622">
                  <c:v>40837</c:v>
                </c:pt>
                <c:pt idx="3623">
                  <c:v>40836</c:v>
                </c:pt>
                <c:pt idx="3624">
                  <c:v>40835</c:v>
                </c:pt>
                <c:pt idx="3625">
                  <c:v>40834</c:v>
                </c:pt>
                <c:pt idx="3626">
                  <c:v>40833</c:v>
                </c:pt>
                <c:pt idx="3627">
                  <c:v>40830</c:v>
                </c:pt>
                <c:pt idx="3628">
                  <c:v>40829</c:v>
                </c:pt>
                <c:pt idx="3629">
                  <c:v>40828</c:v>
                </c:pt>
                <c:pt idx="3630">
                  <c:v>40827</c:v>
                </c:pt>
                <c:pt idx="3631">
                  <c:v>40826</c:v>
                </c:pt>
                <c:pt idx="3632">
                  <c:v>40823</c:v>
                </c:pt>
                <c:pt idx="3633">
                  <c:v>40822</c:v>
                </c:pt>
                <c:pt idx="3634">
                  <c:v>40821</c:v>
                </c:pt>
                <c:pt idx="3635">
                  <c:v>40820</c:v>
                </c:pt>
                <c:pt idx="3636">
                  <c:v>40816</c:v>
                </c:pt>
                <c:pt idx="3637">
                  <c:v>40815</c:v>
                </c:pt>
                <c:pt idx="3638">
                  <c:v>40814</c:v>
                </c:pt>
                <c:pt idx="3639">
                  <c:v>40813</c:v>
                </c:pt>
                <c:pt idx="3640">
                  <c:v>40812</c:v>
                </c:pt>
                <c:pt idx="3641">
                  <c:v>40809</c:v>
                </c:pt>
                <c:pt idx="3642">
                  <c:v>40808</c:v>
                </c:pt>
                <c:pt idx="3643">
                  <c:v>40807</c:v>
                </c:pt>
                <c:pt idx="3644">
                  <c:v>40806</c:v>
                </c:pt>
                <c:pt idx="3645">
                  <c:v>40805</c:v>
                </c:pt>
                <c:pt idx="3646">
                  <c:v>40802</c:v>
                </c:pt>
                <c:pt idx="3647">
                  <c:v>40801</c:v>
                </c:pt>
                <c:pt idx="3648">
                  <c:v>40800</c:v>
                </c:pt>
                <c:pt idx="3649">
                  <c:v>40795</c:v>
                </c:pt>
                <c:pt idx="3650">
                  <c:v>40794</c:v>
                </c:pt>
                <c:pt idx="3651">
                  <c:v>40793</c:v>
                </c:pt>
                <c:pt idx="3652">
                  <c:v>40792</c:v>
                </c:pt>
                <c:pt idx="3653">
                  <c:v>40791</c:v>
                </c:pt>
                <c:pt idx="3654">
                  <c:v>40788</c:v>
                </c:pt>
                <c:pt idx="3655">
                  <c:v>40787</c:v>
                </c:pt>
                <c:pt idx="3656">
                  <c:v>40786</c:v>
                </c:pt>
                <c:pt idx="3657">
                  <c:v>40785</c:v>
                </c:pt>
                <c:pt idx="3658">
                  <c:v>40784</c:v>
                </c:pt>
                <c:pt idx="3659">
                  <c:v>40781</c:v>
                </c:pt>
                <c:pt idx="3660">
                  <c:v>40780</c:v>
                </c:pt>
                <c:pt idx="3661">
                  <c:v>40779</c:v>
                </c:pt>
                <c:pt idx="3662">
                  <c:v>40778</c:v>
                </c:pt>
                <c:pt idx="3663">
                  <c:v>40777</c:v>
                </c:pt>
                <c:pt idx="3664">
                  <c:v>40774</c:v>
                </c:pt>
                <c:pt idx="3665">
                  <c:v>40773</c:v>
                </c:pt>
                <c:pt idx="3666">
                  <c:v>40772</c:v>
                </c:pt>
                <c:pt idx="3667">
                  <c:v>40771</c:v>
                </c:pt>
                <c:pt idx="3668">
                  <c:v>40767</c:v>
                </c:pt>
                <c:pt idx="3669">
                  <c:v>40766</c:v>
                </c:pt>
                <c:pt idx="3670">
                  <c:v>40765</c:v>
                </c:pt>
                <c:pt idx="3671">
                  <c:v>40764</c:v>
                </c:pt>
                <c:pt idx="3672">
                  <c:v>40763</c:v>
                </c:pt>
                <c:pt idx="3673">
                  <c:v>40760</c:v>
                </c:pt>
                <c:pt idx="3674">
                  <c:v>40759</c:v>
                </c:pt>
                <c:pt idx="3675">
                  <c:v>40758</c:v>
                </c:pt>
                <c:pt idx="3676">
                  <c:v>40757</c:v>
                </c:pt>
                <c:pt idx="3677">
                  <c:v>40756</c:v>
                </c:pt>
                <c:pt idx="3678">
                  <c:v>40753</c:v>
                </c:pt>
                <c:pt idx="3679">
                  <c:v>40752</c:v>
                </c:pt>
                <c:pt idx="3680">
                  <c:v>40751</c:v>
                </c:pt>
                <c:pt idx="3681">
                  <c:v>40750</c:v>
                </c:pt>
                <c:pt idx="3682">
                  <c:v>40749</c:v>
                </c:pt>
                <c:pt idx="3683">
                  <c:v>40746</c:v>
                </c:pt>
                <c:pt idx="3684">
                  <c:v>40745</c:v>
                </c:pt>
                <c:pt idx="3685">
                  <c:v>40744</c:v>
                </c:pt>
                <c:pt idx="3686">
                  <c:v>40743</c:v>
                </c:pt>
                <c:pt idx="3687">
                  <c:v>40742</c:v>
                </c:pt>
                <c:pt idx="3688">
                  <c:v>40739</c:v>
                </c:pt>
                <c:pt idx="3689">
                  <c:v>40738</c:v>
                </c:pt>
                <c:pt idx="3690">
                  <c:v>40737</c:v>
                </c:pt>
                <c:pt idx="3691">
                  <c:v>40736</c:v>
                </c:pt>
                <c:pt idx="3692">
                  <c:v>40735</c:v>
                </c:pt>
                <c:pt idx="3693">
                  <c:v>40732</c:v>
                </c:pt>
                <c:pt idx="3694">
                  <c:v>40731</c:v>
                </c:pt>
                <c:pt idx="3695">
                  <c:v>40730</c:v>
                </c:pt>
                <c:pt idx="3696">
                  <c:v>40729</c:v>
                </c:pt>
                <c:pt idx="3697">
                  <c:v>40728</c:v>
                </c:pt>
                <c:pt idx="3698">
                  <c:v>40725</c:v>
                </c:pt>
                <c:pt idx="3699">
                  <c:v>40724</c:v>
                </c:pt>
                <c:pt idx="3700">
                  <c:v>40723</c:v>
                </c:pt>
                <c:pt idx="3701">
                  <c:v>40722</c:v>
                </c:pt>
                <c:pt idx="3702">
                  <c:v>40721</c:v>
                </c:pt>
                <c:pt idx="3703">
                  <c:v>40718</c:v>
                </c:pt>
                <c:pt idx="3704">
                  <c:v>40717</c:v>
                </c:pt>
                <c:pt idx="3705">
                  <c:v>40716</c:v>
                </c:pt>
                <c:pt idx="3706">
                  <c:v>40715</c:v>
                </c:pt>
                <c:pt idx="3707">
                  <c:v>40714</c:v>
                </c:pt>
                <c:pt idx="3708">
                  <c:v>40711</c:v>
                </c:pt>
                <c:pt idx="3709">
                  <c:v>40710</c:v>
                </c:pt>
                <c:pt idx="3710">
                  <c:v>40709</c:v>
                </c:pt>
                <c:pt idx="3711">
                  <c:v>40708</c:v>
                </c:pt>
                <c:pt idx="3712">
                  <c:v>40707</c:v>
                </c:pt>
                <c:pt idx="3713">
                  <c:v>40704</c:v>
                </c:pt>
                <c:pt idx="3714">
                  <c:v>40703</c:v>
                </c:pt>
                <c:pt idx="3715">
                  <c:v>40702</c:v>
                </c:pt>
                <c:pt idx="3716">
                  <c:v>40701</c:v>
                </c:pt>
                <c:pt idx="3717">
                  <c:v>40697</c:v>
                </c:pt>
                <c:pt idx="3718">
                  <c:v>40696</c:v>
                </c:pt>
                <c:pt idx="3719">
                  <c:v>40695</c:v>
                </c:pt>
                <c:pt idx="3720">
                  <c:v>40694</c:v>
                </c:pt>
                <c:pt idx="3721">
                  <c:v>40693</c:v>
                </c:pt>
                <c:pt idx="3722">
                  <c:v>40690</c:v>
                </c:pt>
                <c:pt idx="3723">
                  <c:v>40689</c:v>
                </c:pt>
                <c:pt idx="3724">
                  <c:v>40688</c:v>
                </c:pt>
                <c:pt idx="3725">
                  <c:v>40687</c:v>
                </c:pt>
                <c:pt idx="3726">
                  <c:v>40686</c:v>
                </c:pt>
                <c:pt idx="3727">
                  <c:v>40683</c:v>
                </c:pt>
                <c:pt idx="3728">
                  <c:v>40682</c:v>
                </c:pt>
                <c:pt idx="3729">
                  <c:v>40681</c:v>
                </c:pt>
                <c:pt idx="3730">
                  <c:v>40680</c:v>
                </c:pt>
                <c:pt idx="3731">
                  <c:v>40679</c:v>
                </c:pt>
                <c:pt idx="3732">
                  <c:v>40676</c:v>
                </c:pt>
                <c:pt idx="3733">
                  <c:v>40675</c:v>
                </c:pt>
                <c:pt idx="3734">
                  <c:v>40674</c:v>
                </c:pt>
                <c:pt idx="3735">
                  <c:v>40672</c:v>
                </c:pt>
                <c:pt idx="3736">
                  <c:v>40669</c:v>
                </c:pt>
                <c:pt idx="3737">
                  <c:v>40667</c:v>
                </c:pt>
                <c:pt idx="3738">
                  <c:v>40666</c:v>
                </c:pt>
                <c:pt idx="3739">
                  <c:v>40665</c:v>
                </c:pt>
                <c:pt idx="3740">
                  <c:v>40662</c:v>
                </c:pt>
                <c:pt idx="3741">
                  <c:v>40661</c:v>
                </c:pt>
                <c:pt idx="3742">
                  <c:v>40660</c:v>
                </c:pt>
                <c:pt idx="3743">
                  <c:v>40659</c:v>
                </c:pt>
                <c:pt idx="3744">
                  <c:v>40658</c:v>
                </c:pt>
                <c:pt idx="3745">
                  <c:v>40655</c:v>
                </c:pt>
                <c:pt idx="3746">
                  <c:v>40654</c:v>
                </c:pt>
                <c:pt idx="3747">
                  <c:v>40653</c:v>
                </c:pt>
                <c:pt idx="3748">
                  <c:v>40652</c:v>
                </c:pt>
                <c:pt idx="3749">
                  <c:v>40651</c:v>
                </c:pt>
                <c:pt idx="3750">
                  <c:v>40648</c:v>
                </c:pt>
                <c:pt idx="3751">
                  <c:v>40647</c:v>
                </c:pt>
                <c:pt idx="3752">
                  <c:v>40646</c:v>
                </c:pt>
                <c:pt idx="3753">
                  <c:v>40645</c:v>
                </c:pt>
                <c:pt idx="3754">
                  <c:v>40644</c:v>
                </c:pt>
                <c:pt idx="3755">
                  <c:v>40641</c:v>
                </c:pt>
                <c:pt idx="3756">
                  <c:v>40640</c:v>
                </c:pt>
                <c:pt idx="3757">
                  <c:v>40639</c:v>
                </c:pt>
                <c:pt idx="3758">
                  <c:v>40638</c:v>
                </c:pt>
                <c:pt idx="3759">
                  <c:v>40637</c:v>
                </c:pt>
                <c:pt idx="3760">
                  <c:v>40634</c:v>
                </c:pt>
                <c:pt idx="3761">
                  <c:v>40633</c:v>
                </c:pt>
                <c:pt idx="3762">
                  <c:v>40632</c:v>
                </c:pt>
                <c:pt idx="3763">
                  <c:v>40631</c:v>
                </c:pt>
                <c:pt idx="3764">
                  <c:v>40630</c:v>
                </c:pt>
                <c:pt idx="3765">
                  <c:v>40627</c:v>
                </c:pt>
                <c:pt idx="3766">
                  <c:v>40626</c:v>
                </c:pt>
                <c:pt idx="3767">
                  <c:v>40625</c:v>
                </c:pt>
                <c:pt idx="3768">
                  <c:v>40624</c:v>
                </c:pt>
                <c:pt idx="3769">
                  <c:v>40623</c:v>
                </c:pt>
                <c:pt idx="3770">
                  <c:v>40620</c:v>
                </c:pt>
                <c:pt idx="3771">
                  <c:v>40619</c:v>
                </c:pt>
                <c:pt idx="3772">
                  <c:v>40618</c:v>
                </c:pt>
                <c:pt idx="3773">
                  <c:v>40617</c:v>
                </c:pt>
                <c:pt idx="3774">
                  <c:v>40616</c:v>
                </c:pt>
                <c:pt idx="3775">
                  <c:v>40613</c:v>
                </c:pt>
                <c:pt idx="3776">
                  <c:v>40612</c:v>
                </c:pt>
                <c:pt idx="3777">
                  <c:v>40611</c:v>
                </c:pt>
                <c:pt idx="3778">
                  <c:v>40610</c:v>
                </c:pt>
                <c:pt idx="3779">
                  <c:v>40609</c:v>
                </c:pt>
                <c:pt idx="3780">
                  <c:v>40606</c:v>
                </c:pt>
                <c:pt idx="3781">
                  <c:v>40605</c:v>
                </c:pt>
                <c:pt idx="3782">
                  <c:v>40604</c:v>
                </c:pt>
                <c:pt idx="3783">
                  <c:v>40602</c:v>
                </c:pt>
                <c:pt idx="3784">
                  <c:v>40599</c:v>
                </c:pt>
                <c:pt idx="3785">
                  <c:v>40598</c:v>
                </c:pt>
                <c:pt idx="3786">
                  <c:v>40597</c:v>
                </c:pt>
                <c:pt idx="3787">
                  <c:v>40596</c:v>
                </c:pt>
                <c:pt idx="3788">
                  <c:v>40595</c:v>
                </c:pt>
                <c:pt idx="3789">
                  <c:v>40592</c:v>
                </c:pt>
                <c:pt idx="3790">
                  <c:v>40591</c:v>
                </c:pt>
                <c:pt idx="3791">
                  <c:v>40590</c:v>
                </c:pt>
                <c:pt idx="3792">
                  <c:v>40589</c:v>
                </c:pt>
                <c:pt idx="3793">
                  <c:v>40588</c:v>
                </c:pt>
                <c:pt idx="3794">
                  <c:v>40585</c:v>
                </c:pt>
                <c:pt idx="3795">
                  <c:v>40584</c:v>
                </c:pt>
                <c:pt idx="3796">
                  <c:v>40583</c:v>
                </c:pt>
                <c:pt idx="3797">
                  <c:v>40582</c:v>
                </c:pt>
                <c:pt idx="3798">
                  <c:v>40581</c:v>
                </c:pt>
                <c:pt idx="3799">
                  <c:v>40575</c:v>
                </c:pt>
                <c:pt idx="3800">
                  <c:v>40574</c:v>
                </c:pt>
                <c:pt idx="3801">
                  <c:v>40571</c:v>
                </c:pt>
                <c:pt idx="3802">
                  <c:v>40570</c:v>
                </c:pt>
                <c:pt idx="3803">
                  <c:v>40569</c:v>
                </c:pt>
                <c:pt idx="3804">
                  <c:v>40568</c:v>
                </c:pt>
                <c:pt idx="3805">
                  <c:v>40567</c:v>
                </c:pt>
                <c:pt idx="3806">
                  <c:v>40564</c:v>
                </c:pt>
                <c:pt idx="3807">
                  <c:v>40563</c:v>
                </c:pt>
                <c:pt idx="3808">
                  <c:v>40562</c:v>
                </c:pt>
                <c:pt idx="3809">
                  <c:v>40561</c:v>
                </c:pt>
                <c:pt idx="3810">
                  <c:v>40560</c:v>
                </c:pt>
                <c:pt idx="3811">
                  <c:v>40557</c:v>
                </c:pt>
                <c:pt idx="3812">
                  <c:v>40556</c:v>
                </c:pt>
                <c:pt idx="3813">
                  <c:v>40555</c:v>
                </c:pt>
                <c:pt idx="3814">
                  <c:v>40554</c:v>
                </c:pt>
                <c:pt idx="3815">
                  <c:v>40553</c:v>
                </c:pt>
                <c:pt idx="3816">
                  <c:v>40550</c:v>
                </c:pt>
                <c:pt idx="3817">
                  <c:v>40549</c:v>
                </c:pt>
                <c:pt idx="3818">
                  <c:v>40548</c:v>
                </c:pt>
                <c:pt idx="3819">
                  <c:v>40547</c:v>
                </c:pt>
                <c:pt idx="3820">
                  <c:v>40546</c:v>
                </c:pt>
                <c:pt idx="3821">
                  <c:v>40543</c:v>
                </c:pt>
                <c:pt idx="3822">
                  <c:v>40542</c:v>
                </c:pt>
                <c:pt idx="3823">
                  <c:v>40541</c:v>
                </c:pt>
                <c:pt idx="3824">
                  <c:v>40540</c:v>
                </c:pt>
                <c:pt idx="3825">
                  <c:v>40539</c:v>
                </c:pt>
                <c:pt idx="3826">
                  <c:v>40536</c:v>
                </c:pt>
                <c:pt idx="3827">
                  <c:v>40535</c:v>
                </c:pt>
                <c:pt idx="3828">
                  <c:v>40534</c:v>
                </c:pt>
                <c:pt idx="3829">
                  <c:v>40533</c:v>
                </c:pt>
                <c:pt idx="3830">
                  <c:v>40532</c:v>
                </c:pt>
                <c:pt idx="3831">
                  <c:v>40529</c:v>
                </c:pt>
                <c:pt idx="3832">
                  <c:v>40528</c:v>
                </c:pt>
                <c:pt idx="3833">
                  <c:v>40527</c:v>
                </c:pt>
                <c:pt idx="3834">
                  <c:v>40526</c:v>
                </c:pt>
                <c:pt idx="3835">
                  <c:v>40525</c:v>
                </c:pt>
                <c:pt idx="3836">
                  <c:v>40522</c:v>
                </c:pt>
                <c:pt idx="3837">
                  <c:v>40521</c:v>
                </c:pt>
                <c:pt idx="3838">
                  <c:v>40520</c:v>
                </c:pt>
                <c:pt idx="3839">
                  <c:v>40519</c:v>
                </c:pt>
                <c:pt idx="3840">
                  <c:v>40518</c:v>
                </c:pt>
                <c:pt idx="3841">
                  <c:v>40515</c:v>
                </c:pt>
                <c:pt idx="3842">
                  <c:v>40514</c:v>
                </c:pt>
                <c:pt idx="3843">
                  <c:v>40513</c:v>
                </c:pt>
                <c:pt idx="3844">
                  <c:v>40512</c:v>
                </c:pt>
                <c:pt idx="3845">
                  <c:v>40511</c:v>
                </c:pt>
                <c:pt idx="3846">
                  <c:v>40508</c:v>
                </c:pt>
                <c:pt idx="3847">
                  <c:v>40507</c:v>
                </c:pt>
                <c:pt idx="3848">
                  <c:v>40506</c:v>
                </c:pt>
                <c:pt idx="3849">
                  <c:v>40505</c:v>
                </c:pt>
                <c:pt idx="3850">
                  <c:v>40504</c:v>
                </c:pt>
                <c:pt idx="3851">
                  <c:v>40501</c:v>
                </c:pt>
                <c:pt idx="3852">
                  <c:v>40500</c:v>
                </c:pt>
                <c:pt idx="3853">
                  <c:v>40499</c:v>
                </c:pt>
                <c:pt idx="3854">
                  <c:v>40498</c:v>
                </c:pt>
                <c:pt idx="3855">
                  <c:v>40497</c:v>
                </c:pt>
                <c:pt idx="3856">
                  <c:v>40494</c:v>
                </c:pt>
                <c:pt idx="3857">
                  <c:v>40493</c:v>
                </c:pt>
                <c:pt idx="3858">
                  <c:v>40492</c:v>
                </c:pt>
                <c:pt idx="3859">
                  <c:v>40491</c:v>
                </c:pt>
                <c:pt idx="3860">
                  <c:v>40490</c:v>
                </c:pt>
                <c:pt idx="3861">
                  <c:v>40487</c:v>
                </c:pt>
                <c:pt idx="3862">
                  <c:v>40486</c:v>
                </c:pt>
                <c:pt idx="3863">
                  <c:v>40485</c:v>
                </c:pt>
                <c:pt idx="3864">
                  <c:v>40484</c:v>
                </c:pt>
                <c:pt idx="3865">
                  <c:v>40483</c:v>
                </c:pt>
                <c:pt idx="3866">
                  <c:v>40480</c:v>
                </c:pt>
                <c:pt idx="3867">
                  <c:v>40479</c:v>
                </c:pt>
                <c:pt idx="3868">
                  <c:v>40478</c:v>
                </c:pt>
                <c:pt idx="3869">
                  <c:v>40477</c:v>
                </c:pt>
                <c:pt idx="3870">
                  <c:v>40476</c:v>
                </c:pt>
                <c:pt idx="3871">
                  <c:v>40473</c:v>
                </c:pt>
                <c:pt idx="3872">
                  <c:v>40472</c:v>
                </c:pt>
                <c:pt idx="3873">
                  <c:v>40471</c:v>
                </c:pt>
                <c:pt idx="3874">
                  <c:v>40470</c:v>
                </c:pt>
                <c:pt idx="3875">
                  <c:v>40469</c:v>
                </c:pt>
                <c:pt idx="3876">
                  <c:v>40466</c:v>
                </c:pt>
                <c:pt idx="3877">
                  <c:v>40465</c:v>
                </c:pt>
                <c:pt idx="3878">
                  <c:v>40464</c:v>
                </c:pt>
                <c:pt idx="3879">
                  <c:v>40463</c:v>
                </c:pt>
                <c:pt idx="3880">
                  <c:v>40462</c:v>
                </c:pt>
                <c:pt idx="3881">
                  <c:v>40459</c:v>
                </c:pt>
                <c:pt idx="3882">
                  <c:v>40458</c:v>
                </c:pt>
                <c:pt idx="3883">
                  <c:v>40457</c:v>
                </c:pt>
                <c:pt idx="3884">
                  <c:v>40456</c:v>
                </c:pt>
                <c:pt idx="3885">
                  <c:v>40455</c:v>
                </c:pt>
                <c:pt idx="3886">
                  <c:v>40452</c:v>
                </c:pt>
                <c:pt idx="3887">
                  <c:v>40451</c:v>
                </c:pt>
                <c:pt idx="3888">
                  <c:v>40450</c:v>
                </c:pt>
                <c:pt idx="3889">
                  <c:v>40449</c:v>
                </c:pt>
                <c:pt idx="3890">
                  <c:v>40448</c:v>
                </c:pt>
                <c:pt idx="3891">
                  <c:v>40445</c:v>
                </c:pt>
                <c:pt idx="3892">
                  <c:v>40441</c:v>
                </c:pt>
                <c:pt idx="3893">
                  <c:v>40438</c:v>
                </c:pt>
                <c:pt idx="3894">
                  <c:v>40437</c:v>
                </c:pt>
                <c:pt idx="3895">
                  <c:v>40436</c:v>
                </c:pt>
                <c:pt idx="3896">
                  <c:v>40435</c:v>
                </c:pt>
                <c:pt idx="3897">
                  <c:v>40434</c:v>
                </c:pt>
                <c:pt idx="3898">
                  <c:v>40431</c:v>
                </c:pt>
                <c:pt idx="3899">
                  <c:v>40430</c:v>
                </c:pt>
                <c:pt idx="3900">
                  <c:v>40429</c:v>
                </c:pt>
                <c:pt idx="3901">
                  <c:v>40428</c:v>
                </c:pt>
                <c:pt idx="3902">
                  <c:v>40427</c:v>
                </c:pt>
                <c:pt idx="3903">
                  <c:v>40424</c:v>
                </c:pt>
                <c:pt idx="3904">
                  <c:v>40423</c:v>
                </c:pt>
                <c:pt idx="3905">
                  <c:v>40422</c:v>
                </c:pt>
                <c:pt idx="3906">
                  <c:v>40421</c:v>
                </c:pt>
                <c:pt idx="3907">
                  <c:v>40420</c:v>
                </c:pt>
                <c:pt idx="3908">
                  <c:v>40417</c:v>
                </c:pt>
                <c:pt idx="3909">
                  <c:v>40416</c:v>
                </c:pt>
                <c:pt idx="3910">
                  <c:v>40415</c:v>
                </c:pt>
                <c:pt idx="3911">
                  <c:v>40414</c:v>
                </c:pt>
                <c:pt idx="3912">
                  <c:v>40413</c:v>
                </c:pt>
                <c:pt idx="3913">
                  <c:v>40410</c:v>
                </c:pt>
                <c:pt idx="3914">
                  <c:v>40409</c:v>
                </c:pt>
                <c:pt idx="3915">
                  <c:v>40408</c:v>
                </c:pt>
                <c:pt idx="3916">
                  <c:v>40407</c:v>
                </c:pt>
                <c:pt idx="3917">
                  <c:v>40406</c:v>
                </c:pt>
                <c:pt idx="3918">
                  <c:v>40403</c:v>
                </c:pt>
                <c:pt idx="3919">
                  <c:v>40402</c:v>
                </c:pt>
                <c:pt idx="3920">
                  <c:v>40401</c:v>
                </c:pt>
                <c:pt idx="3921">
                  <c:v>40400</c:v>
                </c:pt>
                <c:pt idx="3922">
                  <c:v>40399</c:v>
                </c:pt>
                <c:pt idx="3923">
                  <c:v>40396</c:v>
                </c:pt>
                <c:pt idx="3924">
                  <c:v>40395</c:v>
                </c:pt>
                <c:pt idx="3925">
                  <c:v>40394</c:v>
                </c:pt>
                <c:pt idx="3926">
                  <c:v>40393</c:v>
                </c:pt>
                <c:pt idx="3927">
                  <c:v>40392</c:v>
                </c:pt>
                <c:pt idx="3928">
                  <c:v>40389</c:v>
                </c:pt>
                <c:pt idx="3929">
                  <c:v>40388</c:v>
                </c:pt>
                <c:pt idx="3930">
                  <c:v>40387</c:v>
                </c:pt>
                <c:pt idx="3931">
                  <c:v>40386</c:v>
                </c:pt>
                <c:pt idx="3932">
                  <c:v>40385</c:v>
                </c:pt>
                <c:pt idx="3933">
                  <c:v>40382</c:v>
                </c:pt>
                <c:pt idx="3934">
                  <c:v>40381</c:v>
                </c:pt>
                <c:pt idx="3935">
                  <c:v>40380</c:v>
                </c:pt>
                <c:pt idx="3936">
                  <c:v>40379</c:v>
                </c:pt>
                <c:pt idx="3937">
                  <c:v>40378</c:v>
                </c:pt>
                <c:pt idx="3938">
                  <c:v>40375</c:v>
                </c:pt>
                <c:pt idx="3939">
                  <c:v>40374</c:v>
                </c:pt>
                <c:pt idx="3940">
                  <c:v>40373</c:v>
                </c:pt>
                <c:pt idx="3941">
                  <c:v>40372</c:v>
                </c:pt>
                <c:pt idx="3942">
                  <c:v>40371</c:v>
                </c:pt>
                <c:pt idx="3943">
                  <c:v>40368</c:v>
                </c:pt>
                <c:pt idx="3944">
                  <c:v>40367</c:v>
                </c:pt>
                <c:pt idx="3945">
                  <c:v>40366</c:v>
                </c:pt>
                <c:pt idx="3946">
                  <c:v>40365</c:v>
                </c:pt>
                <c:pt idx="3947">
                  <c:v>40364</c:v>
                </c:pt>
                <c:pt idx="3948">
                  <c:v>40361</c:v>
                </c:pt>
                <c:pt idx="3949">
                  <c:v>40360</c:v>
                </c:pt>
                <c:pt idx="3950">
                  <c:v>40359</c:v>
                </c:pt>
                <c:pt idx="3951">
                  <c:v>40358</c:v>
                </c:pt>
                <c:pt idx="3952">
                  <c:v>40357</c:v>
                </c:pt>
                <c:pt idx="3953">
                  <c:v>40354</c:v>
                </c:pt>
                <c:pt idx="3954">
                  <c:v>40353</c:v>
                </c:pt>
                <c:pt idx="3955">
                  <c:v>40352</c:v>
                </c:pt>
                <c:pt idx="3956">
                  <c:v>40351</c:v>
                </c:pt>
                <c:pt idx="3957">
                  <c:v>40350</c:v>
                </c:pt>
                <c:pt idx="3958">
                  <c:v>40347</c:v>
                </c:pt>
                <c:pt idx="3959">
                  <c:v>40346</c:v>
                </c:pt>
                <c:pt idx="3960">
                  <c:v>40345</c:v>
                </c:pt>
                <c:pt idx="3961">
                  <c:v>40344</c:v>
                </c:pt>
                <c:pt idx="3962">
                  <c:v>40343</c:v>
                </c:pt>
                <c:pt idx="3963">
                  <c:v>40340</c:v>
                </c:pt>
                <c:pt idx="3964">
                  <c:v>40339</c:v>
                </c:pt>
                <c:pt idx="3965">
                  <c:v>40338</c:v>
                </c:pt>
                <c:pt idx="3966">
                  <c:v>40337</c:v>
                </c:pt>
                <c:pt idx="3967">
                  <c:v>40336</c:v>
                </c:pt>
                <c:pt idx="3968">
                  <c:v>40333</c:v>
                </c:pt>
                <c:pt idx="3969">
                  <c:v>40332</c:v>
                </c:pt>
                <c:pt idx="3970">
                  <c:v>40330</c:v>
                </c:pt>
                <c:pt idx="3971">
                  <c:v>40329</c:v>
                </c:pt>
                <c:pt idx="3972">
                  <c:v>40326</c:v>
                </c:pt>
                <c:pt idx="3973">
                  <c:v>40325</c:v>
                </c:pt>
                <c:pt idx="3974">
                  <c:v>40324</c:v>
                </c:pt>
                <c:pt idx="3975">
                  <c:v>40323</c:v>
                </c:pt>
                <c:pt idx="3976">
                  <c:v>40322</c:v>
                </c:pt>
                <c:pt idx="3977">
                  <c:v>40318</c:v>
                </c:pt>
                <c:pt idx="3978">
                  <c:v>40317</c:v>
                </c:pt>
                <c:pt idx="3979">
                  <c:v>40316</c:v>
                </c:pt>
                <c:pt idx="3980">
                  <c:v>40315</c:v>
                </c:pt>
                <c:pt idx="3981">
                  <c:v>40312</c:v>
                </c:pt>
                <c:pt idx="3982">
                  <c:v>40311</c:v>
                </c:pt>
                <c:pt idx="3983">
                  <c:v>40310</c:v>
                </c:pt>
                <c:pt idx="3984">
                  <c:v>40309</c:v>
                </c:pt>
                <c:pt idx="3985">
                  <c:v>40308</c:v>
                </c:pt>
                <c:pt idx="3986">
                  <c:v>40305</c:v>
                </c:pt>
                <c:pt idx="3987">
                  <c:v>40304</c:v>
                </c:pt>
                <c:pt idx="3988">
                  <c:v>40302</c:v>
                </c:pt>
                <c:pt idx="3989">
                  <c:v>40301</c:v>
                </c:pt>
                <c:pt idx="3990">
                  <c:v>40298</c:v>
                </c:pt>
                <c:pt idx="3991">
                  <c:v>40297</c:v>
                </c:pt>
                <c:pt idx="3992">
                  <c:v>40296</c:v>
                </c:pt>
                <c:pt idx="3993">
                  <c:v>40295</c:v>
                </c:pt>
                <c:pt idx="3994">
                  <c:v>40294</c:v>
                </c:pt>
                <c:pt idx="3995">
                  <c:v>40291</c:v>
                </c:pt>
                <c:pt idx="3996">
                  <c:v>40290</c:v>
                </c:pt>
                <c:pt idx="3997">
                  <c:v>40289</c:v>
                </c:pt>
                <c:pt idx="3998">
                  <c:v>40288</c:v>
                </c:pt>
                <c:pt idx="3999">
                  <c:v>40287</c:v>
                </c:pt>
                <c:pt idx="4000">
                  <c:v>40284</c:v>
                </c:pt>
                <c:pt idx="4001">
                  <c:v>40283</c:v>
                </c:pt>
                <c:pt idx="4002">
                  <c:v>40282</c:v>
                </c:pt>
                <c:pt idx="4003">
                  <c:v>40281</c:v>
                </c:pt>
                <c:pt idx="4004">
                  <c:v>40280</c:v>
                </c:pt>
                <c:pt idx="4005">
                  <c:v>40277</c:v>
                </c:pt>
                <c:pt idx="4006">
                  <c:v>40276</c:v>
                </c:pt>
                <c:pt idx="4007">
                  <c:v>40275</c:v>
                </c:pt>
                <c:pt idx="4008">
                  <c:v>40274</c:v>
                </c:pt>
                <c:pt idx="4009">
                  <c:v>40273</c:v>
                </c:pt>
                <c:pt idx="4010">
                  <c:v>40270</c:v>
                </c:pt>
                <c:pt idx="4011">
                  <c:v>40269</c:v>
                </c:pt>
                <c:pt idx="4012">
                  <c:v>40268</c:v>
                </c:pt>
                <c:pt idx="4013">
                  <c:v>40267</c:v>
                </c:pt>
                <c:pt idx="4014">
                  <c:v>40266</c:v>
                </c:pt>
                <c:pt idx="4015">
                  <c:v>40263</c:v>
                </c:pt>
                <c:pt idx="4016">
                  <c:v>40262</c:v>
                </c:pt>
                <c:pt idx="4017">
                  <c:v>40261</c:v>
                </c:pt>
                <c:pt idx="4018">
                  <c:v>40260</c:v>
                </c:pt>
                <c:pt idx="4019">
                  <c:v>40259</c:v>
                </c:pt>
                <c:pt idx="4020">
                  <c:v>40256</c:v>
                </c:pt>
                <c:pt idx="4021">
                  <c:v>40255</c:v>
                </c:pt>
                <c:pt idx="4022">
                  <c:v>40254</c:v>
                </c:pt>
                <c:pt idx="4023">
                  <c:v>40253</c:v>
                </c:pt>
                <c:pt idx="4024">
                  <c:v>40252</c:v>
                </c:pt>
                <c:pt idx="4025">
                  <c:v>40249</c:v>
                </c:pt>
                <c:pt idx="4026">
                  <c:v>40248</c:v>
                </c:pt>
                <c:pt idx="4027">
                  <c:v>40247</c:v>
                </c:pt>
                <c:pt idx="4028">
                  <c:v>40246</c:v>
                </c:pt>
                <c:pt idx="4029">
                  <c:v>40245</c:v>
                </c:pt>
                <c:pt idx="4030">
                  <c:v>40242</c:v>
                </c:pt>
                <c:pt idx="4031">
                  <c:v>40241</c:v>
                </c:pt>
                <c:pt idx="4032">
                  <c:v>40240</c:v>
                </c:pt>
                <c:pt idx="4033">
                  <c:v>40239</c:v>
                </c:pt>
                <c:pt idx="4034">
                  <c:v>40235</c:v>
                </c:pt>
                <c:pt idx="4035">
                  <c:v>40234</c:v>
                </c:pt>
                <c:pt idx="4036">
                  <c:v>40233</c:v>
                </c:pt>
                <c:pt idx="4037">
                  <c:v>40232</c:v>
                </c:pt>
                <c:pt idx="4038">
                  <c:v>40231</c:v>
                </c:pt>
                <c:pt idx="4039">
                  <c:v>40228</c:v>
                </c:pt>
                <c:pt idx="4040">
                  <c:v>40227</c:v>
                </c:pt>
                <c:pt idx="4041">
                  <c:v>40226</c:v>
                </c:pt>
                <c:pt idx="4042">
                  <c:v>40225</c:v>
                </c:pt>
                <c:pt idx="4043">
                  <c:v>40221</c:v>
                </c:pt>
                <c:pt idx="4044">
                  <c:v>40220</c:v>
                </c:pt>
                <c:pt idx="4045">
                  <c:v>40219</c:v>
                </c:pt>
                <c:pt idx="4046">
                  <c:v>40218</c:v>
                </c:pt>
                <c:pt idx="4047">
                  <c:v>40217</c:v>
                </c:pt>
                <c:pt idx="4048">
                  <c:v>40214</c:v>
                </c:pt>
                <c:pt idx="4049">
                  <c:v>40213</c:v>
                </c:pt>
                <c:pt idx="4050">
                  <c:v>40212</c:v>
                </c:pt>
                <c:pt idx="4051">
                  <c:v>40211</c:v>
                </c:pt>
                <c:pt idx="4052">
                  <c:v>40210</c:v>
                </c:pt>
                <c:pt idx="4053">
                  <c:v>40207</c:v>
                </c:pt>
                <c:pt idx="4054">
                  <c:v>40206</c:v>
                </c:pt>
                <c:pt idx="4055">
                  <c:v>40205</c:v>
                </c:pt>
                <c:pt idx="4056">
                  <c:v>40204</c:v>
                </c:pt>
                <c:pt idx="4057">
                  <c:v>40203</c:v>
                </c:pt>
                <c:pt idx="4058">
                  <c:v>40200</c:v>
                </c:pt>
                <c:pt idx="4059">
                  <c:v>40199</c:v>
                </c:pt>
                <c:pt idx="4060">
                  <c:v>40198</c:v>
                </c:pt>
                <c:pt idx="4061">
                  <c:v>40197</c:v>
                </c:pt>
                <c:pt idx="4062">
                  <c:v>40196</c:v>
                </c:pt>
                <c:pt idx="4063">
                  <c:v>40193</c:v>
                </c:pt>
                <c:pt idx="4064">
                  <c:v>40192</c:v>
                </c:pt>
                <c:pt idx="4065">
                  <c:v>40191</c:v>
                </c:pt>
                <c:pt idx="4066">
                  <c:v>40190</c:v>
                </c:pt>
                <c:pt idx="4067">
                  <c:v>40189</c:v>
                </c:pt>
                <c:pt idx="4068">
                  <c:v>40186</c:v>
                </c:pt>
                <c:pt idx="4069">
                  <c:v>40185</c:v>
                </c:pt>
                <c:pt idx="4070">
                  <c:v>40184</c:v>
                </c:pt>
                <c:pt idx="4071">
                  <c:v>40183</c:v>
                </c:pt>
                <c:pt idx="4072">
                  <c:v>40182</c:v>
                </c:pt>
                <c:pt idx="4073">
                  <c:v>40178</c:v>
                </c:pt>
                <c:pt idx="4074">
                  <c:v>40177</c:v>
                </c:pt>
                <c:pt idx="4075">
                  <c:v>40176</c:v>
                </c:pt>
                <c:pt idx="4076">
                  <c:v>40175</c:v>
                </c:pt>
                <c:pt idx="4077">
                  <c:v>40171</c:v>
                </c:pt>
                <c:pt idx="4078">
                  <c:v>40170</c:v>
                </c:pt>
                <c:pt idx="4079">
                  <c:v>40169</c:v>
                </c:pt>
                <c:pt idx="4080">
                  <c:v>40168</c:v>
                </c:pt>
                <c:pt idx="4081">
                  <c:v>40165</c:v>
                </c:pt>
                <c:pt idx="4082">
                  <c:v>40164</c:v>
                </c:pt>
                <c:pt idx="4083">
                  <c:v>40163</c:v>
                </c:pt>
                <c:pt idx="4084">
                  <c:v>40162</c:v>
                </c:pt>
                <c:pt idx="4085">
                  <c:v>40161</c:v>
                </c:pt>
                <c:pt idx="4086">
                  <c:v>40158</c:v>
                </c:pt>
                <c:pt idx="4087">
                  <c:v>40157</c:v>
                </c:pt>
                <c:pt idx="4088">
                  <c:v>40156</c:v>
                </c:pt>
                <c:pt idx="4089">
                  <c:v>40155</c:v>
                </c:pt>
                <c:pt idx="4090">
                  <c:v>40154</c:v>
                </c:pt>
                <c:pt idx="4091">
                  <c:v>40151</c:v>
                </c:pt>
                <c:pt idx="4092">
                  <c:v>40150</c:v>
                </c:pt>
                <c:pt idx="4093">
                  <c:v>40149</c:v>
                </c:pt>
                <c:pt idx="4094">
                  <c:v>40148</c:v>
                </c:pt>
                <c:pt idx="4095">
                  <c:v>40147</c:v>
                </c:pt>
                <c:pt idx="4096">
                  <c:v>40144</c:v>
                </c:pt>
                <c:pt idx="4097">
                  <c:v>40143</c:v>
                </c:pt>
                <c:pt idx="4098">
                  <c:v>40142</c:v>
                </c:pt>
                <c:pt idx="4099">
                  <c:v>40141</c:v>
                </c:pt>
                <c:pt idx="4100">
                  <c:v>40140</c:v>
                </c:pt>
                <c:pt idx="4101">
                  <c:v>40137</c:v>
                </c:pt>
                <c:pt idx="4102">
                  <c:v>40136</c:v>
                </c:pt>
                <c:pt idx="4103">
                  <c:v>40135</c:v>
                </c:pt>
                <c:pt idx="4104">
                  <c:v>40134</c:v>
                </c:pt>
                <c:pt idx="4105">
                  <c:v>40133</c:v>
                </c:pt>
                <c:pt idx="4106">
                  <c:v>40130</c:v>
                </c:pt>
                <c:pt idx="4107">
                  <c:v>40129</c:v>
                </c:pt>
                <c:pt idx="4108">
                  <c:v>40128</c:v>
                </c:pt>
                <c:pt idx="4109">
                  <c:v>40127</c:v>
                </c:pt>
                <c:pt idx="4110">
                  <c:v>40126</c:v>
                </c:pt>
                <c:pt idx="4111">
                  <c:v>40123</c:v>
                </c:pt>
                <c:pt idx="4112">
                  <c:v>40122</c:v>
                </c:pt>
                <c:pt idx="4113">
                  <c:v>40121</c:v>
                </c:pt>
                <c:pt idx="4114">
                  <c:v>40120</c:v>
                </c:pt>
                <c:pt idx="4115">
                  <c:v>40119</c:v>
                </c:pt>
                <c:pt idx="4116">
                  <c:v>40116</c:v>
                </c:pt>
                <c:pt idx="4117">
                  <c:v>40115</c:v>
                </c:pt>
                <c:pt idx="4118">
                  <c:v>40114</c:v>
                </c:pt>
                <c:pt idx="4119">
                  <c:v>40113</c:v>
                </c:pt>
                <c:pt idx="4120">
                  <c:v>40112</c:v>
                </c:pt>
                <c:pt idx="4121">
                  <c:v>40109</c:v>
                </c:pt>
                <c:pt idx="4122">
                  <c:v>40108</c:v>
                </c:pt>
                <c:pt idx="4123">
                  <c:v>40107</c:v>
                </c:pt>
                <c:pt idx="4124">
                  <c:v>40106</c:v>
                </c:pt>
                <c:pt idx="4125">
                  <c:v>40105</c:v>
                </c:pt>
                <c:pt idx="4126">
                  <c:v>40102</c:v>
                </c:pt>
                <c:pt idx="4127">
                  <c:v>40101</c:v>
                </c:pt>
                <c:pt idx="4128">
                  <c:v>40100</c:v>
                </c:pt>
                <c:pt idx="4129">
                  <c:v>40099</c:v>
                </c:pt>
                <c:pt idx="4130">
                  <c:v>40098</c:v>
                </c:pt>
                <c:pt idx="4131">
                  <c:v>40095</c:v>
                </c:pt>
                <c:pt idx="4132">
                  <c:v>40094</c:v>
                </c:pt>
                <c:pt idx="4133">
                  <c:v>40093</c:v>
                </c:pt>
                <c:pt idx="4134">
                  <c:v>40092</c:v>
                </c:pt>
                <c:pt idx="4135">
                  <c:v>40091</c:v>
                </c:pt>
                <c:pt idx="4136">
                  <c:v>40087</c:v>
                </c:pt>
                <c:pt idx="4137">
                  <c:v>40086</c:v>
                </c:pt>
                <c:pt idx="4138">
                  <c:v>40085</c:v>
                </c:pt>
                <c:pt idx="4139">
                  <c:v>40084</c:v>
                </c:pt>
                <c:pt idx="4140">
                  <c:v>40081</c:v>
                </c:pt>
                <c:pt idx="4141">
                  <c:v>40080</c:v>
                </c:pt>
                <c:pt idx="4142">
                  <c:v>40079</c:v>
                </c:pt>
                <c:pt idx="4143">
                  <c:v>40078</c:v>
                </c:pt>
                <c:pt idx="4144">
                  <c:v>40077</c:v>
                </c:pt>
                <c:pt idx="4145">
                  <c:v>40074</c:v>
                </c:pt>
                <c:pt idx="4146">
                  <c:v>40073</c:v>
                </c:pt>
                <c:pt idx="4147">
                  <c:v>40072</c:v>
                </c:pt>
                <c:pt idx="4148">
                  <c:v>40071</c:v>
                </c:pt>
                <c:pt idx="4149">
                  <c:v>40070</c:v>
                </c:pt>
                <c:pt idx="4150">
                  <c:v>40067</c:v>
                </c:pt>
                <c:pt idx="4151">
                  <c:v>40066</c:v>
                </c:pt>
                <c:pt idx="4152">
                  <c:v>40065</c:v>
                </c:pt>
                <c:pt idx="4153">
                  <c:v>40064</c:v>
                </c:pt>
                <c:pt idx="4154">
                  <c:v>40063</c:v>
                </c:pt>
                <c:pt idx="4155">
                  <c:v>40060</c:v>
                </c:pt>
                <c:pt idx="4156">
                  <c:v>40059</c:v>
                </c:pt>
                <c:pt idx="4157">
                  <c:v>40058</c:v>
                </c:pt>
                <c:pt idx="4158">
                  <c:v>40057</c:v>
                </c:pt>
                <c:pt idx="4159">
                  <c:v>40056</c:v>
                </c:pt>
                <c:pt idx="4160">
                  <c:v>40053</c:v>
                </c:pt>
                <c:pt idx="4161">
                  <c:v>40052</c:v>
                </c:pt>
                <c:pt idx="4162">
                  <c:v>40051</c:v>
                </c:pt>
                <c:pt idx="4163">
                  <c:v>40050</c:v>
                </c:pt>
                <c:pt idx="4164">
                  <c:v>40049</c:v>
                </c:pt>
                <c:pt idx="4165">
                  <c:v>40046</c:v>
                </c:pt>
                <c:pt idx="4166">
                  <c:v>40045</c:v>
                </c:pt>
                <c:pt idx="4167">
                  <c:v>40044</c:v>
                </c:pt>
                <c:pt idx="4168">
                  <c:v>40043</c:v>
                </c:pt>
                <c:pt idx="4169">
                  <c:v>40042</c:v>
                </c:pt>
                <c:pt idx="4170">
                  <c:v>40039</c:v>
                </c:pt>
                <c:pt idx="4171">
                  <c:v>40038</c:v>
                </c:pt>
                <c:pt idx="4172">
                  <c:v>40037</c:v>
                </c:pt>
                <c:pt idx="4173">
                  <c:v>40036</c:v>
                </c:pt>
                <c:pt idx="4174">
                  <c:v>40035</c:v>
                </c:pt>
                <c:pt idx="4175">
                  <c:v>40032</c:v>
                </c:pt>
                <c:pt idx="4176">
                  <c:v>40031</c:v>
                </c:pt>
                <c:pt idx="4177">
                  <c:v>40030</c:v>
                </c:pt>
                <c:pt idx="4178">
                  <c:v>40029</c:v>
                </c:pt>
                <c:pt idx="4179">
                  <c:v>40028</c:v>
                </c:pt>
                <c:pt idx="4180">
                  <c:v>40025</c:v>
                </c:pt>
                <c:pt idx="4181">
                  <c:v>40024</c:v>
                </c:pt>
                <c:pt idx="4182">
                  <c:v>40023</c:v>
                </c:pt>
                <c:pt idx="4183">
                  <c:v>40022</c:v>
                </c:pt>
                <c:pt idx="4184">
                  <c:v>40021</c:v>
                </c:pt>
                <c:pt idx="4185">
                  <c:v>40018</c:v>
                </c:pt>
                <c:pt idx="4186">
                  <c:v>40017</c:v>
                </c:pt>
                <c:pt idx="4187">
                  <c:v>40016</c:v>
                </c:pt>
                <c:pt idx="4188">
                  <c:v>40015</c:v>
                </c:pt>
                <c:pt idx="4189">
                  <c:v>40014</c:v>
                </c:pt>
                <c:pt idx="4190">
                  <c:v>40011</c:v>
                </c:pt>
                <c:pt idx="4191">
                  <c:v>40010</c:v>
                </c:pt>
                <c:pt idx="4192">
                  <c:v>40009</c:v>
                </c:pt>
                <c:pt idx="4193">
                  <c:v>40008</c:v>
                </c:pt>
                <c:pt idx="4194">
                  <c:v>40007</c:v>
                </c:pt>
                <c:pt idx="4195">
                  <c:v>40004</c:v>
                </c:pt>
                <c:pt idx="4196">
                  <c:v>40003</c:v>
                </c:pt>
                <c:pt idx="4197">
                  <c:v>40002</c:v>
                </c:pt>
                <c:pt idx="4198">
                  <c:v>40001</c:v>
                </c:pt>
                <c:pt idx="4199">
                  <c:v>40000</c:v>
                </c:pt>
                <c:pt idx="4200">
                  <c:v>39997</c:v>
                </c:pt>
                <c:pt idx="4201">
                  <c:v>39996</c:v>
                </c:pt>
                <c:pt idx="4202">
                  <c:v>39995</c:v>
                </c:pt>
                <c:pt idx="4203">
                  <c:v>39994</c:v>
                </c:pt>
                <c:pt idx="4204">
                  <c:v>39993</c:v>
                </c:pt>
                <c:pt idx="4205">
                  <c:v>39990</c:v>
                </c:pt>
                <c:pt idx="4206">
                  <c:v>39989</c:v>
                </c:pt>
                <c:pt idx="4207">
                  <c:v>39988</c:v>
                </c:pt>
                <c:pt idx="4208">
                  <c:v>39987</c:v>
                </c:pt>
                <c:pt idx="4209">
                  <c:v>39986</c:v>
                </c:pt>
                <c:pt idx="4210">
                  <c:v>39983</c:v>
                </c:pt>
                <c:pt idx="4211">
                  <c:v>39982</c:v>
                </c:pt>
                <c:pt idx="4212">
                  <c:v>39981</c:v>
                </c:pt>
                <c:pt idx="4213">
                  <c:v>39980</c:v>
                </c:pt>
                <c:pt idx="4214">
                  <c:v>39979</c:v>
                </c:pt>
                <c:pt idx="4215">
                  <c:v>39976</c:v>
                </c:pt>
                <c:pt idx="4216">
                  <c:v>39975</c:v>
                </c:pt>
                <c:pt idx="4217">
                  <c:v>39974</c:v>
                </c:pt>
                <c:pt idx="4218">
                  <c:v>39973</c:v>
                </c:pt>
                <c:pt idx="4219">
                  <c:v>39972</c:v>
                </c:pt>
                <c:pt idx="4220">
                  <c:v>39969</c:v>
                </c:pt>
                <c:pt idx="4221">
                  <c:v>39968</c:v>
                </c:pt>
                <c:pt idx="4222">
                  <c:v>39967</c:v>
                </c:pt>
                <c:pt idx="4223">
                  <c:v>39966</c:v>
                </c:pt>
                <c:pt idx="4224">
                  <c:v>39965</c:v>
                </c:pt>
                <c:pt idx="4225">
                  <c:v>39962</c:v>
                </c:pt>
                <c:pt idx="4226">
                  <c:v>39961</c:v>
                </c:pt>
                <c:pt idx="4227">
                  <c:v>39960</c:v>
                </c:pt>
                <c:pt idx="4228">
                  <c:v>39959</c:v>
                </c:pt>
                <c:pt idx="4229">
                  <c:v>39958</c:v>
                </c:pt>
                <c:pt idx="4230">
                  <c:v>39955</c:v>
                </c:pt>
                <c:pt idx="4231">
                  <c:v>39954</c:v>
                </c:pt>
                <c:pt idx="4232">
                  <c:v>39953</c:v>
                </c:pt>
                <c:pt idx="4233">
                  <c:v>39952</c:v>
                </c:pt>
                <c:pt idx="4234">
                  <c:v>39951</c:v>
                </c:pt>
                <c:pt idx="4235">
                  <c:v>39948</c:v>
                </c:pt>
                <c:pt idx="4236">
                  <c:v>39947</c:v>
                </c:pt>
                <c:pt idx="4237">
                  <c:v>39946</c:v>
                </c:pt>
                <c:pt idx="4238">
                  <c:v>39945</c:v>
                </c:pt>
                <c:pt idx="4239">
                  <c:v>39944</c:v>
                </c:pt>
                <c:pt idx="4240">
                  <c:v>39941</c:v>
                </c:pt>
                <c:pt idx="4241">
                  <c:v>39940</c:v>
                </c:pt>
                <c:pt idx="4242">
                  <c:v>39939</c:v>
                </c:pt>
                <c:pt idx="4243">
                  <c:v>39937</c:v>
                </c:pt>
                <c:pt idx="4244">
                  <c:v>39933</c:v>
                </c:pt>
                <c:pt idx="4245">
                  <c:v>39932</c:v>
                </c:pt>
                <c:pt idx="4246">
                  <c:v>39931</c:v>
                </c:pt>
                <c:pt idx="4247">
                  <c:v>39930</c:v>
                </c:pt>
                <c:pt idx="4248">
                  <c:v>39927</c:v>
                </c:pt>
                <c:pt idx="4249">
                  <c:v>39926</c:v>
                </c:pt>
                <c:pt idx="4250">
                  <c:v>39925</c:v>
                </c:pt>
                <c:pt idx="4251">
                  <c:v>39924</c:v>
                </c:pt>
                <c:pt idx="4252">
                  <c:v>39923</c:v>
                </c:pt>
                <c:pt idx="4253">
                  <c:v>39920</c:v>
                </c:pt>
                <c:pt idx="4254">
                  <c:v>39919</c:v>
                </c:pt>
                <c:pt idx="4255">
                  <c:v>39918</c:v>
                </c:pt>
                <c:pt idx="4256">
                  <c:v>39917</c:v>
                </c:pt>
                <c:pt idx="4257">
                  <c:v>39916</c:v>
                </c:pt>
                <c:pt idx="4258">
                  <c:v>39913</c:v>
                </c:pt>
                <c:pt idx="4259">
                  <c:v>39912</c:v>
                </c:pt>
                <c:pt idx="4260">
                  <c:v>39911</c:v>
                </c:pt>
                <c:pt idx="4261">
                  <c:v>39910</c:v>
                </c:pt>
                <c:pt idx="4262">
                  <c:v>39909</c:v>
                </c:pt>
                <c:pt idx="4263">
                  <c:v>39906</c:v>
                </c:pt>
                <c:pt idx="4264">
                  <c:v>39905</c:v>
                </c:pt>
                <c:pt idx="4265">
                  <c:v>39904</c:v>
                </c:pt>
                <c:pt idx="4266">
                  <c:v>39903</c:v>
                </c:pt>
                <c:pt idx="4267">
                  <c:v>39902</c:v>
                </c:pt>
                <c:pt idx="4268">
                  <c:v>39899</c:v>
                </c:pt>
                <c:pt idx="4269">
                  <c:v>39898</c:v>
                </c:pt>
                <c:pt idx="4270">
                  <c:v>39897</c:v>
                </c:pt>
                <c:pt idx="4271">
                  <c:v>39896</c:v>
                </c:pt>
                <c:pt idx="4272">
                  <c:v>39895</c:v>
                </c:pt>
                <c:pt idx="4273">
                  <c:v>39892</c:v>
                </c:pt>
                <c:pt idx="4274">
                  <c:v>39891</c:v>
                </c:pt>
                <c:pt idx="4275">
                  <c:v>39890</c:v>
                </c:pt>
                <c:pt idx="4276">
                  <c:v>39889</c:v>
                </c:pt>
                <c:pt idx="4277">
                  <c:v>39888</c:v>
                </c:pt>
                <c:pt idx="4278">
                  <c:v>39885</c:v>
                </c:pt>
                <c:pt idx="4279">
                  <c:v>39884</c:v>
                </c:pt>
                <c:pt idx="4280">
                  <c:v>39883</c:v>
                </c:pt>
                <c:pt idx="4281">
                  <c:v>39882</c:v>
                </c:pt>
                <c:pt idx="4282">
                  <c:v>39881</c:v>
                </c:pt>
                <c:pt idx="4283">
                  <c:v>39878</c:v>
                </c:pt>
                <c:pt idx="4284">
                  <c:v>39877</c:v>
                </c:pt>
                <c:pt idx="4285">
                  <c:v>39876</c:v>
                </c:pt>
                <c:pt idx="4286">
                  <c:v>39875</c:v>
                </c:pt>
                <c:pt idx="4287">
                  <c:v>39874</c:v>
                </c:pt>
                <c:pt idx="4288">
                  <c:v>39871</c:v>
                </c:pt>
                <c:pt idx="4289">
                  <c:v>39870</c:v>
                </c:pt>
                <c:pt idx="4290">
                  <c:v>39869</c:v>
                </c:pt>
                <c:pt idx="4291">
                  <c:v>39868</c:v>
                </c:pt>
                <c:pt idx="4292">
                  <c:v>39867</c:v>
                </c:pt>
                <c:pt idx="4293">
                  <c:v>39864</c:v>
                </c:pt>
                <c:pt idx="4294">
                  <c:v>39863</c:v>
                </c:pt>
                <c:pt idx="4295">
                  <c:v>39862</c:v>
                </c:pt>
                <c:pt idx="4296">
                  <c:v>39861</c:v>
                </c:pt>
                <c:pt idx="4297">
                  <c:v>39860</c:v>
                </c:pt>
                <c:pt idx="4298">
                  <c:v>39857</c:v>
                </c:pt>
                <c:pt idx="4299">
                  <c:v>39856</c:v>
                </c:pt>
                <c:pt idx="4300">
                  <c:v>39855</c:v>
                </c:pt>
                <c:pt idx="4301">
                  <c:v>39854</c:v>
                </c:pt>
                <c:pt idx="4302">
                  <c:v>39853</c:v>
                </c:pt>
                <c:pt idx="4303">
                  <c:v>39850</c:v>
                </c:pt>
                <c:pt idx="4304">
                  <c:v>39849</c:v>
                </c:pt>
                <c:pt idx="4305">
                  <c:v>39848</c:v>
                </c:pt>
                <c:pt idx="4306">
                  <c:v>39847</c:v>
                </c:pt>
                <c:pt idx="4307">
                  <c:v>39846</c:v>
                </c:pt>
                <c:pt idx="4308">
                  <c:v>39843</c:v>
                </c:pt>
                <c:pt idx="4309">
                  <c:v>39842</c:v>
                </c:pt>
                <c:pt idx="4310">
                  <c:v>39841</c:v>
                </c:pt>
                <c:pt idx="4311">
                  <c:v>39836</c:v>
                </c:pt>
                <c:pt idx="4312">
                  <c:v>39835</c:v>
                </c:pt>
                <c:pt idx="4313">
                  <c:v>39834</c:v>
                </c:pt>
                <c:pt idx="4314">
                  <c:v>39833</c:v>
                </c:pt>
                <c:pt idx="4315">
                  <c:v>39832</c:v>
                </c:pt>
                <c:pt idx="4316">
                  <c:v>39829</c:v>
                </c:pt>
                <c:pt idx="4317">
                  <c:v>39828</c:v>
                </c:pt>
                <c:pt idx="4318">
                  <c:v>39827</c:v>
                </c:pt>
                <c:pt idx="4319">
                  <c:v>39826</c:v>
                </c:pt>
                <c:pt idx="4320">
                  <c:v>39825</c:v>
                </c:pt>
                <c:pt idx="4321">
                  <c:v>39822</c:v>
                </c:pt>
                <c:pt idx="4322">
                  <c:v>39821</c:v>
                </c:pt>
                <c:pt idx="4323">
                  <c:v>39820</c:v>
                </c:pt>
                <c:pt idx="4324">
                  <c:v>39819</c:v>
                </c:pt>
                <c:pt idx="4325">
                  <c:v>39818</c:v>
                </c:pt>
                <c:pt idx="4326">
                  <c:v>39815</c:v>
                </c:pt>
                <c:pt idx="4327">
                  <c:v>39813</c:v>
                </c:pt>
                <c:pt idx="4328">
                  <c:v>39812</c:v>
                </c:pt>
                <c:pt idx="4329">
                  <c:v>39811</c:v>
                </c:pt>
                <c:pt idx="4330">
                  <c:v>39808</c:v>
                </c:pt>
                <c:pt idx="4331">
                  <c:v>39806</c:v>
                </c:pt>
                <c:pt idx="4332">
                  <c:v>39805</c:v>
                </c:pt>
                <c:pt idx="4333">
                  <c:v>39804</c:v>
                </c:pt>
                <c:pt idx="4334">
                  <c:v>39801</c:v>
                </c:pt>
                <c:pt idx="4335">
                  <c:v>39800</c:v>
                </c:pt>
                <c:pt idx="4336">
                  <c:v>39799</c:v>
                </c:pt>
                <c:pt idx="4337">
                  <c:v>39798</c:v>
                </c:pt>
                <c:pt idx="4338">
                  <c:v>39797</c:v>
                </c:pt>
                <c:pt idx="4339">
                  <c:v>39794</c:v>
                </c:pt>
                <c:pt idx="4340">
                  <c:v>39793</c:v>
                </c:pt>
                <c:pt idx="4341">
                  <c:v>39792</c:v>
                </c:pt>
                <c:pt idx="4342">
                  <c:v>39791</c:v>
                </c:pt>
                <c:pt idx="4343">
                  <c:v>39790</c:v>
                </c:pt>
                <c:pt idx="4344">
                  <c:v>39787</c:v>
                </c:pt>
                <c:pt idx="4345">
                  <c:v>39786</c:v>
                </c:pt>
                <c:pt idx="4346">
                  <c:v>39785</c:v>
                </c:pt>
                <c:pt idx="4347">
                  <c:v>39784</c:v>
                </c:pt>
                <c:pt idx="4348">
                  <c:v>39783</c:v>
                </c:pt>
                <c:pt idx="4349">
                  <c:v>39780</c:v>
                </c:pt>
                <c:pt idx="4350">
                  <c:v>39779</c:v>
                </c:pt>
                <c:pt idx="4351">
                  <c:v>39778</c:v>
                </c:pt>
                <c:pt idx="4352">
                  <c:v>39777</c:v>
                </c:pt>
                <c:pt idx="4353">
                  <c:v>39776</c:v>
                </c:pt>
                <c:pt idx="4354">
                  <c:v>39773</c:v>
                </c:pt>
                <c:pt idx="4355">
                  <c:v>39772</c:v>
                </c:pt>
                <c:pt idx="4356">
                  <c:v>39771</c:v>
                </c:pt>
                <c:pt idx="4357">
                  <c:v>39770</c:v>
                </c:pt>
                <c:pt idx="4358">
                  <c:v>39769</c:v>
                </c:pt>
                <c:pt idx="4359">
                  <c:v>39766</c:v>
                </c:pt>
                <c:pt idx="4360">
                  <c:v>39765</c:v>
                </c:pt>
                <c:pt idx="4361">
                  <c:v>39764</c:v>
                </c:pt>
                <c:pt idx="4362">
                  <c:v>39763</c:v>
                </c:pt>
                <c:pt idx="4363">
                  <c:v>39762</c:v>
                </c:pt>
                <c:pt idx="4364">
                  <c:v>39759</c:v>
                </c:pt>
                <c:pt idx="4365">
                  <c:v>39758</c:v>
                </c:pt>
                <c:pt idx="4366">
                  <c:v>39757</c:v>
                </c:pt>
                <c:pt idx="4367">
                  <c:v>39756</c:v>
                </c:pt>
                <c:pt idx="4368">
                  <c:v>39755</c:v>
                </c:pt>
                <c:pt idx="4369">
                  <c:v>39752</c:v>
                </c:pt>
                <c:pt idx="4370">
                  <c:v>39751</c:v>
                </c:pt>
                <c:pt idx="4371">
                  <c:v>39750</c:v>
                </c:pt>
                <c:pt idx="4372">
                  <c:v>39749</c:v>
                </c:pt>
                <c:pt idx="4373">
                  <c:v>39748</c:v>
                </c:pt>
                <c:pt idx="4374">
                  <c:v>39745</c:v>
                </c:pt>
                <c:pt idx="4375">
                  <c:v>39744</c:v>
                </c:pt>
                <c:pt idx="4376">
                  <c:v>39743</c:v>
                </c:pt>
                <c:pt idx="4377">
                  <c:v>39742</c:v>
                </c:pt>
                <c:pt idx="4378">
                  <c:v>39741</c:v>
                </c:pt>
                <c:pt idx="4379">
                  <c:v>39738</c:v>
                </c:pt>
                <c:pt idx="4380">
                  <c:v>39737</c:v>
                </c:pt>
                <c:pt idx="4381">
                  <c:v>39736</c:v>
                </c:pt>
                <c:pt idx="4382">
                  <c:v>39735</c:v>
                </c:pt>
                <c:pt idx="4383">
                  <c:v>39734</c:v>
                </c:pt>
                <c:pt idx="4384">
                  <c:v>39731</c:v>
                </c:pt>
                <c:pt idx="4385">
                  <c:v>39730</c:v>
                </c:pt>
                <c:pt idx="4386">
                  <c:v>39729</c:v>
                </c:pt>
                <c:pt idx="4387">
                  <c:v>39728</c:v>
                </c:pt>
                <c:pt idx="4388">
                  <c:v>39727</c:v>
                </c:pt>
                <c:pt idx="4389">
                  <c:v>39723</c:v>
                </c:pt>
                <c:pt idx="4390">
                  <c:v>39722</c:v>
                </c:pt>
                <c:pt idx="4391">
                  <c:v>39721</c:v>
                </c:pt>
                <c:pt idx="4392">
                  <c:v>39720</c:v>
                </c:pt>
                <c:pt idx="4393">
                  <c:v>39717</c:v>
                </c:pt>
                <c:pt idx="4394">
                  <c:v>39716</c:v>
                </c:pt>
                <c:pt idx="4395">
                  <c:v>39715</c:v>
                </c:pt>
                <c:pt idx="4396">
                  <c:v>39714</c:v>
                </c:pt>
                <c:pt idx="4397">
                  <c:v>39713</c:v>
                </c:pt>
                <c:pt idx="4398">
                  <c:v>39710</c:v>
                </c:pt>
                <c:pt idx="4399">
                  <c:v>39709</c:v>
                </c:pt>
                <c:pt idx="4400">
                  <c:v>39708</c:v>
                </c:pt>
                <c:pt idx="4401">
                  <c:v>39707</c:v>
                </c:pt>
                <c:pt idx="4402">
                  <c:v>39703</c:v>
                </c:pt>
                <c:pt idx="4403">
                  <c:v>39702</c:v>
                </c:pt>
                <c:pt idx="4404">
                  <c:v>39701</c:v>
                </c:pt>
                <c:pt idx="4405">
                  <c:v>39700</c:v>
                </c:pt>
                <c:pt idx="4406">
                  <c:v>39699</c:v>
                </c:pt>
                <c:pt idx="4407">
                  <c:v>39696</c:v>
                </c:pt>
                <c:pt idx="4408">
                  <c:v>39695</c:v>
                </c:pt>
                <c:pt idx="4409">
                  <c:v>39694</c:v>
                </c:pt>
                <c:pt idx="4410">
                  <c:v>39693</c:v>
                </c:pt>
                <c:pt idx="4411">
                  <c:v>39692</c:v>
                </c:pt>
                <c:pt idx="4412">
                  <c:v>39689</c:v>
                </c:pt>
                <c:pt idx="4413">
                  <c:v>39688</c:v>
                </c:pt>
                <c:pt idx="4414">
                  <c:v>39687</c:v>
                </c:pt>
                <c:pt idx="4415">
                  <c:v>39686</c:v>
                </c:pt>
                <c:pt idx="4416">
                  <c:v>39685</c:v>
                </c:pt>
                <c:pt idx="4417">
                  <c:v>39682</c:v>
                </c:pt>
                <c:pt idx="4418">
                  <c:v>39681</c:v>
                </c:pt>
                <c:pt idx="4419">
                  <c:v>39680</c:v>
                </c:pt>
                <c:pt idx="4420">
                  <c:v>39679</c:v>
                </c:pt>
                <c:pt idx="4421">
                  <c:v>39678</c:v>
                </c:pt>
                <c:pt idx="4422">
                  <c:v>39674</c:v>
                </c:pt>
                <c:pt idx="4423">
                  <c:v>39673</c:v>
                </c:pt>
                <c:pt idx="4424">
                  <c:v>39672</c:v>
                </c:pt>
                <c:pt idx="4425">
                  <c:v>39671</c:v>
                </c:pt>
                <c:pt idx="4426">
                  <c:v>39668</c:v>
                </c:pt>
                <c:pt idx="4427">
                  <c:v>39667</c:v>
                </c:pt>
                <c:pt idx="4428">
                  <c:v>39666</c:v>
                </c:pt>
                <c:pt idx="4429">
                  <c:v>39665</c:v>
                </c:pt>
                <c:pt idx="4430">
                  <c:v>39664</c:v>
                </c:pt>
                <c:pt idx="4431">
                  <c:v>39661</c:v>
                </c:pt>
                <c:pt idx="4432">
                  <c:v>39660</c:v>
                </c:pt>
                <c:pt idx="4433">
                  <c:v>39659</c:v>
                </c:pt>
                <c:pt idx="4434">
                  <c:v>39658</c:v>
                </c:pt>
                <c:pt idx="4435">
                  <c:v>39657</c:v>
                </c:pt>
                <c:pt idx="4436">
                  <c:v>39654</c:v>
                </c:pt>
                <c:pt idx="4437">
                  <c:v>39653</c:v>
                </c:pt>
                <c:pt idx="4438">
                  <c:v>39652</c:v>
                </c:pt>
                <c:pt idx="4439">
                  <c:v>39651</c:v>
                </c:pt>
                <c:pt idx="4440">
                  <c:v>39650</c:v>
                </c:pt>
                <c:pt idx="4441">
                  <c:v>39647</c:v>
                </c:pt>
                <c:pt idx="4442">
                  <c:v>39646</c:v>
                </c:pt>
                <c:pt idx="4443">
                  <c:v>39645</c:v>
                </c:pt>
                <c:pt idx="4444">
                  <c:v>39644</c:v>
                </c:pt>
                <c:pt idx="4445">
                  <c:v>39643</c:v>
                </c:pt>
                <c:pt idx="4446">
                  <c:v>39640</c:v>
                </c:pt>
                <c:pt idx="4447">
                  <c:v>39639</c:v>
                </c:pt>
                <c:pt idx="4448">
                  <c:v>39638</c:v>
                </c:pt>
                <c:pt idx="4449">
                  <c:v>39637</c:v>
                </c:pt>
                <c:pt idx="4450">
                  <c:v>39636</c:v>
                </c:pt>
                <c:pt idx="4451">
                  <c:v>39633</c:v>
                </c:pt>
                <c:pt idx="4452">
                  <c:v>39632</c:v>
                </c:pt>
                <c:pt idx="4453">
                  <c:v>39631</c:v>
                </c:pt>
                <c:pt idx="4454">
                  <c:v>39630</c:v>
                </c:pt>
                <c:pt idx="4455">
                  <c:v>39629</c:v>
                </c:pt>
                <c:pt idx="4456">
                  <c:v>39626</c:v>
                </c:pt>
                <c:pt idx="4457">
                  <c:v>39625</c:v>
                </c:pt>
                <c:pt idx="4458">
                  <c:v>39624</c:v>
                </c:pt>
                <c:pt idx="4459">
                  <c:v>39623</c:v>
                </c:pt>
                <c:pt idx="4460">
                  <c:v>39622</c:v>
                </c:pt>
                <c:pt idx="4461">
                  <c:v>39619</c:v>
                </c:pt>
                <c:pt idx="4462">
                  <c:v>39618</c:v>
                </c:pt>
                <c:pt idx="4463">
                  <c:v>39617</c:v>
                </c:pt>
                <c:pt idx="4464">
                  <c:v>39616</c:v>
                </c:pt>
                <c:pt idx="4465">
                  <c:v>39615</c:v>
                </c:pt>
                <c:pt idx="4466">
                  <c:v>39612</c:v>
                </c:pt>
                <c:pt idx="4467">
                  <c:v>39611</c:v>
                </c:pt>
                <c:pt idx="4468">
                  <c:v>39610</c:v>
                </c:pt>
                <c:pt idx="4469">
                  <c:v>39609</c:v>
                </c:pt>
                <c:pt idx="4470">
                  <c:v>39608</c:v>
                </c:pt>
                <c:pt idx="4471">
                  <c:v>39604</c:v>
                </c:pt>
                <c:pt idx="4472">
                  <c:v>39603</c:v>
                </c:pt>
                <c:pt idx="4473">
                  <c:v>39602</c:v>
                </c:pt>
                <c:pt idx="4474">
                  <c:v>39601</c:v>
                </c:pt>
                <c:pt idx="4475">
                  <c:v>39598</c:v>
                </c:pt>
                <c:pt idx="4476">
                  <c:v>39597</c:v>
                </c:pt>
                <c:pt idx="4477">
                  <c:v>39596</c:v>
                </c:pt>
                <c:pt idx="4478">
                  <c:v>39595</c:v>
                </c:pt>
                <c:pt idx="4479">
                  <c:v>39594</c:v>
                </c:pt>
                <c:pt idx="4480">
                  <c:v>39591</c:v>
                </c:pt>
                <c:pt idx="4481">
                  <c:v>39590</c:v>
                </c:pt>
                <c:pt idx="4482">
                  <c:v>39589</c:v>
                </c:pt>
                <c:pt idx="4483">
                  <c:v>39588</c:v>
                </c:pt>
                <c:pt idx="4484">
                  <c:v>39587</c:v>
                </c:pt>
                <c:pt idx="4485">
                  <c:v>39584</c:v>
                </c:pt>
                <c:pt idx="4486">
                  <c:v>39583</c:v>
                </c:pt>
                <c:pt idx="4487">
                  <c:v>39582</c:v>
                </c:pt>
                <c:pt idx="4488">
                  <c:v>39581</c:v>
                </c:pt>
                <c:pt idx="4489">
                  <c:v>39577</c:v>
                </c:pt>
                <c:pt idx="4490">
                  <c:v>39576</c:v>
                </c:pt>
                <c:pt idx="4491">
                  <c:v>39575</c:v>
                </c:pt>
                <c:pt idx="4492">
                  <c:v>39574</c:v>
                </c:pt>
                <c:pt idx="4493">
                  <c:v>39570</c:v>
                </c:pt>
                <c:pt idx="4494">
                  <c:v>39568</c:v>
                </c:pt>
                <c:pt idx="4495">
                  <c:v>39567</c:v>
                </c:pt>
                <c:pt idx="4496">
                  <c:v>39566</c:v>
                </c:pt>
                <c:pt idx="4497">
                  <c:v>39563</c:v>
                </c:pt>
                <c:pt idx="4498">
                  <c:v>39562</c:v>
                </c:pt>
                <c:pt idx="4499">
                  <c:v>39561</c:v>
                </c:pt>
                <c:pt idx="4500">
                  <c:v>39560</c:v>
                </c:pt>
                <c:pt idx="4501">
                  <c:v>39559</c:v>
                </c:pt>
                <c:pt idx="4502">
                  <c:v>39556</c:v>
                </c:pt>
                <c:pt idx="4503">
                  <c:v>39555</c:v>
                </c:pt>
                <c:pt idx="4504">
                  <c:v>39554</c:v>
                </c:pt>
                <c:pt idx="4505">
                  <c:v>39553</c:v>
                </c:pt>
                <c:pt idx="4506">
                  <c:v>39552</c:v>
                </c:pt>
                <c:pt idx="4507">
                  <c:v>39549</c:v>
                </c:pt>
                <c:pt idx="4508">
                  <c:v>39548</c:v>
                </c:pt>
                <c:pt idx="4509">
                  <c:v>39546</c:v>
                </c:pt>
                <c:pt idx="4510">
                  <c:v>39545</c:v>
                </c:pt>
                <c:pt idx="4511">
                  <c:v>39542</c:v>
                </c:pt>
                <c:pt idx="4512">
                  <c:v>39541</c:v>
                </c:pt>
                <c:pt idx="4513">
                  <c:v>39540</c:v>
                </c:pt>
                <c:pt idx="4514">
                  <c:v>39539</c:v>
                </c:pt>
                <c:pt idx="4515">
                  <c:v>39538</c:v>
                </c:pt>
                <c:pt idx="4516">
                  <c:v>39535</c:v>
                </c:pt>
                <c:pt idx="4517">
                  <c:v>39534</c:v>
                </c:pt>
                <c:pt idx="4518">
                  <c:v>39533</c:v>
                </c:pt>
                <c:pt idx="4519">
                  <c:v>39532</c:v>
                </c:pt>
                <c:pt idx="4520">
                  <c:v>39531</c:v>
                </c:pt>
                <c:pt idx="4521">
                  <c:v>39528</c:v>
                </c:pt>
                <c:pt idx="4522">
                  <c:v>39527</c:v>
                </c:pt>
                <c:pt idx="4523">
                  <c:v>39526</c:v>
                </c:pt>
                <c:pt idx="4524">
                  <c:v>39525</c:v>
                </c:pt>
                <c:pt idx="4525">
                  <c:v>39524</c:v>
                </c:pt>
                <c:pt idx="4526">
                  <c:v>39521</c:v>
                </c:pt>
                <c:pt idx="4527">
                  <c:v>39520</c:v>
                </c:pt>
                <c:pt idx="4528">
                  <c:v>39519</c:v>
                </c:pt>
                <c:pt idx="4529">
                  <c:v>39518</c:v>
                </c:pt>
                <c:pt idx="4530">
                  <c:v>39517</c:v>
                </c:pt>
                <c:pt idx="4531">
                  <c:v>39514</c:v>
                </c:pt>
                <c:pt idx="4532">
                  <c:v>39513</c:v>
                </c:pt>
                <c:pt idx="4533">
                  <c:v>39512</c:v>
                </c:pt>
                <c:pt idx="4534">
                  <c:v>39511</c:v>
                </c:pt>
                <c:pt idx="4535">
                  <c:v>39510</c:v>
                </c:pt>
                <c:pt idx="4536">
                  <c:v>39507</c:v>
                </c:pt>
                <c:pt idx="4537">
                  <c:v>39506</c:v>
                </c:pt>
                <c:pt idx="4538">
                  <c:v>39505</c:v>
                </c:pt>
                <c:pt idx="4539">
                  <c:v>39504</c:v>
                </c:pt>
                <c:pt idx="4540">
                  <c:v>39503</c:v>
                </c:pt>
                <c:pt idx="4541">
                  <c:v>39500</c:v>
                </c:pt>
                <c:pt idx="4542">
                  <c:v>39499</c:v>
                </c:pt>
                <c:pt idx="4543">
                  <c:v>39498</c:v>
                </c:pt>
                <c:pt idx="4544">
                  <c:v>39497</c:v>
                </c:pt>
                <c:pt idx="4545">
                  <c:v>39496</c:v>
                </c:pt>
                <c:pt idx="4546">
                  <c:v>39493</c:v>
                </c:pt>
                <c:pt idx="4547">
                  <c:v>39492</c:v>
                </c:pt>
                <c:pt idx="4548">
                  <c:v>39491</c:v>
                </c:pt>
                <c:pt idx="4549">
                  <c:v>39490</c:v>
                </c:pt>
                <c:pt idx="4550">
                  <c:v>39489</c:v>
                </c:pt>
                <c:pt idx="4551">
                  <c:v>39483</c:v>
                </c:pt>
                <c:pt idx="4552">
                  <c:v>39482</c:v>
                </c:pt>
                <c:pt idx="4553">
                  <c:v>39479</c:v>
                </c:pt>
                <c:pt idx="4554">
                  <c:v>39478</c:v>
                </c:pt>
                <c:pt idx="4555">
                  <c:v>39477</c:v>
                </c:pt>
                <c:pt idx="4556">
                  <c:v>39476</c:v>
                </c:pt>
                <c:pt idx="4557">
                  <c:v>39475</c:v>
                </c:pt>
                <c:pt idx="4558">
                  <c:v>39472</c:v>
                </c:pt>
                <c:pt idx="4559">
                  <c:v>39471</c:v>
                </c:pt>
                <c:pt idx="4560">
                  <c:v>39470</c:v>
                </c:pt>
                <c:pt idx="4561">
                  <c:v>39469</c:v>
                </c:pt>
                <c:pt idx="4562">
                  <c:v>39468</c:v>
                </c:pt>
                <c:pt idx="4563">
                  <c:v>39465</c:v>
                </c:pt>
                <c:pt idx="4564">
                  <c:v>39464</c:v>
                </c:pt>
                <c:pt idx="4565">
                  <c:v>39463</c:v>
                </c:pt>
                <c:pt idx="4566">
                  <c:v>39462</c:v>
                </c:pt>
                <c:pt idx="4567">
                  <c:v>39461</c:v>
                </c:pt>
                <c:pt idx="4568">
                  <c:v>39458</c:v>
                </c:pt>
                <c:pt idx="4569">
                  <c:v>39457</c:v>
                </c:pt>
                <c:pt idx="4570">
                  <c:v>39456</c:v>
                </c:pt>
                <c:pt idx="4571">
                  <c:v>39455</c:v>
                </c:pt>
                <c:pt idx="4572">
                  <c:v>39454</c:v>
                </c:pt>
                <c:pt idx="4573">
                  <c:v>39451</c:v>
                </c:pt>
                <c:pt idx="4574">
                  <c:v>39450</c:v>
                </c:pt>
                <c:pt idx="4575">
                  <c:v>39449</c:v>
                </c:pt>
                <c:pt idx="4576">
                  <c:v>39447</c:v>
                </c:pt>
                <c:pt idx="4577">
                  <c:v>39444</c:v>
                </c:pt>
                <c:pt idx="4578">
                  <c:v>39443</c:v>
                </c:pt>
                <c:pt idx="4579">
                  <c:v>39442</c:v>
                </c:pt>
                <c:pt idx="4580">
                  <c:v>39440</c:v>
                </c:pt>
                <c:pt idx="4581">
                  <c:v>39437</c:v>
                </c:pt>
                <c:pt idx="4582">
                  <c:v>39436</c:v>
                </c:pt>
                <c:pt idx="4583">
                  <c:v>39434</c:v>
                </c:pt>
                <c:pt idx="4584">
                  <c:v>39433</c:v>
                </c:pt>
                <c:pt idx="4585">
                  <c:v>39430</c:v>
                </c:pt>
                <c:pt idx="4586">
                  <c:v>39429</c:v>
                </c:pt>
                <c:pt idx="4587">
                  <c:v>39428</c:v>
                </c:pt>
                <c:pt idx="4588">
                  <c:v>39427</c:v>
                </c:pt>
                <c:pt idx="4589">
                  <c:v>39426</c:v>
                </c:pt>
                <c:pt idx="4590">
                  <c:v>39423</c:v>
                </c:pt>
                <c:pt idx="4591">
                  <c:v>39422</c:v>
                </c:pt>
                <c:pt idx="4592">
                  <c:v>39421</c:v>
                </c:pt>
                <c:pt idx="4593">
                  <c:v>39420</c:v>
                </c:pt>
                <c:pt idx="4594">
                  <c:v>39419</c:v>
                </c:pt>
                <c:pt idx="4595">
                  <c:v>39416</c:v>
                </c:pt>
                <c:pt idx="4596">
                  <c:v>39415</c:v>
                </c:pt>
                <c:pt idx="4597">
                  <c:v>39414</c:v>
                </c:pt>
                <c:pt idx="4598">
                  <c:v>39413</c:v>
                </c:pt>
                <c:pt idx="4599">
                  <c:v>39412</c:v>
                </c:pt>
                <c:pt idx="4600">
                  <c:v>39409</c:v>
                </c:pt>
                <c:pt idx="4601">
                  <c:v>39408</c:v>
                </c:pt>
                <c:pt idx="4602">
                  <c:v>39407</c:v>
                </c:pt>
                <c:pt idx="4603">
                  <c:v>39406</c:v>
                </c:pt>
                <c:pt idx="4604">
                  <c:v>39405</c:v>
                </c:pt>
                <c:pt idx="4605">
                  <c:v>39402</c:v>
                </c:pt>
                <c:pt idx="4606">
                  <c:v>39401</c:v>
                </c:pt>
                <c:pt idx="4607">
                  <c:v>39400</c:v>
                </c:pt>
                <c:pt idx="4608">
                  <c:v>39399</c:v>
                </c:pt>
                <c:pt idx="4609">
                  <c:v>39398</c:v>
                </c:pt>
                <c:pt idx="4610">
                  <c:v>39395</c:v>
                </c:pt>
                <c:pt idx="4611">
                  <c:v>39394</c:v>
                </c:pt>
                <c:pt idx="4612">
                  <c:v>39393</c:v>
                </c:pt>
                <c:pt idx="4613">
                  <c:v>39392</c:v>
                </c:pt>
                <c:pt idx="4614">
                  <c:v>39391</c:v>
                </c:pt>
                <c:pt idx="4615">
                  <c:v>39388</c:v>
                </c:pt>
                <c:pt idx="4616">
                  <c:v>39387</c:v>
                </c:pt>
                <c:pt idx="4617">
                  <c:v>39386</c:v>
                </c:pt>
                <c:pt idx="4618">
                  <c:v>39385</c:v>
                </c:pt>
                <c:pt idx="4619">
                  <c:v>39384</c:v>
                </c:pt>
                <c:pt idx="4620">
                  <c:v>39381</c:v>
                </c:pt>
                <c:pt idx="4621">
                  <c:v>39380</c:v>
                </c:pt>
                <c:pt idx="4622">
                  <c:v>39379</c:v>
                </c:pt>
                <c:pt idx="4623">
                  <c:v>39378</c:v>
                </c:pt>
                <c:pt idx="4624">
                  <c:v>39377</c:v>
                </c:pt>
                <c:pt idx="4625">
                  <c:v>39374</c:v>
                </c:pt>
                <c:pt idx="4626">
                  <c:v>39373</c:v>
                </c:pt>
                <c:pt idx="4627">
                  <c:v>39372</c:v>
                </c:pt>
                <c:pt idx="4628">
                  <c:v>39371</c:v>
                </c:pt>
                <c:pt idx="4629">
                  <c:v>39370</c:v>
                </c:pt>
                <c:pt idx="4630">
                  <c:v>39367</c:v>
                </c:pt>
                <c:pt idx="4631">
                  <c:v>39366</c:v>
                </c:pt>
                <c:pt idx="4632">
                  <c:v>39365</c:v>
                </c:pt>
                <c:pt idx="4633">
                  <c:v>39364</c:v>
                </c:pt>
                <c:pt idx="4634">
                  <c:v>39363</c:v>
                </c:pt>
                <c:pt idx="4635">
                  <c:v>39360</c:v>
                </c:pt>
                <c:pt idx="4636">
                  <c:v>39359</c:v>
                </c:pt>
                <c:pt idx="4637">
                  <c:v>39357</c:v>
                </c:pt>
                <c:pt idx="4638">
                  <c:v>39356</c:v>
                </c:pt>
                <c:pt idx="4639">
                  <c:v>39353</c:v>
                </c:pt>
                <c:pt idx="4640">
                  <c:v>39352</c:v>
                </c:pt>
                <c:pt idx="4641">
                  <c:v>39346</c:v>
                </c:pt>
                <c:pt idx="4642">
                  <c:v>39345</c:v>
                </c:pt>
                <c:pt idx="4643">
                  <c:v>39344</c:v>
                </c:pt>
                <c:pt idx="4644">
                  <c:v>39343</c:v>
                </c:pt>
                <c:pt idx="4645">
                  <c:v>39342</c:v>
                </c:pt>
                <c:pt idx="4646">
                  <c:v>39339</c:v>
                </c:pt>
                <c:pt idx="4647">
                  <c:v>39338</c:v>
                </c:pt>
                <c:pt idx="4648">
                  <c:v>39337</c:v>
                </c:pt>
                <c:pt idx="4649">
                  <c:v>39336</c:v>
                </c:pt>
                <c:pt idx="4650">
                  <c:v>39335</c:v>
                </c:pt>
                <c:pt idx="4651">
                  <c:v>39332</c:v>
                </c:pt>
                <c:pt idx="4652">
                  <c:v>39331</c:v>
                </c:pt>
                <c:pt idx="4653">
                  <c:v>39330</c:v>
                </c:pt>
                <c:pt idx="4654">
                  <c:v>39329</c:v>
                </c:pt>
                <c:pt idx="4655">
                  <c:v>39328</c:v>
                </c:pt>
                <c:pt idx="4656">
                  <c:v>39325</c:v>
                </c:pt>
                <c:pt idx="4657">
                  <c:v>39324</c:v>
                </c:pt>
                <c:pt idx="4658">
                  <c:v>39323</c:v>
                </c:pt>
                <c:pt idx="4659">
                  <c:v>39322</c:v>
                </c:pt>
                <c:pt idx="4660">
                  <c:v>39321</c:v>
                </c:pt>
                <c:pt idx="4661">
                  <c:v>39318</c:v>
                </c:pt>
                <c:pt idx="4662">
                  <c:v>39317</c:v>
                </c:pt>
                <c:pt idx="4663">
                  <c:v>39316</c:v>
                </c:pt>
                <c:pt idx="4664">
                  <c:v>39315</c:v>
                </c:pt>
                <c:pt idx="4665">
                  <c:v>39314</c:v>
                </c:pt>
                <c:pt idx="4666">
                  <c:v>39311</c:v>
                </c:pt>
                <c:pt idx="4667">
                  <c:v>39310</c:v>
                </c:pt>
                <c:pt idx="4668">
                  <c:v>39308</c:v>
                </c:pt>
                <c:pt idx="4669">
                  <c:v>39307</c:v>
                </c:pt>
                <c:pt idx="4670">
                  <c:v>39304</c:v>
                </c:pt>
                <c:pt idx="4671">
                  <c:v>39303</c:v>
                </c:pt>
                <c:pt idx="4672">
                  <c:v>39302</c:v>
                </c:pt>
                <c:pt idx="4673">
                  <c:v>39301</c:v>
                </c:pt>
                <c:pt idx="4674">
                  <c:v>39300</c:v>
                </c:pt>
                <c:pt idx="4675">
                  <c:v>39297</c:v>
                </c:pt>
                <c:pt idx="4676">
                  <c:v>39296</c:v>
                </c:pt>
                <c:pt idx="4677">
                  <c:v>39295</c:v>
                </c:pt>
                <c:pt idx="4678">
                  <c:v>39294</c:v>
                </c:pt>
                <c:pt idx="4679">
                  <c:v>39293</c:v>
                </c:pt>
                <c:pt idx="4680">
                  <c:v>39290</c:v>
                </c:pt>
                <c:pt idx="4681">
                  <c:v>39289</c:v>
                </c:pt>
                <c:pt idx="4682">
                  <c:v>39288</c:v>
                </c:pt>
                <c:pt idx="4683">
                  <c:v>39287</c:v>
                </c:pt>
                <c:pt idx="4684">
                  <c:v>39286</c:v>
                </c:pt>
                <c:pt idx="4685">
                  <c:v>39283</c:v>
                </c:pt>
                <c:pt idx="4686">
                  <c:v>39282</c:v>
                </c:pt>
                <c:pt idx="4687">
                  <c:v>39281</c:v>
                </c:pt>
                <c:pt idx="4688">
                  <c:v>39279</c:v>
                </c:pt>
                <c:pt idx="4689">
                  <c:v>39276</c:v>
                </c:pt>
                <c:pt idx="4690">
                  <c:v>39275</c:v>
                </c:pt>
                <c:pt idx="4691">
                  <c:v>39274</c:v>
                </c:pt>
                <c:pt idx="4692">
                  <c:v>39273</c:v>
                </c:pt>
                <c:pt idx="4693">
                  <c:v>39272</c:v>
                </c:pt>
                <c:pt idx="4694">
                  <c:v>39269</c:v>
                </c:pt>
                <c:pt idx="4695">
                  <c:v>39268</c:v>
                </c:pt>
                <c:pt idx="4696">
                  <c:v>39267</c:v>
                </c:pt>
                <c:pt idx="4697">
                  <c:v>39266</c:v>
                </c:pt>
                <c:pt idx="4698">
                  <c:v>39265</c:v>
                </c:pt>
                <c:pt idx="4699">
                  <c:v>39262</c:v>
                </c:pt>
                <c:pt idx="4700">
                  <c:v>39261</c:v>
                </c:pt>
                <c:pt idx="4701">
                  <c:v>39260</c:v>
                </c:pt>
                <c:pt idx="4702">
                  <c:v>39259</c:v>
                </c:pt>
                <c:pt idx="4703">
                  <c:v>39258</c:v>
                </c:pt>
                <c:pt idx="4704">
                  <c:v>39255</c:v>
                </c:pt>
                <c:pt idx="4705">
                  <c:v>39254</c:v>
                </c:pt>
                <c:pt idx="4706">
                  <c:v>39253</c:v>
                </c:pt>
                <c:pt idx="4707">
                  <c:v>39252</c:v>
                </c:pt>
                <c:pt idx="4708">
                  <c:v>39251</c:v>
                </c:pt>
                <c:pt idx="4709">
                  <c:v>39248</c:v>
                </c:pt>
                <c:pt idx="4710">
                  <c:v>39247</c:v>
                </c:pt>
                <c:pt idx="4711">
                  <c:v>39246</c:v>
                </c:pt>
                <c:pt idx="4712">
                  <c:v>39245</c:v>
                </c:pt>
                <c:pt idx="4713">
                  <c:v>39244</c:v>
                </c:pt>
                <c:pt idx="4714">
                  <c:v>39241</c:v>
                </c:pt>
                <c:pt idx="4715">
                  <c:v>39240</c:v>
                </c:pt>
                <c:pt idx="4716">
                  <c:v>39238</c:v>
                </c:pt>
                <c:pt idx="4717">
                  <c:v>39237</c:v>
                </c:pt>
                <c:pt idx="4718">
                  <c:v>39234</c:v>
                </c:pt>
                <c:pt idx="4719">
                  <c:v>39233</c:v>
                </c:pt>
                <c:pt idx="4720">
                  <c:v>39232</c:v>
                </c:pt>
                <c:pt idx="4721">
                  <c:v>39231</c:v>
                </c:pt>
                <c:pt idx="4722">
                  <c:v>39230</c:v>
                </c:pt>
                <c:pt idx="4723">
                  <c:v>39227</c:v>
                </c:pt>
                <c:pt idx="4724">
                  <c:v>39225</c:v>
                </c:pt>
                <c:pt idx="4725">
                  <c:v>39224</c:v>
                </c:pt>
                <c:pt idx="4726">
                  <c:v>39223</c:v>
                </c:pt>
                <c:pt idx="4727">
                  <c:v>39220</c:v>
                </c:pt>
                <c:pt idx="4728">
                  <c:v>39219</c:v>
                </c:pt>
                <c:pt idx="4729">
                  <c:v>39218</c:v>
                </c:pt>
                <c:pt idx="4730">
                  <c:v>39217</c:v>
                </c:pt>
                <c:pt idx="4731">
                  <c:v>39216</c:v>
                </c:pt>
                <c:pt idx="4732">
                  <c:v>39213</c:v>
                </c:pt>
                <c:pt idx="4733">
                  <c:v>39212</c:v>
                </c:pt>
                <c:pt idx="4734">
                  <c:v>39211</c:v>
                </c:pt>
                <c:pt idx="4735">
                  <c:v>39210</c:v>
                </c:pt>
                <c:pt idx="4736">
                  <c:v>39209</c:v>
                </c:pt>
                <c:pt idx="4737">
                  <c:v>39206</c:v>
                </c:pt>
                <c:pt idx="4738">
                  <c:v>39205</c:v>
                </c:pt>
                <c:pt idx="4739">
                  <c:v>39204</c:v>
                </c:pt>
                <c:pt idx="4740">
                  <c:v>39202</c:v>
                </c:pt>
                <c:pt idx="4741">
                  <c:v>39199</c:v>
                </c:pt>
                <c:pt idx="4742">
                  <c:v>39198</c:v>
                </c:pt>
                <c:pt idx="4743">
                  <c:v>39197</c:v>
                </c:pt>
                <c:pt idx="4744">
                  <c:v>39196</c:v>
                </c:pt>
                <c:pt idx="4745">
                  <c:v>39195</c:v>
                </c:pt>
                <c:pt idx="4746">
                  <c:v>39192</c:v>
                </c:pt>
                <c:pt idx="4747">
                  <c:v>39191</c:v>
                </c:pt>
                <c:pt idx="4748">
                  <c:v>39190</c:v>
                </c:pt>
                <c:pt idx="4749">
                  <c:v>39189</c:v>
                </c:pt>
                <c:pt idx="4750">
                  <c:v>39188</c:v>
                </c:pt>
                <c:pt idx="4751">
                  <c:v>39185</c:v>
                </c:pt>
                <c:pt idx="4752">
                  <c:v>39184</c:v>
                </c:pt>
                <c:pt idx="4753">
                  <c:v>39183</c:v>
                </c:pt>
                <c:pt idx="4754">
                  <c:v>39182</c:v>
                </c:pt>
                <c:pt idx="4755">
                  <c:v>39181</c:v>
                </c:pt>
                <c:pt idx="4756">
                  <c:v>39178</c:v>
                </c:pt>
                <c:pt idx="4757">
                  <c:v>39177</c:v>
                </c:pt>
                <c:pt idx="4758">
                  <c:v>39176</c:v>
                </c:pt>
                <c:pt idx="4759">
                  <c:v>39175</c:v>
                </c:pt>
                <c:pt idx="4760">
                  <c:v>39174</c:v>
                </c:pt>
                <c:pt idx="4761">
                  <c:v>39171</c:v>
                </c:pt>
                <c:pt idx="4762">
                  <c:v>39170</c:v>
                </c:pt>
                <c:pt idx="4763">
                  <c:v>39169</c:v>
                </c:pt>
                <c:pt idx="4764">
                  <c:v>39168</c:v>
                </c:pt>
                <c:pt idx="4765">
                  <c:v>39167</c:v>
                </c:pt>
                <c:pt idx="4766">
                  <c:v>39164</c:v>
                </c:pt>
                <c:pt idx="4767">
                  <c:v>39163</c:v>
                </c:pt>
                <c:pt idx="4768">
                  <c:v>39162</c:v>
                </c:pt>
                <c:pt idx="4769">
                  <c:v>39161</c:v>
                </c:pt>
                <c:pt idx="4770">
                  <c:v>39160</c:v>
                </c:pt>
                <c:pt idx="4771">
                  <c:v>39157</c:v>
                </c:pt>
                <c:pt idx="4772">
                  <c:v>39156</c:v>
                </c:pt>
                <c:pt idx="4773">
                  <c:v>39155</c:v>
                </c:pt>
                <c:pt idx="4774">
                  <c:v>39154</c:v>
                </c:pt>
                <c:pt idx="4775">
                  <c:v>39153</c:v>
                </c:pt>
                <c:pt idx="4776">
                  <c:v>39150</c:v>
                </c:pt>
                <c:pt idx="4777">
                  <c:v>39149</c:v>
                </c:pt>
                <c:pt idx="4778">
                  <c:v>39148</c:v>
                </c:pt>
                <c:pt idx="4779">
                  <c:v>39147</c:v>
                </c:pt>
                <c:pt idx="4780">
                  <c:v>39146</c:v>
                </c:pt>
                <c:pt idx="4781">
                  <c:v>39143</c:v>
                </c:pt>
                <c:pt idx="4782">
                  <c:v>39141</c:v>
                </c:pt>
                <c:pt idx="4783">
                  <c:v>39140</c:v>
                </c:pt>
                <c:pt idx="4784">
                  <c:v>39139</c:v>
                </c:pt>
                <c:pt idx="4785">
                  <c:v>39136</c:v>
                </c:pt>
                <c:pt idx="4786">
                  <c:v>39135</c:v>
                </c:pt>
                <c:pt idx="4787">
                  <c:v>39134</c:v>
                </c:pt>
                <c:pt idx="4788">
                  <c:v>39133</c:v>
                </c:pt>
                <c:pt idx="4789">
                  <c:v>39129</c:v>
                </c:pt>
                <c:pt idx="4790">
                  <c:v>39128</c:v>
                </c:pt>
                <c:pt idx="4791">
                  <c:v>39127</c:v>
                </c:pt>
                <c:pt idx="4792">
                  <c:v>39126</c:v>
                </c:pt>
                <c:pt idx="4793">
                  <c:v>39125</c:v>
                </c:pt>
                <c:pt idx="4794">
                  <c:v>39122</c:v>
                </c:pt>
                <c:pt idx="4795">
                  <c:v>39121</c:v>
                </c:pt>
                <c:pt idx="4796">
                  <c:v>39120</c:v>
                </c:pt>
                <c:pt idx="4797">
                  <c:v>39119</c:v>
                </c:pt>
                <c:pt idx="4798">
                  <c:v>39118</c:v>
                </c:pt>
                <c:pt idx="4799">
                  <c:v>39115</c:v>
                </c:pt>
                <c:pt idx="4800">
                  <c:v>39114</c:v>
                </c:pt>
                <c:pt idx="4801">
                  <c:v>39113</c:v>
                </c:pt>
                <c:pt idx="4802">
                  <c:v>39112</c:v>
                </c:pt>
                <c:pt idx="4803">
                  <c:v>39111</c:v>
                </c:pt>
                <c:pt idx="4804">
                  <c:v>39108</c:v>
                </c:pt>
                <c:pt idx="4805">
                  <c:v>39107</c:v>
                </c:pt>
                <c:pt idx="4806">
                  <c:v>39106</c:v>
                </c:pt>
                <c:pt idx="4807">
                  <c:v>39105</c:v>
                </c:pt>
                <c:pt idx="4808">
                  <c:v>39104</c:v>
                </c:pt>
                <c:pt idx="4809">
                  <c:v>39101</c:v>
                </c:pt>
                <c:pt idx="4810">
                  <c:v>39100</c:v>
                </c:pt>
                <c:pt idx="4811">
                  <c:v>39099</c:v>
                </c:pt>
                <c:pt idx="4812">
                  <c:v>39098</c:v>
                </c:pt>
                <c:pt idx="4813">
                  <c:v>39097</c:v>
                </c:pt>
                <c:pt idx="4814">
                  <c:v>39094</c:v>
                </c:pt>
                <c:pt idx="4815">
                  <c:v>39093</c:v>
                </c:pt>
                <c:pt idx="4816">
                  <c:v>39092</c:v>
                </c:pt>
                <c:pt idx="4817">
                  <c:v>39091</c:v>
                </c:pt>
                <c:pt idx="4818">
                  <c:v>39090</c:v>
                </c:pt>
                <c:pt idx="4819">
                  <c:v>39087</c:v>
                </c:pt>
                <c:pt idx="4820">
                  <c:v>39086</c:v>
                </c:pt>
                <c:pt idx="4821">
                  <c:v>39085</c:v>
                </c:pt>
                <c:pt idx="4822">
                  <c:v>39084</c:v>
                </c:pt>
                <c:pt idx="4823">
                  <c:v>39080</c:v>
                </c:pt>
                <c:pt idx="4824">
                  <c:v>39079</c:v>
                </c:pt>
                <c:pt idx="4825">
                  <c:v>39078</c:v>
                </c:pt>
                <c:pt idx="4826">
                  <c:v>39077</c:v>
                </c:pt>
                <c:pt idx="4827">
                  <c:v>39073</c:v>
                </c:pt>
                <c:pt idx="4828">
                  <c:v>39072</c:v>
                </c:pt>
                <c:pt idx="4829">
                  <c:v>39071</c:v>
                </c:pt>
                <c:pt idx="4830">
                  <c:v>39070</c:v>
                </c:pt>
                <c:pt idx="4831">
                  <c:v>39069</c:v>
                </c:pt>
                <c:pt idx="4832">
                  <c:v>39066</c:v>
                </c:pt>
                <c:pt idx="4833">
                  <c:v>39065</c:v>
                </c:pt>
                <c:pt idx="4834">
                  <c:v>39064</c:v>
                </c:pt>
                <c:pt idx="4835">
                  <c:v>39063</c:v>
                </c:pt>
                <c:pt idx="4836">
                  <c:v>39062</c:v>
                </c:pt>
                <c:pt idx="4837">
                  <c:v>39059</c:v>
                </c:pt>
                <c:pt idx="4838">
                  <c:v>39058</c:v>
                </c:pt>
                <c:pt idx="4839">
                  <c:v>39057</c:v>
                </c:pt>
                <c:pt idx="4840">
                  <c:v>39056</c:v>
                </c:pt>
                <c:pt idx="4841">
                  <c:v>39055</c:v>
                </c:pt>
                <c:pt idx="4842">
                  <c:v>39052</c:v>
                </c:pt>
                <c:pt idx="4843">
                  <c:v>39051</c:v>
                </c:pt>
                <c:pt idx="4844">
                  <c:v>39050</c:v>
                </c:pt>
                <c:pt idx="4845">
                  <c:v>39049</c:v>
                </c:pt>
                <c:pt idx="4846">
                  <c:v>39048</c:v>
                </c:pt>
                <c:pt idx="4847">
                  <c:v>39045</c:v>
                </c:pt>
                <c:pt idx="4848">
                  <c:v>39044</c:v>
                </c:pt>
                <c:pt idx="4849">
                  <c:v>39043</c:v>
                </c:pt>
                <c:pt idx="4850">
                  <c:v>39042</c:v>
                </c:pt>
                <c:pt idx="4851">
                  <c:v>39041</c:v>
                </c:pt>
                <c:pt idx="4852">
                  <c:v>39038</c:v>
                </c:pt>
                <c:pt idx="4853">
                  <c:v>39037</c:v>
                </c:pt>
                <c:pt idx="4854">
                  <c:v>39036</c:v>
                </c:pt>
                <c:pt idx="4855">
                  <c:v>39035</c:v>
                </c:pt>
                <c:pt idx="4856">
                  <c:v>39034</c:v>
                </c:pt>
                <c:pt idx="4857">
                  <c:v>39031</c:v>
                </c:pt>
                <c:pt idx="4858">
                  <c:v>39030</c:v>
                </c:pt>
                <c:pt idx="4859">
                  <c:v>39029</c:v>
                </c:pt>
                <c:pt idx="4860">
                  <c:v>39028</c:v>
                </c:pt>
                <c:pt idx="4861">
                  <c:v>39027</c:v>
                </c:pt>
                <c:pt idx="4862">
                  <c:v>39024</c:v>
                </c:pt>
                <c:pt idx="4863">
                  <c:v>39023</c:v>
                </c:pt>
                <c:pt idx="4864">
                  <c:v>39022</c:v>
                </c:pt>
                <c:pt idx="4865">
                  <c:v>39021</c:v>
                </c:pt>
                <c:pt idx="4866">
                  <c:v>39020</c:v>
                </c:pt>
                <c:pt idx="4867">
                  <c:v>39017</c:v>
                </c:pt>
                <c:pt idx="4868">
                  <c:v>39016</c:v>
                </c:pt>
                <c:pt idx="4869">
                  <c:v>39015</c:v>
                </c:pt>
                <c:pt idx="4870">
                  <c:v>39014</c:v>
                </c:pt>
                <c:pt idx="4871">
                  <c:v>39013</c:v>
                </c:pt>
                <c:pt idx="4872">
                  <c:v>39010</c:v>
                </c:pt>
                <c:pt idx="4873">
                  <c:v>39009</c:v>
                </c:pt>
                <c:pt idx="4874">
                  <c:v>39008</c:v>
                </c:pt>
                <c:pt idx="4875">
                  <c:v>39007</c:v>
                </c:pt>
                <c:pt idx="4876">
                  <c:v>39006</c:v>
                </c:pt>
                <c:pt idx="4877">
                  <c:v>39003</c:v>
                </c:pt>
                <c:pt idx="4878">
                  <c:v>39002</c:v>
                </c:pt>
                <c:pt idx="4879">
                  <c:v>39001</c:v>
                </c:pt>
                <c:pt idx="4880">
                  <c:v>39000</c:v>
                </c:pt>
                <c:pt idx="4881">
                  <c:v>38999</c:v>
                </c:pt>
                <c:pt idx="4882">
                  <c:v>38994</c:v>
                </c:pt>
                <c:pt idx="4883">
                  <c:v>38992</c:v>
                </c:pt>
                <c:pt idx="4884">
                  <c:v>38989</c:v>
                </c:pt>
                <c:pt idx="4885">
                  <c:v>38988</c:v>
                </c:pt>
                <c:pt idx="4886">
                  <c:v>38987</c:v>
                </c:pt>
                <c:pt idx="4887">
                  <c:v>38986</c:v>
                </c:pt>
                <c:pt idx="4888">
                  <c:v>38985</c:v>
                </c:pt>
                <c:pt idx="4889">
                  <c:v>38982</c:v>
                </c:pt>
                <c:pt idx="4890">
                  <c:v>38981</c:v>
                </c:pt>
                <c:pt idx="4891">
                  <c:v>38980</c:v>
                </c:pt>
                <c:pt idx="4892">
                  <c:v>38979</c:v>
                </c:pt>
                <c:pt idx="4893">
                  <c:v>38978</c:v>
                </c:pt>
                <c:pt idx="4894">
                  <c:v>38975</c:v>
                </c:pt>
                <c:pt idx="4895">
                  <c:v>38974</c:v>
                </c:pt>
                <c:pt idx="4896">
                  <c:v>38973</c:v>
                </c:pt>
                <c:pt idx="4897">
                  <c:v>38972</c:v>
                </c:pt>
                <c:pt idx="4898">
                  <c:v>38971</c:v>
                </c:pt>
                <c:pt idx="4899">
                  <c:v>38968</c:v>
                </c:pt>
                <c:pt idx="4900">
                  <c:v>38967</c:v>
                </c:pt>
                <c:pt idx="4901">
                  <c:v>38966</c:v>
                </c:pt>
                <c:pt idx="4902">
                  <c:v>38965</c:v>
                </c:pt>
                <c:pt idx="4903">
                  <c:v>38964</c:v>
                </c:pt>
                <c:pt idx="4904">
                  <c:v>38961</c:v>
                </c:pt>
                <c:pt idx="4905">
                  <c:v>38960</c:v>
                </c:pt>
                <c:pt idx="4906">
                  <c:v>38959</c:v>
                </c:pt>
                <c:pt idx="4907">
                  <c:v>38958</c:v>
                </c:pt>
                <c:pt idx="4908">
                  <c:v>38957</c:v>
                </c:pt>
                <c:pt idx="4909">
                  <c:v>38954</c:v>
                </c:pt>
                <c:pt idx="4910">
                  <c:v>38953</c:v>
                </c:pt>
                <c:pt idx="4911">
                  <c:v>38952</c:v>
                </c:pt>
                <c:pt idx="4912">
                  <c:v>38951</c:v>
                </c:pt>
                <c:pt idx="4913">
                  <c:v>38950</c:v>
                </c:pt>
                <c:pt idx="4914">
                  <c:v>38947</c:v>
                </c:pt>
                <c:pt idx="4915">
                  <c:v>38946</c:v>
                </c:pt>
                <c:pt idx="4916">
                  <c:v>38945</c:v>
                </c:pt>
                <c:pt idx="4917">
                  <c:v>38943</c:v>
                </c:pt>
                <c:pt idx="4918">
                  <c:v>38940</c:v>
                </c:pt>
                <c:pt idx="4919">
                  <c:v>38939</c:v>
                </c:pt>
                <c:pt idx="4920">
                  <c:v>38938</c:v>
                </c:pt>
                <c:pt idx="4921">
                  <c:v>38937</c:v>
                </c:pt>
                <c:pt idx="4922">
                  <c:v>38936</c:v>
                </c:pt>
                <c:pt idx="4923">
                  <c:v>38933</c:v>
                </c:pt>
                <c:pt idx="4924">
                  <c:v>38932</c:v>
                </c:pt>
                <c:pt idx="4925">
                  <c:v>38931</c:v>
                </c:pt>
                <c:pt idx="4926">
                  <c:v>38930</c:v>
                </c:pt>
                <c:pt idx="4927">
                  <c:v>38929</c:v>
                </c:pt>
                <c:pt idx="4928">
                  <c:v>38926</c:v>
                </c:pt>
                <c:pt idx="4929">
                  <c:v>38925</c:v>
                </c:pt>
                <c:pt idx="4930">
                  <c:v>38924</c:v>
                </c:pt>
                <c:pt idx="4931">
                  <c:v>38923</c:v>
                </c:pt>
                <c:pt idx="4932">
                  <c:v>38922</c:v>
                </c:pt>
                <c:pt idx="4933">
                  <c:v>38919</c:v>
                </c:pt>
                <c:pt idx="4934">
                  <c:v>38918</c:v>
                </c:pt>
                <c:pt idx="4935">
                  <c:v>38917</c:v>
                </c:pt>
                <c:pt idx="4936">
                  <c:v>38916</c:v>
                </c:pt>
                <c:pt idx="4937">
                  <c:v>38912</c:v>
                </c:pt>
                <c:pt idx="4938">
                  <c:v>38911</c:v>
                </c:pt>
                <c:pt idx="4939">
                  <c:v>38910</c:v>
                </c:pt>
                <c:pt idx="4940">
                  <c:v>38909</c:v>
                </c:pt>
                <c:pt idx="4941">
                  <c:v>38908</c:v>
                </c:pt>
                <c:pt idx="4942">
                  <c:v>38905</c:v>
                </c:pt>
                <c:pt idx="4943">
                  <c:v>38904</c:v>
                </c:pt>
                <c:pt idx="4944">
                  <c:v>38903</c:v>
                </c:pt>
                <c:pt idx="4945">
                  <c:v>38902</c:v>
                </c:pt>
                <c:pt idx="4946">
                  <c:v>38901</c:v>
                </c:pt>
                <c:pt idx="4947">
                  <c:v>38898</c:v>
                </c:pt>
                <c:pt idx="4948">
                  <c:v>38897</c:v>
                </c:pt>
                <c:pt idx="4949">
                  <c:v>38896</c:v>
                </c:pt>
                <c:pt idx="4950">
                  <c:v>38895</c:v>
                </c:pt>
                <c:pt idx="4951">
                  <c:v>38894</c:v>
                </c:pt>
                <c:pt idx="4952">
                  <c:v>38891</c:v>
                </c:pt>
                <c:pt idx="4953">
                  <c:v>38890</c:v>
                </c:pt>
                <c:pt idx="4954">
                  <c:v>38889</c:v>
                </c:pt>
                <c:pt idx="4955">
                  <c:v>38888</c:v>
                </c:pt>
                <c:pt idx="4956">
                  <c:v>38887</c:v>
                </c:pt>
                <c:pt idx="4957">
                  <c:v>38884</c:v>
                </c:pt>
                <c:pt idx="4958">
                  <c:v>38883</c:v>
                </c:pt>
                <c:pt idx="4959">
                  <c:v>38882</c:v>
                </c:pt>
                <c:pt idx="4960">
                  <c:v>38881</c:v>
                </c:pt>
                <c:pt idx="4961">
                  <c:v>38880</c:v>
                </c:pt>
                <c:pt idx="4962">
                  <c:v>38877</c:v>
                </c:pt>
                <c:pt idx="4963">
                  <c:v>38876</c:v>
                </c:pt>
                <c:pt idx="4964">
                  <c:v>38875</c:v>
                </c:pt>
                <c:pt idx="4965">
                  <c:v>38873</c:v>
                </c:pt>
                <c:pt idx="4966">
                  <c:v>38870</c:v>
                </c:pt>
                <c:pt idx="4967">
                  <c:v>38869</c:v>
                </c:pt>
                <c:pt idx="4968">
                  <c:v>38867</c:v>
                </c:pt>
                <c:pt idx="4969">
                  <c:v>38866</c:v>
                </c:pt>
                <c:pt idx="4970">
                  <c:v>38863</c:v>
                </c:pt>
                <c:pt idx="4971">
                  <c:v>38862</c:v>
                </c:pt>
                <c:pt idx="4972">
                  <c:v>38861</c:v>
                </c:pt>
                <c:pt idx="4973">
                  <c:v>38860</c:v>
                </c:pt>
                <c:pt idx="4974">
                  <c:v>38859</c:v>
                </c:pt>
                <c:pt idx="4975">
                  <c:v>38856</c:v>
                </c:pt>
                <c:pt idx="4976">
                  <c:v>38855</c:v>
                </c:pt>
                <c:pt idx="4977">
                  <c:v>38854</c:v>
                </c:pt>
                <c:pt idx="4978">
                  <c:v>38853</c:v>
                </c:pt>
                <c:pt idx="4979">
                  <c:v>38852</c:v>
                </c:pt>
                <c:pt idx="4980">
                  <c:v>38849</c:v>
                </c:pt>
                <c:pt idx="4981">
                  <c:v>38848</c:v>
                </c:pt>
                <c:pt idx="4982">
                  <c:v>38847</c:v>
                </c:pt>
                <c:pt idx="4983">
                  <c:v>38846</c:v>
                </c:pt>
                <c:pt idx="4984">
                  <c:v>38845</c:v>
                </c:pt>
                <c:pt idx="4985">
                  <c:v>38841</c:v>
                </c:pt>
                <c:pt idx="4986">
                  <c:v>38840</c:v>
                </c:pt>
                <c:pt idx="4987">
                  <c:v>38839</c:v>
                </c:pt>
                <c:pt idx="4988">
                  <c:v>38835</c:v>
                </c:pt>
                <c:pt idx="4989">
                  <c:v>38834</c:v>
                </c:pt>
                <c:pt idx="4990">
                  <c:v>38833</c:v>
                </c:pt>
                <c:pt idx="4991">
                  <c:v>38832</c:v>
                </c:pt>
                <c:pt idx="4992">
                  <c:v>38831</c:v>
                </c:pt>
                <c:pt idx="4993">
                  <c:v>38828</c:v>
                </c:pt>
                <c:pt idx="4994">
                  <c:v>38827</c:v>
                </c:pt>
                <c:pt idx="4995">
                  <c:v>38826</c:v>
                </c:pt>
                <c:pt idx="4996">
                  <c:v>38825</c:v>
                </c:pt>
                <c:pt idx="4997">
                  <c:v>38824</c:v>
                </c:pt>
                <c:pt idx="4998">
                  <c:v>38821</c:v>
                </c:pt>
                <c:pt idx="4999">
                  <c:v>38820</c:v>
                </c:pt>
                <c:pt idx="5000">
                  <c:v>38819</c:v>
                </c:pt>
                <c:pt idx="5001">
                  <c:v>38818</c:v>
                </c:pt>
                <c:pt idx="5002">
                  <c:v>38817</c:v>
                </c:pt>
                <c:pt idx="5003">
                  <c:v>38814</c:v>
                </c:pt>
                <c:pt idx="5004">
                  <c:v>38813</c:v>
                </c:pt>
                <c:pt idx="5005">
                  <c:v>38812</c:v>
                </c:pt>
                <c:pt idx="5006">
                  <c:v>38811</c:v>
                </c:pt>
                <c:pt idx="5007">
                  <c:v>38810</c:v>
                </c:pt>
                <c:pt idx="5008">
                  <c:v>38807</c:v>
                </c:pt>
                <c:pt idx="5009">
                  <c:v>38806</c:v>
                </c:pt>
                <c:pt idx="5010">
                  <c:v>38805</c:v>
                </c:pt>
                <c:pt idx="5011">
                  <c:v>38804</c:v>
                </c:pt>
                <c:pt idx="5012">
                  <c:v>38803</c:v>
                </c:pt>
                <c:pt idx="5013">
                  <c:v>38800</c:v>
                </c:pt>
                <c:pt idx="5014">
                  <c:v>38799</c:v>
                </c:pt>
                <c:pt idx="5015">
                  <c:v>38798</c:v>
                </c:pt>
                <c:pt idx="5016">
                  <c:v>38797</c:v>
                </c:pt>
                <c:pt idx="5017">
                  <c:v>38796</c:v>
                </c:pt>
                <c:pt idx="5018">
                  <c:v>38793</c:v>
                </c:pt>
                <c:pt idx="5019">
                  <c:v>38792</c:v>
                </c:pt>
                <c:pt idx="5020">
                  <c:v>38791</c:v>
                </c:pt>
                <c:pt idx="5021">
                  <c:v>38790</c:v>
                </c:pt>
                <c:pt idx="5022">
                  <c:v>38789</c:v>
                </c:pt>
                <c:pt idx="5023">
                  <c:v>38786</c:v>
                </c:pt>
                <c:pt idx="5024">
                  <c:v>38785</c:v>
                </c:pt>
                <c:pt idx="5025">
                  <c:v>38784</c:v>
                </c:pt>
                <c:pt idx="5026">
                  <c:v>38783</c:v>
                </c:pt>
                <c:pt idx="5027">
                  <c:v>38782</c:v>
                </c:pt>
                <c:pt idx="5028">
                  <c:v>38779</c:v>
                </c:pt>
                <c:pt idx="5029">
                  <c:v>38778</c:v>
                </c:pt>
                <c:pt idx="5030">
                  <c:v>38776</c:v>
                </c:pt>
                <c:pt idx="5031">
                  <c:v>38775</c:v>
                </c:pt>
                <c:pt idx="5032">
                  <c:v>38772</c:v>
                </c:pt>
                <c:pt idx="5033">
                  <c:v>38771</c:v>
                </c:pt>
                <c:pt idx="5034">
                  <c:v>38770</c:v>
                </c:pt>
                <c:pt idx="5035">
                  <c:v>38769</c:v>
                </c:pt>
                <c:pt idx="5036">
                  <c:v>38768</c:v>
                </c:pt>
                <c:pt idx="5037">
                  <c:v>38765</c:v>
                </c:pt>
                <c:pt idx="5038">
                  <c:v>38764</c:v>
                </c:pt>
                <c:pt idx="5039">
                  <c:v>38763</c:v>
                </c:pt>
                <c:pt idx="5040">
                  <c:v>38762</c:v>
                </c:pt>
                <c:pt idx="5041">
                  <c:v>38761</c:v>
                </c:pt>
                <c:pt idx="5042">
                  <c:v>38758</c:v>
                </c:pt>
                <c:pt idx="5043">
                  <c:v>38757</c:v>
                </c:pt>
                <c:pt idx="5044">
                  <c:v>38756</c:v>
                </c:pt>
                <c:pt idx="5045">
                  <c:v>38755</c:v>
                </c:pt>
                <c:pt idx="5046">
                  <c:v>38754</c:v>
                </c:pt>
                <c:pt idx="5047">
                  <c:v>38751</c:v>
                </c:pt>
                <c:pt idx="5048">
                  <c:v>38750</c:v>
                </c:pt>
                <c:pt idx="5049">
                  <c:v>38749</c:v>
                </c:pt>
                <c:pt idx="5050">
                  <c:v>38748</c:v>
                </c:pt>
                <c:pt idx="5051">
                  <c:v>38744</c:v>
                </c:pt>
                <c:pt idx="5052">
                  <c:v>38743</c:v>
                </c:pt>
                <c:pt idx="5053">
                  <c:v>38742</c:v>
                </c:pt>
                <c:pt idx="5054">
                  <c:v>38741</c:v>
                </c:pt>
                <c:pt idx="5055">
                  <c:v>38740</c:v>
                </c:pt>
                <c:pt idx="5056">
                  <c:v>38737</c:v>
                </c:pt>
                <c:pt idx="5057">
                  <c:v>38736</c:v>
                </c:pt>
                <c:pt idx="5058">
                  <c:v>38735</c:v>
                </c:pt>
                <c:pt idx="5059">
                  <c:v>38734</c:v>
                </c:pt>
                <c:pt idx="5060">
                  <c:v>38733</c:v>
                </c:pt>
                <c:pt idx="5061">
                  <c:v>38730</c:v>
                </c:pt>
                <c:pt idx="5062">
                  <c:v>38729</c:v>
                </c:pt>
                <c:pt idx="5063">
                  <c:v>38728</c:v>
                </c:pt>
                <c:pt idx="5064">
                  <c:v>38727</c:v>
                </c:pt>
                <c:pt idx="5065">
                  <c:v>38726</c:v>
                </c:pt>
                <c:pt idx="5066">
                  <c:v>38723</c:v>
                </c:pt>
                <c:pt idx="5067">
                  <c:v>38722</c:v>
                </c:pt>
                <c:pt idx="5068">
                  <c:v>38721</c:v>
                </c:pt>
                <c:pt idx="5069">
                  <c:v>38720</c:v>
                </c:pt>
                <c:pt idx="5070">
                  <c:v>38719</c:v>
                </c:pt>
                <c:pt idx="5071">
                  <c:v>38716</c:v>
                </c:pt>
                <c:pt idx="5072">
                  <c:v>38715</c:v>
                </c:pt>
                <c:pt idx="5073">
                  <c:v>38714</c:v>
                </c:pt>
                <c:pt idx="5074">
                  <c:v>38713</c:v>
                </c:pt>
                <c:pt idx="5075">
                  <c:v>38712</c:v>
                </c:pt>
                <c:pt idx="5076">
                  <c:v>38709</c:v>
                </c:pt>
                <c:pt idx="5077">
                  <c:v>38708</c:v>
                </c:pt>
                <c:pt idx="5078">
                  <c:v>38707</c:v>
                </c:pt>
                <c:pt idx="5079">
                  <c:v>38706</c:v>
                </c:pt>
                <c:pt idx="5080">
                  <c:v>38705</c:v>
                </c:pt>
                <c:pt idx="5081">
                  <c:v>38702</c:v>
                </c:pt>
                <c:pt idx="5082">
                  <c:v>38701</c:v>
                </c:pt>
                <c:pt idx="5083">
                  <c:v>38700</c:v>
                </c:pt>
                <c:pt idx="5084">
                  <c:v>38699</c:v>
                </c:pt>
                <c:pt idx="5085">
                  <c:v>38698</c:v>
                </c:pt>
                <c:pt idx="5086">
                  <c:v>38695</c:v>
                </c:pt>
                <c:pt idx="5087">
                  <c:v>38694</c:v>
                </c:pt>
                <c:pt idx="5088">
                  <c:v>38693</c:v>
                </c:pt>
                <c:pt idx="5089">
                  <c:v>38692</c:v>
                </c:pt>
                <c:pt idx="5090">
                  <c:v>38691</c:v>
                </c:pt>
                <c:pt idx="5091">
                  <c:v>38688</c:v>
                </c:pt>
                <c:pt idx="5092">
                  <c:v>38687</c:v>
                </c:pt>
                <c:pt idx="5093">
                  <c:v>38686</c:v>
                </c:pt>
                <c:pt idx="5094">
                  <c:v>38685</c:v>
                </c:pt>
                <c:pt idx="5095">
                  <c:v>38684</c:v>
                </c:pt>
                <c:pt idx="5096">
                  <c:v>38681</c:v>
                </c:pt>
                <c:pt idx="5097">
                  <c:v>38680</c:v>
                </c:pt>
                <c:pt idx="5098">
                  <c:v>38679</c:v>
                </c:pt>
                <c:pt idx="5099">
                  <c:v>38678</c:v>
                </c:pt>
                <c:pt idx="5100">
                  <c:v>38677</c:v>
                </c:pt>
                <c:pt idx="5101">
                  <c:v>38674</c:v>
                </c:pt>
                <c:pt idx="5102">
                  <c:v>38673</c:v>
                </c:pt>
                <c:pt idx="5103">
                  <c:v>38672</c:v>
                </c:pt>
                <c:pt idx="5104">
                  <c:v>38671</c:v>
                </c:pt>
                <c:pt idx="5105">
                  <c:v>38670</c:v>
                </c:pt>
                <c:pt idx="5106">
                  <c:v>38667</c:v>
                </c:pt>
                <c:pt idx="5107">
                  <c:v>38666</c:v>
                </c:pt>
                <c:pt idx="5108">
                  <c:v>38665</c:v>
                </c:pt>
                <c:pt idx="5109">
                  <c:v>38664</c:v>
                </c:pt>
                <c:pt idx="5110">
                  <c:v>38663</c:v>
                </c:pt>
                <c:pt idx="5111">
                  <c:v>38660</c:v>
                </c:pt>
                <c:pt idx="5112">
                  <c:v>38659</c:v>
                </c:pt>
                <c:pt idx="5113">
                  <c:v>38658</c:v>
                </c:pt>
                <c:pt idx="5114">
                  <c:v>38657</c:v>
                </c:pt>
                <c:pt idx="5115">
                  <c:v>38656</c:v>
                </c:pt>
                <c:pt idx="5116">
                  <c:v>38653</c:v>
                </c:pt>
                <c:pt idx="5117">
                  <c:v>38652</c:v>
                </c:pt>
                <c:pt idx="5118">
                  <c:v>38651</c:v>
                </c:pt>
                <c:pt idx="5119">
                  <c:v>38650</c:v>
                </c:pt>
                <c:pt idx="5120">
                  <c:v>38649</c:v>
                </c:pt>
                <c:pt idx="5121">
                  <c:v>38646</c:v>
                </c:pt>
                <c:pt idx="5122">
                  <c:v>38645</c:v>
                </c:pt>
                <c:pt idx="5123">
                  <c:v>38644</c:v>
                </c:pt>
                <c:pt idx="5124">
                  <c:v>38643</c:v>
                </c:pt>
                <c:pt idx="5125">
                  <c:v>38642</c:v>
                </c:pt>
                <c:pt idx="5126">
                  <c:v>38639</c:v>
                </c:pt>
                <c:pt idx="5127">
                  <c:v>38638</c:v>
                </c:pt>
                <c:pt idx="5128">
                  <c:v>38637</c:v>
                </c:pt>
                <c:pt idx="5129">
                  <c:v>38636</c:v>
                </c:pt>
                <c:pt idx="5130">
                  <c:v>38635</c:v>
                </c:pt>
                <c:pt idx="5131">
                  <c:v>38632</c:v>
                </c:pt>
                <c:pt idx="5132">
                  <c:v>38631</c:v>
                </c:pt>
                <c:pt idx="5133">
                  <c:v>38630</c:v>
                </c:pt>
                <c:pt idx="5134">
                  <c:v>38629</c:v>
                </c:pt>
                <c:pt idx="5135">
                  <c:v>38625</c:v>
                </c:pt>
                <c:pt idx="5136">
                  <c:v>38624</c:v>
                </c:pt>
                <c:pt idx="5137">
                  <c:v>38623</c:v>
                </c:pt>
                <c:pt idx="5138">
                  <c:v>38622</c:v>
                </c:pt>
                <c:pt idx="5139">
                  <c:v>38621</c:v>
                </c:pt>
                <c:pt idx="5140">
                  <c:v>38618</c:v>
                </c:pt>
                <c:pt idx="5141">
                  <c:v>38617</c:v>
                </c:pt>
                <c:pt idx="5142">
                  <c:v>38616</c:v>
                </c:pt>
                <c:pt idx="5143">
                  <c:v>38615</c:v>
                </c:pt>
                <c:pt idx="5144">
                  <c:v>38611</c:v>
                </c:pt>
                <c:pt idx="5145">
                  <c:v>38610</c:v>
                </c:pt>
                <c:pt idx="5146">
                  <c:v>38609</c:v>
                </c:pt>
                <c:pt idx="5147">
                  <c:v>38608</c:v>
                </c:pt>
                <c:pt idx="5148">
                  <c:v>38607</c:v>
                </c:pt>
                <c:pt idx="5149">
                  <c:v>38604</c:v>
                </c:pt>
                <c:pt idx="5150">
                  <c:v>38603</c:v>
                </c:pt>
                <c:pt idx="5151">
                  <c:v>38602</c:v>
                </c:pt>
                <c:pt idx="5152">
                  <c:v>38601</c:v>
                </c:pt>
                <c:pt idx="5153">
                  <c:v>38600</c:v>
                </c:pt>
                <c:pt idx="5154">
                  <c:v>38597</c:v>
                </c:pt>
                <c:pt idx="5155">
                  <c:v>38596</c:v>
                </c:pt>
                <c:pt idx="5156">
                  <c:v>38595</c:v>
                </c:pt>
                <c:pt idx="5157">
                  <c:v>38594</c:v>
                </c:pt>
                <c:pt idx="5158">
                  <c:v>38593</c:v>
                </c:pt>
                <c:pt idx="5159">
                  <c:v>38590</c:v>
                </c:pt>
                <c:pt idx="5160">
                  <c:v>38589</c:v>
                </c:pt>
                <c:pt idx="5161">
                  <c:v>38588</c:v>
                </c:pt>
                <c:pt idx="5162">
                  <c:v>38587</c:v>
                </c:pt>
                <c:pt idx="5163">
                  <c:v>38586</c:v>
                </c:pt>
                <c:pt idx="5164">
                  <c:v>38583</c:v>
                </c:pt>
                <c:pt idx="5165">
                  <c:v>38582</c:v>
                </c:pt>
                <c:pt idx="5166">
                  <c:v>38581</c:v>
                </c:pt>
                <c:pt idx="5167">
                  <c:v>38580</c:v>
                </c:pt>
                <c:pt idx="5168">
                  <c:v>38576</c:v>
                </c:pt>
                <c:pt idx="5169">
                  <c:v>38575</c:v>
                </c:pt>
                <c:pt idx="5170">
                  <c:v>38574</c:v>
                </c:pt>
                <c:pt idx="5171">
                  <c:v>38573</c:v>
                </c:pt>
                <c:pt idx="5172">
                  <c:v>38572</c:v>
                </c:pt>
                <c:pt idx="5173">
                  <c:v>38569</c:v>
                </c:pt>
                <c:pt idx="5174">
                  <c:v>38568</c:v>
                </c:pt>
                <c:pt idx="5175">
                  <c:v>38567</c:v>
                </c:pt>
                <c:pt idx="5176">
                  <c:v>38566</c:v>
                </c:pt>
                <c:pt idx="5177">
                  <c:v>38565</c:v>
                </c:pt>
                <c:pt idx="5178">
                  <c:v>38562</c:v>
                </c:pt>
                <c:pt idx="5179">
                  <c:v>38561</c:v>
                </c:pt>
                <c:pt idx="5180">
                  <c:v>38560</c:v>
                </c:pt>
                <c:pt idx="5181">
                  <c:v>38559</c:v>
                </c:pt>
                <c:pt idx="5182">
                  <c:v>38558</c:v>
                </c:pt>
                <c:pt idx="5183">
                  <c:v>38555</c:v>
                </c:pt>
                <c:pt idx="5184">
                  <c:v>38554</c:v>
                </c:pt>
                <c:pt idx="5185">
                  <c:v>38553</c:v>
                </c:pt>
                <c:pt idx="5186">
                  <c:v>38552</c:v>
                </c:pt>
                <c:pt idx="5187">
                  <c:v>38551</c:v>
                </c:pt>
                <c:pt idx="5188">
                  <c:v>38548</c:v>
                </c:pt>
                <c:pt idx="5189">
                  <c:v>38547</c:v>
                </c:pt>
                <c:pt idx="5190">
                  <c:v>38546</c:v>
                </c:pt>
                <c:pt idx="5191">
                  <c:v>38545</c:v>
                </c:pt>
                <c:pt idx="5192">
                  <c:v>38544</c:v>
                </c:pt>
                <c:pt idx="5193">
                  <c:v>38541</c:v>
                </c:pt>
                <c:pt idx="5194">
                  <c:v>38540</c:v>
                </c:pt>
                <c:pt idx="5195">
                  <c:v>38539</c:v>
                </c:pt>
                <c:pt idx="5196">
                  <c:v>38538</c:v>
                </c:pt>
                <c:pt idx="5197">
                  <c:v>38537</c:v>
                </c:pt>
                <c:pt idx="5198">
                  <c:v>38534</c:v>
                </c:pt>
                <c:pt idx="5199">
                  <c:v>38533</c:v>
                </c:pt>
                <c:pt idx="5200">
                  <c:v>38532</c:v>
                </c:pt>
                <c:pt idx="5201">
                  <c:v>38531</c:v>
                </c:pt>
                <c:pt idx="5202">
                  <c:v>38530</c:v>
                </c:pt>
                <c:pt idx="5203">
                  <c:v>38527</c:v>
                </c:pt>
                <c:pt idx="5204">
                  <c:v>38526</c:v>
                </c:pt>
                <c:pt idx="5205">
                  <c:v>38525</c:v>
                </c:pt>
                <c:pt idx="5206">
                  <c:v>38524</c:v>
                </c:pt>
                <c:pt idx="5207">
                  <c:v>38523</c:v>
                </c:pt>
                <c:pt idx="5208">
                  <c:v>38520</c:v>
                </c:pt>
                <c:pt idx="5209">
                  <c:v>38519</c:v>
                </c:pt>
                <c:pt idx="5210">
                  <c:v>38518</c:v>
                </c:pt>
                <c:pt idx="5211">
                  <c:v>38517</c:v>
                </c:pt>
                <c:pt idx="5212">
                  <c:v>38516</c:v>
                </c:pt>
                <c:pt idx="5213">
                  <c:v>38513</c:v>
                </c:pt>
                <c:pt idx="5214">
                  <c:v>38512</c:v>
                </c:pt>
                <c:pt idx="5215">
                  <c:v>38511</c:v>
                </c:pt>
                <c:pt idx="5216">
                  <c:v>38510</c:v>
                </c:pt>
                <c:pt idx="5217">
                  <c:v>38506</c:v>
                </c:pt>
                <c:pt idx="5218">
                  <c:v>38505</c:v>
                </c:pt>
                <c:pt idx="5219">
                  <c:v>38504</c:v>
                </c:pt>
                <c:pt idx="5220">
                  <c:v>38503</c:v>
                </c:pt>
                <c:pt idx="5221">
                  <c:v>38502</c:v>
                </c:pt>
                <c:pt idx="5222">
                  <c:v>38499</c:v>
                </c:pt>
                <c:pt idx="5223">
                  <c:v>38498</c:v>
                </c:pt>
                <c:pt idx="5224">
                  <c:v>38497</c:v>
                </c:pt>
                <c:pt idx="5225">
                  <c:v>38496</c:v>
                </c:pt>
                <c:pt idx="5226">
                  <c:v>38495</c:v>
                </c:pt>
                <c:pt idx="5227">
                  <c:v>38492</c:v>
                </c:pt>
                <c:pt idx="5228">
                  <c:v>38491</c:v>
                </c:pt>
                <c:pt idx="5229">
                  <c:v>38490</c:v>
                </c:pt>
                <c:pt idx="5230">
                  <c:v>38489</c:v>
                </c:pt>
                <c:pt idx="5231">
                  <c:v>38488</c:v>
                </c:pt>
                <c:pt idx="5232">
                  <c:v>38485</c:v>
                </c:pt>
                <c:pt idx="5233">
                  <c:v>38484</c:v>
                </c:pt>
                <c:pt idx="5234">
                  <c:v>38483</c:v>
                </c:pt>
                <c:pt idx="5235">
                  <c:v>38482</c:v>
                </c:pt>
                <c:pt idx="5236">
                  <c:v>38481</c:v>
                </c:pt>
                <c:pt idx="5237">
                  <c:v>38478</c:v>
                </c:pt>
                <c:pt idx="5238">
                  <c:v>38476</c:v>
                </c:pt>
                <c:pt idx="5239">
                  <c:v>38475</c:v>
                </c:pt>
                <c:pt idx="5240">
                  <c:v>38474</c:v>
                </c:pt>
                <c:pt idx="5241">
                  <c:v>38471</c:v>
                </c:pt>
                <c:pt idx="5242">
                  <c:v>38470</c:v>
                </c:pt>
                <c:pt idx="5243">
                  <c:v>38469</c:v>
                </c:pt>
                <c:pt idx="5244">
                  <c:v>38468</c:v>
                </c:pt>
                <c:pt idx="5245">
                  <c:v>38467</c:v>
                </c:pt>
                <c:pt idx="5246">
                  <c:v>38464</c:v>
                </c:pt>
                <c:pt idx="5247">
                  <c:v>38463</c:v>
                </c:pt>
                <c:pt idx="5248">
                  <c:v>38462</c:v>
                </c:pt>
                <c:pt idx="5249">
                  <c:v>38461</c:v>
                </c:pt>
                <c:pt idx="5250">
                  <c:v>38460</c:v>
                </c:pt>
                <c:pt idx="5251">
                  <c:v>38457</c:v>
                </c:pt>
                <c:pt idx="5252">
                  <c:v>38456</c:v>
                </c:pt>
                <c:pt idx="5253">
                  <c:v>38455</c:v>
                </c:pt>
                <c:pt idx="5254">
                  <c:v>38454</c:v>
                </c:pt>
                <c:pt idx="5255">
                  <c:v>38453</c:v>
                </c:pt>
                <c:pt idx="5256">
                  <c:v>38450</c:v>
                </c:pt>
                <c:pt idx="5257">
                  <c:v>38449</c:v>
                </c:pt>
                <c:pt idx="5258">
                  <c:v>38448</c:v>
                </c:pt>
                <c:pt idx="5259">
                  <c:v>38446</c:v>
                </c:pt>
                <c:pt idx="5260">
                  <c:v>38443</c:v>
                </c:pt>
                <c:pt idx="5261">
                  <c:v>38442</c:v>
                </c:pt>
                <c:pt idx="5262">
                  <c:v>38441</c:v>
                </c:pt>
                <c:pt idx="5263">
                  <c:v>38440</c:v>
                </c:pt>
                <c:pt idx="5264">
                  <c:v>38439</c:v>
                </c:pt>
                <c:pt idx="5265">
                  <c:v>38436</c:v>
                </c:pt>
                <c:pt idx="5266">
                  <c:v>38435</c:v>
                </c:pt>
                <c:pt idx="5267">
                  <c:v>38434</c:v>
                </c:pt>
                <c:pt idx="5268">
                  <c:v>38433</c:v>
                </c:pt>
                <c:pt idx="5269">
                  <c:v>38432</c:v>
                </c:pt>
                <c:pt idx="5270">
                  <c:v>38429</c:v>
                </c:pt>
                <c:pt idx="5271">
                  <c:v>38428</c:v>
                </c:pt>
                <c:pt idx="5272">
                  <c:v>38427</c:v>
                </c:pt>
                <c:pt idx="5273">
                  <c:v>38426</c:v>
                </c:pt>
                <c:pt idx="5274">
                  <c:v>38425</c:v>
                </c:pt>
                <c:pt idx="5275">
                  <c:v>38422</c:v>
                </c:pt>
                <c:pt idx="5276">
                  <c:v>38421</c:v>
                </c:pt>
                <c:pt idx="5277">
                  <c:v>38420</c:v>
                </c:pt>
                <c:pt idx="5278">
                  <c:v>38419</c:v>
                </c:pt>
                <c:pt idx="5279">
                  <c:v>38418</c:v>
                </c:pt>
                <c:pt idx="5280">
                  <c:v>38415</c:v>
                </c:pt>
                <c:pt idx="5281">
                  <c:v>38414</c:v>
                </c:pt>
                <c:pt idx="5282">
                  <c:v>38413</c:v>
                </c:pt>
                <c:pt idx="5283">
                  <c:v>38411</c:v>
                </c:pt>
                <c:pt idx="5284">
                  <c:v>38408</c:v>
                </c:pt>
                <c:pt idx="5285">
                  <c:v>38407</c:v>
                </c:pt>
                <c:pt idx="5286">
                  <c:v>38406</c:v>
                </c:pt>
                <c:pt idx="5287">
                  <c:v>38405</c:v>
                </c:pt>
                <c:pt idx="5288">
                  <c:v>38404</c:v>
                </c:pt>
                <c:pt idx="5289">
                  <c:v>38401</c:v>
                </c:pt>
                <c:pt idx="5290">
                  <c:v>38400</c:v>
                </c:pt>
                <c:pt idx="5291">
                  <c:v>38399</c:v>
                </c:pt>
                <c:pt idx="5292">
                  <c:v>38398</c:v>
                </c:pt>
                <c:pt idx="5293">
                  <c:v>38397</c:v>
                </c:pt>
                <c:pt idx="5294">
                  <c:v>38394</c:v>
                </c:pt>
                <c:pt idx="5295">
                  <c:v>38390</c:v>
                </c:pt>
                <c:pt idx="5296">
                  <c:v>38387</c:v>
                </c:pt>
                <c:pt idx="5297">
                  <c:v>38386</c:v>
                </c:pt>
                <c:pt idx="5298">
                  <c:v>38385</c:v>
                </c:pt>
                <c:pt idx="5299">
                  <c:v>38384</c:v>
                </c:pt>
                <c:pt idx="5300">
                  <c:v>38383</c:v>
                </c:pt>
                <c:pt idx="5301">
                  <c:v>38380</c:v>
                </c:pt>
                <c:pt idx="5302">
                  <c:v>38379</c:v>
                </c:pt>
                <c:pt idx="5303">
                  <c:v>38378</c:v>
                </c:pt>
                <c:pt idx="5304">
                  <c:v>38377</c:v>
                </c:pt>
                <c:pt idx="5305">
                  <c:v>38376</c:v>
                </c:pt>
                <c:pt idx="5306">
                  <c:v>38373</c:v>
                </c:pt>
                <c:pt idx="5307">
                  <c:v>38372</c:v>
                </c:pt>
                <c:pt idx="5308">
                  <c:v>38371</c:v>
                </c:pt>
                <c:pt idx="5309">
                  <c:v>38370</c:v>
                </c:pt>
                <c:pt idx="5310">
                  <c:v>38369</c:v>
                </c:pt>
                <c:pt idx="5311">
                  <c:v>38366</c:v>
                </c:pt>
                <c:pt idx="5312">
                  <c:v>38365</c:v>
                </c:pt>
                <c:pt idx="5313">
                  <c:v>38364</c:v>
                </c:pt>
                <c:pt idx="5314">
                  <c:v>38363</c:v>
                </c:pt>
                <c:pt idx="5315">
                  <c:v>38362</c:v>
                </c:pt>
                <c:pt idx="5316">
                  <c:v>38359</c:v>
                </c:pt>
                <c:pt idx="5317">
                  <c:v>38358</c:v>
                </c:pt>
                <c:pt idx="5318">
                  <c:v>38357</c:v>
                </c:pt>
                <c:pt idx="5319">
                  <c:v>38356</c:v>
                </c:pt>
                <c:pt idx="5320">
                  <c:v>38355</c:v>
                </c:pt>
                <c:pt idx="5321">
                  <c:v>38352</c:v>
                </c:pt>
                <c:pt idx="5322">
                  <c:v>38351</c:v>
                </c:pt>
                <c:pt idx="5323">
                  <c:v>38350</c:v>
                </c:pt>
                <c:pt idx="5324">
                  <c:v>38349</c:v>
                </c:pt>
                <c:pt idx="5325">
                  <c:v>38348</c:v>
                </c:pt>
                <c:pt idx="5326">
                  <c:v>38345</c:v>
                </c:pt>
                <c:pt idx="5327">
                  <c:v>38344</c:v>
                </c:pt>
                <c:pt idx="5328">
                  <c:v>38343</c:v>
                </c:pt>
                <c:pt idx="5329">
                  <c:v>38342</c:v>
                </c:pt>
                <c:pt idx="5330">
                  <c:v>38341</c:v>
                </c:pt>
                <c:pt idx="5331">
                  <c:v>38338</c:v>
                </c:pt>
                <c:pt idx="5332">
                  <c:v>38337</c:v>
                </c:pt>
                <c:pt idx="5333">
                  <c:v>38336</c:v>
                </c:pt>
                <c:pt idx="5334">
                  <c:v>38335</c:v>
                </c:pt>
                <c:pt idx="5335">
                  <c:v>38334</c:v>
                </c:pt>
                <c:pt idx="5336">
                  <c:v>38331</c:v>
                </c:pt>
                <c:pt idx="5337">
                  <c:v>38330</c:v>
                </c:pt>
                <c:pt idx="5338">
                  <c:v>38329</c:v>
                </c:pt>
                <c:pt idx="5339">
                  <c:v>38328</c:v>
                </c:pt>
                <c:pt idx="5340">
                  <c:v>38327</c:v>
                </c:pt>
                <c:pt idx="5341">
                  <c:v>38324</c:v>
                </c:pt>
                <c:pt idx="5342">
                  <c:v>38323</c:v>
                </c:pt>
                <c:pt idx="5343">
                  <c:v>38322</c:v>
                </c:pt>
                <c:pt idx="5344">
                  <c:v>38321</c:v>
                </c:pt>
                <c:pt idx="5345">
                  <c:v>38320</c:v>
                </c:pt>
                <c:pt idx="5346">
                  <c:v>38317</c:v>
                </c:pt>
                <c:pt idx="5347">
                  <c:v>38316</c:v>
                </c:pt>
                <c:pt idx="5348">
                  <c:v>38315</c:v>
                </c:pt>
                <c:pt idx="5349">
                  <c:v>38314</c:v>
                </c:pt>
                <c:pt idx="5350">
                  <c:v>38313</c:v>
                </c:pt>
                <c:pt idx="5351">
                  <c:v>38310</c:v>
                </c:pt>
                <c:pt idx="5352">
                  <c:v>38309</c:v>
                </c:pt>
                <c:pt idx="5353">
                  <c:v>38308</c:v>
                </c:pt>
                <c:pt idx="5354">
                  <c:v>38307</c:v>
                </c:pt>
                <c:pt idx="5355">
                  <c:v>38306</c:v>
                </c:pt>
                <c:pt idx="5356">
                  <c:v>38303</c:v>
                </c:pt>
                <c:pt idx="5357">
                  <c:v>38302</c:v>
                </c:pt>
                <c:pt idx="5358">
                  <c:v>38301</c:v>
                </c:pt>
                <c:pt idx="5359">
                  <c:v>38300</c:v>
                </c:pt>
                <c:pt idx="5360">
                  <c:v>38299</c:v>
                </c:pt>
                <c:pt idx="5361">
                  <c:v>38296</c:v>
                </c:pt>
                <c:pt idx="5362">
                  <c:v>38295</c:v>
                </c:pt>
                <c:pt idx="5363">
                  <c:v>38294</c:v>
                </c:pt>
                <c:pt idx="5364">
                  <c:v>38293</c:v>
                </c:pt>
                <c:pt idx="5365">
                  <c:v>38292</c:v>
                </c:pt>
                <c:pt idx="5366">
                  <c:v>38289</c:v>
                </c:pt>
                <c:pt idx="5367">
                  <c:v>38288</c:v>
                </c:pt>
                <c:pt idx="5368">
                  <c:v>38287</c:v>
                </c:pt>
                <c:pt idx="5369">
                  <c:v>38286</c:v>
                </c:pt>
                <c:pt idx="5370">
                  <c:v>38285</c:v>
                </c:pt>
                <c:pt idx="5371">
                  <c:v>38282</c:v>
                </c:pt>
                <c:pt idx="5372">
                  <c:v>38281</c:v>
                </c:pt>
                <c:pt idx="5373">
                  <c:v>38280</c:v>
                </c:pt>
                <c:pt idx="5374">
                  <c:v>38279</c:v>
                </c:pt>
                <c:pt idx="5375">
                  <c:v>38278</c:v>
                </c:pt>
                <c:pt idx="5376">
                  <c:v>38275</c:v>
                </c:pt>
                <c:pt idx="5377">
                  <c:v>38274</c:v>
                </c:pt>
                <c:pt idx="5378">
                  <c:v>38273</c:v>
                </c:pt>
                <c:pt idx="5379">
                  <c:v>38272</c:v>
                </c:pt>
                <c:pt idx="5380">
                  <c:v>38271</c:v>
                </c:pt>
                <c:pt idx="5381">
                  <c:v>38268</c:v>
                </c:pt>
                <c:pt idx="5382">
                  <c:v>38267</c:v>
                </c:pt>
                <c:pt idx="5383">
                  <c:v>38266</c:v>
                </c:pt>
                <c:pt idx="5384">
                  <c:v>38265</c:v>
                </c:pt>
                <c:pt idx="5385">
                  <c:v>38264</c:v>
                </c:pt>
                <c:pt idx="5386">
                  <c:v>38261</c:v>
                </c:pt>
                <c:pt idx="5387">
                  <c:v>38260</c:v>
                </c:pt>
                <c:pt idx="5388">
                  <c:v>38254</c:v>
                </c:pt>
                <c:pt idx="5389">
                  <c:v>38253</c:v>
                </c:pt>
                <c:pt idx="5390">
                  <c:v>38252</c:v>
                </c:pt>
                <c:pt idx="5391">
                  <c:v>38251</c:v>
                </c:pt>
                <c:pt idx="5392">
                  <c:v>38250</c:v>
                </c:pt>
                <c:pt idx="5393">
                  <c:v>38247</c:v>
                </c:pt>
                <c:pt idx="5394">
                  <c:v>38246</c:v>
                </c:pt>
                <c:pt idx="5395">
                  <c:v>38245</c:v>
                </c:pt>
                <c:pt idx="5396">
                  <c:v>38244</c:v>
                </c:pt>
                <c:pt idx="5397">
                  <c:v>38243</c:v>
                </c:pt>
                <c:pt idx="5398">
                  <c:v>38240</c:v>
                </c:pt>
                <c:pt idx="5399">
                  <c:v>38239</c:v>
                </c:pt>
                <c:pt idx="5400">
                  <c:v>38238</c:v>
                </c:pt>
                <c:pt idx="5401">
                  <c:v>38237</c:v>
                </c:pt>
                <c:pt idx="5402">
                  <c:v>38236</c:v>
                </c:pt>
                <c:pt idx="5403">
                  <c:v>38233</c:v>
                </c:pt>
                <c:pt idx="5404">
                  <c:v>38232</c:v>
                </c:pt>
                <c:pt idx="5405">
                  <c:v>38231</c:v>
                </c:pt>
                <c:pt idx="5406">
                  <c:v>38230</c:v>
                </c:pt>
                <c:pt idx="5407">
                  <c:v>38229</c:v>
                </c:pt>
                <c:pt idx="5408">
                  <c:v>38226</c:v>
                </c:pt>
                <c:pt idx="5409">
                  <c:v>38225</c:v>
                </c:pt>
                <c:pt idx="5410">
                  <c:v>38224</c:v>
                </c:pt>
                <c:pt idx="5411">
                  <c:v>38223</c:v>
                </c:pt>
                <c:pt idx="5412">
                  <c:v>38222</c:v>
                </c:pt>
                <c:pt idx="5413">
                  <c:v>38219</c:v>
                </c:pt>
                <c:pt idx="5414">
                  <c:v>38218</c:v>
                </c:pt>
                <c:pt idx="5415">
                  <c:v>38217</c:v>
                </c:pt>
                <c:pt idx="5416">
                  <c:v>38216</c:v>
                </c:pt>
                <c:pt idx="5417">
                  <c:v>38215</c:v>
                </c:pt>
                <c:pt idx="5418">
                  <c:v>38212</c:v>
                </c:pt>
                <c:pt idx="5419">
                  <c:v>38211</c:v>
                </c:pt>
                <c:pt idx="5420">
                  <c:v>38210</c:v>
                </c:pt>
                <c:pt idx="5421">
                  <c:v>38209</c:v>
                </c:pt>
                <c:pt idx="5422">
                  <c:v>38208</c:v>
                </c:pt>
                <c:pt idx="5423">
                  <c:v>38205</c:v>
                </c:pt>
                <c:pt idx="5424">
                  <c:v>38204</c:v>
                </c:pt>
                <c:pt idx="5425">
                  <c:v>38203</c:v>
                </c:pt>
                <c:pt idx="5426">
                  <c:v>38202</c:v>
                </c:pt>
                <c:pt idx="5427">
                  <c:v>38201</c:v>
                </c:pt>
                <c:pt idx="5428">
                  <c:v>38198</c:v>
                </c:pt>
                <c:pt idx="5429">
                  <c:v>38197</c:v>
                </c:pt>
                <c:pt idx="5430">
                  <c:v>38196</c:v>
                </c:pt>
                <c:pt idx="5431">
                  <c:v>38195</c:v>
                </c:pt>
                <c:pt idx="5432">
                  <c:v>38194</c:v>
                </c:pt>
                <c:pt idx="5433">
                  <c:v>38191</c:v>
                </c:pt>
                <c:pt idx="5434">
                  <c:v>38190</c:v>
                </c:pt>
                <c:pt idx="5435">
                  <c:v>38189</c:v>
                </c:pt>
                <c:pt idx="5436">
                  <c:v>38188</c:v>
                </c:pt>
                <c:pt idx="5437">
                  <c:v>38187</c:v>
                </c:pt>
                <c:pt idx="5438">
                  <c:v>38184</c:v>
                </c:pt>
                <c:pt idx="5439">
                  <c:v>38183</c:v>
                </c:pt>
                <c:pt idx="5440">
                  <c:v>38182</c:v>
                </c:pt>
                <c:pt idx="5441">
                  <c:v>38181</c:v>
                </c:pt>
                <c:pt idx="5442">
                  <c:v>38180</c:v>
                </c:pt>
                <c:pt idx="5443">
                  <c:v>38177</c:v>
                </c:pt>
                <c:pt idx="5444">
                  <c:v>38176</c:v>
                </c:pt>
                <c:pt idx="5445">
                  <c:v>38175</c:v>
                </c:pt>
                <c:pt idx="5446">
                  <c:v>38174</c:v>
                </c:pt>
                <c:pt idx="5447">
                  <c:v>38173</c:v>
                </c:pt>
                <c:pt idx="5448">
                  <c:v>38170</c:v>
                </c:pt>
                <c:pt idx="5449">
                  <c:v>38169</c:v>
                </c:pt>
                <c:pt idx="5450">
                  <c:v>38168</c:v>
                </c:pt>
                <c:pt idx="5451">
                  <c:v>38167</c:v>
                </c:pt>
                <c:pt idx="5452">
                  <c:v>38166</c:v>
                </c:pt>
                <c:pt idx="5453">
                  <c:v>38163</c:v>
                </c:pt>
                <c:pt idx="5454">
                  <c:v>38162</c:v>
                </c:pt>
                <c:pt idx="5455">
                  <c:v>38161</c:v>
                </c:pt>
                <c:pt idx="5456">
                  <c:v>38160</c:v>
                </c:pt>
                <c:pt idx="5457">
                  <c:v>38159</c:v>
                </c:pt>
                <c:pt idx="5458">
                  <c:v>38156</c:v>
                </c:pt>
                <c:pt idx="5459">
                  <c:v>38155</c:v>
                </c:pt>
                <c:pt idx="5460">
                  <c:v>38154</c:v>
                </c:pt>
                <c:pt idx="5461">
                  <c:v>38153</c:v>
                </c:pt>
                <c:pt idx="5462">
                  <c:v>38152</c:v>
                </c:pt>
                <c:pt idx="5463">
                  <c:v>38149</c:v>
                </c:pt>
                <c:pt idx="5464">
                  <c:v>38148</c:v>
                </c:pt>
                <c:pt idx="5465">
                  <c:v>38147</c:v>
                </c:pt>
                <c:pt idx="5466">
                  <c:v>38146</c:v>
                </c:pt>
                <c:pt idx="5467">
                  <c:v>38145</c:v>
                </c:pt>
                <c:pt idx="5468">
                  <c:v>38142</c:v>
                </c:pt>
                <c:pt idx="5469">
                  <c:v>38141</c:v>
                </c:pt>
                <c:pt idx="5470">
                  <c:v>38140</c:v>
                </c:pt>
                <c:pt idx="5471">
                  <c:v>38139</c:v>
                </c:pt>
                <c:pt idx="5472">
                  <c:v>38138</c:v>
                </c:pt>
                <c:pt idx="5473">
                  <c:v>38135</c:v>
                </c:pt>
                <c:pt idx="5474">
                  <c:v>38134</c:v>
                </c:pt>
                <c:pt idx="5475">
                  <c:v>38132</c:v>
                </c:pt>
                <c:pt idx="5476">
                  <c:v>38131</c:v>
                </c:pt>
                <c:pt idx="5477">
                  <c:v>38128</c:v>
                </c:pt>
                <c:pt idx="5478">
                  <c:v>38127</c:v>
                </c:pt>
                <c:pt idx="5479">
                  <c:v>38126</c:v>
                </c:pt>
                <c:pt idx="5480">
                  <c:v>38125</c:v>
                </c:pt>
                <c:pt idx="5481">
                  <c:v>38124</c:v>
                </c:pt>
                <c:pt idx="5482">
                  <c:v>38121</c:v>
                </c:pt>
                <c:pt idx="5483">
                  <c:v>38120</c:v>
                </c:pt>
                <c:pt idx="5484">
                  <c:v>38119</c:v>
                </c:pt>
                <c:pt idx="5485">
                  <c:v>38118</c:v>
                </c:pt>
                <c:pt idx="5486">
                  <c:v>38117</c:v>
                </c:pt>
                <c:pt idx="5487">
                  <c:v>38114</c:v>
                </c:pt>
                <c:pt idx="5488">
                  <c:v>38113</c:v>
                </c:pt>
                <c:pt idx="5489">
                  <c:v>38111</c:v>
                </c:pt>
                <c:pt idx="5490">
                  <c:v>38110</c:v>
                </c:pt>
                <c:pt idx="5491">
                  <c:v>38107</c:v>
                </c:pt>
                <c:pt idx="5492">
                  <c:v>38106</c:v>
                </c:pt>
                <c:pt idx="5493">
                  <c:v>38105</c:v>
                </c:pt>
                <c:pt idx="5494">
                  <c:v>38104</c:v>
                </c:pt>
                <c:pt idx="5495">
                  <c:v>38103</c:v>
                </c:pt>
                <c:pt idx="5496">
                  <c:v>38100</c:v>
                </c:pt>
                <c:pt idx="5497">
                  <c:v>38099</c:v>
                </c:pt>
                <c:pt idx="5498">
                  <c:v>38098</c:v>
                </c:pt>
                <c:pt idx="5499">
                  <c:v>38097</c:v>
                </c:pt>
                <c:pt idx="5500">
                  <c:v>38096</c:v>
                </c:pt>
                <c:pt idx="5501">
                  <c:v>38093</c:v>
                </c:pt>
                <c:pt idx="5502">
                  <c:v>38091</c:v>
                </c:pt>
                <c:pt idx="5503">
                  <c:v>38090</c:v>
                </c:pt>
                <c:pt idx="5504">
                  <c:v>38089</c:v>
                </c:pt>
                <c:pt idx="5505">
                  <c:v>38086</c:v>
                </c:pt>
                <c:pt idx="5506">
                  <c:v>38085</c:v>
                </c:pt>
                <c:pt idx="5507">
                  <c:v>38084</c:v>
                </c:pt>
                <c:pt idx="5508">
                  <c:v>38083</c:v>
                </c:pt>
                <c:pt idx="5509">
                  <c:v>38079</c:v>
                </c:pt>
                <c:pt idx="5510">
                  <c:v>38078</c:v>
                </c:pt>
                <c:pt idx="5511">
                  <c:v>38077</c:v>
                </c:pt>
                <c:pt idx="5512">
                  <c:v>38076</c:v>
                </c:pt>
                <c:pt idx="5513">
                  <c:v>38075</c:v>
                </c:pt>
                <c:pt idx="5514">
                  <c:v>38072</c:v>
                </c:pt>
                <c:pt idx="5515">
                  <c:v>38071</c:v>
                </c:pt>
                <c:pt idx="5516">
                  <c:v>38070</c:v>
                </c:pt>
                <c:pt idx="5517">
                  <c:v>38069</c:v>
                </c:pt>
                <c:pt idx="5518">
                  <c:v>38068</c:v>
                </c:pt>
                <c:pt idx="5519">
                  <c:v>38065</c:v>
                </c:pt>
                <c:pt idx="5520">
                  <c:v>38064</c:v>
                </c:pt>
                <c:pt idx="5521">
                  <c:v>38063</c:v>
                </c:pt>
                <c:pt idx="5522">
                  <c:v>38062</c:v>
                </c:pt>
                <c:pt idx="5523">
                  <c:v>38061</c:v>
                </c:pt>
                <c:pt idx="5524">
                  <c:v>38058</c:v>
                </c:pt>
                <c:pt idx="5525">
                  <c:v>38057</c:v>
                </c:pt>
                <c:pt idx="5526">
                  <c:v>38056</c:v>
                </c:pt>
                <c:pt idx="5527">
                  <c:v>38055</c:v>
                </c:pt>
                <c:pt idx="5528">
                  <c:v>38054</c:v>
                </c:pt>
                <c:pt idx="5529">
                  <c:v>38051</c:v>
                </c:pt>
                <c:pt idx="5530">
                  <c:v>38050</c:v>
                </c:pt>
                <c:pt idx="5531">
                  <c:v>38049</c:v>
                </c:pt>
                <c:pt idx="5532">
                  <c:v>38048</c:v>
                </c:pt>
                <c:pt idx="5533">
                  <c:v>38044</c:v>
                </c:pt>
                <c:pt idx="5534">
                  <c:v>38043</c:v>
                </c:pt>
                <c:pt idx="5535">
                  <c:v>38042</c:v>
                </c:pt>
                <c:pt idx="5536">
                  <c:v>38041</c:v>
                </c:pt>
                <c:pt idx="5537">
                  <c:v>38040</c:v>
                </c:pt>
                <c:pt idx="5538">
                  <c:v>38037</c:v>
                </c:pt>
                <c:pt idx="5539">
                  <c:v>38036</c:v>
                </c:pt>
                <c:pt idx="5540">
                  <c:v>38035</c:v>
                </c:pt>
                <c:pt idx="5541">
                  <c:v>38034</c:v>
                </c:pt>
                <c:pt idx="5542">
                  <c:v>38033</c:v>
                </c:pt>
                <c:pt idx="5543">
                  <c:v>38030</c:v>
                </c:pt>
                <c:pt idx="5544">
                  <c:v>38029</c:v>
                </c:pt>
                <c:pt idx="5545">
                  <c:v>38028</c:v>
                </c:pt>
                <c:pt idx="5546">
                  <c:v>38027</c:v>
                </c:pt>
                <c:pt idx="5547">
                  <c:v>38026</c:v>
                </c:pt>
                <c:pt idx="5548">
                  <c:v>38023</c:v>
                </c:pt>
                <c:pt idx="5549">
                  <c:v>38022</c:v>
                </c:pt>
                <c:pt idx="5550">
                  <c:v>38021</c:v>
                </c:pt>
                <c:pt idx="5551">
                  <c:v>38020</c:v>
                </c:pt>
                <c:pt idx="5552">
                  <c:v>38019</c:v>
                </c:pt>
                <c:pt idx="5553">
                  <c:v>38016</c:v>
                </c:pt>
                <c:pt idx="5554">
                  <c:v>38015</c:v>
                </c:pt>
                <c:pt idx="5555">
                  <c:v>38014</c:v>
                </c:pt>
                <c:pt idx="5556">
                  <c:v>38013</c:v>
                </c:pt>
                <c:pt idx="5557">
                  <c:v>38012</c:v>
                </c:pt>
                <c:pt idx="5558">
                  <c:v>38006</c:v>
                </c:pt>
                <c:pt idx="5559">
                  <c:v>38005</c:v>
                </c:pt>
                <c:pt idx="5560">
                  <c:v>38002</c:v>
                </c:pt>
                <c:pt idx="5561">
                  <c:v>38001</c:v>
                </c:pt>
                <c:pt idx="5562">
                  <c:v>38000</c:v>
                </c:pt>
                <c:pt idx="5563">
                  <c:v>37999</c:v>
                </c:pt>
                <c:pt idx="5564">
                  <c:v>37998</c:v>
                </c:pt>
                <c:pt idx="5565">
                  <c:v>37995</c:v>
                </c:pt>
                <c:pt idx="5566">
                  <c:v>37994</c:v>
                </c:pt>
                <c:pt idx="5567">
                  <c:v>37993</c:v>
                </c:pt>
                <c:pt idx="5568">
                  <c:v>37992</c:v>
                </c:pt>
                <c:pt idx="5569">
                  <c:v>37991</c:v>
                </c:pt>
                <c:pt idx="5570">
                  <c:v>37988</c:v>
                </c:pt>
                <c:pt idx="5571">
                  <c:v>37986</c:v>
                </c:pt>
                <c:pt idx="5572">
                  <c:v>37985</c:v>
                </c:pt>
                <c:pt idx="5573">
                  <c:v>37984</c:v>
                </c:pt>
                <c:pt idx="5574">
                  <c:v>37981</c:v>
                </c:pt>
                <c:pt idx="5575">
                  <c:v>37979</c:v>
                </c:pt>
                <c:pt idx="5576">
                  <c:v>37978</c:v>
                </c:pt>
                <c:pt idx="5577">
                  <c:v>37977</c:v>
                </c:pt>
                <c:pt idx="5578">
                  <c:v>37974</c:v>
                </c:pt>
                <c:pt idx="5579">
                  <c:v>37973</c:v>
                </c:pt>
                <c:pt idx="5580">
                  <c:v>37972</c:v>
                </c:pt>
                <c:pt idx="5581">
                  <c:v>37971</c:v>
                </c:pt>
                <c:pt idx="5582">
                  <c:v>37970</c:v>
                </c:pt>
                <c:pt idx="5583">
                  <c:v>37967</c:v>
                </c:pt>
                <c:pt idx="5584">
                  <c:v>37966</c:v>
                </c:pt>
                <c:pt idx="5585">
                  <c:v>37965</c:v>
                </c:pt>
                <c:pt idx="5586">
                  <c:v>37964</c:v>
                </c:pt>
                <c:pt idx="5587">
                  <c:v>37963</c:v>
                </c:pt>
                <c:pt idx="5588">
                  <c:v>37960</c:v>
                </c:pt>
                <c:pt idx="5589">
                  <c:v>37959</c:v>
                </c:pt>
                <c:pt idx="5590">
                  <c:v>37958</c:v>
                </c:pt>
                <c:pt idx="5591">
                  <c:v>37957</c:v>
                </c:pt>
                <c:pt idx="5592">
                  <c:v>37956</c:v>
                </c:pt>
                <c:pt idx="5593">
                  <c:v>37953</c:v>
                </c:pt>
                <c:pt idx="5594">
                  <c:v>37952</c:v>
                </c:pt>
                <c:pt idx="5595">
                  <c:v>37951</c:v>
                </c:pt>
                <c:pt idx="5596">
                  <c:v>37950</c:v>
                </c:pt>
                <c:pt idx="5597">
                  <c:v>37949</c:v>
                </c:pt>
                <c:pt idx="5598">
                  <c:v>37946</c:v>
                </c:pt>
                <c:pt idx="5599">
                  <c:v>37945</c:v>
                </c:pt>
                <c:pt idx="5600">
                  <c:v>37944</c:v>
                </c:pt>
                <c:pt idx="5601">
                  <c:v>37943</c:v>
                </c:pt>
                <c:pt idx="5602">
                  <c:v>37942</c:v>
                </c:pt>
                <c:pt idx="5603">
                  <c:v>37939</c:v>
                </c:pt>
                <c:pt idx="5604">
                  <c:v>37938</c:v>
                </c:pt>
                <c:pt idx="5605">
                  <c:v>37937</c:v>
                </c:pt>
                <c:pt idx="5606">
                  <c:v>37936</c:v>
                </c:pt>
                <c:pt idx="5607">
                  <c:v>37935</c:v>
                </c:pt>
                <c:pt idx="5608">
                  <c:v>37932</c:v>
                </c:pt>
                <c:pt idx="5609">
                  <c:v>37931</c:v>
                </c:pt>
                <c:pt idx="5610">
                  <c:v>37930</c:v>
                </c:pt>
                <c:pt idx="5611">
                  <c:v>37929</c:v>
                </c:pt>
                <c:pt idx="5612">
                  <c:v>37928</c:v>
                </c:pt>
                <c:pt idx="5613">
                  <c:v>37925</c:v>
                </c:pt>
                <c:pt idx="5614">
                  <c:v>37924</c:v>
                </c:pt>
                <c:pt idx="5615">
                  <c:v>37923</c:v>
                </c:pt>
                <c:pt idx="5616">
                  <c:v>37922</c:v>
                </c:pt>
                <c:pt idx="5617">
                  <c:v>37921</c:v>
                </c:pt>
                <c:pt idx="5618">
                  <c:v>37918</c:v>
                </c:pt>
                <c:pt idx="5619">
                  <c:v>37917</c:v>
                </c:pt>
                <c:pt idx="5620">
                  <c:v>37916</c:v>
                </c:pt>
                <c:pt idx="5621">
                  <c:v>37915</c:v>
                </c:pt>
                <c:pt idx="5622">
                  <c:v>37914</c:v>
                </c:pt>
                <c:pt idx="5623">
                  <c:v>37911</c:v>
                </c:pt>
                <c:pt idx="5624">
                  <c:v>37910</c:v>
                </c:pt>
                <c:pt idx="5625">
                  <c:v>37909</c:v>
                </c:pt>
                <c:pt idx="5626">
                  <c:v>37908</c:v>
                </c:pt>
                <c:pt idx="5627">
                  <c:v>37907</c:v>
                </c:pt>
                <c:pt idx="5628">
                  <c:v>37904</c:v>
                </c:pt>
                <c:pt idx="5629">
                  <c:v>37903</c:v>
                </c:pt>
                <c:pt idx="5630">
                  <c:v>37902</c:v>
                </c:pt>
                <c:pt idx="5631">
                  <c:v>37901</c:v>
                </c:pt>
                <c:pt idx="5632">
                  <c:v>37900</c:v>
                </c:pt>
                <c:pt idx="5633">
                  <c:v>37896</c:v>
                </c:pt>
                <c:pt idx="5634">
                  <c:v>37895</c:v>
                </c:pt>
                <c:pt idx="5635">
                  <c:v>37894</c:v>
                </c:pt>
                <c:pt idx="5636">
                  <c:v>37893</c:v>
                </c:pt>
                <c:pt idx="5637">
                  <c:v>37890</c:v>
                </c:pt>
                <c:pt idx="5638">
                  <c:v>37889</c:v>
                </c:pt>
                <c:pt idx="5639">
                  <c:v>37888</c:v>
                </c:pt>
                <c:pt idx="5640">
                  <c:v>37887</c:v>
                </c:pt>
                <c:pt idx="5641">
                  <c:v>37886</c:v>
                </c:pt>
                <c:pt idx="5642">
                  <c:v>37883</c:v>
                </c:pt>
                <c:pt idx="5643">
                  <c:v>37882</c:v>
                </c:pt>
                <c:pt idx="5644">
                  <c:v>37881</c:v>
                </c:pt>
                <c:pt idx="5645">
                  <c:v>37880</c:v>
                </c:pt>
                <c:pt idx="5646">
                  <c:v>37879</c:v>
                </c:pt>
                <c:pt idx="5647">
                  <c:v>37873</c:v>
                </c:pt>
                <c:pt idx="5648">
                  <c:v>37872</c:v>
                </c:pt>
                <c:pt idx="5649">
                  <c:v>37869</c:v>
                </c:pt>
                <c:pt idx="5650">
                  <c:v>37868</c:v>
                </c:pt>
                <c:pt idx="5651">
                  <c:v>37867</c:v>
                </c:pt>
                <c:pt idx="5652">
                  <c:v>37866</c:v>
                </c:pt>
                <c:pt idx="5653">
                  <c:v>37865</c:v>
                </c:pt>
                <c:pt idx="5654">
                  <c:v>37862</c:v>
                </c:pt>
                <c:pt idx="5655">
                  <c:v>37861</c:v>
                </c:pt>
                <c:pt idx="5656">
                  <c:v>37860</c:v>
                </c:pt>
                <c:pt idx="5657">
                  <c:v>37859</c:v>
                </c:pt>
                <c:pt idx="5658">
                  <c:v>37858</c:v>
                </c:pt>
                <c:pt idx="5659">
                  <c:v>37855</c:v>
                </c:pt>
                <c:pt idx="5660">
                  <c:v>37854</c:v>
                </c:pt>
                <c:pt idx="5661">
                  <c:v>37853</c:v>
                </c:pt>
                <c:pt idx="5662">
                  <c:v>37852</c:v>
                </c:pt>
                <c:pt idx="5663">
                  <c:v>37851</c:v>
                </c:pt>
                <c:pt idx="5664">
                  <c:v>37847</c:v>
                </c:pt>
                <c:pt idx="5665">
                  <c:v>37846</c:v>
                </c:pt>
                <c:pt idx="5666">
                  <c:v>37845</c:v>
                </c:pt>
                <c:pt idx="5667">
                  <c:v>37844</c:v>
                </c:pt>
                <c:pt idx="5668">
                  <c:v>37841</c:v>
                </c:pt>
                <c:pt idx="5669">
                  <c:v>37840</c:v>
                </c:pt>
                <c:pt idx="5670">
                  <c:v>37839</c:v>
                </c:pt>
                <c:pt idx="5671">
                  <c:v>37838</c:v>
                </c:pt>
                <c:pt idx="5672">
                  <c:v>37837</c:v>
                </c:pt>
                <c:pt idx="5673">
                  <c:v>37834</c:v>
                </c:pt>
                <c:pt idx="5674">
                  <c:v>37833</c:v>
                </c:pt>
                <c:pt idx="5675">
                  <c:v>37832</c:v>
                </c:pt>
                <c:pt idx="5676">
                  <c:v>37831</c:v>
                </c:pt>
                <c:pt idx="5677">
                  <c:v>37830</c:v>
                </c:pt>
                <c:pt idx="5678">
                  <c:v>37827</c:v>
                </c:pt>
                <c:pt idx="5679">
                  <c:v>37826</c:v>
                </c:pt>
                <c:pt idx="5680">
                  <c:v>37825</c:v>
                </c:pt>
                <c:pt idx="5681">
                  <c:v>37824</c:v>
                </c:pt>
                <c:pt idx="5682">
                  <c:v>37823</c:v>
                </c:pt>
                <c:pt idx="5683">
                  <c:v>37820</c:v>
                </c:pt>
                <c:pt idx="5684">
                  <c:v>37818</c:v>
                </c:pt>
                <c:pt idx="5685">
                  <c:v>37817</c:v>
                </c:pt>
                <c:pt idx="5686">
                  <c:v>37816</c:v>
                </c:pt>
                <c:pt idx="5687">
                  <c:v>37813</c:v>
                </c:pt>
                <c:pt idx="5688">
                  <c:v>37812</c:v>
                </c:pt>
                <c:pt idx="5689">
                  <c:v>37811</c:v>
                </c:pt>
                <c:pt idx="5690">
                  <c:v>37810</c:v>
                </c:pt>
                <c:pt idx="5691">
                  <c:v>37809</c:v>
                </c:pt>
                <c:pt idx="5692">
                  <c:v>37806</c:v>
                </c:pt>
                <c:pt idx="5693">
                  <c:v>37805</c:v>
                </c:pt>
                <c:pt idx="5694">
                  <c:v>37804</c:v>
                </c:pt>
                <c:pt idx="5695">
                  <c:v>37803</c:v>
                </c:pt>
                <c:pt idx="5696">
                  <c:v>37802</c:v>
                </c:pt>
                <c:pt idx="5697">
                  <c:v>37799</c:v>
                </c:pt>
                <c:pt idx="5698">
                  <c:v>37798</c:v>
                </c:pt>
                <c:pt idx="5699">
                  <c:v>37797</c:v>
                </c:pt>
                <c:pt idx="5700">
                  <c:v>37796</c:v>
                </c:pt>
                <c:pt idx="5701">
                  <c:v>37795</c:v>
                </c:pt>
                <c:pt idx="5702">
                  <c:v>37792</c:v>
                </c:pt>
                <c:pt idx="5703">
                  <c:v>37791</c:v>
                </c:pt>
                <c:pt idx="5704">
                  <c:v>37790</c:v>
                </c:pt>
                <c:pt idx="5705">
                  <c:v>37789</c:v>
                </c:pt>
                <c:pt idx="5706">
                  <c:v>37788</c:v>
                </c:pt>
                <c:pt idx="5707">
                  <c:v>37785</c:v>
                </c:pt>
                <c:pt idx="5708">
                  <c:v>37784</c:v>
                </c:pt>
                <c:pt idx="5709">
                  <c:v>37783</c:v>
                </c:pt>
                <c:pt idx="5710">
                  <c:v>37782</c:v>
                </c:pt>
                <c:pt idx="5711">
                  <c:v>37781</c:v>
                </c:pt>
                <c:pt idx="5712">
                  <c:v>37777</c:v>
                </c:pt>
                <c:pt idx="5713">
                  <c:v>37776</c:v>
                </c:pt>
                <c:pt idx="5714">
                  <c:v>37775</c:v>
                </c:pt>
                <c:pt idx="5715">
                  <c:v>37774</c:v>
                </c:pt>
                <c:pt idx="5716">
                  <c:v>37771</c:v>
                </c:pt>
                <c:pt idx="5717">
                  <c:v>37770</c:v>
                </c:pt>
                <c:pt idx="5718">
                  <c:v>37769</c:v>
                </c:pt>
                <c:pt idx="5719">
                  <c:v>37768</c:v>
                </c:pt>
                <c:pt idx="5720">
                  <c:v>37767</c:v>
                </c:pt>
                <c:pt idx="5721">
                  <c:v>37764</c:v>
                </c:pt>
                <c:pt idx="5722">
                  <c:v>37763</c:v>
                </c:pt>
                <c:pt idx="5723">
                  <c:v>37762</c:v>
                </c:pt>
                <c:pt idx="5724">
                  <c:v>37761</c:v>
                </c:pt>
                <c:pt idx="5725">
                  <c:v>37760</c:v>
                </c:pt>
                <c:pt idx="5726">
                  <c:v>37757</c:v>
                </c:pt>
                <c:pt idx="5727">
                  <c:v>37756</c:v>
                </c:pt>
                <c:pt idx="5728">
                  <c:v>37755</c:v>
                </c:pt>
                <c:pt idx="5729">
                  <c:v>37754</c:v>
                </c:pt>
                <c:pt idx="5730">
                  <c:v>37753</c:v>
                </c:pt>
                <c:pt idx="5731">
                  <c:v>37750</c:v>
                </c:pt>
                <c:pt idx="5732">
                  <c:v>37748</c:v>
                </c:pt>
                <c:pt idx="5733">
                  <c:v>37747</c:v>
                </c:pt>
                <c:pt idx="5734">
                  <c:v>37743</c:v>
                </c:pt>
                <c:pt idx="5735">
                  <c:v>37741</c:v>
                </c:pt>
                <c:pt idx="5736">
                  <c:v>37740</c:v>
                </c:pt>
                <c:pt idx="5737">
                  <c:v>37739</c:v>
                </c:pt>
                <c:pt idx="5738">
                  <c:v>37736</c:v>
                </c:pt>
                <c:pt idx="5739">
                  <c:v>37735</c:v>
                </c:pt>
                <c:pt idx="5740">
                  <c:v>37734</c:v>
                </c:pt>
                <c:pt idx="5741">
                  <c:v>37733</c:v>
                </c:pt>
                <c:pt idx="5742">
                  <c:v>37732</c:v>
                </c:pt>
                <c:pt idx="5743">
                  <c:v>37729</c:v>
                </c:pt>
                <c:pt idx="5744">
                  <c:v>37728</c:v>
                </c:pt>
                <c:pt idx="5745">
                  <c:v>37727</c:v>
                </c:pt>
                <c:pt idx="5746">
                  <c:v>37726</c:v>
                </c:pt>
                <c:pt idx="5747">
                  <c:v>37725</c:v>
                </c:pt>
                <c:pt idx="5748">
                  <c:v>37722</c:v>
                </c:pt>
                <c:pt idx="5749">
                  <c:v>37721</c:v>
                </c:pt>
                <c:pt idx="5750">
                  <c:v>37720</c:v>
                </c:pt>
                <c:pt idx="5751">
                  <c:v>37719</c:v>
                </c:pt>
                <c:pt idx="5752">
                  <c:v>37718</c:v>
                </c:pt>
                <c:pt idx="5753">
                  <c:v>37715</c:v>
                </c:pt>
                <c:pt idx="5754">
                  <c:v>37714</c:v>
                </c:pt>
                <c:pt idx="5755">
                  <c:v>37713</c:v>
                </c:pt>
                <c:pt idx="5756">
                  <c:v>37712</c:v>
                </c:pt>
                <c:pt idx="5757">
                  <c:v>37711</c:v>
                </c:pt>
                <c:pt idx="5758">
                  <c:v>37708</c:v>
                </c:pt>
                <c:pt idx="5759">
                  <c:v>37707</c:v>
                </c:pt>
                <c:pt idx="5760">
                  <c:v>37706</c:v>
                </c:pt>
                <c:pt idx="5761">
                  <c:v>37705</c:v>
                </c:pt>
                <c:pt idx="5762">
                  <c:v>37704</c:v>
                </c:pt>
                <c:pt idx="5763">
                  <c:v>37701</c:v>
                </c:pt>
                <c:pt idx="5764">
                  <c:v>37700</c:v>
                </c:pt>
                <c:pt idx="5765">
                  <c:v>37699</c:v>
                </c:pt>
                <c:pt idx="5766">
                  <c:v>37698</c:v>
                </c:pt>
                <c:pt idx="5767">
                  <c:v>37697</c:v>
                </c:pt>
                <c:pt idx="5768">
                  <c:v>37694</c:v>
                </c:pt>
                <c:pt idx="5769">
                  <c:v>37693</c:v>
                </c:pt>
                <c:pt idx="5770">
                  <c:v>37692</c:v>
                </c:pt>
                <c:pt idx="5771">
                  <c:v>37691</c:v>
                </c:pt>
                <c:pt idx="5772">
                  <c:v>37690</c:v>
                </c:pt>
                <c:pt idx="5773">
                  <c:v>37687</c:v>
                </c:pt>
                <c:pt idx="5774">
                  <c:v>37686</c:v>
                </c:pt>
                <c:pt idx="5775">
                  <c:v>37685</c:v>
                </c:pt>
                <c:pt idx="5776">
                  <c:v>37684</c:v>
                </c:pt>
                <c:pt idx="5777">
                  <c:v>37683</c:v>
                </c:pt>
                <c:pt idx="5778">
                  <c:v>37680</c:v>
                </c:pt>
                <c:pt idx="5779">
                  <c:v>37679</c:v>
                </c:pt>
                <c:pt idx="5780">
                  <c:v>37678</c:v>
                </c:pt>
                <c:pt idx="5781">
                  <c:v>37677</c:v>
                </c:pt>
                <c:pt idx="5782">
                  <c:v>37676</c:v>
                </c:pt>
                <c:pt idx="5783">
                  <c:v>37673</c:v>
                </c:pt>
                <c:pt idx="5784">
                  <c:v>37672</c:v>
                </c:pt>
                <c:pt idx="5785">
                  <c:v>37671</c:v>
                </c:pt>
                <c:pt idx="5786">
                  <c:v>37670</c:v>
                </c:pt>
                <c:pt idx="5787">
                  <c:v>37669</c:v>
                </c:pt>
                <c:pt idx="5788">
                  <c:v>37666</c:v>
                </c:pt>
                <c:pt idx="5789">
                  <c:v>37665</c:v>
                </c:pt>
                <c:pt idx="5790">
                  <c:v>37664</c:v>
                </c:pt>
                <c:pt idx="5791">
                  <c:v>37663</c:v>
                </c:pt>
                <c:pt idx="5792">
                  <c:v>37662</c:v>
                </c:pt>
                <c:pt idx="5793">
                  <c:v>37659</c:v>
                </c:pt>
                <c:pt idx="5794">
                  <c:v>37658</c:v>
                </c:pt>
                <c:pt idx="5795">
                  <c:v>37657</c:v>
                </c:pt>
                <c:pt idx="5796">
                  <c:v>37656</c:v>
                </c:pt>
                <c:pt idx="5797">
                  <c:v>37655</c:v>
                </c:pt>
                <c:pt idx="5798">
                  <c:v>37651</c:v>
                </c:pt>
                <c:pt idx="5799">
                  <c:v>37650</c:v>
                </c:pt>
                <c:pt idx="5800">
                  <c:v>37649</c:v>
                </c:pt>
                <c:pt idx="5801">
                  <c:v>37648</c:v>
                </c:pt>
                <c:pt idx="5802">
                  <c:v>37645</c:v>
                </c:pt>
                <c:pt idx="5803">
                  <c:v>37644</c:v>
                </c:pt>
                <c:pt idx="5804">
                  <c:v>37643</c:v>
                </c:pt>
                <c:pt idx="5805">
                  <c:v>37642</c:v>
                </c:pt>
                <c:pt idx="5806">
                  <c:v>37641</c:v>
                </c:pt>
                <c:pt idx="5807">
                  <c:v>37638</c:v>
                </c:pt>
                <c:pt idx="5808">
                  <c:v>37637</c:v>
                </c:pt>
                <c:pt idx="5809">
                  <c:v>37636</c:v>
                </c:pt>
                <c:pt idx="5810">
                  <c:v>37635</c:v>
                </c:pt>
                <c:pt idx="5811">
                  <c:v>37634</c:v>
                </c:pt>
                <c:pt idx="5812">
                  <c:v>37631</c:v>
                </c:pt>
                <c:pt idx="5813">
                  <c:v>37630</c:v>
                </c:pt>
                <c:pt idx="5814">
                  <c:v>37629</c:v>
                </c:pt>
                <c:pt idx="5815">
                  <c:v>37628</c:v>
                </c:pt>
                <c:pt idx="5816">
                  <c:v>37627</c:v>
                </c:pt>
                <c:pt idx="5817">
                  <c:v>37624</c:v>
                </c:pt>
                <c:pt idx="5818">
                  <c:v>37623</c:v>
                </c:pt>
                <c:pt idx="5819">
                  <c:v>37621</c:v>
                </c:pt>
                <c:pt idx="5820">
                  <c:v>37620</c:v>
                </c:pt>
                <c:pt idx="5821">
                  <c:v>37617</c:v>
                </c:pt>
                <c:pt idx="5822">
                  <c:v>37616</c:v>
                </c:pt>
                <c:pt idx="5823">
                  <c:v>37614</c:v>
                </c:pt>
                <c:pt idx="5824">
                  <c:v>37613</c:v>
                </c:pt>
                <c:pt idx="5825">
                  <c:v>37610</c:v>
                </c:pt>
                <c:pt idx="5826">
                  <c:v>37608</c:v>
                </c:pt>
                <c:pt idx="5827">
                  <c:v>37607</c:v>
                </c:pt>
                <c:pt idx="5828">
                  <c:v>37606</c:v>
                </c:pt>
                <c:pt idx="5829">
                  <c:v>37603</c:v>
                </c:pt>
                <c:pt idx="5830">
                  <c:v>37602</c:v>
                </c:pt>
                <c:pt idx="5831">
                  <c:v>37601</c:v>
                </c:pt>
                <c:pt idx="5832">
                  <c:v>37600</c:v>
                </c:pt>
                <c:pt idx="5833">
                  <c:v>37599</c:v>
                </c:pt>
                <c:pt idx="5834">
                  <c:v>37596</c:v>
                </c:pt>
                <c:pt idx="5835">
                  <c:v>37595</c:v>
                </c:pt>
                <c:pt idx="5836">
                  <c:v>37594</c:v>
                </c:pt>
                <c:pt idx="5837">
                  <c:v>37593</c:v>
                </c:pt>
                <c:pt idx="5838">
                  <c:v>37592</c:v>
                </c:pt>
                <c:pt idx="5839">
                  <c:v>37589</c:v>
                </c:pt>
                <c:pt idx="5840">
                  <c:v>37588</c:v>
                </c:pt>
                <c:pt idx="5841">
                  <c:v>37587</c:v>
                </c:pt>
                <c:pt idx="5842">
                  <c:v>37586</c:v>
                </c:pt>
                <c:pt idx="5843">
                  <c:v>37585</c:v>
                </c:pt>
                <c:pt idx="5844">
                  <c:v>37582</c:v>
                </c:pt>
                <c:pt idx="5845">
                  <c:v>37581</c:v>
                </c:pt>
                <c:pt idx="5846">
                  <c:v>37580</c:v>
                </c:pt>
                <c:pt idx="5847">
                  <c:v>37579</c:v>
                </c:pt>
                <c:pt idx="5848">
                  <c:v>37578</c:v>
                </c:pt>
                <c:pt idx="5849">
                  <c:v>37575</c:v>
                </c:pt>
                <c:pt idx="5850">
                  <c:v>37574</c:v>
                </c:pt>
                <c:pt idx="5851">
                  <c:v>37573</c:v>
                </c:pt>
                <c:pt idx="5852">
                  <c:v>37572</c:v>
                </c:pt>
                <c:pt idx="5853">
                  <c:v>37571</c:v>
                </c:pt>
                <c:pt idx="5854">
                  <c:v>37568</c:v>
                </c:pt>
                <c:pt idx="5855">
                  <c:v>37567</c:v>
                </c:pt>
                <c:pt idx="5856">
                  <c:v>37566</c:v>
                </c:pt>
                <c:pt idx="5857">
                  <c:v>37565</c:v>
                </c:pt>
                <c:pt idx="5858">
                  <c:v>37564</c:v>
                </c:pt>
                <c:pt idx="5859">
                  <c:v>37561</c:v>
                </c:pt>
                <c:pt idx="5860">
                  <c:v>37560</c:v>
                </c:pt>
                <c:pt idx="5861">
                  <c:v>37559</c:v>
                </c:pt>
                <c:pt idx="5862">
                  <c:v>37558</c:v>
                </c:pt>
                <c:pt idx="5863">
                  <c:v>37557</c:v>
                </c:pt>
                <c:pt idx="5864">
                  <c:v>37554</c:v>
                </c:pt>
                <c:pt idx="5865">
                  <c:v>37553</c:v>
                </c:pt>
                <c:pt idx="5866">
                  <c:v>37552</c:v>
                </c:pt>
                <c:pt idx="5867">
                  <c:v>37551</c:v>
                </c:pt>
                <c:pt idx="5868">
                  <c:v>37550</c:v>
                </c:pt>
                <c:pt idx="5869">
                  <c:v>37547</c:v>
                </c:pt>
                <c:pt idx="5870">
                  <c:v>37546</c:v>
                </c:pt>
                <c:pt idx="5871">
                  <c:v>37545</c:v>
                </c:pt>
                <c:pt idx="5872">
                  <c:v>37544</c:v>
                </c:pt>
                <c:pt idx="5873">
                  <c:v>37543</c:v>
                </c:pt>
                <c:pt idx="5874">
                  <c:v>37540</c:v>
                </c:pt>
                <c:pt idx="5875">
                  <c:v>37539</c:v>
                </c:pt>
                <c:pt idx="5876">
                  <c:v>37538</c:v>
                </c:pt>
                <c:pt idx="5877">
                  <c:v>37537</c:v>
                </c:pt>
                <c:pt idx="5878">
                  <c:v>37536</c:v>
                </c:pt>
                <c:pt idx="5879">
                  <c:v>37533</c:v>
                </c:pt>
                <c:pt idx="5880">
                  <c:v>37531</c:v>
                </c:pt>
                <c:pt idx="5881">
                  <c:v>37530</c:v>
                </c:pt>
                <c:pt idx="5882">
                  <c:v>37529</c:v>
                </c:pt>
                <c:pt idx="5883">
                  <c:v>37526</c:v>
                </c:pt>
                <c:pt idx="5884">
                  <c:v>37525</c:v>
                </c:pt>
                <c:pt idx="5885">
                  <c:v>37524</c:v>
                </c:pt>
                <c:pt idx="5886">
                  <c:v>37523</c:v>
                </c:pt>
                <c:pt idx="5887">
                  <c:v>37522</c:v>
                </c:pt>
                <c:pt idx="5888">
                  <c:v>37518</c:v>
                </c:pt>
                <c:pt idx="5889">
                  <c:v>37517</c:v>
                </c:pt>
                <c:pt idx="5890">
                  <c:v>37516</c:v>
                </c:pt>
                <c:pt idx="5891">
                  <c:v>37515</c:v>
                </c:pt>
                <c:pt idx="5892">
                  <c:v>37512</c:v>
                </c:pt>
                <c:pt idx="5893">
                  <c:v>37511</c:v>
                </c:pt>
                <c:pt idx="5894">
                  <c:v>37510</c:v>
                </c:pt>
                <c:pt idx="5895">
                  <c:v>37509</c:v>
                </c:pt>
                <c:pt idx="5896">
                  <c:v>37508</c:v>
                </c:pt>
                <c:pt idx="5897">
                  <c:v>37505</c:v>
                </c:pt>
                <c:pt idx="5898">
                  <c:v>37504</c:v>
                </c:pt>
                <c:pt idx="5899">
                  <c:v>37503</c:v>
                </c:pt>
                <c:pt idx="5900">
                  <c:v>37502</c:v>
                </c:pt>
                <c:pt idx="5901">
                  <c:v>37501</c:v>
                </c:pt>
                <c:pt idx="5902">
                  <c:v>37498</c:v>
                </c:pt>
                <c:pt idx="5903">
                  <c:v>37497</c:v>
                </c:pt>
                <c:pt idx="5904">
                  <c:v>37496</c:v>
                </c:pt>
                <c:pt idx="5905">
                  <c:v>37495</c:v>
                </c:pt>
                <c:pt idx="5906">
                  <c:v>37494</c:v>
                </c:pt>
                <c:pt idx="5907">
                  <c:v>37491</c:v>
                </c:pt>
                <c:pt idx="5908">
                  <c:v>37490</c:v>
                </c:pt>
                <c:pt idx="5909">
                  <c:v>37489</c:v>
                </c:pt>
                <c:pt idx="5910">
                  <c:v>37488</c:v>
                </c:pt>
                <c:pt idx="5911">
                  <c:v>37487</c:v>
                </c:pt>
                <c:pt idx="5912">
                  <c:v>37484</c:v>
                </c:pt>
                <c:pt idx="5913">
                  <c:v>37482</c:v>
                </c:pt>
                <c:pt idx="5914">
                  <c:v>37481</c:v>
                </c:pt>
                <c:pt idx="5915">
                  <c:v>37480</c:v>
                </c:pt>
                <c:pt idx="5916">
                  <c:v>37477</c:v>
                </c:pt>
                <c:pt idx="5917">
                  <c:v>37476</c:v>
                </c:pt>
                <c:pt idx="5918">
                  <c:v>37475</c:v>
                </c:pt>
                <c:pt idx="5919">
                  <c:v>37474</c:v>
                </c:pt>
                <c:pt idx="5920">
                  <c:v>37473</c:v>
                </c:pt>
                <c:pt idx="5921">
                  <c:v>37470</c:v>
                </c:pt>
                <c:pt idx="5922">
                  <c:v>37469</c:v>
                </c:pt>
                <c:pt idx="5923">
                  <c:v>37468</c:v>
                </c:pt>
                <c:pt idx="5924">
                  <c:v>37467</c:v>
                </c:pt>
                <c:pt idx="5925">
                  <c:v>37466</c:v>
                </c:pt>
                <c:pt idx="5926">
                  <c:v>37463</c:v>
                </c:pt>
                <c:pt idx="5927">
                  <c:v>37462</c:v>
                </c:pt>
                <c:pt idx="5928">
                  <c:v>37461</c:v>
                </c:pt>
                <c:pt idx="5929">
                  <c:v>37460</c:v>
                </c:pt>
                <c:pt idx="5930">
                  <c:v>37459</c:v>
                </c:pt>
                <c:pt idx="5931">
                  <c:v>37456</c:v>
                </c:pt>
                <c:pt idx="5932">
                  <c:v>37455</c:v>
                </c:pt>
                <c:pt idx="5933">
                  <c:v>37453</c:v>
                </c:pt>
                <c:pt idx="5934">
                  <c:v>37452</c:v>
                </c:pt>
                <c:pt idx="5935">
                  <c:v>37449</c:v>
                </c:pt>
                <c:pt idx="5936">
                  <c:v>37448</c:v>
                </c:pt>
                <c:pt idx="5937">
                  <c:v>37447</c:v>
                </c:pt>
                <c:pt idx="5938">
                  <c:v>37446</c:v>
                </c:pt>
                <c:pt idx="5939">
                  <c:v>37445</c:v>
                </c:pt>
                <c:pt idx="5940">
                  <c:v>37442</c:v>
                </c:pt>
                <c:pt idx="5941">
                  <c:v>37441</c:v>
                </c:pt>
                <c:pt idx="5942">
                  <c:v>37440</c:v>
                </c:pt>
                <c:pt idx="5943">
                  <c:v>37439</c:v>
                </c:pt>
                <c:pt idx="5944">
                  <c:v>37436</c:v>
                </c:pt>
                <c:pt idx="5945">
                  <c:v>37435</c:v>
                </c:pt>
                <c:pt idx="5946">
                  <c:v>37434</c:v>
                </c:pt>
                <c:pt idx="5947">
                  <c:v>37433</c:v>
                </c:pt>
                <c:pt idx="5948">
                  <c:v>37432</c:v>
                </c:pt>
                <c:pt idx="5949">
                  <c:v>37431</c:v>
                </c:pt>
                <c:pt idx="5950">
                  <c:v>37429</c:v>
                </c:pt>
                <c:pt idx="5951">
                  <c:v>37428</c:v>
                </c:pt>
                <c:pt idx="5952">
                  <c:v>37427</c:v>
                </c:pt>
                <c:pt idx="5953">
                  <c:v>37426</c:v>
                </c:pt>
                <c:pt idx="5954">
                  <c:v>37425</c:v>
                </c:pt>
                <c:pt idx="5955">
                  <c:v>37424</c:v>
                </c:pt>
                <c:pt idx="5956">
                  <c:v>37422</c:v>
                </c:pt>
                <c:pt idx="5957">
                  <c:v>37421</c:v>
                </c:pt>
                <c:pt idx="5958">
                  <c:v>37419</c:v>
                </c:pt>
                <c:pt idx="5959">
                  <c:v>37418</c:v>
                </c:pt>
                <c:pt idx="5960">
                  <c:v>37417</c:v>
                </c:pt>
                <c:pt idx="5961">
                  <c:v>37415</c:v>
                </c:pt>
                <c:pt idx="5962">
                  <c:v>37414</c:v>
                </c:pt>
                <c:pt idx="5963">
                  <c:v>37412</c:v>
                </c:pt>
                <c:pt idx="5964">
                  <c:v>37411</c:v>
                </c:pt>
                <c:pt idx="5965">
                  <c:v>37410</c:v>
                </c:pt>
                <c:pt idx="5966">
                  <c:v>37408</c:v>
                </c:pt>
                <c:pt idx="5967">
                  <c:v>37407</c:v>
                </c:pt>
                <c:pt idx="5968">
                  <c:v>37406</c:v>
                </c:pt>
                <c:pt idx="5969">
                  <c:v>37405</c:v>
                </c:pt>
                <c:pt idx="5970">
                  <c:v>37404</c:v>
                </c:pt>
                <c:pt idx="5971">
                  <c:v>37403</c:v>
                </c:pt>
                <c:pt idx="5972">
                  <c:v>37401</c:v>
                </c:pt>
                <c:pt idx="5973">
                  <c:v>37400</c:v>
                </c:pt>
                <c:pt idx="5974">
                  <c:v>37399</c:v>
                </c:pt>
                <c:pt idx="5975">
                  <c:v>37398</c:v>
                </c:pt>
                <c:pt idx="5976">
                  <c:v>37397</c:v>
                </c:pt>
                <c:pt idx="5977">
                  <c:v>37396</c:v>
                </c:pt>
                <c:pt idx="5978">
                  <c:v>37394</c:v>
                </c:pt>
                <c:pt idx="5979">
                  <c:v>37393</c:v>
                </c:pt>
                <c:pt idx="5980">
                  <c:v>37392</c:v>
                </c:pt>
                <c:pt idx="5981">
                  <c:v>37391</c:v>
                </c:pt>
                <c:pt idx="5982">
                  <c:v>37390</c:v>
                </c:pt>
                <c:pt idx="5983">
                  <c:v>37389</c:v>
                </c:pt>
                <c:pt idx="5984">
                  <c:v>37387</c:v>
                </c:pt>
                <c:pt idx="5985">
                  <c:v>37386</c:v>
                </c:pt>
                <c:pt idx="5986">
                  <c:v>37385</c:v>
                </c:pt>
                <c:pt idx="5987">
                  <c:v>37384</c:v>
                </c:pt>
                <c:pt idx="5988">
                  <c:v>37383</c:v>
                </c:pt>
                <c:pt idx="5989">
                  <c:v>37382</c:v>
                </c:pt>
                <c:pt idx="5990">
                  <c:v>37380</c:v>
                </c:pt>
                <c:pt idx="5991">
                  <c:v>37379</c:v>
                </c:pt>
                <c:pt idx="5992">
                  <c:v>37378</c:v>
                </c:pt>
                <c:pt idx="5993">
                  <c:v>37376</c:v>
                </c:pt>
                <c:pt idx="5994">
                  <c:v>37375</c:v>
                </c:pt>
                <c:pt idx="5995">
                  <c:v>37373</c:v>
                </c:pt>
                <c:pt idx="5996">
                  <c:v>37372</c:v>
                </c:pt>
                <c:pt idx="5997">
                  <c:v>37371</c:v>
                </c:pt>
                <c:pt idx="5998">
                  <c:v>37370</c:v>
                </c:pt>
                <c:pt idx="5999">
                  <c:v>37369</c:v>
                </c:pt>
                <c:pt idx="6000">
                  <c:v>37368</c:v>
                </c:pt>
                <c:pt idx="6001">
                  <c:v>37366</c:v>
                </c:pt>
                <c:pt idx="6002">
                  <c:v>37365</c:v>
                </c:pt>
                <c:pt idx="6003">
                  <c:v>37364</c:v>
                </c:pt>
                <c:pt idx="6004">
                  <c:v>37363</c:v>
                </c:pt>
                <c:pt idx="6005">
                  <c:v>37362</c:v>
                </c:pt>
                <c:pt idx="6006">
                  <c:v>37361</c:v>
                </c:pt>
                <c:pt idx="6007">
                  <c:v>37359</c:v>
                </c:pt>
                <c:pt idx="6008">
                  <c:v>37358</c:v>
                </c:pt>
                <c:pt idx="6009">
                  <c:v>37357</c:v>
                </c:pt>
                <c:pt idx="6010">
                  <c:v>37356</c:v>
                </c:pt>
                <c:pt idx="6011">
                  <c:v>37355</c:v>
                </c:pt>
                <c:pt idx="6012">
                  <c:v>37354</c:v>
                </c:pt>
                <c:pt idx="6013">
                  <c:v>37352</c:v>
                </c:pt>
                <c:pt idx="6014">
                  <c:v>37350</c:v>
                </c:pt>
                <c:pt idx="6015">
                  <c:v>37349</c:v>
                </c:pt>
                <c:pt idx="6016">
                  <c:v>37348</c:v>
                </c:pt>
                <c:pt idx="6017">
                  <c:v>37347</c:v>
                </c:pt>
                <c:pt idx="6018">
                  <c:v>37345</c:v>
                </c:pt>
                <c:pt idx="6019">
                  <c:v>37344</c:v>
                </c:pt>
                <c:pt idx="6020">
                  <c:v>37343</c:v>
                </c:pt>
                <c:pt idx="6021">
                  <c:v>37342</c:v>
                </c:pt>
                <c:pt idx="6022">
                  <c:v>37341</c:v>
                </c:pt>
                <c:pt idx="6023">
                  <c:v>37340</c:v>
                </c:pt>
                <c:pt idx="6024">
                  <c:v>37338</c:v>
                </c:pt>
                <c:pt idx="6025">
                  <c:v>37337</c:v>
                </c:pt>
                <c:pt idx="6026">
                  <c:v>37336</c:v>
                </c:pt>
                <c:pt idx="6027">
                  <c:v>37335</c:v>
                </c:pt>
                <c:pt idx="6028">
                  <c:v>37334</c:v>
                </c:pt>
                <c:pt idx="6029">
                  <c:v>37333</c:v>
                </c:pt>
                <c:pt idx="6030">
                  <c:v>37331</c:v>
                </c:pt>
                <c:pt idx="6031">
                  <c:v>37330</c:v>
                </c:pt>
                <c:pt idx="6032">
                  <c:v>37329</c:v>
                </c:pt>
                <c:pt idx="6033">
                  <c:v>37328</c:v>
                </c:pt>
                <c:pt idx="6034">
                  <c:v>37327</c:v>
                </c:pt>
                <c:pt idx="6035">
                  <c:v>37326</c:v>
                </c:pt>
                <c:pt idx="6036">
                  <c:v>37324</c:v>
                </c:pt>
                <c:pt idx="6037">
                  <c:v>37323</c:v>
                </c:pt>
                <c:pt idx="6038">
                  <c:v>37322</c:v>
                </c:pt>
                <c:pt idx="6039">
                  <c:v>37321</c:v>
                </c:pt>
                <c:pt idx="6040">
                  <c:v>37320</c:v>
                </c:pt>
                <c:pt idx="6041">
                  <c:v>37319</c:v>
                </c:pt>
                <c:pt idx="6042">
                  <c:v>37317</c:v>
                </c:pt>
                <c:pt idx="6043">
                  <c:v>37315</c:v>
                </c:pt>
                <c:pt idx="6044">
                  <c:v>37314</c:v>
                </c:pt>
                <c:pt idx="6045">
                  <c:v>37313</c:v>
                </c:pt>
                <c:pt idx="6046">
                  <c:v>37312</c:v>
                </c:pt>
                <c:pt idx="6047">
                  <c:v>37310</c:v>
                </c:pt>
                <c:pt idx="6048">
                  <c:v>37309</c:v>
                </c:pt>
                <c:pt idx="6049">
                  <c:v>37308</c:v>
                </c:pt>
                <c:pt idx="6050">
                  <c:v>37307</c:v>
                </c:pt>
                <c:pt idx="6051">
                  <c:v>37306</c:v>
                </c:pt>
                <c:pt idx="6052">
                  <c:v>37305</c:v>
                </c:pt>
                <c:pt idx="6053">
                  <c:v>37303</c:v>
                </c:pt>
                <c:pt idx="6054">
                  <c:v>37302</c:v>
                </c:pt>
                <c:pt idx="6055">
                  <c:v>37301</c:v>
                </c:pt>
                <c:pt idx="6056">
                  <c:v>37296</c:v>
                </c:pt>
                <c:pt idx="6057">
                  <c:v>37295</c:v>
                </c:pt>
                <c:pt idx="6058">
                  <c:v>37294</c:v>
                </c:pt>
                <c:pt idx="6059">
                  <c:v>37293</c:v>
                </c:pt>
                <c:pt idx="6060">
                  <c:v>37292</c:v>
                </c:pt>
                <c:pt idx="6061">
                  <c:v>37291</c:v>
                </c:pt>
                <c:pt idx="6062">
                  <c:v>37289</c:v>
                </c:pt>
                <c:pt idx="6063">
                  <c:v>37288</c:v>
                </c:pt>
                <c:pt idx="6064">
                  <c:v>37287</c:v>
                </c:pt>
                <c:pt idx="6065">
                  <c:v>37286</c:v>
                </c:pt>
                <c:pt idx="6066">
                  <c:v>37285</c:v>
                </c:pt>
                <c:pt idx="6067">
                  <c:v>37284</c:v>
                </c:pt>
                <c:pt idx="6068">
                  <c:v>37282</c:v>
                </c:pt>
                <c:pt idx="6069">
                  <c:v>37281</c:v>
                </c:pt>
                <c:pt idx="6070">
                  <c:v>37280</c:v>
                </c:pt>
                <c:pt idx="6071">
                  <c:v>37279</c:v>
                </c:pt>
                <c:pt idx="6072">
                  <c:v>37278</c:v>
                </c:pt>
                <c:pt idx="6073">
                  <c:v>37277</c:v>
                </c:pt>
                <c:pt idx="6074">
                  <c:v>37275</c:v>
                </c:pt>
                <c:pt idx="6075">
                  <c:v>37274</c:v>
                </c:pt>
                <c:pt idx="6076">
                  <c:v>37273</c:v>
                </c:pt>
                <c:pt idx="6077">
                  <c:v>37272</c:v>
                </c:pt>
                <c:pt idx="6078">
                  <c:v>37271</c:v>
                </c:pt>
                <c:pt idx="6079">
                  <c:v>37270</c:v>
                </c:pt>
                <c:pt idx="6080">
                  <c:v>37268</c:v>
                </c:pt>
                <c:pt idx="6081">
                  <c:v>37267</c:v>
                </c:pt>
                <c:pt idx="6082">
                  <c:v>37266</c:v>
                </c:pt>
                <c:pt idx="6083">
                  <c:v>37265</c:v>
                </c:pt>
                <c:pt idx="6084">
                  <c:v>37264</c:v>
                </c:pt>
                <c:pt idx="6085">
                  <c:v>37263</c:v>
                </c:pt>
                <c:pt idx="6086">
                  <c:v>37261</c:v>
                </c:pt>
                <c:pt idx="6087">
                  <c:v>37260</c:v>
                </c:pt>
                <c:pt idx="6088">
                  <c:v>37259</c:v>
                </c:pt>
                <c:pt idx="6089">
                  <c:v>37258</c:v>
                </c:pt>
                <c:pt idx="6090">
                  <c:v>37256</c:v>
                </c:pt>
                <c:pt idx="6091">
                  <c:v>37254</c:v>
                </c:pt>
                <c:pt idx="6092">
                  <c:v>37253</c:v>
                </c:pt>
                <c:pt idx="6093">
                  <c:v>37252</c:v>
                </c:pt>
                <c:pt idx="6094">
                  <c:v>37251</c:v>
                </c:pt>
                <c:pt idx="6095">
                  <c:v>37249</c:v>
                </c:pt>
                <c:pt idx="6096">
                  <c:v>37247</c:v>
                </c:pt>
                <c:pt idx="6097">
                  <c:v>37246</c:v>
                </c:pt>
                <c:pt idx="6098">
                  <c:v>37245</c:v>
                </c:pt>
                <c:pt idx="6099">
                  <c:v>37244</c:v>
                </c:pt>
                <c:pt idx="6100">
                  <c:v>37243</c:v>
                </c:pt>
                <c:pt idx="6101">
                  <c:v>37242</c:v>
                </c:pt>
                <c:pt idx="6102">
                  <c:v>37240</c:v>
                </c:pt>
                <c:pt idx="6103">
                  <c:v>37239</c:v>
                </c:pt>
                <c:pt idx="6104">
                  <c:v>37238</c:v>
                </c:pt>
                <c:pt idx="6105">
                  <c:v>37237</c:v>
                </c:pt>
                <c:pt idx="6106">
                  <c:v>37236</c:v>
                </c:pt>
                <c:pt idx="6107">
                  <c:v>37235</c:v>
                </c:pt>
                <c:pt idx="6108">
                  <c:v>37233</c:v>
                </c:pt>
                <c:pt idx="6109">
                  <c:v>37232</c:v>
                </c:pt>
                <c:pt idx="6110">
                  <c:v>37231</c:v>
                </c:pt>
                <c:pt idx="6111">
                  <c:v>37230</c:v>
                </c:pt>
                <c:pt idx="6112">
                  <c:v>37229</c:v>
                </c:pt>
                <c:pt idx="6113">
                  <c:v>37228</c:v>
                </c:pt>
                <c:pt idx="6114">
                  <c:v>37226</c:v>
                </c:pt>
                <c:pt idx="6115">
                  <c:v>37225</c:v>
                </c:pt>
                <c:pt idx="6116">
                  <c:v>37224</c:v>
                </c:pt>
                <c:pt idx="6117">
                  <c:v>37223</c:v>
                </c:pt>
                <c:pt idx="6118">
                  <c:v>37222</c:v>
                </c:pt>
                <c:pt idx="6119">
                  <c:v>37221</c:v>
                </c:pt>
                <c:pt idx="6120">
                  <c:v>37219</c:v>
                </c:pt>
                <c:pt idx="6121">
                  <c:v>37218</c:v>
                </c:pt>
                <c:pt idx="6122">
                  <c:v>37217</c:v>
                </c:pt>
                <c:pt idx="6123">
                  <c:v>37216</c:v>
                </c:pt>
                <c:pt idx="6124">
                  <c:v>37215</c:v>
                </c:pt>
                <c:pt idx="6125">
                  <c:v>37214</c:v>
                </c:pt>
                <c:pt idx="6126">
                  <c:v>37212</c:v>
                </c:pt>
                <c:pt idx="6127">
                  <c:v>37211</c:v>
                </c:pt>
                <c:pt idx="6128">
                  <c:v>37210</c:v>
                </c:pt>
                <c:pt idx="6129">
                  <c:v>37209</c:v>
                </c:pt>
                <c:pt idx="6130">
                  <c:v>37208</c:v>
                </c:pt>
                <c:pt idx="6131">
                  <c:v>37207</c:v>
                </c:pt>
                <c:pt idx="6132">
                  <c:v>37205</c:v>
                </c:pt>
                <c:pt idx="6133">
                  <c:v>37204</c:v>
                </c:pt>
                <c:pt idx="6134">
                  <c:v>37203</c:v>
                </c:pt>
                <c:pt idx="6135">
                  <c:v>37202</c:v>
                </c:pt>
                <c:pt idx="6136">
                  <c:v>37201</c:v>
                </c:pt>
                <c:pt idx="6137">
                  <c:v>37200</c:v>
                </c:pt>
                <c:pt idx="6138">
                  <c:v>37198</c:v>
                </c:pt>
                <c:pt idx="6139">
                  <c:v>37197</c:v>
                </c:pt>
                <c:pt idx="6140">
                  <c:v>37196</c:v>
                </c:pt>
                <c:pt idx="6141">
                  <c:v>37195</c:v>
                </c:pt>
                <c:pt idx="6142">
                  <c:v>37194</c:v>
                </c:pt>
                <c:pt idx="6143">
                  <c:v>37193</c:v>
                </c:pt>
                <c:pt idx="6144">
                  <c:v>37191</c:v>
                </c:pt>
                <c:pt idx="6145">
                  <c:v>37190</c:v>
                </c:pt>
                <c:pt idx="6146">
                  <c:v>37189</c:v>
                </c:pt>
                <c:pt idx="6147">
                  <c:v>37188</c:v>
                </c:pt>
                <c:pt idx="6148">
                  <c:v>37187</c:v>
                </c:pt>
                <c:pt idx="6149">
                  <c:v>37186</c:v>
                </c:pt>
                <c:pt idx="6150">
                  <c:v>37184</c:v>
                </c:pt>
                <c:pt idx="6151">
                  <c:v>37183</c:v>
                </c:pt>
                <c:pt idx="6152">
                  <c:v>37182</c:v>
                </c:pt>
                <c:pt idx="6153">
                  <c:v>37181</c:v>
                </c:pt>
                <c:pt idx="6154">
                  <c:v>37180</c:v>
                </c:pt>
                <c:pt idx="6155">
                  <c:v>37179</c:v>
                </c:pt>
                <c:pt idx="6156">
                  <c:v>37177</c:v>
                </c:pt>
                <c:pt idx="6157">
                  <c:v>37176</c:v>
                </c:pt>
                <c:pt idx="6158">
                  <c:v>37175</c:v>
                </c:pt>
                <c:pt idx="6159">
                  <c:v>37174</c:v>
                </c:pt>
                <c:pt idx="6160">
                  <c:v>37173</c:v>
                </c:pt>
                <c:pt idx="6161">
                  <c:v>37172</c:v>
                </c:pt>
                <c:pt idx="6162">
                  <c:v>37170</c:v>
                </c:pt>
                <c:pt idx="6163">
                  <c:v>37169</c:v>
                </c:pt>
                <c:pt idx="6164">
                  <c:v>37168</c:v>
                </c:pt>
                <c:pt idx="6165">
                  <c:v>37163</c:v>
                </c:pt>
                <c:pt idx="6166">
                  <c:v>37162</c:v>
                </c:pt>
                <c:pt idx="6167">
                  <c:v>37161</c:v>
                </c:pt>
                <c:pt idx="6168">
                  <c:v>37160</c:v>
                </c:pt>
                <c:pt idx="6169">
                  <c:v>37159</c:v>
                </c:pt>
                <c:pt idx="6170">
                  <c:v>37158</c:v>
                </c:pt>
                <c:pt idx="6171">
                  <c:v>37156</c:v>
                </c:pt>
                <c:pt idx="6172">
                  <c:v>37155</c:v>
                </c:pt>
                <c:pt idx="6173">
                  <c:v>37154</c:v>
                </c:pt>
                <c:pt idx="6174">
                  <c:v>37153</c:v>
                </c:pt>
                <c:pt idx="6175">
                  <c:v>37152</c:v>
                </c:pt>
                <c:pt idx="6176">
                  <c:v>37151</c:v>
                </c:pt>
                <c:pt idx="6177">
                  <c:v>37149</c:v>
                </c:pt>
                <c:pt idx="6178">
                  <c:v>37148</c:v>
                </c:pt>
                <c:pt idx="6179">
                  <c:v>37147</c:v>
                </c:pt>
                <c:pt idx="6180">
                  <c:v>37146</c:v>
                </c:pt>
                <c:pt idx="6181">
                  <c:v>37145</c:v>
                </c:pt>
                <c:pt idx="6182">
                  <c:v>37144</c:v>
                </c:pt>
                <c:pt idx="6183">
                  <c:v>37142</c:v>
                </c:pt>
                <c:pt idx="6184">
                  <c:v>37141</c:v>
                </c:pt>
                <c:pt idx="6185">
                  <c:v>37140</c:v>
                </c:pt>
                <c:pt idx="6186">
                  <c:v>37139</c:v>
                </c:pt>
                <c:pt idx="6187">
                  <c:v>37138</c:v>
                </c:pt>
                <c:pt idx="6188">
                  <c:v>37137</c:v>
                </c:pt>
                <c:pt idx="6189">
                  <c:v>37135</c:v>
                </c:pt>
                <c:pt idx="6190">
                  <c:v>37134</c:v>
                </c:pt>
                <c:pt idx="6191">
                  <c:v>37133</c:v>
                </c:pt>
                <c:pt idx="6192">
                  <c:v>37132</c:v>
                </c:pt>
                <c:pt idx="6193">
                  <c:v>37131</c:v>
                </c:pt>
                <c:pt idx="6194">
                  <c:v>37130</c:v>
                </c:pt>
                <c:pt idx="6195">
                  <c:v>37128</c:v>
                </c:pt>
                <c:pt idx="6196">
                  <c:v>37127</c:v>
                </c:pt>
                <c:pt idx="6197">
                  <c:v>37126</c:v>
                </c:pt>
                <c:pt idx="6198">
                  <c:v>37125</c:v>
                </c:pt>
                <c:pt idx="6199">
                  <c:v>37124</c:v>
                </c:pt>
                <c:pt idx="6200">
                  <c:v>37123</c:v>
                </c:pt>
                <c:pt idx="6201">
                  <c:v>37121</c:v>
                </c:pt>
                <c:pt idx="6202">
                  <c:v>37120</c:v>
                </c:pt>
                <c:pt idx="6203">
                  <c:v>37119</c:v>
                </c:pt>
                <c:pt idx="6204">
                  <c:v>37117</c:v>
                </c:pt>
                <c:pt idx="6205">
                  <c:v>37116</c:v>
                </c:pt>
                <c:pt idx="6206">
                  <c:v>37114</c:v>
                </c:pt>
                <c:pt idx="6207">
                  <c:v>37113</c:v>
                </c:pt>
                <c:pt idx="6208">
                  <c:v>37112</c:v>
                </c:pt>
                <c:pt idx="6209">
                  <c:v>37111</c:v>
                </c:pt>
                <c:pt idx="6210">
                  <c:v>37110</c:v>
                </c:pt>
                <c:pt idx="6211">
                  <c:v>37109</c:v>
                </c:pt>
                <c:pt idx="6212">
                  <c:v>37107</c:v>
                </c:pt>
                <c:pt idx="6213">
                  <c:v>37106</c:v>
                </c:pt>
                <c:pt idx="6214">
                  <c:v>37105</c:v>
                </c:pt>
                <c:pt idx="6215">
                  <c:v>37104</c:v>
                </c:pt>
                <c:pt idx="6216">
                  <c:v>37103</c:v>
                </c:pt>
                <c:pt idx="6217">
                  <c:v>37102</c:v>
                </c:pt>
                <c:pt idx="6218">
                  <c:v>37100</c:v>
                </c:pt>
                <c:pt idx="6219">
                  <c:v>37099</c:v>
                </c:pt>
                <c:pt idx="6220">
                  <c:v>37098</c:v>
                </c:pt>
                <c:pt idx="6221">
                  <c:v>37097</c:v>
                </c:pt>
                <c:pt idx="6222">
                  <c:v>37096</c:v>
                </c:pt>
                <c:pt idx="6223">
                  <c:v>37095</c:v>
                </c:pt>
                <c:pt idx="6224">
                  <c:v>37093</c:v>
                </c:pt>
                <c:pt idx="6225">
                  <c:v>37092</c:v>
                </c:pt>
                <c:pt idx="6226">
                  <c:v>37091</c:v>
                </c:pt>
                <c:pt idx="6227">
                  <c:v>37090</c:v>
                </c:pt>
                <c:pt idx="6228">
                  <c:v>37088</c:v>
                </c:pt>
                <c:pt idx="6229">
                  <c:v>37086</c:v>
                </c:pt>
                <c:pt idx="6230">
                  <c:v>37085</c:v>
                </c:pt>
                <c:pt idx="6231">
                  <c:v>37084</c:v>
                </c:pt>
                <c:pt idx="6232">
                  <c:v>37083</c:v>
                </c:pt>
                <c:pt idx="6233">
                  <c:v>37082</c:v>
                </c:pt>
                <c:pt idx="6234">
                  <c:v>37081</c:v>
                </c:pt>
                <c:pt idx="6235">
                  <c:v>37079</c:v>
                </c:pt>
                <c:pt idx="6236">
                  <c:v>37078</c:v>
                </c:pt>
                <c:pt idx="6237">
                  <c:v>37077</c:v>
                </c:pt>
                <c:pt idx="6238">
                  <c:v>37076</c:v>
                </c:pt>
                <c:pt idx="6239">
                  <c:v>37075</c:v>
                </c:pt>
                <c:pt idx="6240">
                  <c:v>37074</c:v>
                </c:pt>
                <c:pt idx="6241">
                  <c:v>37072</c:v>
                </c:pt>
                <c:pt idx="6242">
                  <c:v>37071</c:v>
                </c:pt>
                <c:pt idx="6243">
                  <c:v>37070</c:v>
                </c:pt>
                <c:pt idx="6244">
                  <c:v>37069</c:v>
                </c:pt>
                <c:pt idx="6245">
                  <c:v>37068</c:v>
                </c:pt>
                <c:pt idx="6246">
                  <c:v>37067</c:v>
                </c:pt>
                <c:pt idx="6247">
                  <c:v>37065</c:v>
                </c:pt>
                <c:pt idx="6248">
                  <c:v>37064</c:v>
                </c:pt>
                <c:pt idx="6249">
                  <c:v>37063</c:v>
                </c:pt>
                <c:pt idx="6250">
                  <c:v>37062</c:v>
                </c:pt>
                <c:pt idx="6251">
                  <c:v>37061</c:v>
                </c:pt>
                <c:pt idx="6252">
                  <c:v>37060</c:v>
                </c:pt>
                <c:pt idx="6253">
                  <c:v>37058</c:v>
                </c:pt>
                <c:pt idx="6254">
                  <c:v>37057</c:v>
                </c:pt>
                <c:pt idx="6255">
                  <c:v>37056</c:v>
                </c:pt>
                <c:pt idx="6256">
                  <c:v>37055</c:v>
                </c:pt>
                <c:pt idx="6257">
                  <c:v>37054</c:v>
                </c:pt>
                <c:pt idx="6258">
                  <c:v>37053</c:v>
                </c:pt>
                <c:pt idx="6259">
                  <c:v>37051</c:v>
                </c:pt>
                <c:pt idx="6260">
                  <c:v>37050</c:v>
                </c:pt>
                <c:pt idx="6261">
                  <c:v>37049</c:v>
                </c:pt>
                <c:pt idx="6262">
                  <c:v>37047</c:v>
                </c:pt>
                <c:pt idx="6263">
                  <c:v>37046</c:v>
                </c:pt>
                <c:pt idx="6264">
                  <c:v>37044</c:v>
                </c:pt>
                <c:pt idx="6265">
                  <c:v>37043</c:v>
                </c:pt>
                <c:pt idx="6266">
                  <c:v>37042</c:v>
                </c:pt>
                <c:pt idx="6267">
                  <c:v>37040</c:v>
                </c:pt>
                <c:pt idx="6268">
                  <c:v>37039</c:v>
                </c:pt>
                <c:pt idx="6269">
                  <c:v>37037</c:v>
                </c:pt>
                <c:pt idx="6270">
                  <c:v>37036</c:v>
                </c:pt>
                <c:pt idx="6271">
                  <c:v>37035</c:v>
                </c:pt>
                <c:pt idx="6272">
                  <c:v>37034</c:v>
                </c:pt>
                <c:pt idx="6273">
                  <c:v>37033</c:v>
                </c:pt>
                <c:pt idx="6274">
                  <c:v>37032</c:v>
                </c:pt>
                <c:pt idx="6275">
                  <c:v>37030</c:v>
                </c:pt>
                <c:pt idx="6276">
                  <c:v>37029</c:v>
                </c:pt>
                <c:pt idx="6277">
                  <c:v>37028</c:v>
                </c:pt>
                <c:pt idx="6278">
                  <c:v>37027</c:v>
                </c:pt>
                <c:pt idx="6279">
                  <c:v>37026</c:v>
                </c:pt>
                <c:pt idx="6280">
                  <c:v>37025</c:v>
                </c:pt>
                <c:pt idx="6281">
                  <c:v>37023</c:v>
                </c:pt>
                <c:pt idx="6282">
                  <c:v>37022</c:v>
                </c:pt>
                <c:pt idx="6283">
                  <c:v>37021</c:v>
                </c:pt>
                <c:pt idx="6284">
                  <c:v>37020</c:v>
                </c:pt>
                <c:pt idx="6285">
                  <c:v>37019</c:v>
                </c:pt>
                <c:pt idx="6286">
                  <c:v>37018</c:v>
                </c:pt>
                <c:pt idx="6287">
                  <c:v>37015</c:v>
                </c:pt>
                <c:pt idx="6288">
                  <c:v>37014</c:v>
                </c:pt>
                <c:pt idx="6289">
                  <c:v>37013</c:v>
                </c:pt>
                <c:pt idx="6290">
                  <c:v>37011</c:v>
                </c:pt>
                <c:pt idx="6291">
                  <c:v>37009</c:v>
                </c:pt>
                <c:pt idx="6292">
                  <c:v>37008</c:v>
                </c:pt>
                <c:pt idx="6293">
                  <c:v>37007</c:v>
                </c:pt>
                <c:pt idx="6294">
                  <c:v>37006</c:v>
                </c:pt>
                <c:pt idx="6295">
                  <c:v>37005</c:v>
                </c:pt>
                <c:pt idx="6296">
                  <c:v>37004</c:v>
                </c:pt>
                <c:pt idx="6297">
                  <c:v>37002</c:v>
                </c:pt>
                <c:pt idx="6298">
                  <c:v>37001</c:v>
                </c:pt>
                <c:pt idx="6299">
                  <c:v>37000</c:v>
                </c:pt>
                <c:pt idx="6300">
                  <c:v>36999</c:v>
                </c:pt>
                <c:pt idx="6301">
                  <c:v>36998</c:v>
                </c:pt>
                <c:pt idx="6302">
                  <c:v>36997</c:v>
                </c:pt>
                <c:pt idx="6303">
                  <c:v>36995</c:v>
                </c:pt>
                <c:pt idx="6304">
                  <c:v>36994</c:v>
                </c:pt>
                <c:pt idx="6305">
                  <c:v>36993</c:v>
                </c:pt>
                <c:pt idx="6306">
                  <c:v>36992</c:v>
                </c:pt>
                <c:pt idx="6307">
                  <c:v>36991</c:v>
                </c:pt>
                <c:pt idx="6308">
                  <c:v>36990</c:v>
                </c:pt>
                <c:pt idx="6309">
                  <c:v>36988</c:v>
                </c:pt>
                <c:pt idx="6310">
                  <c:v>36987</c:v>
                </c:pt>
                <c:pt idx="6311">
                  <c:v>36985</c:v>
                </c:pt>
                <c:pt idx="6312">
                  <c:v>36984</c:v>
                </c:pt>
                <c:pt idx="6313">
                  <c:v>36983</c:v>
                </c:pt>
                <c:pt idx="6314">
                  <c:v>36981</c:v>
                </c:pt>
                <c:pt idx="6315">
                  <c:v>36980</c:v>
                </c:pt>
                <c:pt idx="6316">
                  <c:v>36979</c:v>
                </c:pt>
                <c:pt idx="6317">
                  <c:v>36978</c:v>
                </c:pt>
                <c:pt idx="6318">
                  <c:v>36977</c:v>
                </c:pt>
                <c:pt idx="6319">
                  <c:v>36976</c:v>
                </c:pt>
                <c:pt idx="6320">
                  <c:v>36974</c:v>
                </c:pt>
                <c:pt idx="6321">
                  <c:v>36973</c:v>
                </c:pt>
                <c:pt idx="6322">
                  <c:v>36972</c:v>
                </c:pt>
                <c:pt idx="6323">
                  <c:v>36971</c:v>
                </c:pt>
                <c:pt idx="6324">
                  <c:v>36970</c:v>
                </c:pt>
                <c:pt idx="6325">
                  <c:v>36969</c:v>
                </c:pt>
                <c:pt idx="6326">
                  <c:v>36967</c:v>
                </c:pt>
                <c:pt idx="6327">
                  <c:v>36966</c:v>
                </c:pt>
                <c:pt idx="6328">
                  <c:v>36965</c:v>
                </c:pt>
                <c:pt idx="6329">
                  <c:v>36964</c:v>
                </c:pt>
                <c:pt idx="6330">
                  <c:v>36963</c:v>
                </c:pt>
                <c:pt idx="6331">
                  <c:v>36962</c:v>
                </c:pt>
                <c:pt idx="6332">
                  <c:v>36960</c:v>
                </c:pt>
                <c:pt idx="6333">
                  <c:v>36959</c:v>
                </c:pt>
                <c:pt idx="6334">
                  <c:v>36958</c:v>
                </c:pt>
                <c:pt idx="6335">
                  <c:v>36957</c:v>
                </c:pt>
                <c:pt idx="6336">
                  <c:v>36956</c:v>
                </c:pt>
                <c:pt idx="6337">
                  <c:v>36955</c:v>
                </c:pt>
                <c:pt idx="6338">
                  <c:v>36953</c:v>
                </c:pt>
                <c:pt idx="6339">
                  <c:v>36952</c:v>
                </c:pt>
                <c:pt idx="6340">
                  <c:v>36950</c:v>
                </c:pt>
                <c:pt idx="6341">
                  <c:v>36949</c:v>
                </c:pt>
                <c:pt idx="6342">
                  <c:v>36948</c:v>
                </c:pt>
                <c:pt idx="6343">
                  <c:v>36946</c:v>
                </c:pt>
                <c:pt idx="6344">
                  <c:v>36945</c:v>
                </c:pt>
                <c:pt idx="6345">
                  <c:v>36944</c:v>
                </c:pt>
                <c:pt idx="6346">
                  <c:v>36943</c:v>
                </c:pt>
                <c:pt idx="6347">
                  <c:v>36942</c:v>
                </c:pt>
                <c:pt idx="6348">
                  <c:v>36941</c:v>
                </c:pt>
                <c:pt idx="6349">
                  <c:v>36939</c:v>
                </c:pt>
                <c:pt idx="6350">
                  <c:v>36938</c:v>
                </c:pt>
                <c:pt idx="6351">
                  <c:v>36937</c:v>
                </c:pt>
                <c:pt idx="6352">
                  <c:v>36936</c:v>
                </c:pt>
                <c:pt idx="6353">
                  <c:v>36935</c:v>
                </c:pt>
                <c:pt idx="6354">
                  <c:v>36934</c:v>
                </c:pt>
                <c:pt idx="6355">
                  <c:v>36932</c:v>
                </c:pt>
                <c:pt idx="6356">
                  <c:v>36931</c:v>
                </c:pt>
                <c:pt idx="6357">
                  <c:v>36930</c:v>
                </c:pt>
                <c:pt idx="6358">
                  <c:v>36929</c:v>
                </c:pt>
                <c:pt idx="6359">
                  <c:v>36928</c:v>
                </c:pt>
                <c:pt idx="6360">
                  <c:v>36927</c:v>
                </c:pt>
                <c:pt idx="6361">
                  <c:v>36925</c:v>
                </c:pt>
                <c:pt idx="6362">
                  <c:v>36924</c:v>
                </c:pt>
                <c:pt idx="6363">
                  <c:v>36923</c:v>
                </c:pt>
                <c:pt idx="6364">
                  <c:v>36922</c:v>
                </c:pt>
                <c:pt idx="6365">
                  <c:v>36921</c:v>
                </c:pt>
                <c:pt idx="6366">
                  <c:v>36920</c:v>
                </c:pt>
                <c:pt idx="6367">
                  <c:v>36918</c:v>
                </c:pt>
                <c:pt idx="6368">
                  <c:v>36917</c:v>
                </c:pt>
                <c:pt idx="6369">
                  <c:v>36913</c:v>
                </c:pt>
                <c:pt idx="6370">
                  <c:v>36911</c:v>
                </c:pt>
                <c:pt idx="6371">
                  <c:v>36910</c:v>
                </c:pt>
                <c:pt idx="6372">
                  <c:v>36909</c:v>
                </c:pt>
                <c:pt idx="6373">
                  <c:v>36908</c:v>
                </c:pt>
                <c:pt idx="6374">
                  <c:v>36907</c:v>
                </c:pt>
                <c:pt idx="6375">
                  <c:v>36906</c:v>
                </c:pt>
                <c:pt idx="6376">
                  <c:v>36904</c:v>
                </c:pt>
                <c:pt idx="6377">
                  <c:v>36903</c:v>
                </c:pt>
                <c:pt idx="6378">
                  <c:v>36902</c:v>
                </c:pt>
                <c:pt idx="6379">
                  <c:v>36901</c:v>
                </c:pt>
                <c:pt idx="6380">
                  <c:v>36900</c:v>
                </c:pt>
                <c:pt idx="6381">
                  <c:v>36899</c:v>
                </c:pt>
                <c:pt idx="6382">
                  <c:v>36897</c:v>
                </c:pt>
                <c:pt idx="6383">
                  <c:v>36896</c:v>
                </c:pt>
                <c:pt idx="6384">
                  <c:v>36895</c:v>
                </c:pt>
                <c:pt idx="6385">
                  <c:v>36894</c:v>
                </c:pt>
                <c:pt idx="6386">
                  <c:v>36893</c:v>
                </c:pt>
                <c:pt idx="6387">
                  <c:v>36890</c:v>
                </c:pt>
                <c:pt idx="6388">
                  <c:v>36889</c:v>
                </c:pt>
                <c:pt idx="6389">
                  <c:v>36888</c:v>
                </c:pt>
                <c:pt idx="6390">
                  <c:v>36887</c:v>
                </c:pt>
                <c:pt idx="6391">
                  <c:v>36886</c:v>
                </c:pt>
                <c:pt idx="6392">
                  <c:v>36883</c:v>
                </c:pt>
                <c:pt idx="6393">
                  <c:v>36882</c:v>
                </c:pt>
                <c:pt idx="6394">
                  <c:v>36881</c:v>
                </c:pt>
                <c:pt idx="6395">
                  <c:v>36880</c:v>
                </c:pt>
                <c:pt idx="6396">
                  <c:v>36879</c:v>
                </c:pt>
                <c:pt idx="6397">
                  <c:v>36878</c:v>
                </c:pt>
                <c:pt idx="6398">
                  <c:v>36876</c:v>
                </c:pt>
                <c:pt idx="6399">
                  <c:v>36875</c:v>
                </c:pt>
                <c:pt idx="6400">
                  <c:v>36874</c:v>
                </c:pt>
                <c:pt idx="6401">
                  <c:v>36873</c:v>
                </c:pt>
                <c:pt idx="6402">
                  <c:v>36872</c:v>
                </c:pt>
                <c:pt idx="6403">
                  <c:v>36871</c:v>
                </c:pt>
                <c:pt idx="6404">
                  <c:v>36869</c:v>
                </c:pt>
                <c:pt idx="6405">
                  <c:v>36868</c:v>
                </c:pt>
                <c:pt idx="6406">
                  <c:v>36867</c:v>
                </c:pt>
                <c:pt idx="6407">
                  <c:v>36866</c:v>
                </c:pt>
                <c:pt idx="6408">
                  <c:v>36865</c:v>
                </c:pt>
                <c:pt idx="6409">
                  <c:v>36864</c:v>
                </c:pt>
                <c:pt idx="6410">
                  <c:v>36862</c:v>
                </c:pt>
                <c:pt idx="6411">
                  <c:v>36861</c:v>
                </c:pt>
                <c:pt idx="6412">
                  <c:v>36860</c:v>
                </c:pt>
                <c:pt idx="6413">
                  <c:v>36859</c:v>
                </c:pt>
                <c:pt idx="6414">
                  <c:v>36858</c:v>
                </c:pt>
                <c:pt idx="6415">
                  <c:v>36857</c:v>
                </c:pt>
                <c:pt idx="6416">
                  <c:v>36855</c:v>
                </c:pt>
                <c:pt idx="6417">
                  <c:v>36854</c:v>
                </c:pt>
                <c:pt idx="6418">
                  <c:v>36853</c:v>
                </c:pt>
                <c:pt idx="6419">
                  <c:v>36852</c:v>
                </c:pt>
                <c:pt idx="6420">
                  <c:v>36851</c:v>
                </c:pt>
                <c:pt idx="6421">
                  <c:v>36850</c:v>
                </c:pt>
                <c:pt idx="6422">
                  <c:v>36848</c:v>
                </c:pt>
                <c:pt idx="6423">
                  <c:v>36847</c:v>
                </c:pt>
                <c:pt idx="6424">
                  <c:v>36846</c:v>
                </c:pt>
                <c:pt idx="6425">
                  <c:v>36845</c:v>
                </c:pt>
                <c:pt idx="6426">
                  <c:v>36844</c:v>
                </c:pt>
                <c:pt idx="6427">
                  <c:v>36843</c:v>
                </c:pt>
                <c:pt idx="6428">
                  <c:v>36841</c:v>
                </c:pt>
                <c:pt idx="6429">
                  <c:v>36840</c:v>
                </c:pt>
                <c:pt idx="6430">
                  <c:v>36839</c:v>
                </c:pt>
                <c:pt idx="6431">
                  <c:v>36838</c:v>
                </c:pt>
                <c:pt idx="6432">
                  <c:v>36837</c:v>
                </c:pt>
                <c:pt idx="6433">
                  <c:v>36836</c:v>
                </c:pt>
                <c:pt idx="6434">
                  <c:v>36834</c:v>
                </c:pt>
                <c:pt idx="6435">
                  <c:v>36833</c:v>
                </c:pt>
                <c:pt idx="6436">
                  <c:v>36832</c:v>
                </c:pt>
                <c:pt idx="6437">
                  <c:v>36831</c:v>
                </c:pt>
                <c:pt idx="6438">
                  <c:v>36830</c:v>
                </c:pt>
                <c:pt idx="6439">
                  <c:v>36829</c:v>
                </c:pt>
                <c:pt idx="6440">
                  <c:v>36827</c:v>
                </c:pt>
                <c:pt idx="6441">
                  <c:v>36826</c:v>
                </c:pt>
                <c:pt idx="6442">
                  <c:v>36825</c:v>
                </c:pt>
                <c:pt idx="6443">
                  <c:v>36824</c:v>
                </c:pt>
                <c:pt idx="6444">
                  <c:v>36823</c:v>
                </c:pt>
                <c:pt idx="6445">
                  <c:v>36822</c:v>
                </c:pt>
                <c:pt idx="6446">
                  <c:v>36820</c:v>
                </c:pt>
                <c:pt idx="6447">
                  <c:v>36819</c:v>
                </c:pt>
                <c:pt idx="6448">
                  <c:v>36818</c:v>
                </c:pt>
                <c:pt idx="6449">
                  <c:v>36817</c:v>
                </c:pt>
                <c:pt idx="6450">
                  <c:v>36816</c:v>
                </c:pt>
                <c:pt idx="6451">
                  <c:v>36815</c:v>
                </c:pt>
                <c:pt idx="6452">
                  <c:v>36813</c:v>
                </c:pt>
                <c:pt idx="6453">
                  <c:v>36812</c:v>
                </c:pt>
                <c:pt idx="6454">
                  <c:v>36811</c:v>
                </c:pt>
                <c:pt idx="6455">
                  <c:v>36810</c:v>
                </c:pt>
                <c:pt idx="6456">
                  <c:v>36809</c:v>
                </c:pt>
                <c:pt idx="6457">
                  <c:v>36808</c:v>
                </c:pt>
                <c:pt idx="6458">
                  <c:v>36806</c:v>
                </c:pt>
                <c:pt idx="6459">
                  <c:v>36805</c:v>
                </c:pt>
                <c:pt idx="6460">
                  <c:v>36804</c:v>
                </c:pt>
                <c:pt idx="6461">
                  <c:v>36803</c:v>
                </c:pt>
                <c:pt idx="6462">
                  <c:v>36801</c:v>
                </c:pt>
                <c:pt idx="6463">
                  <c:v>36799</c:v>
                </c:pt>
                <c:pt idx="6464">
                  <c:v>36798</c:v>
                </c:pt>
                <c:pt idx="6465">
                  <c:v>36797</c:v>
                </c:pt>
                <c:pt idx="6466">
                  <c:v>36796</c:v>
                </c:pt>
                <c:pt idx="6467">
                  <c:v>36795</c:v>
                </c:pt>
                <c:pt idx="6468">
                  <c:v>36794</c:v>
                </c:pt>
                <c:pt idx="6469">
                  <c:v>36792</c:v>
                </c:pt>
                <c:pt idx="6470">
                  <c:v>36791</c:v>
                </c:pt>
                <c:pt idx="6471">
                  <c:v>36790</c:v>
                </c:pt>
                <c:pt idx="6472">
                  <c:v>36789</c:v>
                </c:pt>
                <c:pt idx="6473">
                  <c:v>36788</c:v>
                </c:pt>
                <c:pt idx="6474">
                  <c:v>36787</c:v>
                </c:pt>
                <c:pt idx="6475">
                  <c:v>36785</c:v>
                </c:pt>
                <c:pt idx="6476">
                  <c:v>36784</c:v>
                </c:pt>
                <c:pt idx="6477">
                  <c:v>36783</c:v>
                </c:pt>
                <c:pt idx="6478">
                  <c:v>36778</c:v>
                </c:pt>
                <c:pt idx="6479">
                  <c:v>36777</c:v>
                </c:pt>
                <c:pt idx="6480">
                  <c:v>36776</c:v>
                </c:pt>
                <c:pt idx="6481">
                  <c:v>36775</c:v>
                </c:pt>
                <c:pt idx="6482">
                  <c:v>36774</c:v>
                </c:pt>
                <c:pt idx="6483">
                  <c:v>36773</c:v>
                </c:pt>
                <c:pt idx="6484">
                  <c:v>36771</c:v>
                </c:pt>
                <c:pt idx="6485">
                  <c:v>36770</c:v>
                </c:pt>
                <c:pt idx="6486">
                  <c:v>36769</c:v>
                </c:pt>
                <c:pt idx="6487">
                  <c:v>36768</c:v>
                </c:pt>
                <c:pt idx="6488">
                  <c:v>36767</c:v>
                </c:pt>
                <c:pt idx="6489">
                  <c:v>36766</c:v>
                </c:pt>
                <c:pt idx="6490">
                  <c:v>36764</c:v>
                </c:pt>
                <c:pt idx="6491">
                  <c:v>36763</c:v>
                </c:pt>
                <c:pt idx="6492">
                  <c:v>36762</c:v>
                </c:pt>
                <c:pt idx="6493">
                  <c:v>36761</c:v>
                </c:pt>
                <c:pt idx="6494">
                  <c:v>36760</c:v>
                </c:pt>
                <c:pt idx="6495">
                  <c:v>36759</c:v>
                </c:pt>
                <c:pt idx="6496">
                  <c:v>36757</c:v>
                </c:pt>
                <c:pt idx="6497">
                  <c:v>36756</c:v>
                </c:pt>
                <c:pt idx="6498">
                  <c:v>36755</c:v>
                </c:pt>
                <c:pt idx="6499">
                  <c:v>36754</c:v>
                </c:pt>
                <c:pt idx="6500">
                  <c:v>36752</c:v>
                </c:pt>
                <c:pt idx="6501">
                  <c:v>36750</c:v>
                </c:pt>
                <c:pt idx="6502">
                  <c:v>36749</c:v>
                </c:pt>
                <c:pt idx="6503">
                  <c:v>36748</c:v>
                </c:pt>
                <c:pt idx="6504">
                  <c:v>36747</c:v>
                </c:pt>
                <c:pt idx="6505">
                  <c:v>36746</c:v>
                </c:pt>
                <c:pt idx="6506">
                  <c:v>36745</c:v>
                </c:pt>
                <c:pt idx="6507">
                  <c:v>36743</c:v>
                </c:pt>
                <c:pt idx="6508">
                  <c:v>36742</c:v>
                </c:pt>
                <c:pt idx="6509">
                  <c:v>36741</c:v>
                </c:pt>
                <c:pt idx="6510">
                  <c:v>36740</c:v>
                </c:pt>
                <c:pt idx="6511">
                  <c:v>36739</c:v>
                </c:pt>
                <c:pt idx="6512">
                  <c:v>36738</c:v>
                </c:pt>
                <c:pt idx="6513">
                  <c:v>36736</c:v>
                </c:pt>
                <c:pt idx="6514">
                  <c:v>36735</c:v>
                </c:pt>
                <c:pt idx="6515">
                  <c:v>36734</c:v>
                </c:pt>
                <c:pt idx="6516">
                  <c:v>36733</c:v>
                </c:pt>
                <c:pt idx="6517">
                  <c:v>36732</c:v>
                </c:pt>
                <c:pt idx="6518">
                  <c:v>36731</c:v>
                </c:pt>
                <c:pt idx="6519">
                  <c:v>36729</c:v>
                </c:pt>
                <c:pt idx="6520">
                  <c:v>36728</c:v>
                </c:pt>
                <c:pt idx="6521">
                  <c:v>36727</c:v>
                </c:pt>
                <c:pt idx="6522">
                  <c:v>36726</c:v>
                </c:pt>
                <c:pt idx="6523">
                  <c:v>36725</c:v>
                </c:pt>
                <c:pt idx="6524">
                  <c:v>36722</c:v>
                </c:pt>
                <c:pt idx="6525">
                  <c:v>36721</c:v>
                </c:pt>
                <c:pt idx="6526">
                  <c:v>36720</c:v>
                </c:pt>
                <c:pt idx="6527">
                  <c:v>36719</c:v>
                </c:pt>
                <c:pt idx="6528">
                  <c:v>36718</c:v>
                </c:pt>
                <c:pt idx="6529">
                  <c:v>36717</c:v>
                </c:pt>
                <c:pt idx="6530">
                  <c:v>36715</c:v>
                </c:pt>
                <c:pt idx="6531">
                  <c:v>36714</c:v>
                </c:pt>
                <c:pt idx="6532">
                  <c:v>36713</c:v>
                </c:pt>
                <c:pt idx="6533">
                  <c:v>36712</c:v>
                </c:pt>
                <c:pt idx="6534">
                  <c:v>36711</c:v>
                </c:pt>
                <c:pt idx="6535">
                  <c:v>36710</c:v>
                </c:pt>
                <c:pt idx="6536">
                  <c:v>36708</c:v>
                </c:pt>
                <c:pt idx="6537">
                  <c:v>36707</c:v>
                </c:pt>
                <c:pt idx="6538">
                  <c:v>36706</c:v>
                </c:pt>
                <c:pt idx="6539">
                  <c:v>36705</c:v>
                </c:pt>
                <c:pt idx="6540">
                  <c:v>36704</c:v>
                </c:pt>
                <c:pt idx="6541">
                  <c:v>36703</c:v>
                </c:pt>
                <c:pt idx="6542">
                  <c:v>36701</c:v>
                </c:pt>
                <c:pt idx="6543">
                  <c:v>36700</c:v>
                </c:pt>
                <c:pt idx="6544">
                  <c:v>36699</c:v>
                </c:pt>
                <c:pt idx="6545">
                  <c:v>36698</c:v>
                </c:pt>
                <c:pt idx="6546">
                  <c:v>36697</c:v>
                </c:pt>
                <c:pt idx="6547">
                  <c:v>36696</c:v>
                </c:pt>
                <c:pt idx="6548">
                  <c:v>36694</c:v>
                </c:pt>
                <c:pt idx="6549">
                  <c:v>36693</c:v>
                </c:pt>
                <c:pt idx="6550">
                  <c:v>36692</c:v>
                </c:pt>
                <c:pt idx="6551">
                  <c:v>36691</c:v>
                </c:pt>
                <c:pt idx="6552">
                  <c:v>36690</c:v>
                </c:pt>
                <c:pt idx="6553">
                  <c:v>36689</c:v>
                </c:pt>
                <c:pt idx="6554">
                  <c:v>36687</c:v>
                </c:pt>
                <c:pt idx="6555">
                  <c:v>36686</c:v>
                </c:pt>
                <c:pt idx="6556">
                  <c:v>36685</c:v>
                </c:pt>
                <c:pt idx="6557">
                  <c:v>36684</c:v>
                </c:pt>
                <c:pt idx="6558">
                  <c:v>36682</c:v>
                </c:pt>
                <c:pt idx="6559">
                  <c:v>36680</c:v>
                </c:pt>
                <c:pt idx="6560">
                  <c:v>36679</c:v>
                </c:pt>
                <c:pt idx="6561">
                  <c:v>36678</c:v>
                </c:pt>
                <c:pt idx="6562">
                  <c:v>36677</c:v>
                </c:pt>
                <c:pt idx="6563">
                  <c:v>36676</c:v>
                </c:pt>
                <c:pt idx="6564">
                  <c:v>36675</c:v>
                </c:pt>
                <c:pt idx="6565">
                  <c:v>36673</c:v>
                </c:pt>
                <c:pt idx="6566">
                  <c:v>36672</c:v>
                </c:pt>
                <c:pt idx="6567">
                  <c:v>36671</c:v>
                </c:pt>
                <c:pt idx="6568">
                  <c:v>36670</c:v>
                </c:pt>
                <c:pt idx="6569">
                  <c:v>36669</c:v>
                </c:pt>
                <c:pt idx="6570">
                  <c:v>36668</c:v>
                </c:pt>
                <c:pt idx="6571">
                  <c:v>36666</c:v>
                </c:pt>
                <c:pt idx="6572">
                  <c:v>36665</c:v>
                </c:pt>
                <c:pt idx="6573">
                  <c:v>36664</c:v>
                </c:pt>
                <c:pt idx="6574">
                  <c:v>36663</c:v>
                </c:pt>
                <c:pt idx="6575">
                  <c:v>36662</c:v>
                </c:pt>
                <c:pt idx="6576">
                  <c:v>36661</c:v>
                </c:pt>
                <c:pt idx="6577">
                  <c:v>36659</c:v>
                </c:pt>
                <c:pt idx="6578">
                  <c:v>36658</c:v>
                </c:pt>
                <c:pt idx="6579">
                  <c:v>36656</c:v>
                </c:pt>
                <c:pt idx="6580">
                  <c:v>36655</c:v>
                </c:pt>
                <c:pt idx="6581">
                  <c:v>36654</c:v>
                </c:pt>
                <c:pt idx="6582">
                  <c:v>36652</c:v>
                </c:pt>
                <c:pt idx="6583">
                  <c:v>36650</c:v>
                </c:pt>
                <c:pt idx="6584">
                  <c:v>36649</c:v>
                </c:pt>
                <c:pt idx="6585">
                  <c:v>36648</c:v>
                </c:pt>
                <c:pt idx="6586">
                  <c:v>36645</c:v>
                </c:pt>
                <c:pt idx="6587">
                  <c:v>36644</c:v>
                </c:pt>
                <c:pt idx="6588">
                  <c:v>36643</c:v>
                </c:pt>
                <c:pt idx="6589">
                  <c:v>36642</c:v>
                </c:pt>
                <c:pt idx="6590">
                  <c:v>36641</c:v>
                </c:pt>
                <c:pt idx="6591">
                  <c:v>36640</c:v>
                </c:pt>
                <c:pt idx="6592">
                  <c:v>36638</c:v>
                </c:pt>
                <c:pt idx="6593">
                  <c:v>36637</c:v>
                </c:pt>
                <c:pt idx="6594">
                  <c:v>36636</c:v>
                </c:pt>
                <c:pt idx="6595">
                  <c:v>36635</c:v>
                </c:pt>
                <c:pt idx="6596">
                  <c:v>36634</c:v>
                </c:pt>
                <c:pt idx="6597">
                  <c:v>36633</c:v>
                </c:pt>
                <c:pt idx="6598">
                  <c:v>36631</c:v>
                </c:pt>
                <c:pt idx="6599">
                  <c:v>36630</c:v>
                </c:pt>
                <c:pt idx="6600">
                  <c:v>36628</c:v>
                </c:pt>
                <c:pt idx="6601">
                  <c:v>36627</c:v>
                </c:pt>
                <c:pt idx="6602">
                  <c:v>36626</c:v>
                </c:pt>
                <c:pt idx="6603">
                  <c:v>36624</c:v>
                </c:pt>
                <c:pt idx="6604">
                  <c:v>36623</c:v>
                </c:pt>
                <c:pt idx="6605">
                  <c:v>36622</c:v>
                </c:pt>
                <c:pt idx="6606">
                  <c:v>36620</c:v>
                </c:pt>
                <c:pt idx="6607">
                  <c:v>36619</c:v>
                </c:pt>
                <c:pt idx="6608">
                  <c:v>36617</c:v>
                </c:pt>
                <c:pt idx="6609">
                  <c:v>36616</c:v>
                </c:pt>
                <c:pt idx="6610">
                  <c:v>36615</c:v>
                </c:pt>
                <c:pt idx="6611">
                  <c:v>36614</c:v>
                </c:pt>
                <c:pt idx="6612">
                  <c:v>36613</c:v>
                </c:pt>
                <c:pt idx="6613">
                  <c:v>36612</c:v>
                </c:pt>
                <c:pt idx="6614">
                  <c:v>36610</c:v>
                </c:pt>
                <c:pt idx="6615">
                  <c:v>36609</c:v>
                </c:pt>
                <c:pt idx="6616">
                  <c:v>36608</c:v>
                </c:pt>
                <c:pt idx="6617">
                  <c:v>36607</c:v>
                </c:pt>
                <c:pt idx="6618">
                  <c:v>36606</c:v>
                </c:pt>
                <c:pt idx="6619">
                  <c:v>36605</c:v>
                </c:pt>
                <c:pt idx="6620">
                  <c:v>36603</c:v>
                </c:pt>
                <c:pt idx="6621">
                  <c:v>36602</c:v>
                </c:pt>
                <c:pt idx="6622">
                  <c:v>36601</c:v>
                </c:pt>
                <c:pt idx="6623">
                  <c:v>36600</c:v>
                </c:pt>
                <c:pt idx="6624">
                  <c:v>36599</c:v>
                </c:pt>
                <c:pt idx="6625">
                  <c:v>36598</c:v>
                </c:pt>
                <c:pt idx="6626">
                  <c:v>36596</c:v>
                </c:pt>
                <c:pt idx="6627">
                  <c:v>36595</c:v>
                </c:pt>
                <c:pt idx="6628">
                  <c:v>36594</c:v>
                </c:pt>
                <c:pt idx="6629">
                  <c:v>36593</c:v>
                </c:pt>
                <c:pt idx="6630">
                  <c:v>36592</c:v>
                </c:pt>
                <c:pt idx="6631">
                  <c:v>36591</c:v>
                </c:pt>
                <c:pt idx="6632">
                  <c:v>36589</c:v>
                </c:pt>
                <c:pt idx="6633">
                  <c:v>36588</c:v>
                </c:pt>
                <c:pt idx="6634">
                  <c:v>36587</c:v>
                </c:pt>
                <c:pt idx="6635">
                  <c:v>36585</c:v>
                </c:pt>
                <c:pt idx="6636">
                  <c:v>36584</c:v>
                </c:pt>
                <c:pt idx="6637">
                  <c:v>36582</c:v>
                </c:pt>
                <c:pt idx="6638">
                  <c:v>36581</c:v>
                </c:pt>
                <c:pt idx="6639">
                  <c:v>36580</c:v>
                </c:pt>
                <c:pt idx="6640">
                  <c:v>36579</c:v>
                </c:pt>
                <c:pt idx="6641">
                  <c:v>36578</c:v>
                </c:pt>
                <c:pt idx="6642">
                  <c:v>36577</c:v>
                </c:pt>
                <c:pt idx="6643">
                  <c:v>36575</c:v>
                </c:pt>
                <c:pt idx="6644">
                  <c:v>36574</c:v>
                </c:pt>
                <c:pt idx="6645">
                  <c:v>36573</c:v>
                </c:pt>
                <c:pt idx="6646">
                  <c:v>36572</c:v>
                </c:pt>
                <c:pt idx="6647">
                  <c:v>36571</c:v>
                </c:pt>
                <c:pt idx="6648">
                  <c:v>36570</c:v>
                </c:pt>
                <c:pt idx="6649">
                  <c:v>36568</c:v>
                </c:pt>
                <c:pt idx="6650">
                  <c:v>36567</c:v>
                </c:pt>
                <c:pt idx="6651">
                  <c:v>36566</c:v>
                </c:pt>
                <c:pt idx="6652">
                  <c:v>36565</c:v>
                </c:pt>
                <c:pt idx="6653">
                  <c:v>36564</c:v>
                </c:pt>
                <c:pt idx="6654">
                  <c:v>36563</c:v>
                </c:pt>
                <c:pt idx="6655">
                  <c:v>36559</c:v>
                </c:pt>
                <c:pt idx="6656">
                  <c:v>36558</c:v>
                </c:pt>
                <c:pt idx="6657">
                  <c:v>36557</c:v>
                </c:pt>
                <c:pt idx="6658">
                  <c:v>36556</c:v>
                </c:pt>
                <c:pt idx="6659">
                  <c:v>36554</c:v>
                </c:pt>
                <c:pt idx="6660">
                  <c:v>36553</c:v>
                </c:pt>
                <c:pt idx="6661">
                  <c:v>36552</c:v>
                </c:pt>
                <c:pt idx="6662">
                  <c:v>36551</c:v>
                </c:pt>
                <c:pt idx="6663">
                  <c:v>36550</c:v>
                </c:pt>
                <c:pt idx="6664">
                  <c:v>36549</c:v>
                </c:pt>
                <c:pt idx="6665">
                  <c:v>36547</c:v>
                </c:pt>
                <c:pt idx="6666">
                  <c:v>36546</c:v>
                </c:pt>
                <c:pt idx="6667">
                  <c:v>36545</c:v>
                </c:pt>
                <c:pt idx="6668">
                  <c:v>36544</c:v>
                </c:pt>
                <c:pt idx="6669">
                  <c:v>36543</c:v>
                </c:pt>
                <c:pt idx="6670">
                  <c:v>36542</c:v>
                </c:pt>
                <c:pt idx="6671">
                  <c:v>36540</c:v>
                </c:pt>
                <c:pt idx="6672">
                  <c:v>36539</c:v>
                </c:pt>
                <c:pt idx="6673">
                  <c:v>36538</c:v>
                </c:pt>
                <c:pt idx="6674">
                  <c:v>36537</c:v>
                </c:pt>
                <c:pt idx="6675">
                  <c:v>36536</c:v>
                </c:pt>
                <c:pt idx="6676">
                  <c:v>36535</c:v>
                </c:pt>
                <c:pt idx="6677">
                  <c:v>36533</c:v>
                </c:pt>
                <c:pt idx="6678">
                  <c:v>36532</c:v>
                </c:pt>
                <c:pt idx="6679">
                  <c:v>36531</c:v>
                </c:pt>
              </c:numCache>
            </c:numRef>
          </c:cat>
          <c:val>
            <c:numRef>
              <c:f>【杠杆与融资风险】强制平仓规模【资金与仓位】待入市保证金!$C$8:$C$6687</c:f>
              <c:numCache>
                <c:formatCode>#,##0.00_ </c:formatCode>
                <c:ptCount val="6680"/>
                <c:pt idx="0">
                  <c:v>126604894</c:v>
                </c:pt>
                <c:pt idx="1">
                  <c:v>126992350</c:v>
                </c:pt>
                <c:pt idx="2">
                  <c:v>136552702</c:v>
                </c:pt>
                <c:pt idx="3">
                  <c:v>136831367</c:v>
                </c:pt>
                <c:pt idx="4">
                  <c:v>132185720</c:v>
                </c:pt>
                <c:pt idx="5">
                  <c:v>129353455</c:v>
                </c:pt>
                <c:pt idx="6">
                  <c:v>128408618</c:v>
                </c:pt>
                <c:pt idx="7">
                  <c:v>124632043</c:v>
                </c:pt>
                <c:pt idx="8">
                  <c:v>124551647</c:v>
                </c:pt>
                <c:pt idx="9">
                  <c:v>120581711</c:v>
                </c:pt>
                <c:pt idx="10">
                  <c:v>121056634</c:v>
                </c:pt>
                <c:pt idx="11">
                  <c:v>127371833</c:v>
                </c:pt>
                <c:pt idx="12">
                  <c:v>127606552</c:v>
                </c:pt>
                <c:pt idx="13">
                  <c:v>130118913</c:v>
                </c:pt>
                <c:pt idx="14">
                  <c:v>136384688</c:v>
                </c:pt>
                <c:pt idx="15">
                  <c:v>134234434</c:v>
                </c:pt>
                <c:pt idx="16">
                  <c:v>139694762</c:v>
                </c:pt>
                <c:pt idx="17">
                  <c:v>136811118</c:v>
                </c:pt>
                <c:pt idx="18">
                  <c:v>132599248</c:v>
                </c:pt>
                <c:pt idx="19">
                  <c:v>131585593</c:v>
                </c:pt>
                <c:pt idx="20">
                  <c:v>131131823</c:v>
                </c:pt>
                <c:pt idx="21">
                  <c:v>128574969</c:v>
                </c:pt>
                <c:pt idx="22">
                  <c:v>124576854</c:v>
                </c:pt>
                <c:pt idx="23">
                  <c:v>121245209</c:v>
                </c:pt>
                <c:pt idx="24">
                  <c:v>122381941</c:v>
                </c:pt>
                <c:pt idx="25">
                  <c:v>125643978</c:v>
                </c:pt>
                <c:pt idx="26">
                  <c:v>126959944</c:v>
                </c:pt>
                <c:pt idx="27">
                  <c:v>132985285</c:v>
                </c:pt>
                <c:pt idx="28">
                  <c:v>132859687</c:v>
                </c:pt>
                <c:pt idx="29">
                  <c:v>133508767</c:v>
                </c:pt>
                <c:pt idx="30">
                  <c:v>137120084</c:v>
                </c:pt>
                <c:pt idx="31">
                  <c:v>137417444</c:v>
                </c:pt>
                <c:pt idx="32">
                  <c:v>134098716</c:v>
                </c:pt>
                <c:pt idx="33">
                  <c:v>135299146</c:v>
                </c:pt>
                <c:pt idx="34">
                  <c:v>136989027</c:v>
                </c:pt>
                <c:pt idx="35">
                  <c:v>130743350</c:v>
                </c:pt>
                <c:pt idx="36">
                  <c:v>124840571</c:v>
                </c:pt>
                <c:pt idx="37">
                  <c:v>124759101</c:v>
                </c:pt>
                <c:pt idx="38">
                  <c:v>129732118</c:v>
                </c:pt>
                <c:pt idx="39">
                  <c:v>127413417</c:v>
                </c:pt>
                <c:pt idx="40">
                  <c:v>125950282</c:v>
                </c:pt>
                <c:pt idx="41">
                  <c:v>125686926</c:v>
                </c:pt>
                <c:pt idx="42">
                  <c:v>126035131</c:v>
                </c:pt>
                <c:pt idx="43">
                  <c:v>122538133</c:v>
                </c:pt>
                <c:pt idx="44">
                  <c:v>121286062</c:v>
                </c:pt>
                <c:pt idx="45">
                  <c:v>121817265</c:v>
                </c:pt>
                <c:pt idx="46">
                  <c:v>120585455</c:v>
                </c:pt>
                <c:pt idx="47">
                  <c:v>119074288</c:v>
                </c:pt>
                <c:pt idx="48">
                  <c:v>117165120</c:v>
                </c:pt>
                <c:pt idx="49">
                  <c:v>117672486</c:v>
                </c:pt>
                <c:pt idx="50">
                  <c:v>116107492</c:v>
                </c:pt>
                <c:pt idx="51">
                  <c:v>115364212</c:v>
                </c:pt>
                <c:pt idx="52">
                  <c:v>112807019</c:v>
                </c:pt>
                <c:pt idx="53">
                  <c:v>109833228</c:v>
                </c:pt>
                <c:pt idx="54">
                  <c:v>108921448</c:v>
                </c:pt>
                <c:pt idx="55">
                  <c:v>107467398</c:v>
                </c:pt>
                <c:pt idx="56">
                  <c:v>109016507</c:v>
                </c:pt>
                <c:pt idx="57">
                  <c:v>108573983</c:v>
                </c:pt>
                <c:pt idx="58">
                  <c:v>111676635</c:v>
                </c:pt>
                <c:pt idx="59">
                  <c:v>110288948</c:v>
                </c:pt>
                <c:pt idx="60">
                  <c:v>111074174</c:v>
                </c:pt>
                <c:pt idx="61">
                  <c:v>112837249</c:v>
                </c:pt>
                <c:pt idx="62">
                  <c:v>111579004</c:v>
                </c:pt>
                <c:pt idx="63">
                  <c:v>108849805</c:v>
                </c:pt>
                <c:pt idx="64">
                  <c:v>119759946</c:v>
                </c:pt>
                <c:pt idx="65">
                  <c:v>121899192</c:v>
                </c:pt>
                <c:pt idx="66">
                  <c:v>120696831</c:v>
                </c:pt>
                <c:pt idx="67">
                  <c:v>115644268</c:v>
                </c:pt>
                <c:pt idx="68">
                  <c:v>112280744</c:v>
                </c:pt>
                <c:pt idx="69">
                  <c:v>114778257</c:v>
                </c:pt>
                <c:pt idx="70">
                  <c:v>117801150</c:v>
                </c:pt>
                <c:pt idx="71">
                  <c:v>119696048</c:v>
                </c:pt>
                <c:pt idx="72">
                  <c:v>120146171</c:v>
                </c:pt>
                <c:pt idx="73">
                  <c:v>119027974</c:v>
                </c:pt>
                <c:pt idx="74">
                  <c:v>125584440</c:v>
                </c:pt>
                <c:pt idx="75">
                  <c:v>127421841</c:v>
                </c:pt>
                <c:pt idx="76">
                  <c:v>129957423</c:v>
                </c:pt>
                <c:pt idx="77">
                  <c:v>130887316</c:v>
                </c:pt>
                <c:pt idx="78">
                  <c:v>132068238</c:v>
                </c:pt>
                <c:pt idx="79">
                  <c:v>129818794</c:v>
                </c:pt>
                <c:pt idx="80">
                  <c:v>118748760</c:v>
                </c:pt>
                <c:pt idx="81">
                  <c:v>119483202</c:v>
                </c:pt>
                <c:pt idx="82">
                  <c:v>109467654</c:v>
                </c:pt>
                <c:pt idx="83">
                  <c:v>107903182</c:v>
                </c:pt>
                <c:pt idx="84">
                  <c:v>108290073</c:v>
                </c:pt>
                <c:pt idx="85">
                  <c:v>104129136</c:v>
                </c:pt>
                <c:pt idx="86">
                  <c:v>106570048</c:v>
                </c:pt>
                <c:pt idx="87">
                  <c:v>99273599</c:v>
                </c:pt>
                <c:pt idx="88">
                  <c:v>103018385</c:v>
                </c:pt>
                <c:pt idx="89">
                  <c:v>98163375</c:v>
                </c:pt>
                <c:pt idx="90">
                  <c:v>95299599</c:v>
                </c:pt>
                <c:pt idx="91">
                  <c:v>98590517</c:v>
                </c:pt>
                <c:pt idx="92">
                  <c:v>109009927</c:v>
                </c:pt>
                <c:pt idx="93">
                  <c:v>104866667</c:v>
                </c:pt>
                <c:pt idx="94">
                  <c:v>100817155</c:v>
                </c:pt>
                <c:pt idx="95">
                  <c:v>105584468</c:v>
                </c:pt>
                <c:pt idx="96">
                  <c:v>111296538</c:v>
                </c:pt>
                <c:pt idx="97">
                  <c:v>106032452</c:v>
                </c:pt>
                <c:pt idx="98">
                  <c:v>103707195</c:v>
                </c:pt>
                <c:pt idx="99">
                  <c:v>103362323</c:v>
                </c:pt>
                <c:pt idx="100">
                  <c:v>100282602</c:v>
                </c:pt>
                <c:pt idx="101">
                  <c:v>97540543</c:v>
                </c:pt>
                <c:pt idx="102">
                  <c:v>93809507</c:v>
                </c:pt>
                <c:pt idx="103">
                  <c:v>95727595</c:v>
                </c:pt>
                <c:pt idx="104">
                  <c:v>96331743</c:v>
                </c:pt>
                <c:pt idx="105">
                  <c:v>95525974</c:v>
                </c:pt>
                <c:pt idx="106">
                  <c:v>93862316</c:v>
                </c:pt>
                <c:pt idx="107">
                  <c:v>91218177</c:v>
                </c:pt>
                <c:pt idx="108">
                  <c:v>92603047</c:v>
                </c:pt>
                <c:pt idx="109">
                  <c:v>89309938</c:v>
                </c:pt>
                <c:pt idx="110">
                  <c:v>88048929</c:v>
                </c:pt>
                <c:pt idx="111">
                  <c:v>88988049</c:v>
                </c:pt>
                <c:pt idx="112">
                  <c:v>88872017</c:v>
                </c:pt>
                <c:pt idx="113">
                  <c:v>92853739</c:v>
                </c:pt>
                <c:pt idx="114">
                  <c:v>89765035</c:v>
                </c:pt>
                <c:pt idx="115">
                  <c:v>88633858</c:v>
                </c:pt>
                <c:pt idx="116">
                  <c:v>89130391</c:v>
                </c:pt>
                <c:pt idx="117">
                  <c:v>89521075</c:v>
                </c:pt>
                <c:pt idx="118">
                  <c:v>87829057</c:v>
                </c:pt>
                <c:pt idx="119">
                  <c:v>87398579</c:v>
                </c:pt>
                <c:pt idx="120">
                  <c:v>86475780</c:v>
                </c:pt>
                <c:pt idx="121">
                  <c:v>85425076</c:v>
                </c:pt>
                <c:pt idx="122">
                  <c:v>83304002</c:v>
                </c:pt>
                <c:pt idx="123">
                  <c:v>81076938</c:v>
                </c:pt>
                <c:pt idx="124">
                  <c:v>81719604</c:v>
                </c:pt>
                <c:pt idx="125">
                  <c:v>81034422</c:v>
                </c:pt>
                <c:pt idx="126">
                  <c:v>81710726</c:v>
                </c:pt>
                <c:pt idx="127">
                  <c:v>83526293</c:v>
                </c:pt>
                <c:pt idx="128">
                  <c:v>84352786</c:v>
                </c:pt>
                <c:pt idx="129">
                  <c:v>82864679</c:v>
                </c:pt>
                <c:pt idx="130">
                  <c:v>83941863</c:v>
                </c:pt>
                <c:pt idx="131">
                  <c:v>81641531</c:v>
                </c:pt>
                <c:pt idx="132">
                  <c:v>80566459</c:v>
                </c:pt>
                <c:pt idx="133">
                  <c:v>80575403</c:v>
                </c:pt>
                <c:pt idx="134">
                  <c:v>79385990</c:v>
                </c:pt>
                <c:pt idx="135">
                  <c:v>78137070</c:v>
                </c:pt>
                <c:pt idx="136">
                  <c:v>77406998</c:v>
                </c:pt>
                <c:pt idx="137">
                  <c:v>76964366</c:v>
                </c:pt>
                <c:pt idx="138">
                  <c:v>77067324</c:v>
                </c:pt>
                <c:pt idx="139">
                  <c:v>80176651</c:v>
                </c:pt>
                <c:pt idx="140">
                  <c:v>77911992</c:v>
                </c:pt>
                <c:pt idx="141">
                  <c:v>77471172</c:v>
                </c:pt>
                <c:pt idx="142">
                  <c:v>77954553</c:v>
                </c:pt>
                <c:pt idx="143">
                  <c:v>75622307</c:v>
                </c:pt>
                <c:pt idx="144">
                  <c:v>80195335</c:v>
                </c:pt>
                <c:pt idx="145">
                  <c:v>78826325</c:v>
                </c:pt>
                <c:pt idx="146">
                  <c:v>78212051</c:v>
                </c:pt>
                <c:pt idx="147">
                  <c:v>80027611</c:v>
                </c:pt>
                <c:pt idx="148">
                  <c:v>79661502</c:v>
                </c:pt>
                <c:pt idx="149">
                  <c:v>85944802</c:v>
                </c:pt>
                <c:pt idx="150">
                  <c:v>82724559</c:v>
                </c:pt>
                <c:pt idx="151">
                  <c:v>82584491</c:v>
                </c:pt>
                <c:pt idx="152">
                  <c:v>82468593</c:v>
                </c:pt>
                <c:pt idx="153">
                  <c:v>83030408</c:v>
                </c:pt>
                <c:pt idx="154">
                  <c:v>83109660</c:v>
                </c:pt>
                <c:pt idx="155">
                  <c:v>85722161</c:v>
                </c:pt>
                <c:pt idx="156">
                  <c:v>86955673</c:v>
                </c:pt>
                <c:pt idx="157">
                  <c:v>88270869</c:v>
                </c:pt>
                <c:pt idx="158">
                  <c:v>86832592</c:v>
                </c:pt>
                <c:pt idx="159">
                  <c:v>86770436</c:v>
                </c:pt>
                <c:pt idx="160">
                  <c:v>85456932</c:v>
                </c:pt>
                <c:pt idx="161">
                  <c:v>85713610</c:v>
                </c:pt>
                <c:pt idx="162">
                  <c:v>85915908</c:v>
                </c:pt>
                <c:pt idx="163">
                  <c:v>83873131</c:v>
                </c:pt>
                <c:pt idx="164">
                  <c:v>81091075</c:v>
                </c:pt>
                <c:pt idx="165">
                  <c:v>79482481</c:v>
                </c:pt>
                <c:pt idx="166">
                  <c:v>80168381</c:v>
                </c:pt>
                <c:pt idx="167">
                  <c:v>80480303</c:v>
                </c:pt>
                <c:pt idx="168">
                  <c:v>80329780</c:v>
                </c:pt>
                <c:pt idx="169">
                  <c:v>80625741</c:v>
                </c:pt>
                <c:pt idx="170">
                  <c:v>78314510</c:v>
                </c:pt>
                <c:pt idx="171">
                  <c:v>76537436</c:v>
                </c:pt>
                <c:pt idx="172">
                  <c:v>78651417</c:v>
                </c:pt>
                <c:pt idx="173">
                  <c:v>79974887</c:v>
                </c:pt>
                <c:pt idx="174">
                  <c:v>80190101</c:v>
                </c:pt>
                <c:pt idx="175">
                  <c:v>76322460</c:v>
                </c:pt>
                <c:pt idx="176">
                  <c:v>73135876</c:v>
                </c:pt>
                <c:pt idx="177">
                  <c:v>76530136</c:v>
                </c:pt>
                <c:pt idx="178">
                  <c:v>76447369</c:v>
                </c:pt>
                <c:pt idx="179">
                  <c:v>76808482</c:v>
                </c:pt>
                <c:pt idx="180">
                  <c:v>75617889</c:v>
                </c:pt>
                <c:pt idx="181">
                  <c:v>75995189</c:v>
                </c:pt>
                <c:pt idx="182">
                  <c:v>75197067</c:v>
                </c:pt>
                <c:pt idx="183">
                  <c:v>74921264</c:v>
                </c:pt>
                <c:pt idx="184">
                  <c:v>73560788</c:v>
                </c:pt>
                <c:pt idx="185">
                  <c:v>72551874</c:v>
                </c:pt>
                <c:pt idx="186">
                  <c:v>73606507</c:v>
                </c:pt>
                <c:pt idx="187">
                  <c:v>73025829</c:v>
                </c:pt>
                <c:pt idx="188">
                  <c:v>74928122</c:v>
                </c:pt>
                <c:pt idx="189">
                  <c:v>74764367</c:v>
                </c:pt>
                <c:pt idx="190">
                  <c:v>72887328</c:v>
                </c:pt>
                <c:pt idx="191">
                  <c:v>71011813</c:v>
                </c:pt>
                <c:pt idx="192">
                  <c:v>70590693</c:v>
                </c:pt>
                <c:pt idx="193">
                  <c:v>68378500</c:v>
                </c:pt>
                <c:pt idx="194">
                  <c:v>65800881</c:v>
                </c:pt>
                <c:pt idx="195">
                  <c:v>64979582</c:v>
                </c:pt>
                <c:pt idx="196">
                  <c:v>65940333</c:v>
                </c:pt>
                <c:pt idx="197">
                  <c:v>65459551</c:v>
                </c:pt>
                <c:pt idx="198">
                  <c:v>66185769</c:v>
                </c:pt>
                <c:pt idx="199">
                  <c:v>68477259</c:v>
                </c:pt>
                <c:pt idx="200">
                  <c:v>66299202</c:v>
                </c:pt>
                <c:pt idx="201">
                  <c:v>67359049</c:v>
                </c:pt>
                <c:pt idx="202">
                  <c:v>66861747</c:v>
                </c:pt>
                <c:pt idx="203">
                  <c:v>68274038</c:v>
                </c:pt>
                <c:pt idx="204">
                  <c:v>66124843</c:v>
                </c:pt>
                <c:pt idx="205">
                  <c:v>66622228</c:v>
                </c:pt>
                <c:pt idx="206">
                  <c:v>67463145</c:v>
                </c:pt>
                <c:pt idx="207">
                  <c:v>68508197</c:v>
                </c:pt>
                <c:pt idx="208">
                  <c:v>67492992</c:v>
                </c:pt>
                <c:pt idx="209">
                  <c:v>67601908</c:v>
                </c:pt>
                <c:pt idx="210">
                  <c:v>69397303</c:v>
                </c:pt>
                <c:pt idx="211">
                  <c:v>67833939</c:v>
                </c:pt>
                <c:pt idx="212">
                  <c:v>68083551</c:v>
                </c:pt>
                <c:pt idx="213">
                  <c:v>67961833</c:v>
                </c:pt>
                <c:pt idx="214">
                  <c:v>67490593</c:v>
                </c:pt>
                <c:pt idx="215">
                  <c:v>66876509</c:v>
                </c:pt>
                <c:pt idx="216">
                  <c:v>66281131</c:v>
                </c:pt>
                <c:pt idx="217">
                  <c:v>67008067</c:v>
                </c:pt>
                <c:pt idx="218">
                  <c:v>70294315</c:v>
                </c:pt>
                <c:pt idx="219">
                  <c:v>71777723</c:v>
                </c:pt>
                <c:pt idx="220">
                  <c:v>68685235</c:v>
                </c:pt>
                <c:pt idx="221">
                  <c:v>68236779</c:v>
                </c:pt>
                <c:pt idx="222">
                  <c:v>67357704</c:v>
                </c:pt>
                <c:pt idx="223">
                  <c:v>67724782</c:v>
                </c:pt>
                <c:pt idx="224">
                  <c:v>65162253</c:v>
                </c:pt>
                <c:pt idx="225">
                  <c:v>64766556</c:v>
                </c:pt>
                <c:pt idx="226">
                  <c:v>66402278</c:v>
                </c:pt>
                <c:pt idx="227">
                  <c:v>65607845</c:v>
                </c:pt>
                <c:pt idx="228">
                  <c:v>65265402</c:v>
                </c:pt>
                <c:pt idx="229">
                  <c:v>65364424</c:v>
                </c:pt>
                <c:pt idx="230">
                  <c:v>66634991</c:v>
                </c:pt>
                <c:pt idx="231">
                  <c:v>65595894</c:v>
                </c:pt>
                <c:pt idx="232">
                  <c:v>66852063</c:v>
                </c:pt>
                <c:pt idx="233">
                  <c:v>68081493</c:v>
                </c:pt>
                <c:pt idx="234">
                  <c:v>66369233</c:v>
                </c:pt>
                <c:pt idx="235">
                  <c:v>65937053</c:v>
                </c:pt>
                <c:pt idx="236">
                  <c:v>65195774</c:v>
                </c:pt>
                <c:pt idx="237">
                  <c:v>66503811</c:v>
                </c:pt>
                <c:pt idx="238">
                  <c:v>67337759</c:v>
                </c:pt>
                <c:pt idx="239">
                  <c:v>65383990</c:v>
                </c:pt>
                <c:pt idx="240">
                  <c:v>66285116</c:v>
                </c:pt>
                <c:pt idx="241">
                  <c:v>66053345</c:v>
                </c:pt>
                <c:pt idx="242">
                  <c:v>70413289</c:v>
                </c:pt>
                <c:pt idx="243">
                  <c:v>68972400</c:v>
                </c:pt>
                <c:pt idx="244">
                  <c:v>67712740</c:v>
                </c:pt>
                <c:pt idx="245">
                  <c:v>69055963</c:v>
                </c:pt>
                <c:pt idx="246">
                  <c:v>66676929</c:v>
                </c:pt>
                <c:pt idx="247">
                  <c:v>66411445</c:v>
                </c:pt>
                <c:pt idx="248">
                  <c:v>65017255</c:v>
                </c:pt>
                <c:pt idx="249">
                  <c:v>64214361</c:v>
                </c:pt>
                <c:pt idx="250">
                  <c:v>63604817</c:v>
                </c:pt>
                <c:pt idx="251">
                  <c:v>63498938</c:v>
                </c:pt>
                <c:pt idx="252">
                  <c:v>65020221</c:v>
                </c:pt>
                <c:pt idx="253">
                  <c:v>64965825</c:v>
                </c:pt>
                <c:pt idx="254">
                  <c:v>63819596</c:v>
                </c:pt>
                <c:pt idx="255">
                  <c:v>62944457</c:v>
                </c:pt>
                <c:pt idx="256">
                  <c:v>61982196</c:v>
                </c:pt>
                <c:pt idx="257">
                  <c:v>62349794</c:v>
                </c:pt>
                <c:pt idx="258">
                  <c:v>59660312</c:v>
                </c:pt>
                <c:pt idx="259">
                  <c:v>58369719</c:v>
                </c:pt>
                <c:pt idx="260">
                  <c:v>60035306</c:v>
                </c:pt>
                <c:pt idx="261">
                  <c:v>60188565</c:v>
                </c:pt>
                <c:pt idx="262">
                  <c:v>57297162</c:v>
                </c:pt>
                <c:pt idx="263">
                  <c:v>58029086</c:v>
                </c:pt>
                <c:pt idx="264">
                  <c:v>56402864</c:v>
                </c:pt>
                <c:pt idx="265">
                  <c:v>57500411</c:v>
                </c:pt>
                <c:pt idx="266">
                  <c:v>56756516</c:v>
                </c:pt>
                <c:pt idx="267">
                  <c:v>56750014</c:v>
                </c:pt>
                <c:pt idx="268">
                  <c:v>56212991</c:v>
                </c:pt>
                <c:pt idx="269">
                  <c:v>56101266</c:v>
                </c:pt>
                <c:pt idx="270">
                  <c:v>56545822</c:v>
                </c:pt>
                <c:pt idx="271">
                  <c:v>56185030</c:v>
                </c:pt>
                <c:pt idx="272">
                  <c:v>56274366</c:v>
                </c:pt>
                <c:pt idx="273">
                  <c:v>56518593</c:v>
                </c:pt>
                <c:pt idx="274">
                  <c:v>57471284</c:v>
                </c:pt>
                <c:pt idx="275">
                  <c:v>55206493</c:v>
                </c:pt>
                <c:pt idx="276">
                  <c:v>56162461</c:v>
                </c:pt>
                <c:pt idx="277">
                  <c:v>54262394</c:v>
                </c:pt>
                <c:pt idx="278">
                  <c:v>56436361</c:v>
                </c:pt>
                <c:pt idx="279">
                  <c:v>56449422</c:v>
                </c:pt>
                <c:pt idx="280">
                  <c:v>56530870</c:v>
                </c:pt>
                <c:pt idx="281">
                  <c:v>57547610</c:v>
                </c:pt>
                <c:pt idx="282">
                  <c:v>57561498</c:v>
                </c:pt>
                <c:pt idx="283">
                  <c:v>55941685</c:v>
                </c:pt>
                <c:pt idx="284">
                  <c:v>55310304</c:v>
                </c:pt>
                <c:pt idx="285">
                  <c:v>54307578</c:v>
                </c:pt>
                <c:pt idx="286">
                  <c:v>54397449</c:v>
                </c:pt>
                <c:pt idx="287">
                  <c:v>53962600</c:v>
                </c:pt>
                <c:pt idx="288">
                  <c:v>53836524</c:v>
                </c:pt>
                <c:pt idx="289">
                  <c:v>53824750</c:v>
                </c:pt>
                <c:pt idx="290">
                  <c:v>53633088</c:v>
                </c:pt>
                <c:pt idx="291">
                  <c:v>52977268</c:v>
                </c:pt>
                <c:pt idx="292">
                  <c:v>54754228</c:v>
                </c:pt>
                <c:pt idx="293">
                  <c:v>54875870</c:v>
                </c:pt>
                <c:pt idx="294">
                  <c:v>53618358</c:v>
                </c:pt>
                <c:pt idx="295">
                  <c:v>54692394</c:v>
                </c:pt>
                <c:pt idx="296">
                  <c:v>54160437</c:v>
                </c:pt>
                <c:pt idx="297">
                  <c:v>55909187</c:v>
                </c:pt>
                <c:pt idx="298">
                  <c:v>57843409</c:v>
                </c:pt>
                <c:pt idx="299">
                  <c:v>55607731</c:v>
                </c:pt>
                <c:pt idx="300">
                  <c:v>55320004</c:v>
                </c:pt>
                <c:pt idx="301">
                  <c:v>54357742</c:v>
                </c:pt>
                <c:pt idx="302">
                  <c:v>59496706</c:v>
                </c:pt>
                <c:pt idx="303">
                  <c:v>58474325</c:v>
                </c:pt>
                <c:pt idx="304">
                  <c:v>56932752</c:v>
                </c:pt>
                <c:pt idx="305">
                  <c:v>54693639</c:v>
                </c:pt>
                <c:pt idx="306">
                  <c:v>55671371</c:v>
                </c:pt>
                <c:pt idx="307">
                  <c:v>55162222</c:v>
                </c:pt>
                <c:pt idx="308">
                  <c:v>53282249</c:v>
                </c:pt>
                <c:pt idx="309">
                  <c:v>53615312</c:v>
                </c:pt>
                <c:pt idx="310">
                  <c:v>52497301</c:v>
                </c:pt>
                <c:pt idx="311">
                  <c:v>51913402</c:v>
                </c:pt>
                <c:pt idx="312">
                  <c:v>50956701</c:v>
                </c:pt>
                <c:pt idx="313">
                  <c:v>51861446</c:v>
                </c:pt>
                <c:pt idx="314">
                  <c:v>51356628</c:v>
                </c:pt>
                <c:pt idx="315">
                  <c:v>52246368</c:v>
                </c:pt>
                <c:pt idx="316">
                  <c:v>52806016</c:v>
                </c:pt>
                <c:pt idx="317">
                  <c:v>53300356</c:v>
                </c:pt>
                <c:pt idx="318">
                  <c:v>53770232</c:v>
                </c:pt>
                <c:pt idx="319">
                  <c:v>51350679</c:v>
                </c:pt>
                <c:pt idx="320">
                  <c:v>52877238</c:v>
                </c:pt>
                <c:pt idx="321">
                  <c:v>53548724</c:v>
                </c:pt>
                <c:pt idx="322">
                  <c:v>57232826</c:v>
                </c:pt>
                <c:pt idx="323">
                  <c:v>56052943</c:v>
                </c:pt>
                <c:pt idx="324">
                  <c:v>55218464</c:v>
                </c:pt>
                <c:pt idx="325">
                  <c:v>54421931</c:v>
                </c:pt>
                <c:pt idx="326">
                  <c:v>54898670</c:v>
                </c:pt>
                <c:pt idx="327">
                  <c:v>54029761</c:v>
                </c:pt>
                <c:pt idx="328">
                  <c:v>54958763</c:v>
                </c:pt>
                <c:pt idx="329">
                  <c:v>54622415</c:v>
                </c:pt>
                <c:pt idx="330">
                  <c:v>55117344</c:v>
                </c:pt>
                <c:pt idx="331">
                  <c:v>53914507</c:v>
                </c:pt>
                <c:pt idx="332">
                  <c:v>53508575</c:v>
                </c:pt>
                <c:pt idx="333">
                  <c:v>54510649</c:v>
                </c:pt>
                <c:pt idx="334">
                  <c:v>53922452</c:v>
                </c:pt>
                <c:pt idx="335">
                  <c:v>52892908</c:v>
                </c:pt>
                <c:pt idx="336">
                  <c:v>53364910</c:v>
                </c:pt>
                <c:pt idx="337">
                  <c:v>53107554</c:v>
                </c:pt>
                <c:pt idx="338">
                  <c:v>52823988</c:v>
                </c:pt>
                <c:pt idx="339">
                  <c:v>54673361</c:v>
                </c:pt>
                <c:pt idx="340">
                  <c:v>53333038</c:v>
                </c:pt>
                <c:pt idx="341">
                  <c:v>57753199</c:v>
                </c:pt>
                <c:pt idx="342">
                  <c:v>58231702</c:v>
                </c:pt>
                <c:pt idx="343">
                  <c:v>55578588</c:v>
                </c:pt>
                <c:pt idx="344">
                  <c:v>54144254</c:v>
                </c:pt>
                <c:pt idx="345">
                  <c:v>52112577</c:v>
                </c:pt>
                <c:pt idx="346">
                  <c:v>52102632</c:v>
                </c:pt>
                <c:pt idx="347">
                  <c:v>52798131</c:v>
                </c:pt>
                <c:pt idx="348">
                  <c:v>53225906</c:v>
                </c:pt>
                <c:pt idx="349">
                  <c:v>51270091</c:v>
                </c:pt>
                <c:pt idx="350">
                  <c:v>51869021</c:v>
                </c:pt>
                <c:pt idx="351">
                  <c:v>52787693</c:v>
                </c:pt>
                <c:pt idx="352">
                  <c:v>53769014</c:v>
                </c:pt>
                <c:pt idx="353">
                  <c:v>53747926</c:v>
                </c:pt>
                <c:pt idx="354">
                  <c:v>52279384</c:v>
                </c:pt>
                <c:pt idx="355">
                  <c:v>52755299</c:v>
                </c:pt>
                <c:pt idx="356">
                  <c:v>51940012</c:v>
                </c:pt>
                <c:pt idx="357">
                  <c:v>52336001</c:v>
                </c:pt>
                <c:pt idx="358">
                  <c:v>53795823</c:v>
                </c:pt>
                <c:pt idx="359">
                  <c:v>54550814</c:v>
                </c:pt>
                <c:pt idx="360">
                  <c:v>57058284</c:v>
                </c:pt>
                <c:pt idx="361">
                  <c:v>54242674</c:v>
                </c:pt>
                <c:pt idx="362">
                  <c:v>54555510</c:v>
                </c:pt>
                <c:pt idx="363">
                  <c:v>54447545</c:v>
                </c:pt>
                <c:pt idx="364">
                  <c:v>52595975</c:v>
                </c:pt>
                <c:pt idx="365">
                  <c:v>50626520</c:v>
                </c:pt>
                <c:pt idx="366">
                  <c:v>52084455</c:v>
                </c:pt>
                <c:pt idx="367">
                  <c:v>52015852</c:v>
                </c:pt>
                <c:pt idx="368">
                  <c:v>51351353</c:v>
                </c:pt>
                <c:pt idx="369">
                  <c:v>51560362</c:v>
                </c:pt>
                <c:pt idx="370">
                  <c:v>52552215</c:v>
                </c:pt>
                <c:pt idx="371">
                  <c:v>52707872</c:v>
                </c:pt>
                <c:pt idx="372">
                  <c:v>53572768</c:v>
                </c:pt>
                <c:pt idx="373">
                  <c:v>52662183</c:v>
                </c:pt>
                <c:pt idx="374">
                  <c:v>52922807</c:v>
                </c:pt>
                <c:pt idx="375">
                  <c:v>52512921</c:v>
                </c:pt>
                <c:pt idx="376">
                  <c:v>51906416</c:v>
                </c:pt>
                <c:pt idx="377">
                  <c:v>51740790</c:v>
                </c:pt>
                <c:pt idx="378">
                  <c:v>52469232</c:v>
                </c:pt>
                <c:pt idx="379">
                  <c:v>51455169</c:v>
                </c:pt>
                <c:pt idx="380">
                  <c:v>49898695</c:v>
                </c:pt>
                <c:pt idx="381">
                  <c:v>52335882</c:v>
                </c:pt>
                <c:pt idx="382">
                  <c:v>52296893</c:v>
                </c:pt>
                <c:pt idx="383">
                  <c:v>51600491</c:v>
                </c:pt>
                <c:pt idx="384">
                  <c:v>50895783</c:v>
                </c:pt>
                <c:pt idx="385">
                  <c:v>52240821</c:v>
                </c:pt>
                <c:pt idx="386">
                  <c:v>50424359</c:v>
                </c:pt>
                <c:pt idx="387">
                  <c:v>49919044</c:v>
                </c:pt>
                <c:pt idx="388">
                  <c:v>50309567</c:v>
                </c:pt>
                <c:pt idx="389">
                  <c:v>49812839</c:v>
                </c:pt>
                <c:pt idx="390">
                  <c:v>49992847</c:v>
                </c:pt>
                <c:pt idx="391">
                  <c:v>50918298</c:v>
                </c:pt>
                <c:pt idx="392">
                  <c:v>50612937</c:v>
                </c:pt>
                <c:pt idx="393">
                  <c:v>52955169</c:v>
                </c:pt>
                <c:pt idx="394">
                  <c:v>51499492</c:v>
                </c:pt>
                <c:pt idx="395">
                  <c:v>52733562</c:v>
                </c:pt>
                <c:pt idx="396">
                  <c:v>51195195</c:v>
                </c:pt>
                <c:pt idx="397">
                  <c:v>49902287</c:v>
                </c:pt>
                <c:pt idx="398">
                  <c:v>50084385</c:v>
                </c:pt>
                <c:pt idx="399">
                  <c:v>49889998</c:v>
                </c:pt>
                <c:pt idx="400">
                  <c:v>50063881</c:v>
                </c:pt>
                <c:pt idx="401">
                  <c:v>50432795</c:v>
                </c:pt>
                <c:pt idx="402">
                  <c:v>51431835</c:v>
                </c:pt>
                <c:pt idx="403">
                  <c:v>50586581</c:v>
                </c:pt>
                <c:pt idx="404">
                  <c:v>49597314</c:v>
                </c:pt>
                <c:pt idx="405">
                  <c:v>50481517</c:v>
                </c:pt>
                <c:pt idx="406">
                  <c:v>50732485</c:v>
                </c:pt>
                <c:pt idx="407">
                  <c:v>53594216</c:v>
                </c:pt>
                <c:pt idx="408">
                  <c:v>54033813</c:v>
                </c:pt>
                <c:pt idx="409">
                  <c:v>55677139</c:v>
                </c:pt>
                <c:pt idx="410">
                  <c:v>54710008</c:v>
                </c:pt>
                <c:pt idx="411">
                  <c:v>54433877</c:v>
                </c:pt>
                <c:pt idx="412">
                  <c:v>51252472</c:v>
                </c:pt>
                <c:pt idx="413">
                  <c:v>52367810</c:v>
                </c:pt>
                <c:pt idx="414">
                  <c:v>53360046</c:v>
                </c:pt>
                <c:pt idx="415">
                  <c:v>52940651</c:v>
                </c:pt>
                <c:pt idx="416">
                  <c:v>52578867</c:v>
                </c:pt>
                <c:pt idx="417">
                  <c:v>52212688</c:v>
                </c:pt>
                <c:pt idx="418">
                  <c:v>52348904</c:v>
                </c:pt>
                <c:pt idx="419">
                  <c:v>50695204</c:v>
                </c:pt>
                <c:pt idx="420">
                  <c:v>51510003</c:v>
                </c:pt>
                <c:pt idx="421">
                  <c:v>52704265</c:v>
                </c:pt>
                <c:pt idx="422">
                  <c:v>56331304</c:v>
                </c:pt>
                <c:pt idx="423">
                  <c:v>56832875</c:v>
                </c:pt>
                <c:pt idx="424">
                  <c:v>52019025</c:v>
                </c:pt>
                <c:pt idx="425">
                  <c:v>54047099</c:v>
                </c:pt>
                <c:pt idx="426">
                  <c:v>52044262</c:v>
                </c:pt>
                <c:pt idx="427">
                  <c:v>51755962</c:v>
                </c:pt>
                <c:pt idx="428">
                  <c:v>51679261</c:v>
                </c:pt>
                <c:pt idx="429">
                  <c:v>50829580</c:v>
                </c:pt>
                <c:pt idx="430">
                  <c:v>51609427</c:v>
                </c:pt>
                <c:pt idx="431">
                  <c:v>51400715</c:v>
                </c:pt>
                <c:pt idx="432">
                  <c:v>51153109</c:v>
                </c:pt>
                <c:pt idx="433">
                  <c:v>51993266</c:v>
                </c:pt>
                <c:pt idx="434">
                  <c:v>51494331</c:v>
                </c:pt>
                <c:pt idx="435">
                  <c:v>51259809</c:v>
                </c:pt>
                <c:pt idx="436">
                  <c:v>51452574</c:v>
                </c:pt>
                <c:pt idx="437">
                  <c:v>53381365</c:v>
                </c:pt>
                <c:pt idx="438">
                  <c:v>53241195</c:v>
                </c:pt>
                <c:pt idx="439">
                  <c:v>51427194</c:v>
                </c:pt>
                <c:pt idx="440">
                  <c:v>52050972</c:v>
                </c:pt>
                <c:pt idx="441">
                  <c:v>52129289</c:v>
                </c:pt>
                <c:pt idx="442">
                  <c:v>53060511</c:v>
                </c:pt>
                <c:pt idx="443">
                  <c:v>53251356</c:v>
                </c:pt>
                <c:pt idx="444">
                  <c:v>53729479</c:v>
                </c:pt>
                <c:pt idx="445">
                  <c:v>53416865</c:v>
                </c:pt>
                <c:pt idx="446">
                  <c:v>52585918</c:v>
                </c:pt>
                <c:pt idx="447">
                  <c:v>53505330</c:v>
                </c:pt>
                <c:pt idx="448">
                  <c:v>53507914</c:v>
                </c:pt>
                <c:pt idx="449">
                  <c:v>53321016</c:v>
                </c:pt>
                <c:pt idx="450">
                  <c:v>52588201</c:v>
                </c:pt>
                <c:pt idx="451">
                  <c:v>53937484</c:v>
                </c:pt>
                <c:pt idx="452">
                  <c:v>53146381</c:v>
                </c:pt>
                <c:pt idx="453">
                  <c:v>53815929</c:v>
                </c:pt>
                <c:pt idx="454">
                  <c:v>53014173</c:v>
                </c:pt>
                <c:pt idx="455">
                  <c:v>53877956</c:v>
                </c:pt>
                <c:pt idx="456">
                  <c:v>55121747</c:v>
                </c:pt>
                <c:pt idx="457">
                  <c:v>56583802</c:v>
                </c:pt>
                <c:pt idx="458">
                  <c:v>58961752</c:v>
                </c:pt>
                <c:pt idx="459">
                  <c:v>59487602</c:v>
                </c:pt>
                <c:pt idx="460">
                  <c:v>53867942</c:v>
                </c:pt>
                <c:pt idx="461">
                  <c:v>54659226</c:v>
                </c:pt>
                <c:pt idx="462">
                  <c:v>54299436</c:v>
                </c:pt>
                <c:pt idx="463">
                  <c:v>55012111</c:v>
                </c:pt>
                <c:pt idx="464">
                  <c:v>54073111</c:v>
                </c:pt>
                <c:pt idx="465">
                  <c:v>55464720</c:v>
                </c:pt>
                <c:pt idx="466">
                  <c:v>56393342</c:v>
                </c:pt>
                <c:pt idx="467">
                  <c:v>54876227</c:v>
                </c:pt>
                <c:pt idx="468">
                  <c:v>55531940</c:v>
                </c:pt>
                <c:pt idx="469">
                  <c:v>56104659</c:v>
                </c:pt>
                <c:pt idx="470">
                  <c:v>55860338</c:v>
                </c:pt>
                <c:pt idx="471">
                  <c:v>57411432</c:v>
                </c:pt>
                <c:pt idx="472">
                  <c:v>56340885</c:v>
                </c:pt>
                <c:pt idx="473">
                  <c:v>56907309</c:v>
                </c:pt>
                <c:pt idx="474">
                  <c:v>57877247</c:v>
                </c:pt>
                <c:pt idx="475">
                  <c:v>56546536</c:v>
                </c:pt>
                <c:pt idx="476">
                  <c:v>57231134</c:v>
                </c:pt>
                <c:pt idx="477">
                  <c:v>56168873</c:v>
                </c:pt>
                <c:pt idx="478">
                  <c:v>56602616</c:v>
                </c:pt>
                <c:pt idx="479">
                  <c:v>55604335</c:v>
                </c:pt>
                <c:pt idx="480">
                  <c:v>53854897</c:v>
                </c:pt>
                <c:pt idx="481">
                  <c:v>53044947</c:v>
                </c:pt>
                <c:pt idx="482">
                  <c:v>54399011</c:v>
                </c:pt>
                <c:pt idx="483">
                  <c:v>56159072</c:v>
                </c:pt>
                <c:pt idx="484">
                  <c:v>58310531</c:v>
                </c:pt>
                <c:pt idx="485">
                  <c:v>56508685</c:v>
                </c:pt>
                <c:pt idx="486">
                  <c:v>56442242</c:v>
                </c:pt>
                <c:pt idx="487">
                  <c:v>55095533</c:v>
                </c:pt>
                <c:pt idx="488">
                  <c:v>55972479</c:v>
                </c:pt>
                <c:pt idx="489">
                  <c:v>55960781</c:v>
                </c:pt>
                <c:pt idx="490">
                  <c:v>55238296</c:v>
                </c:pt>
                <c:pt idx="491">
                  <c:v>54885807</c:v>
                </c:pt>
                <c:pt idx="492">
                  <c:v>54799966</c:v>
                </c:pt>
                <c:pt idx="493">
                  <c:v>55780575</c:v>
                </c:pt>
                <c:pt idx="494">
                  <c:v>55699127</c:v>
                </c:pt>
                <c:pt idx="495">
                  <c:v>54688258</c:v>
                </c:pt>
                <c:pt idx="496">
                  <c:v>55593484</c:v>
                </c:pt>
                <c:pt idx="497">
                  <c:v>54101137</c:v>
                </c:pt>
                <c:pt idx="498">
                  <c:v>54216870</c:v>
                </c:pt>
                <c:pt idx="499">
                  <c:v>54128930</c:v>
                </c:pt>
                <c:pt idx="500">
                  <c:v>52953924</c:v>
                </c:pt>
                <c:pt idx="501">
                  <c:v>53392409</c:v>
                </c:pt>
                <c:pt idx="502">
                  <c:v>52968636</c:v>
                </c:pt>
                <c:pt idx="503">
                  <c:v>54213224</c:v>
                </c:pt>
                <c:pt idx="504">
                  <c:v>54396417</c:v>
                </c:pt>
                <c:pt idx="505">
                  <c:v>56410090</c:v>
                </c:pt>
                <c:pt idx="506">
                  <c:v>55147395</c:v>
                </c:pt>
                <c:pt idx="507">
                  <c:v>56269836</c:v>
                </c:pt>
                <c:pt idx="508">
                  <c:v>56848060</c:v>
                </c:pt>
                <c:pt idx="509">
                  <c:v>55440862</c:v>
                </c:pt>
                <c:pt idx="510">
                  <c:v>55663637</c:v>
                </c:pt>
                <c:pt idx="511">
                  <c:v>54881959</c:v>
                </c:pt>
                <c:pt idx="512">
                  <c:v>55422936</c:v>
                </c:pt>
                <c:pt idx="513">
                  <c:v>56169428</c:v>
                </c:pt>
                <c:pt idx="514">
                  <c:v>55656363</c:v>
                </c:pt>
                <c:pt idx="515">
                  <c:v>56235545</c:v>
                </c:pt>
                <c:pt idx="516">
                  <c:v>55393897</c:v>
                </c:pt>
                <c:pt idx="517">
                  <c:v>55347611</c:v>
                </c:pt>
                <c:pt idx="518">
                  <c:v>55650034</c:v>
                </c:pt>
                <c:pt idx="519">
                  <c:v>55665133</c:v>
                </c:pt>
                <c:pt idx="520">
                  <c:v>54108892</c:v>
                </c:pt>
                <c:pt idx="521">
                  <c:v>55482066</c:v>
                </c:pt>
                <c:pt idx="522">
                  <c:v>55944962</c:v>
                </c:pt>
                <c:pt idx="523">
                  <c:v>58790827</c:v>
                </c:pt>
                <c:pt idx="524">
                  <c:v>57230646</c:v>
                </c:pt>
                <c:pt idx="525">
                  <c:v>56787159</c:v>
                </c:pt>
                <c:pt idx="526">
                  <c:v>56510158</c:v>
                </c:pt>
                <c:pt idx="527">
                  <c:v>55671275</c:v>
                </c:pt>
                <c:pt idx="528">
                  <c:v>54695993</c:v>
                </c:pt>
                <c:pt idx="529">
                  <c:v>55865341</c:v>
                </c:pt>
                <c:pt idx="530">
                  <c:v>56579689</c:v>
                </c:pt>
                <c:pt idx="531">
                  <c:v>55475402</c:v>
                </c:pt>
                <c:pt idx="532">
                  <c:v>55060039</c:v>
                </c:pt>
                <c:pt idx="533">
                  <c:v>55269040</c:v>
                </c:pt>
                <c:pt idx="534">
                  <c:v>57596878</c:v>
                </c:pt>
                <c:pt idx="535">
                  <c:v>56668170</c:v>
                </c:pt>
                <c:pt idx="536">
                  <c:v>54935301</c:v>
                </c:pt>
                <c:pt idx="537">
                  <c:v>55385481</c:v>
                </c:pt>
                <c:pt idx="538">
                  <c:v>55023905</c:v>
                </c:pt>
                <c:pt idx="539">
                  <c:v>55933314</c:v>
                </c:pt>
                <c:pt idx="540">
                  <c:v>54442955</c:v>
                </c:pt>
                <c:pt idx="541">
                  <c:v>56490460</c:v>
                </c:pt>
                <c:pt idx="542">
                  <c:v>57047480</c:v>
                </c:pt>
                <c:pt idx="543">
                  <c:v>57422689</c:v>
                </c:pt>
                <c:pt idx="544">
                  <c:v>59629885</c:v>
                </c:pt>
                <c:pt idx="545">
                  <c:v>56522918</c:v>
                </c:pt>
                <c:pt idx="546">
                  <c:v>56043804</c:v>
                </c:pt>
                <c:pt idx="547">
                  <c:v>55322951</c:v>
                </c:pt>
                <c:pt idx="548">
                  <c:v>55190637</c:v>
                </c:pt>
                <c:pt idx="549">
                  <c:v>55261488</c:v>
                </c:pt>
                <c:pt idx="550">
                  <c:v>52006985</c:v>
                </c:pt>
                <c:pt idx="551">
                  <c:v>52635541</c:v>
                </c:pt>
                <c:pt idx="552">
                  <c:v>52846081</c:v>
                </c:pt>
                <c:pt idx="553">
                  <c:v>51751964</c:v>
                </c:pt>
                <c:pt idx="554">
                  <c:v>53112165</c:v>
                </c:pt>
                <c:pt idx="555">
                  <c:v>53366214</c:v>
                </c:pt>
                <c:pt idx="556">
                  <c:v>53482418</c:v>
                </c:pt>
                <c:pt idx="557">
                  <c:v>52997284</c:v>
                </c:pt>
                <c:pt idx="558">
                  <c:v>53882230</c:v>
                </c:pt>
                <c:pt idx="559">
                  <c:v>53343568</c:v>
                </c:pt>
                <c:pt idx="560">
                  <c:v>52506015</c:v>
                </c:pt>
                <c:pt idx="561">
                  <c:v>54068253</c:v>
                </c:pt>
                <c:pt idx="562">
                  <c:v>54890921</c:v>
                </c:pt>
                <c:pt idx="563">
                  <c:v>55022994</c:v>
                </c:pt>
                <c:pt idx="564">
                  <c:v>57885224</c:v>
                </c:pt>
                <c:pt idx="565">
                  <c:v>54335607</c:v>
                </c:pt>
                <c:pt idx="566">
                  <c:v>54868365</c:v>
                </c:pt>
                <c:pt idx="567">
                  <c:v>56011484</c:v>
                </c:pt>
                <c:pt idx="568">
                  <c:v>54623364</c:v>
                </c:pt>
                <c:pt idx="569">
                  <c:v>53420657</c:v>
                </c:pt>
                <c:pt idx="570">
                  <c:v>53626422</c:v>
                </c:pt>
                <c:pt idx="571">
                  <c:v>54156708</c:v>
                </c:pt>
                <c:pt idx="572">
                  <c:v>53815736</c:v>
                </c:pt>
                <c:pt idx="573">
                  <c:v>54024703</c:v>
                </c:pt>
                <c:pt idx="574">
                  <c:v>53928085</c:v>
                </c:pt>
                <c:pt idx="575">
                  <c:v>53569531</c:v>
                </c:pt>
                <c:pt idx="576">
                  <c:v>53159500</c:v>
                </c:pt>
                <c:pt idx="577">
                  <c:v>52975547</c:v>
                </c:pt>
                <c:pt idx="578">
                  <c:v>50840219</c:v>
                </c:pt>
                <c:pt idx="579">
                  <c:v>51662116</c:v>
                </c:pt>
                <c:pt idx="580">
                  <c:v>52894853</c:v>
                </c:pt>
                <c:pt idx="581">
                  <c:v>50840645</c:v>
                </c:pt>
                <c:pt idx="582">
                  <c:v>50823998</c:v>
                </c:pt>
                <c:pt idx="583">
                  <c:v>52047649</c:v>
                </c:pt>
                <c:pt idx="584">
                  <c:v>50743424</c:v>
                </c:pt>
                <c:pt idx="585">
                  <c:v>51233378</c:v>
                </c:pt>
                <c:pt idx="586">
                  <c:v>52204105</c:v>
                </c:pt>
                <c:pt idx="587">
                  <c:v>49064940</c:v>
                </c:pt>
                <c:pt idx="588">
                  <c:v>50502975</c:v>
                </c:pt>
                <c:pt idx="589">
                  <c:v>49780359</c:v>
                </c:pt>
                <c:pt idx="590">
                  <c:v>50370044</c:v>
                </c:pt>
                <c:pt idx="591">
                  <c:v>50292259</c:v>
                </c:pt>
                <c:pt idx="592">
                  <c:v>49560124</c:v>
                </c:pt>
                <c:pt idx="593">
                  <c:v>49059193</c:v>
                </c:pt>
                <c:pt idx="594">
                  <c:v>49987110</c:v>
                </c:pt>
                <c:pt idx="595">
                  <c:v>50368654</c:v>
                </c:pt>
                <c:pt idx="596">
                  <c:v>51927268</c:v>
                </c:pt>
                <c:pt idx="597">
                  <c:v>50878837</c:v>
                </c:pt>
                <c:pt idx="598">
                  <c:v>52793443</c:v>
                </c:pt>
                <c:pt idx="599">
                  <c:v>49959445</c:v>
                </c:pt>
                <c:pt idx="600">
                  <c:v>51732292</c:v>
                </c:pt>
                <c:pt idx="601">
                  <c:v>51397456</c:v>
                </c:pt>
                <c:pt idx="602">
                  <c:v>52011555</c:v>
                </c:pt>
                <c:pt idx="603">
                  <c:v>54249210</c:v>
                </c:pt>
                <c:pt idx="604">
                  <c:v>56954475</c:v>
                </c:pt>
                <c:pt idx="605">
                  <c:v>59494891</c:v>
                </c:pt>
                <c:pt idx="606">
                  <c:v>52753715</c:v>
                </c:pt>
                <c:pt idx="607">
                  <c:v>53815555</c:v>
                </c:pt>
                <c:pt idx="608">
                  <c:v>56463644</c:v>
                </c:pt>
                <c:pt idx="609">
                  <c:v>53683433</c:v>
                </c:pt>
                <c:pt idx="610">
                  <c:v>52612250</c:v>
                </c:pt>
                <c:pt idx="611">
                  <c:v>51862425</c:v>
                </c:pt>
                <c:pt idx="612">
                  <c:v>52117243</c:v>
                </c:pt>
                <c:pt idx="613">
                  <c:v>53132045</c:v>
                </c:pt>
                <c:pt idx="614">
                  <c:v>49587021</c:v>
                </c:pt>
                <c:pt idx="615">
                  <c:v>48313021</c:v>
                </c:pt>
                <c:pt idx="616">
                  <c:v>51332846</c:v>
                </c:pt>
                <c:pt idx="617">
                  <c:v>50161087</c:v>
                </c:pt>
                <c:pt idx="618">
                  <c:v>49483076</c:v>
                </c:pt>
                <c:pt idx="619">
                  <c:v>48608730</c:v>
                </c:pt>
                <c:pt idx="620">
                  <c:v>48201152</c:v>
                </c:pt>
                <c:pt idx="621">
                  <c:v>50381532</c:v>
                </c:pt>
                <c:pt idx="622">
                  <c:v>48981127</c:v>
                </c:pt>
                <c:pt idx="623">
                  <c:v>47545031</c:v>
                </c:pt>
                <c:pt idx="624">
                  <c:v>48393027</c:v>
                </c:pt>
                <c:pt idx="625">
                  <c:v>48668108</c:v>
                </c:pt>
                <c:pt idx="626">
                  <c:v>48480991</c:v>
                </c:pt>
                <c:pt idx="627">
                  <c:v>47877867</c:v>
                </c:pt>
                <c:pt idx="628">
                  <c:v>48538664</c:v>
                </c:pt>
                <c:pt idx="629">
                  <c:v>47988454</c:v>
                </c:pt>
                <c:pt idx="630">
                  <c:v>47497548</c:v>
                </c:pt>
                <c:pt idx="631">
                  <c:v>47343873</c:v>
                </c:pt>
                <c:pt idx="632">
                  <c:v>47828187</c:v>
                </c:pt>
                <c:pt idx="633">
                  <c:v>47982567</c:v>
                </c:pt>
                <c:pt idx="634">
                  <c:v>47261055</c:v>
                </c:pt>
                <c:pt idx="635">
                  <c:v>46961131</c:v>
                </c:pt>
                <c:pt idx="636">
                  <c:v>46823696</c:v>
                </c:pt>
                <c:pt idx="637">
                  <c:v>47585414</c:v>
                </c:pt>
                <c:pt idx="638">
                  <c:v>47007276</c:v>
                </c:pt>
                <c:pt idx="639">
                  <c:v>47908208</c:v>
                </c:pt>
                <c:pt idx="640">
                  <c:v>48174449</c:v>
                </c:pt>
                <c:pt idx="641">
                  <c:v>47202390</c:v>
                </c:pt>
                <c:pt idx="642">
                  <c:v>47870312</c:v>
                </c:pt>
                <c:pt idx="643">
                  <c:v>47810097</c:v>
                </c:pt>
                <c:pt idx="644">
                  <c:v>47429769</c:v>
                </c:pt>
                <c:pt idx="645">
                  <c:v>44682019</c:v>
                </c:pt>
                <c:pt idx="646">
                  <c:v>45021523</c:v>
                </c:pt>
                <c:pt idx="647">
                  <c:v>46011980</c:v>
                </c:pt>
                <c:pt idx="648">
                  <c:v>46056992</c:v>
                </c:pt>
                <c:pt idx="649">
                  <c:v>47194481</c:v>
                </c:pt>
                <c:pt idx="650">
                  <c:v>48445979</c:v>
                </c:pt>
                <c:pt idx="651">
                  <c:v>48547447</c:v>
                </c:pt>
                <c:pt idx="652">
                  <c:v>46534124</c:v>
                </c:pt>
                <c:pt idx="653">
                  <c:v>47033963</c:v>
                </c:pt>
                <c:pt idx="654">
                  <c:v>48228826</c:v>
                </c:pt>
                <c:pt idx="655">
                  <c:v>47898485</c:v>
                </c:pt>
                <c:pt idx="656">
                  <c:v>47248931</c:v>
                </c:pt>
                <c:pt idx="657">
                  <c:v>46635303</c:v>
                </c:pt>
                <c:pt idx="658">
                  <c:v>46595625</c:v>
                </c:pt>
                <c:pt idx="659">
                  <c:v>47762767</c:v>
                </c:pt>
                <c:pt idx="660">
                  <c:v>49492020</c:v>
                </c:pt>
                <c:pt idx="661">
                  <c:v>49099046</c:v>
                </c:pt>
                <c:pt idx="662">
                  <c:v>46785913</c:v>
                </c:pt>
                <c:pt idx="663">
                  <c:v>46538919</c:v>
                </c:pt>
                <c:pt idx="664">
                  <c:v>47445188</c:v>
                </c:pt>
                <c:pt idx="665">
                  <c:v>50491771</c:v>
                </c:pt>
                <c:pt idx="666">
                  <c:v>52246749</c:v>
                </c:pt>
                <c:pt idx="667">
                  <c:v>49989964</c:v>
                </c:pt>
                <c:pt idx="668">
                  <c:v>52631446</c:v>
                </c:pt>
                <c:pt idx="669">
                  <c:v>48149465</c:v>
                </c:pt>
                <c:pt idx="670">
                  <c:v>48030433</c:v>
                </c:pt>
                <c:pt idx="671">
                  <c:v>50859099</c:v>
                </c:pt>
                <c:pt idx="672">
                  <c:v>50850027</c:v>
                </c:pt>
                <c:pt idx="673">
                  <c:v>50681541</c:v>
                </c:pt>
                <c:pt idx="674">
                  <c:v>50001401</c:v>
                </c:pt>
                <c:pt idx="675">
                  <c:v>49306665</c:v>
                </c:pt>
                <c:pt idx="676">
                  <c:v>52192526</c:v>
                </c:pt>
                <c:pt idx="677">
                  <c:v>52158529</c:v>
                </c:pt>
                <c:pt idx="678">
                  <c:v>51004963</c:v>
                </c:pt>
                <c:pt idx="679">
                  <c:v>52005656</c:v>
                </c:pt>
                <c:pt idx="680">
                  <c:v>51061465</c:v>
                </c:pt>
                <c:pt idx="681">
                  <c:v>52480975</c:v>
                </c:pt>
                <c:pt idx="682">
                  <c:v>51306663</c:v>
                </c:pt>
                <c:pt idx="683">
                  <c:v>51301270</c:v>
                </c:pt>
                <c:pt idx="684">
                  <c:v>52673236</c:v>
                </c:pt>
                <c:pt idx="685">
                  <c:v>52846772</c:v>
                </c:pt>
                <c:pt idx="686">
                  <c:v>51578854</c:v>
                </c:pt>
                <c:pt idx="687">
                  <c:v>51489906</c:v>
                </c:pt>
                <c:pt idx="688">
                  <c:v>51589797</c:v>
                </c:pt>
                <c:pt idx="689">
                  <c:v>52743682</c:v>
                </c:pt>
                <c:pt idx="690">
                  <c:v>51391325</c:v>
                </c:pt>
                <c:pt idx="691">
                  <c:v>52067681</c:v>
                </c:pt>
                <c:pt idx="692">
                  <c:v>51488702</c:v>
                </c:pt>
                <c:pt idx="693">
                  <c:v>51751200</c:v>
                </c:pt>
                <c:pt idx="694">
                  <c:v>52809909</c:v>
                </c:pt>
                <c:pt idx="695">
                  <c:v>52594007</c:v>
                </c:pt>
                <c:pt idx="696">
                  <c:v>53960447</c:v>
                </c:pt>
                <c:pt idx="697">
                  <c:v>55680937</c:v>
                </c:pt>
                <c:pt idx="698">
                  <c:v>53528137</c:v>
                </c:pt>
                <c:pt idx="699">
                  <c:v>53213414</c:v>
                </c:pt>
                <c:pt idx="700">
                  <c:v>52886570</c:v>
                </c:pt>
                <c:pt idx="701">
                  <c:v>52716789</c:v>
                </c:pt>
                <c:pt idx="702">
                  <c:v>53348991</c:v>
                </c:pt>
                <c:pt idx="703">
                  <c:v>54351022</c:v>
                </c:pt>
                <c:pt idx="704">
                  <c:v>54184394</c:v>
                </c:pt>
                <c:pt idx="705">
                  <c:v>54862772</c:v>
                </c:pt>
                <c:pt idx="706">
                  <c:v>55277709</c:v>
                </c:pt>
                <c:pt idx="707">
                  <c:v>57160519</c:v>
                </c:pt>
                <c:pt idx="708">
                  <c:v>55986565</c:v>
                </c:pt>
                <c:pt idx="709">
                  <c:v>55729462</c:v>
                </c:pt>
                <c:pt idx="710">
                  <c:v>58199075</c:v>
                </c:pt>
                <c:pt idx="711">
                  <c:v>57787784</c:v>
                </c:pt>
                <c:pt idx="712">
                  <c:v>55411910</c:v>
                </c:pt>
                <c:pt idx="713">
                  <c:v>54153258</c:v>
                </c:pt>
                <c:pt idx="714">
                  <c:v>54002394</c:v>
                </c:pt>
                <c:pt idx="715">
                  <c:v>53287829</c:v>
                </c:pt>
                <c:pt idx="716">
                  <c:v>50955105</c:v>
                </c:pt>
                <c:pt idx="717">
                  <c:v>51413305</c:v>
                </c:pt>
                <c:pt idx="718">
                  <c:v>50891958</c:v>
                </c:pt>
                <c:pt idx="719">
                  <c:v>51112376</c:v>
                </c:pt>
                <c:pt idx="720">
                  <c:v>53484752</c:v>
                </c:pt>
                <c:pt idx="721">
                  <c:v>50470086</c:v>
                </c:pt>
                <c:pt idx="722">
                  <c:v>50306268</c:v>
                </c:pt>
                <c:pt idx="723">
                  <c:v>51665533</c:v>
                </c:pt>
                <c:pt idx="724">
                  <c:v>50477477</c:v>
                </c:pt>
                <c:pt idx="725">
                  <c:v>51246291</c:v>
                </c:pt>
                <c:pt idx="726">
                  <c:v>51507237</c:v>
                </c:pt>
                <c:pt idx="727">
                  <c:v>51316904</c:v>
                </c:pt>
                <c:pt idx="728">
                  <c:v>55022585</c:v>
                </c:pt>
                <c:pt idx="729">
                  <c:v>51844173</c:v>
                </c:pt>
                <c:pt idx="730">
                  <c:v>50755817</c:v>
                </c:pt>
                <c:pt idx="731">
                  <c:v>50915108</c:v>
                </c:pt>
                <c:pt idx="732">
                  <c:v>51519172</c:v>
                </c:pt>
                <c:pt idx="733">
                  <c:v>51123591</c:v>
                </c:pt>
                <c:pt idx="734">
                  <c:v>50652871</c:v>
                </c:pt>
                <c:pt idx="735">
                  <c:v>50523625</c:v>
                </c:pt>
                <c:pt idx="736">
                  <c:v>51007147</c:v>
                </c:pt>
                <c:pt idx="737">
                  <c:v>51825123</c:v>
                </c:pt>
                <c:pt idx="738">
                  <c:v>51979275</c:v>
                </c:pt>
                <c:pt idx="739">
                  <c:v>51905331</c:v>
                </c:pt>
                <c:pt idx="740">
                  <c:v>54221095</c:v>
                </c:pt>
                <c:pt idx="741">
                  <c:v>52819484</c:v>
                </c:pt>
                <c:pt idx="742">
                  <c:v>52505561</c:v>
                </c:pt>
                <c:pt idx="743">
                  <c:v>51641950</c:v>
                </c:pt>
                <c:pt idx="744">
                  <c:v>51758161</c:v>
                </c:pt>
                <c:pt idx="745">
                  <c:v>50923755</c:v>
                </c:pt>
                <c:pt idx="746">
                  <c:v>50784730</c:v>
                </c:pt>
                <c:pt idx="747">
                  <c:v>50027274</c:v>
                </c:pt>
                <c:pt idx="748">
                  <c:v>50380224</c:v>
                </c:pt>
                <c:pt idx="749">
                  <c:v>52734791</c:v>
                </c:pt>
                <c:pt idx="750">
                  <c:v>51955273</c:v>
                </c:pt>
                <c:pt idx="751">
                  <c:v>51658804</c:v>
                </c:pt>
                <c:pt idx="752">
                  <c:v>51030305</c:v>
                </c:pt>
                <c:pt idx="753">
                  <c:v>51026572</c:v>
                </c:pt>
                <c:pt idx="754">
                  <c:v>51424645</c:v>
                </c:pt>
                <c:pt idx="755">
                  <c:v>50588352</c:v>
                </c:pt>
                <c:pt idx="756">
                  <c:v>49775301</c:v>
                </c:pt>
                <c:pt idx="757">
                  <c:v>49756341</c:v>
                </c:pt>
                <c:pt idx="758">
                  <c:v>49735914</c:v>
                </c:pt>
                <c:pt idx="759">
                  <c:v>48937766</c:v>
                </c:pt>
                <c:pt idx="760">
                  <c:v>49942274</c:v>
                </c:pt>
                <c:pt idx="761">
                  <c:v>52149756</c:v>
                </c:pt>
                <c:pt idx="762">
                  <c:v>50064301</c:v>
                </c:pt>
                <c:pt idx="763">
                  <c:v>50152746</c:v>
                </c:pt>
                <c:pt idx="764">
                  <c:v>50207652</c:v>
                </c:pt>
                <c:pt idx="765">
                  <c:v>49562998</c:v>
                </c:pt>
                <c:pt idx="766">
                  <c:v>50166032</c:v>
                </c:pt>
                <c:pt idx="767">
                  <c:v>51997826</c:v>
                </c:pt>
                <c:pt idx="768">
                  <c:v>51150174</c:v>
                </c:pt>
                <c:pt idx="769">
                  <c:v>54242210</c:v>
                </c:pt>
                <c:pt idx="770">
                  <c:v>53142048</c:v>
                </c:pt>
                <c:pt idx="771">
                  <c:v>53492834</c:v>
                </c:pt>
                <c:pt idx="772">
                  <c:v>53487909</c:v>
                </c:pt>
                <c:pt idx="773">
                  <c:v>53771676</c:v>
                </c:pt>
                <c:pt idx="774">
                  <c:v>53347497</c:v>
                </c:pt>
                <c:pt idx="775">
                  <c:v>53200764</c:v>
                </c:pt>
                <c:pt idx="776">
                  <c:v>52647865</c:v>
                </c:pt>
                <c:pt idx="777">
                  <c:v>52093290</c:v>
                </c:pt>
                <c:pt idx="778">
                  <c:v>53630412</c:v>
                </c:pt>
                <c:pt idx="779">
                  <c:v>52883672</c:v>
                </c:pt>
                <c:pt idx="780">
                  <c:v>52398732</c:v>
                </c:pt>
                <c:pt idx="781">
                  <c:v>53610131</c:v>
                </c:pt>
                <c:pt idx="782">
                  <c:v>52400871</c:v>
                </c:pt>
                <c:pt idx="783">
                  <c:v>53157855</c:v>
                </c:pt>
                <c:pt idx="784">
                  <c:v>49681868</c:v>
                </c:pt>
                <c:pt idx="785">
                  <c:v>51022512</c:v>
                </c:pt>
                <c:pt idx="786">
                  <c:v>50333107</c:v>
                </c:pt>
                <c:pt idx="787">
                  <c:v>49118095</c:v>
                </c:pt>
                <c:pt idx="788">
                  <c:v>50530732</c:v>
                </c:pt>
                <c:pt idx="789">
                  <c:v>53050470</c:v>
                </c:pt>
                <c:pt idx="790">
                  <c:v>50601820</c:v>
                </c:pt>
                <c:pt idx="791">
                  <c:v>48687115</c:v>
                </c:pt>
                <c:pt idx="792">
                  <c:v>48314836</c:v>
                </c:pt>
                <c:pt idx="793">
                  <c:v>49230204</c:v>
                </c:pt>
                <c:pt idx="794">
                  <c:v>50544597</c:v>
                </c:pt>
                <c:pt idx="795">
                  <c:v>48640046</c:v>
                </c:pt>
                <c:pt idx="796">
                  <c:v>47430769</c:v>
                </c:pt>
                <c:pt idx="797">
                  <c:v>46332587</c:v>
                </c:pt>
                <c:pt idx="798">
                  <c:v>47224473</c:v>
                </c:pt>
                <c:pt idx="799">
                  <c:v>46252699</c:v>
                </c:pt>
                <c:pt idx="800">
                  <c:v>46325469</c:v>
                </c:pt>
                <c:pt idx="801">
                  <c:v>46392372</c:v>
                </c:pt>
                <c:pt idx="802">
                  <c:v>48735233</c:v>
                </c:pt>
                <c:pt idx="803">
                  <c:v>48076743</c:v>
                </c:pt>
                <c:pt idx="804">
                  <c:v>47508462</c:v>
                </c:pt>
                <c:pt idx="805">
                  <c:v>48325432</c:v>
                </c:pt>
                <c:pt idx="806">
                  <c:v>49880760</c:v>
                </c:pt>
                <c:pt idx="807">
                  <c:v>48911904</c:v>
                </c:pt>
                <c:pt idx="808">
                  <c:v>49588452</c:v>
                </c:pt>
                <c:pt idx="809">
                  <c:v>48327842</c:v>
                </c:pt>
                <c:pt idx="810">
                  <c:v>45646459</c:v>
                </c:pt>
                <c:pt idx="811">
                  <c:v>48526247</c:v>
                </c:pt>
                <c:pt idx="812">
                  <c:v>47739760</c:v>
                </c:pt>
                <c:pt idx="813">
                  <c:v>47382594</c:v>
                </c:pt>
                <c:pt idx="814">
                  <c:v>46665038</c:v>
                </c:pt>
                <c:pt idx="815">
                  <c:v>46877879</c:v>
                </c:pt>
                <c:pt idx="816">
                  <c:v>47643368</c:v>
                </c:pt>
                <c:pt idx="817">
                  <c:v>46199830</c:v>
                </c:pt>
                <c:pt idx="818">
                  <c:v>46860104</c:v>
                </c:pt>
                <c:pt idx="819">
                  <c:v>45886568</c:v>
                </c:pt>
                <c:pt idx="820">
                  <c:v>47733228</c:v>
                </c:pt>
                <c:pt idx="821">
                  <c:v>47437046</c:v>
                </c:pt>
                <c:pt idx="822">
                  <c:v>48019527</c:v>
                </c:pt>
                <c:pt idx="823">
                  <c:v>47625352</c:v>
                </c:pt>
                <c:pt idx="824">
                  <c:v>47084169</c:v>
                </c:pt>
                <c:pt idx="825">
                  <c:v>47862313</c:v>
                </c:pt>
                <c:pt idx="826">
                  <c:v>46727301</c:v>
                </c:pt>
                <c:pt idx="827">
                  <c:v>48161001</c:v>
                </c:pt>
                <c:pt idx="828">
                  <c:v>47380232</c:v>
                </c:pt>
                <c:pt idx="829">
                  <c:v>47746814</c:v>
                </c:pt>
                <c:pt idx="830">
                  <c:v>46459606</c:v>
                </c:pt>
                <c:pt idx="831">
                  <c:v>51521791</c:v>
                </c:pt>
                <c:pt idx="832">
                  <c:v>49274947</c:v>
                </c:pt>
                <c:pt idx="833">
                  <c:v>47123582</c:v>
                </c:pt>
                <c:pt idx="834">
                  <c:v>47229225</c:v>
                </c:pt>
                <c:pt idx="835">
                  <c:v>45767466</c:v>
                </c:pt>
                <c:pt idx="836">
                  <c:v>45026427</c:v>
                </c:pt>
                <c:pt idx="837">
                  <c:v>44159948</c:v>
                </c:pt>
                <c:pt idx="838">
                  <c:v>44566703</c:v>
                </c:pt>
                <c:pt idx="839">
                  <c:v>45653317</c:v>
                </c:pt>
                <c:pt idx="840">
                  <c:v>45245575</c:v>
                </c:pt>
                <c:pt idx="841">
                  <c:v>45611714</c:v>
                </c:pt>
                <c:pt idx="842">
                  <c:v>45600919</c:v>
                </c:pt>
                <c:pt idx="843">
                  <c:v>45245665</c:v>
                </c:pt>
                <c:pt idx="844">
                  <c:v>44352629</c:v>
                </c:pt>
                <c:pt idx="845">
                  <c:v>43692762</c:v>
                </c:pt>
                <c:pt idx="846">
                  <c:v>43886394</c:v>
                </c:pt>
                <c:pt idx="847">
                  <c:v>44147758</c:v>
                </c:pt>
                <c:pt idx="848">
                  <c:v>44976584</c:v>
                </c:pt>
                <c:pt idx="849">
                  <c:v>46368152</c:v>
                </c:pt>
                <c:pt idx="850">
                  <c:v>48481080</c:v>
                </c:pt>
                <c:pt idx="851">
                  <c:v>50833937</c:v>
                </c:pt>
                <c:pt idx="852">
                  <c:v>46448436</c:v>
                </c:pt>
                <c:pt idx="853">
                  <c:v>47046503</c:v>
                </c:pt>
                <c:pt idx="854">
                  <c:v>46984411</c:v>
                </c:pt>
                <c:pt idx="855">
                  <c:v>45718241</c:v>
                </c:pt>
                <c:pt idx="856">
                  <c:v>47542604</c:v>
                </c:pt>
                <c:pt idx="857">
                  <c:v>43902495</c:v>
                </c:pt>
                <c:pt idx="858">
                  <c:v>44309165</c:v>
                </c:pt>
                <c:pt idx="859">
                  <c:v>45318881</c:v>
                </c:pt>
                <c:pt idx="860">
                  <c:v>45363369</c:v>
                </c:pt>
                <c:pt idx="861">
                  <c:v>45131663</c:v>
                </c:pt>
                <c:pt idx="862">
                  <c:v>46118819</c:v>
                </c:pt>
                <c:pt idx="863">
                  <c:v>45213814</c:v>
                </c:pt>
                <c:pt idx="864">
                  <c:v>46329601</c:v>
                </c:pt>
                <c:pt idx="865">
                  <c:v>45963736</c:v>
                </c:pt>
                <c:pt idx="866">
                  <c:v>46330547</c:v>
                </c:pt>
                <c:pt idx="867">
                  <c:v>45745200</c:v>
                </c:pt>
                <c:pt idx="868">
                  <c:v>46678649</c:v>
                </c:pt>
                <c:pt idx="869">
                  <c:v>46009506</c:v>
                </c:pt>
                <c:pt idx="870">
                  <c:v>46728307</c:v>
                </c:pt>
                <c:pt idx="871">
                  <c:v>47353499</c:v>
                </c:pt>
                <c:pt idx="872">
                  <c:v>48179977</c:v>
                </c:pt>
                <c:pt idx="873">
                  <c:v>49654675</c:v>
                </c:pt>
                <c:pt idx="874">
                  <c:v>46674550</c:v>
                </c:pt>
                <c:pt idx="875">
                  <c:v>48237838</c:v>
                </c:pt>
                <c:pt idx="876">
                  <c:v>49261218</c:v>
                </c:pt>
                <c:pt idx="877">
                  <c:v>47826822</c:v>
                </c:pt>
                <c:pt idx="878">
                  <c:v>47730960</c:v>
                </c:pt>
                <c:pt idx="879">
                  <c:v>48415402</c:v>
                </c:pt>
                <c:pt idx="880">
                  <c:v>47862224</c:v>
                </c:pt>
                <c:pt idx="881">
                  <c:v>48425713</c:v>
                </c:pt>
                <c:pt idx="882">
                  <c:v>49696439</c:v>
                </c:pt>
                <c:pt idx="883">
                  <c:v>49751671</c:v>
                </c:pt>
                <c:pt idx="884">
                  <c:v>50113946</c:v>
                </c:pt>
                <c:pt idx="885">
                  <c:v>51032223</c:v>
                </c:pt>
                <c:pt idx="886">
                  <c:v>49926241</c:v>
                </c:pt>
                <c:pt idx="887">
                  <c:v>49008783</c:v>
                </c:pt>
                <c:pt idx="888">
                  <c:v>49358915</c:v>
                </c:pt>
                <c:pt idx="889">
                  <c:v>47535408</c:v>
                </c:pt>
                <c:pt idx="890">
                  <c:v>46938585</c:v>
                </c:pt>
                <c:pt idx="891">
                  <c:v>47455996</c:v>
                </c:pt>
                <c:pt idx="892">
                  <c:v>48322517</c:v>
                </c:pt>
                <c:pt idx="893">
                  <c:v>48817554</c:v>
                </c:pt>
                <c:pt idx="894">
                  <c:v>50003562</c:v>
                </c:pt>
                <c:pt idx="895">
                  <c:v>49846921</c:v>
                </c:pt>
                <c:pt idx="896">
                  <c:v>48619094</c:v>
                </c:pt>
                <c:pt idx="897">
                  <c:v>47672694</c:v>
                </c:pt>
                <c:pt idx="898">
                  <c:v>50941774</c:v>
                </c:pt>
                <c:pt idx="899">
                  <c:v>48465100</c:v>
                </c:pt>
                <c:pt idx="900">
                  <c:v>47696674</c:v>
                </c:pt>
                <c:pt idx="901">
                  <c:v>48291328</c:v>
                </c:pt>
                <c:pt idx="902">
                  <c:v>48663843</c:v>
                </c:pt>
                <c:pt idx="903">
                  <c:v>49158836</c:v>
                </c:pt>
                <c:pt idx="904">
                  <c:v>48740901</c:v>
                </c:pt>
                <c:pt idx="905">
                  <c:v>49069530</c:v>
                </c:pt>
                <c:pt idx="906">
                  <c:v>49042314</c:v>
                </c:pt>
                <c:pt idx="907">
                  <c:v>50388243</c:v>
                </c:pt>
                <c:pt idx="908">
                  <c:v>50334659</c:v>
                </c:pt>
                <c:pt idx="909">
                  <c:v>49647117</c:v>
                </c:pt>
                <c:pt idx="910">
                  <c:v>51253087</c:v>
                </c:pt>
                <c:pt idx="911">
                  <c:v>49304121</c:v>
                </c:pt>
                <c:pt idx="912">
                  <c:v>51794190</c:v>
                </c:pt>
                <c:pt idx="913">
                  <c:v>51191016</c:v>
                </c:pt>
                <c:pt idx="914">
                  <c:v>51219497</c:v>
                </c:pt>
                <c:pt idx="915">
                  <c:v>50852276</c:v>
                </c:pt>
                <c:pt idx="916">
                  <c:v>51853916</c:v>
                </c:pt>
                <c:pt idx="917">
                  <c:v>52567764</c:v>
                </c:pt>
                <c:pt idx="918">
                  <c:v>51471212</c:v>
                </c:pt>
                <c:pt idx="919">
                  <c:v>52043722</c:v>
                </c:pt>
                <c:pt idx="920">
                  <c:v>51702027</c:v>
                </c:pt>
                <c:pt idx="921">
                  <c:v>51525970</c:v>
                </c:pt>
                <c:pt idx="922">
                  <c:v>50779327</c:v>
                </c:pt>
                <c:pt idx="923">
                  <c:v>50830092</c:v>
                </c:pt>
                <c:pt idx="924">
                  <c:v>51554544</c:v>
                </c:pt>
                <c:pt idx="925">
                  <c:v>52096622</c:v>
                </c:pt>
                <c:pt idx="926">
                  <c:v>52565826</c:v>
                </c:pt>
                <c:pt idx="927">
                  <c:v>52229315</c:v>
                </c:pt>
                <c:pt idx="928">
                  <c:v>51343413</c:v>
                </c:pt>
                <c:pt idx="929">
                  <c:v>51704279</c:v>
                </c:pt>
                <c:pt idx="930">
                  <c:v>51880259</c:v>
                </c:pt>
                <c:pt idx="931">
                  <c:v>52042550</c:v>
                </c:pt>
                <c:pt idx="932">
                  <c:v>52291191</c:v>
                </c:pt>
                <c:pt idx="933">
                  <c:v>54712641</c:v>
                </c:pt>
                <c:pt idx="934">
                  <c:v>55502204</c:v>
                </c:pt>
                <c:pt idx="935">
                  <c:v>53063280</c:v>
                </c:pt>
                <c:pt idx="936">
                  <c:v>54164214</c:v>
                </c:pt>
                <c:pt idx="937">
                  <c:v>55170640</c:v>
                </c:pt>
                <c:pt idx="938">
                  <c:v>54265009</c:v>
                </c:pt>
                <c:pt idx="939">
                  <c:v>54299419</c:v>
                </c:pt>
                <c:pt idx="940">
                  <c:v>54681388</c:v>
                </c:pt>
                <c:pt idx="941">
                  <c:v>54835078</c:v>
                </c:pt>
                <c:pt idx="942">
                  <c:v>54832341</c:v>
                </c:pt>
                <c:pt idx="943">
                  <c:v>55227427</c:v>
                </c:pt>
                <c:pt idx="944">
                  <c:v>55225231</c:v>
                </c:pt>
                <c:pt idx="945">
                  <c:v>56003623</c:v>
                </c:pt>
                <c:pt idx="946">
                  <c:v>56949814</c:v>
                </c:pt>
                <c:pt idx="947">
                  <c:v>55313784</c:v>
                </c:pt>
                <c:pt idx="948">
                  <c:v>54787341</c:v>
                </c:pt>
                <c:pt idx="949">
                  <c:v>55493902</c:v>
                </c:pt>
                <c:pt idx="950">
                  <c:v>54315521</c:v>
                </c:pt>
                <c:pt idx="951">
                  <c:v>54234364</c:v>
                </c:pt>
                <c:pt idx="952">
                  <c:v>53762864</c:v>
                </c:pt>
                <c:pt idx="953">
                  <c:v>55172702</c:v>
                </c:pt>
                <c:pt idx="954">
                  <c:v>56039313</c:v>
                </c:pt>
                <c:pt idx="955">
                  <c:v>55109865</c:v>
                </c:pt>
                <c:pt idx="956">
                  <c:v>55766400</c:v>
                </c:pt>
                <c:pt idx="957">
                  <c:v>54259039</c:v>
                </c:pt>
                <c:pt idx="958">
                  <c:v>53878529</c:v>
                </c:pt>
                <c:pt idx="959">
                  <c:v>54664418</c:v>
                </c:pt>
                <c:pt idx="960">
                  <c:v>54836689</c:v>
                </c:pt>
                <c:pt idx="961">
                  <c:v>54732882</c:v>
                </c:pt>
                <c:pt idx="962">
                  <c:v>55240621</c:v>
                </c:pt>
                <c:pt idx="963">
                  <c:v>56072433</c:v>
                </c:pt>
                <c:pt idx="964">
                  <c:v>53492205</c:v>
                </c:pt>
                <c:pt idx="965">
                  <c:v>53495913</c:v>
                </c:pt>
                <c:pt idx="966">
                  <c:v>54854275</c:v>
                </c:pt>
                <c:pt idx="967">
                  <c:v>54478677</c:v>
                </c:pt>
                <c:pt idx="968">
                  <c:v>55776736</c:v>
                </c:pt>
                <c:pt idx="969">
                  <c:v>55794401</c:v>
                </c:pt>
                <c:pt idx="970">
                  <c:v>55201581</c:v>
                </c:pt>
                <c:pt idx="971">
                  <c:v>55232299</c:v>
                </c:pt>
                <c:pt idx="972">
                  <c:v>54413712</c:v>
                </c:pt>
                <c:pt idx="973">
                  <c:v>55008448</c:v>
                </c:pt>
                <c:pt idx="974">
                  <c:v>55476484</c:v>
                </c:pt>
                <c:pt idx="975">
                  <c:v>54924420</c:v>
                </c:pt>
                <c:pt idx="976">
                  <c:v>57669333</c:v>
                </c:pt>
                <c:pt idx="977">
                  <c:v>58738274</c:v>
                </c:pt>
                <c:pt idx="978">
                  <c:v>57364879</c:v>
                </c:pt>
                <c:pt idx="979">
                  <c:v>57357595</c:v>
                </c:pt>
                <c:pt idx="980">
                  <c:v>58317467</c:v>
                </c:pt>
                <c:pt idx="981">
                  <c:v>57433704</c:v>
                </c:pt>
                <c:pt idx="982">
                  <c:v>57545975</c:v>
                </c:pt>
                <c:pt idx="983">
                  <c:v>56988885</c:v>
                </c:pt>
                <c:pt idx="984">
                  <c:v>56394590</c:v>
                </c:pt>
                <c:pt idx="985">
                  <c:v>56962146</c:v>
                </c:pt>
                <c:pt idx="986">
                  <c:v>57205553</c:v>
                </c:pt>
                <c:pt idx="987">
                  <c:v>57173578</c:v>
                </c:pt>
                <c:pt idx="988">
                  <c:v>57020681</c:v>
                </c:pt>
                <c:pt idx="989">
                  <c:v>57976305</c:v>
                </c:pt>
                <c:pt idx="990">
                  <c:v>58736577</c:v>
                </c:pt>
                <c:pt idx="991">
                  <c:v>59081006</c:v>
                </c:pt>
                <c:pt idx="992">
                  <c:v>57304446</c:v>
                </c:pt>
                <c:pt idx="993">
                  <c:v>56997080</c:v>
                </c:pt>
                <c:pt idx="994">
                  <c:v>57517433</c:v>
                </c:pt>
                <c:pt idx="995">
                  <c:v>57786622</c:v>
                </c:pt>
                <c:pt idx="996">
                  <c:v>58652561</c:v>
                </c:pt>
                <c:pt idx="997">
                  <c:v>61632133</c:v>
                </c:pt>
                <c:pt idx="998">
                  <c:v>57567121</c:v>
                </c:pt>
                <c:pt idx="999">
                  <c:v>58347956</c:v>
                </c:pt>
                <c:pt idx="1000">
                  <c:v>58483442</c:v>
                </c:pt>
                <c:pt idx="1001">
                  <c:v>58853487</c:v>
                </c:pt>
                <c:pt idx="1002">
                  <c:v>59213827</c:v>
                </c:pt>
                <c:pt idx="1003">
                  <c:v>59360171</c:v>
                </c:pt>
                <c:pt idx="1004">
                  <c:v>58664624</c:v>
                </c:pt>
                <c:pt idx="1005">
                  <c:v>59601606</c:v>
                </c:pt>
                <c:pt idx="1006">
                  <c:v>59763779</c:v>
                </c:pt>
                <c:pt idx="1007">
                  <c:v>59190472</c:v>
                </c:pt>
                <c:pt idx="1008">
                  <c:v>60507692</c:v>
                </c:pt>
                <c:pt idx="1009">
                  <c:v>59088976</c:v>
                </c:pt>
                <c:pt idx="1010">
                  <c:v>59966474</c:v>
                </c:pt>
                <c:pt idx="1011">
                  <c:v>60324784</c:v>
                </c:pt>
                <c:pt idx="1012">
                  <c:v>59903794</c:v>
                </c:pt>
                <c:pt idx="1013">
                  <c:v>61585587</c:v>
                </c:pt>
                <c:pt idx="1014">
                  <c:v>61806326</c:v>
                </c:pt>
                <c:pt idx="1015">
                  <c:v>60390774</c:v>
                </c:pt>
                <c:pt idx="1016">
                  <c:v>63327407</c:v>
                </c:pt>
                <c:pt idx="1017">
                  <c:v>62164776</c:v>
                </c:pt>
                <c:pt idx="1018">
                  <c:v>61799037</c:v>
                </c:pt>
                <c:pt idx="1019">
                  <c:v>61406227</c:v>
                </c:pt>
                <c:pt idx="1020">
                  <c:v>62922937</c:v>
                </c:pt>
                <c:pt idx="1021">
                  <c:v>64856018</c:v>
                </c:pt>
                <c:pt idx="1022">
                  <c:v>65573680</c:v>
                </c:pt>
                <c:pt idx="1023">
                  <c:v>63861427</c:v>
                </c:pt>
                <c:pt idx="1024">
                  <c:v>62860077</c:v>
                </c:pt>
                <c:pt idx="1025">
                  <c:v>61748679</c:v>
                </c:pt>
                <c:pt idx="1026">
                  <c:v>60401148</c:v>
                </c:pt>
                <c:pt idx="1027">
                  <c:v>61068718</c:v>
                </c:pt>
                <c:pt idx="1028">
                  <c:v>62471946</c:v>
                </c:pt>
                <c:pt idx="1029">
                  <c:v>61797281</c:v>
                </c:pt>
                <c:pt idx="1030">
                  <c:v>62714026</c:v>
                </c:pt>
                <c:pt idx="1031">
                  <c:v>61577765</c:v>
                </c:pt>
                <c:pt idx="1032">
                  <c:v>62068182</c:v>
                </c:pt>
                <c:pt idx="1033">
                  <c:v>61636019</c:v>
                </c:pt>
                <c:pt idx="1034">
                  <c:v>61892845</c:v>
                </c:pt>
                <c:pt idx="1035">
                  <c:v>63666807</c:v>
                </c:pt>
                <c:pt idx="1036">
                  <c:v>62482538</c:v>
                </c:pt>
                <c:pt idx="1037">
                  <c:v>62245024</c:v>
                </c:pt>
                <c:pt idx="1038">
                  <c:v>65850301</c:v>
                </c:pt>
                <c:pt idx="1039">
                  <c:v>66805147</c:v>
                </c:pt>
                <c:pt idx="1040">
                  <c:v>63282649</c:v>
                </c:pt>
                <c:pt idx="1041">
                  <c:v>62820718</c:v>
                </c:pt>
                <c:pt idx="1042">
                  <c:v>63191055</c:v>
                </c:pt>
                <c:pt idx="1043">
                  <c:v>63856368</c:v>
                </c:pt>
                <c:pt idx="1044">
                  <c:v>62977170</c:v>
                </c:pt>
                <c:pt idx="1045">
                  <c:v>63342247</c:v>
                </c:pt>
                <c:pt idx="1046">
                  <c:v>61585148</c:v>
                </c:pt>
                <c:pt idx="1047">
                  <c:v>62328631</c:v>
                </c:pt>
                <c:pt idx="1048">
                  <c:v>62786607</c:v>
                </c:pt>
                <c:pt idx="1049">
                  <c:v>61449166</c:v>
                </c:pt>
                <c:pt idx="1050">
                  <c:v>61063867</c:v>
                </c:pt>
                <c:pt idx="1051">
                  <c:v>60971684</c:v>
                </c:pt>
                <c:pt idx="1052">
                  <c:v>62711887</c:v>
                </c:pt>
                <c:pt idx="1053">
                  <c:v>63014012</c:v>
                </c:pt>
                <c:pt idx="1054">
                  <c:v>62500894</c:v>
                </c:pt>
                <c:pt idx="1055">
                  <c:v>63137174</c:v>
                </c:pt>
                <c:pt idx="1056">
                  <c:v>64383198</c:v>
                </c:pt>
                <c:pt idx="1057">
                  <c:v>65862910</c:v>
                </c:pt>
                <c:pt idx="1058">
                  <c:v>63036901</c:v>
                </c:pt>
                <c:pt idx="1059">
                  <c:v>64262947</c:v>
                </c:pt>
                <c:pt idx="1060">
                  <c:v>64362825</c:v>
                </c:pt>
                <c:pt idx="1061">
                  <c:v>63425412</c:v>
                </c:pt>
                <c:pt idx="1062">
                  <c:v>64992976</c:v>
                </c:pt>
                <c:pt idx="1063">
                  <c:v>65273348</c:v>
                </c:pt>
                <c:pt idx="1064">
                  <c:v>63142653</c:v>
                </c:pt>
                <c:pt idx="1065">
                  <c:v>63703239</c:v>
                </c:pt>
                <c:pt idx="1066">
                  <c:v>62473107</c:v>
                </c:pt>
                <c:pt idx="1067">
                  <c:v>62500536</c:v>
                </c:pt>
                <c:pt idx="1068">
                  <c:v>63394807</c:v>
                </c:pt>
                <c:pt idx="1069">
                  <c:v>63485069</c:v>
                </c:pt>
                <c:pt idx="1070">
                  <c:v>64558442</c:v>
                </c:pt>
                <c:pt idx="1071">
                  <c:v>65462338</c:v>
                </c:pt>
                <c:pt idx="1072">
                  <c:v>64101070</c:v>
                </c:pt>
                <c:pt idx="1073">
                  <c:v>63695941</c:v>
                </c:pt>
                <c:pt idx="1074">
                  <c:v>64001500</c:v>
                </c:pt>
                <c:pt idx="1075">
                  <c:v>66630294</c:v>
                </c:pt>
                <c:pt idx="1076">
                  <c:v>66809711</c:v>
                </c:pt>
                <c:pt idx="1077">
                  <c:v>66665833</c:v>
                </c:pt>
                <c:pt idx="1078">
                  <c:v>68709856</c:v>
                </c:pt>
                <c:pt idx="1079">
                  <c:v>70344739</c:v>
                </c:pt>
                <c:pt idx="1080">
                  <c:v>75107298</c:v>
                </c:pt>
                <c:pt idx="1081">
                  <c:v>71467317</c:v>
                </c:pt>
                <c:pt idx="1082">
                  <c:v>69545650</c:v>
                </c:pt>
                <c:pt idx="1083">
                  <c:v>71396332</c:v>
                </c:pt>
                <c:pt idx="1084">
                  <c:v>74041033</c:v>
                </c:pt>
                <c:pt idx="1085">
                  <c:v>53805640</c:v>
                </c:pt>
                <c:pt idx="1086">
                  <c:v>54020017</c:v>
                </c:pt>
                <c:pt idx="1087">
                  <c:v>70386261</c:v>
                </c:pt>
                <c:pt idx="1088">
                  <c:v>74258907</c:v>
                </c:pt>
                <c:pt idx="1089">
                  <c:v>65340148</c:v>
                </c:pt>
                <c:pt idx="1090">
                  <c:v>64095437</c:v>
                </c:pt>
                <c:pt idx="1091">
                  <c:v>64603307</c:v>
                </c:pt>
                <c:pt idx="1092">
                  <c:v>64664255</c:v>
                </c:pt>
                <c:pt idx="1093">
                  <c:v>64432523</c:v>
                </c:pt>
                <c:pt idx="1094">
                  <c:v>65204675</c:v>
                </c:pt>
                <c:pt idx="1095">
                  <c:v>67356392</c:v>
                </c:pt>
                <c:pt idx="1096">
                  <c:v>68986142</c:v>
                </c:pt>
                <c:pt idx="1097">
                  <c:v>66570238</c:v>
                </c:pt>
                <c:pt idx="1098">
                  <c:v>71732752</c:v>
                </c:pt>
                <c:pt idx="1099">
                  <c:v>67530709</c:v>
                </c:pt>
                <c:pt idx="1100">
                  <c:v>69653452</c:v>
                </c:pt>
                <c:pt idx="1101">
                  <c:v>68001509</c:v>
                </c:pt>
                <c:pt idx="1102">
                  <c:v>66201003</c:v>
                </c:pt>
                <c:pt idx="1103">
                  <c:v>64471260</c:v>
                </c:pt>
                <c:pt idx="1104">
                  <c:v>62775831</c:v>
                </c:pt>
                <c:pt idx="1105">
                  <c:v>63346263</c:v>
                </c:pt>
                <c:pt idx="1106">
                  <c:v>62203731</c:v>
                </c:pt>
                <c:pt idx="1107">
                  <c:v>63476579</c:v>
                </c:pt>
                <c:pt idx="1108">
                  <c:v>63518990</c:v>
                </c:pt>
                <c:pt idx="1109">
                  <c:v>62840779</c:v>
                </c:pt>
                <c:pt idx="1110">
                  <c:v>63595935</c:v>
                </c:pt>
                <c:pt idx="1111">
                  <c:v>63562165</c:v>
                </c:pt>
                <c:pt idx="1112">
                  <c:v>64062523</c:v>
                </c:pt>
                <c:pt idx="1113">
                  <c:v>64477308</c:v>
                </c:pt>
                <c:pt idx="1114">
                  <c:v>63528402</c:v>
                </c:pt>
                <c:pt idx="1115">
                  <c:v>63548376</c:v>
                </c:pt>
                <c:pt idx="1116">
                  <c:v>63039270</c:v>
                </c:pt>
                <c:pt idx="1117">
                  <c:v>64455624</c:v>
                </c:pt>
                <c:pt idx="1118">
                  <c:v>64278940</c:v>
                </c:pt>
                <c:pt idx="1119">
                  <c:v>64244429</c:v>
                </c:pt>
                <c:pt idx="1120">
                  <c:v>67279748</c:v>
                </c:pt>
                <c:pt idx="1121">
                  <c:v>67393273</c:v>
                </c:pt>
                <c:pt idx="1122">
                  <c:v>65982417</c:v>
                </c:pt>
                <c:pt idx="1123">
                  <c:v>67010795</c:v>
                </c:pt>
                <c:pt idx="1124">
                  <c:v>64904507</c:v>
                </c:pt>
                <c:pt idx="1125">
                  <c:v>64176531</c:v>
                </c:pt>
                <c:pt idx="1126">
                  <c:v>64669998</c:v>
                </c:pt>
                <c:pt idx="1127">
                  <c:v>65245400</c:v>
                </c:pt>
                <c:pt idx="1128">
                  <c:v>65096425</c:v>
                </c:pt>
                <c:pt idx="1129">
                  <c:v>66080807</c:v>
                </c:pt>
                <c:pt idx="1130">
                  <c:v>66354660</c:v>
                </c:pt>
                <c:pt idx="1131">
                  <c:v>66814292</c:v>
                </c:pt>
                <c:pt idx="1132">
                  <c:v>66381958</c:v>
                </c:pt>
                <c:pt idx="1133">
                  <c:v>64191164</c:v>
                </c:pt>
                <c:pt idx="1134">
                  <c:v>63531281</c:v>
                </c:pt>
                <c:pt idx="1135">
                  <c:v>67075141</c:v>
                </c:pt>
                <c:pt idx="1136">
                  <c:v>64656322</c:v>
                </c:pt>
                <c:pt idx="1137">
                  <c:v>65457841</c:v>
                </c:pt>
                <c:pt idx="1138">
                  <c:v>65833716</c:v>
                </c:pt>
                <c:pt idx="1139">
                  <c:v>65009996</c:v>
                </c:pt>
                <c:pt idx="1140">
                  <c:v>67120363</c:v>
                </c:pt>
                <c:pt idx="1141">
                  <c:v>63940733</c:v>
                </c:pt>
                <c:pt idx="1142">
                  <c:v>63436145</c:v>
                </c:pt>
                <c:pt idx="1143">
                  <c:v>66848167</c:v>
                </c:pt>
                <c:pt idx="1144">
                  <c:v>66730533</c:v>
                </c:pt>
                <c:pt idx="1145">
                  <c:v>67947057</c:v>
                </c:pt>
                <c:pt idx="1146">
                  <c:v>67655407</c:v>
                </c:pt>
                <c:pt idx="1147">
                  <c:v>64992844</c:v>
                </c:pt>
                <c:pt idx="1148">
                  <c:v>63456270</c:v>
                </c:pt>
                <c:pt idx="1149">
                  <c:v>64338972</c:v>
                </c:pt>
                <c:pt idx="1150">
                  <c:v>66553014</c:v>
                </c:pt>
                <c:pt idx="1151">
                  <c:v>65616903</c:v>
                </c:pt>
                <c:pt idx="1152">
                  <c:v>67858711</c:v>
                </c:pt>
                <c:pt idx="1153">
                  <c:v>66981872</c:v>
                </c:pt>
                <c:pt idx="1154">
                  <c:v>67842638</c:v>
                </c:pt>
                <c:pt idx="1155">
                  <c:v>65549774</c:v>
                </c:pt>
                <c:pt idx="1156">
                  <c:v>65138642</c:v>
                </c:pt>
                <c:pt idx="1157">
                  <c:v>67065945</c:v>
                </c:pt>
                <c:pt idx="1158">
                  <c:v>66221653</c:v>
                </c:pt>
                <c:pt idx="1159">
                  <c:v>67660498</c:v>
                </c:pt>
                <c:pt idx="1160">
                  <c:v>70084177</c:v>
                </c:pt>
                <c:pt idx="1161">
                  <c:v>70879365</c:v>
                </c:pt>
                <c:pt idx="1162">
                  <c:v>69774635</c:v>
                </c:pt>
                <c:pt idx="1163">
                  <c:v>68346305</c:v>
                </c:pt>
                <c:pt idx="1164">
                  <c:v>66952779</c:v>
                </c:pt>
                <c:pt idx="1165">
                  <c:v>68444282</c:v>
                </c:pt>
                <c:pt idx="1166">
                  <c:v>68621851</c:v>
                </c:pt>
                <c:pt idx="1167">
                  <c:v>67822818</c:v>
                </c:pt>
                <c:pt idx="1168">
                  <c:v>69488232</c:v>
                </c:pt>
                <c:pt idx="1169">
                  <c:v>69362634</c:v>
                </c:pt>
                <c:pt idx="1170">
                  <c:v>68917431</c:v>
                </c:pt>
                <c:pt idx="1171">
                  <c:v>65623666</c:v>
                </c:pt>
                <c:pt idx="1172">
                  <c:v>68555850</c:v>
                </c:pt>
                <c:pt idx="1173">
                  <c:v>70411447</c:v>
                </c:pt>
                <c:pt idx="1174">
                  <c:v>73341921</c:v>
                </c:pt>
                <c:pt idx="1175">
                  <c:v>61002839</c:v>
                </c:pt>
                <c:pt idx="1176">
                  <c:v>61093215</c:v>
                </c:pt>
                <c:pt idx="1177">
                  <c:v>69387124</c:v>
                </c:pt>
                <c:pt idx="1178">
                  <c:v>69590577</c:v>
                </c:pt>
                <c:pt idx="1179">
                  <c:v>69750220</c:v>
                </c:pt>
                <c:pt idx="1180">
                  <c:v>69637922</c:v>
                </c:pt>
                <c:pt idx="1181">
                  <c:v>67416329</c:v>
                </c:pt>
                <c:pt idx="1182">
                  <c:v>69595257</c:v>
                </c:pt>
                <c:pt idx="1183">
                  <c:v>70726855</c:v>
                </c:pt>
                <c:pt idx="1184">
                  <c:v>71284264</c:v>
                </c:pt>
                <c:pt idx="1185">
                  <c:v>64194961</c:v>
                </c:pt>
                <c:pt idx="1186">
                  <c:v>63585614</c:v>
                </c:pt>
                <c:pt idx="1187">
                  <c:v>68843827</c:v>
                </c:pt>
                <c:pt idx="1188">
                  <c:v>69389482</c:v>
                </c:pt>
                <c:pt idx="1189">
                  <c:v>69649977</c:v>
                </c:pt>
                <c:pt idx="1190">
                  <c:v>69876183</c:v>
                </c:pt>
                <c:pt idx="1191">
                  <c:v>70837833</c:v>
                </c:pt>
                <c:pt idx="1192">
                  <c:v>70123050</c:v>
                </c:pt>
                <c:pt idx="1193">
                  <c:v>71986883</c:v>
                </c:pt>
                <c:pt idx="1194">
                  <c:v>74201625</c:v>
                </c:pt>
                <c:pt idx="1195">
                  <c:v>66687234</c:v>
                </c:pt>
                <c:pt idx="1196">
                  <c:v>66799689</c:v>
                </c:pt>
                <c:pt idx="1197">
                  <c:v>71582436</c:v>
                </c:pt>
                <c:pt idx="1198">
                  <c:v>68807417</c:v>
                </c:pt>
                <c:pt idx="1199">
                  <c:v>69977077</c:v>
                </c:pt>
                <c:pt idx="1200">
                  <c:v>70049861</c:v>
                </c:pt>
                <c:pt idx="1201">
                  <c:v>69879690</c:v>
                </c:pt>
                <c:pt idx="1202">
                  <c:v>69650449</c:v>
                </c:pt>
                <c:pt idx="1203">
                  <c:v>67256135</c:v>
                </c:pt>
                <c:pt idx="1204">
                  <c:v>75167523</c:v>
                </c:pt>
                <c:pt idx="1205">
                  <c:v>66012657</c:v>
                </c:pt>
                <c:pt idx="1206">
                  <c:v>63070898</c:v>
                </c:pt>
                <c:pt idx="1207">
                  <c:v>71664635</c:v>
                </c:pt>
                <c:pt idx="1208">
                  <c:v>67797427</c:v>
                </c:pt>
                <c:pt idx="1209">
                  <c:v>68073388</c:v>
                </c:pt>
                <c:pt idx="1210">
                  <c:v>67942985</c:v>
                </c:pt>
                <c:pt idx="1211">
                  <c:v>67796611</c:v>
                </c:pt>
                <c:pt idx="1212">
                  <c:v>68141977</c:v>
                </c:pt>
                <c:pt idx="1213">
                  <c:v>68902473</c:v>
                </c:pt>
                <c:pt idx="1214">
                  <c:v>69318414</c:v>
                </c:pt>
                <c:pt idx="1215">
                  <c:v>66497430</c:v>
                </c:pt>
                <c:pt idx="1216">
                  <c:v>68415480</c:v>
                </c:pt>
                <c:pt idx="1217">
                  <c:v>65093801</c:v>
                </c:pt>
                <c:pt idx="1218">
                  <c:v>66540506</c:v>
                </c:pt>
                <c:pt idx="1219">
                  <c:v>69441988</c:v>
                </c:pt>
                <c:pt idx="1220">
                  <c:v>67900212</c:v>
                </c:pt>
                <c:pt idx="1221">
                  <c:v>66735911</c:v>
                </c:pt>
                <c:pt idx="1222">
                  <c:v>67876522</c:v>
                </c:pt>
                <c:pt idx="1223">
                  <c:v>66961614</c:v>
                </c:pt>
                <c:pt idx="1224">
                  <c:v>69119118</c:v>
                </c:pt>
                <c:pt idx="1225">
                  <c:v>66132831</c:v>
                </c:pt>
                <c:pt idx="1226">
                  <c:v>67877006</c:v>
                </c:pt>
                <c:pt idx="1227">
                  <c:v>67677829</c:v>
                </c:pt>
                <c:pt idx="1228">
                  <c:v>67049902</c:v>
                </c:pt>
                <c:pt idx="1229">
                  <c:v>66624409</c:v>
                </c:pt>
                <c:pt idx="1230">
                  <c:v>66060146</c:v>
                </c:pt>
                <c:pt idx="1231">
                  <c:v>67413301</c:v>
                </c:pt>
                <c:pt idx="1232">
                  <c:v>67946774</c:v>
                </c:pt>
                <c:pt idx="1233">
                  <c:v>67025724</c:v>
                </c:pt>
                <c:pt idx="1234">
                  <c:v>67069814</c:v>
                </c:pt>
                <c:pt idx="1235">
                  <c:v>67036647</c:v>
                </c:pt>
                <c:pt idx="1236">
                  <c:v>67476318</c:v>
                </c:pt>
                <c:pt idx="1237">
                  <c:v>66887441</c:v>
                </c:pt>
                <c:pt idx="1238">
                  <c:v>66615764</c:v>
                </c:pt>
                <c:pt idx="1239">
                  <c:v>67130524</c:v>
                </c:pt>
                <c:pt idx="1240">
                  <c:v>65057558</c:v>
                </c:pt>
                <c:pt idx="1241">
                  <c:v>67124997</c:v>
                </c:pt>
                <c:pt idx="1242">
                  <c:v>66621793</c:v>
                </c:pt>
                <c:pt idx="1243">
                  <c:v>64169063</c:v>
                </c:pt>
                <c:pt idx="1244">
                  <c:v>64814895</c:v>
                </c:pt>
                <c:pt idx="1245">
                  <c:v>65825427</c:v>
                </c:pt>
                <c:pt idx="1246">
                  <c:v>66614093</c:v>
                </c:pt>
                <c:pt idx="1247">
                  <c:v>64073702</c:v>
                </c:pt>
                <c:pt idx="1248">
                  <c:v>64365811</c:v>
                </c:pt>
                <c:pt idx="1249">
                  <c:v>63264948</c:v>
                </c:pt>
                <c:pt idx="1250">
                  <c:v>62925819</c:v>
                </c:pt>
                <c:pt idx="1251">
                  <c:v>63560483</c:v>
                </c:pt>
                <c:pt idx="1252">
                  <c:v>63876506</c:v>
                </c:pt>
                <c:pt idx="1253">
                  <c:v>64777065</c:v>
                </c:pt>
                <c:pt idx="1254">
                  <c:v>64462516</c:v>
                </c:pt>
                <c:pt idx="1255">
                  <c:v>65976490</c:v>
                </c:pt>
                <c:pt idx="1256">
                  <c:v>65439078</c:v>
                </c:pt>
                <c:pt idx="1257">
                  <c:v>66614908</c:v>
                </c:pt>
                <c:pt idx="1258">
                  <c:v>71060750</c:v>
                </c:pt>
                <c:pt idx="1259">
                  <c:v>71596438</c:v>
                </c:pt>
                <c:pt idx="1260">
                  <c:v>69159957</c:v>
                </c:pt>
                <c:pt idx="1261">
                  <c:v>67766633</c:v>
                </c:pt>
                <c:pt idx="1262">
                  <c:v>67961200</c:v>
                </c:pt>
                <c:pt idx="1263">
                  <c:v>72058521</c:v>
                </c:pt>
                <c:pt idx="1264">
                  <c:v>73923848</c:v>
                </c:pt>
                <c:pt idx="1265">
                  <c:v>77901845</c:v>
                </c:pt>
                <c:pt idx="1266">
                  <c:v>58416679</c:v>
                </c:pt>
                <c:pt idx="1267">
                  <c:v>59484173</c:v>
                </c:pt>
                <c:pt idx="1268">
                  <c:v>73595861</c:v>
                </c:pt>
                <c:pt idx="1269">
                  <c:v>69992209</c:v>
                </c:pt>
                <c:pt idx="1270">
                  <c:v>68602132</c:v>
                </c:pt>
                <c:pt idx="1271">
                  <c:v>67687651</c:v>
                </c:pt>
                <c:pt idx="1272">
                  <c:v>69417226</c:v>
                </c:pt>
                <c:pt idx="1273">
                  <c:v>67125102</c:v>
                </c:pt>
                <c:pt idx="1274">
                  <c:v>65681400</c:v>
                </c:pt>
                <c:pt idx="1275">
                  <c:v>69183003</c:v>
                </c:pt>
                <c:pt idx="1276">
                  <c:v>67001444</c:v>
                </c:pt>
                <c:pt idx="1277">
                  <c:v>65653778</c:v>
                </c:pt>
                <c:pt idx="1278">
                  <c:v>63017243</c:v>
                </c:pt>
                <c:pt idx="1279">
                  <c:v>63601860</c:v>
                </c:pt>
                <c:pt idx="1280">
                  <c:v>63949567</c:v>
                </c:pt>
                <c:pt idx="1281">
                  <c:v>64716571</c:v>
                </c:pt>
                <c:pt idx="1282">
                  <c:v>64149969</c:v>
                </c:pt>
                <c:pt idx="1283">
                  <c:v>63735190</c:v>
                </c:pt>
                <c:pt idx="1284">
                  <c:v>63594324</c:v>
                </c:pt>
                <c:pt idx="1285">
                  <c:v>63793750</c:v>
                </c:pt>
                <c:pt idx="1286">
                  <c:v>65395782</c:v>
                </c:pt>
                <c:pt idx="1287">
                  <c:v>65712645</c:v>
                </c:pt>
                <c:pt idx="1288">
                  <c:v>62622495</c:v>
                </c:pt>
                <c:pt idx="1289">
                  <c:v>63537107</c:v>
                </c:pt>
                <c:pt idx="1290">
                  <c:v>63480904</c:v>
                </c:pt>
                <c:pt idx="1291">
                  <c:v>63500276</c:v>
                </c:pt>
                <c:pt idx="1292">
                  <c:v>62450911</c:v>
                </c:pt>
                <c:pt idx="1293">
                  <c:v>61340819</c:v>
                </c:pt>
                <c:pt idx="1294">
                  <c:v>63223149</c:v>
                </c:pt>
                <c:pt idx="1295">
                  <c:v>63840335</c:v>
                </c:pt>
                <c:pt idx="1296">
                  <c:v>63476696</c:v>
                </c:pt>
                <c:pt idx="1297">
                  <c:v>64171190</c:v>
                </c:pt>
                <c:pt idx="1298">
                  <c:v>63225072</c:v>
                </c:pt>
                <c:pt idx="1299">
                  <c:v>65898996</c:v>
                </c:pt>
                <c:pt idx="1300">
                  <c:v>66273399</c:v>
                </c:pt>
                <c:pt idx="1301">
                  <c:v>64101351</c:v>
                </c:pt>
                <c:pt idx="1302">
                  <c:v>57637180</c:v>
                </c:pt>
                <c:pt idx="1303">
                  <c:v>60402815</c:v>
                </c:pt>
                <c:pt idx="1304">
                  <c:v>68099688</c:v>
                </c:pt>
                <c:pt idx="1305">
                  <c:v>67732469</c:v>
                </c:pt>
                <c:pt idx="1306">
                  <c:v>62440696</c:v>
                </c:pt>
                <c:pt idx="1307">
                  <c:v>62200196</c:v>
                </c:pt>
                <c:pt idx="1308">
                  <c:v>63125559</c:v>
                </c:pt>
                <c:pt idx="1309">
                  <c:v>66901979</c:v>
                </c:pt>
                <c:pt idx="1310">
                  <c:v>63858500</c:v>
                </c:pt>
                <c:pt idx="1311">
                  <c:v>65017145</c:v>
                </c:pt>
                <c:pt idx="1312">
                  <c:v>64363327</c:v>
                </c:pt>
                <c:pt idx="1313">
                  <c:v>64689974</c:v>
                </c:pt>
                <c:pt idx="1314">
                  <c:v>65077124</c:v>
                </c:pt>
                <c:pt idx="1315">
                  <c:v>65013587</c:v>
                </c:pt>
                <c:pt idx="1316">
                  <c:v>66091503</c:v>
                </c:pt>
                <c:pt idx="1317">
                  <c:v>64806559</c:v>
                </c:pt>
                <c:pt idx="1318">
                  <c:v>64788805</c:v>
                </c:pt>
                <c:pt idx="1319">
                  <c:v>64861364</c:v>
                </c:pt>
                <c:pt idx="1320">
                  <c:v>63826217</c:v>
                </c:pt>
                <c:pt idx="1321">
                  <c:v>65248855</c:v>
                </c:pt>
                <c:pt idx="1322">
                  <c:v>65344405</c:v>
                </c:pt>
                <c:pt idx="1323">
                  <c:v>65994281</c:v>
                </c:pt>
                <c:pt idx="1324">
                  <c:v>66007149</c:v>
                </c:pt>
                <c:pt idx="1325">
                  <c:v>65299400</c:v>
                </c:pt>
                <c:pt idx="1326">
                  <c:v>66064954</c:v>
                </c:pt>
                <c:pt idx="1327">
                  <c:v>68291157</c:v>
                </c:pt>
                <c:pt idx="1328">
                  <c:v>68017176</c:v>
                </c:pt>
                <c:pt idx="1329">
                  <c:v>68329025</c:v>
                </c:pt>
                <c:pt idx="1330">
                  <c:v>70220220</c:v>
                </c:pt>
                <c:pt idx="1331">
                  <c:v>69126504</c:v>
                </c:pt>
                <c:pt idx="1332">
                  <c:v>68474407</c:v>
                </c:pt>
                <c:pt idx="1333">
                  <c:v>68308228</c:v>
                </c:pt>
                <c:pt idx="1334">
                  <c:v>67836867</c:v>
                </c:pt>
                <c:pt idx="1335">
                  <c:v>67275673</c:v>
                </c:pt>
                <c:pt idx="1336">
                  <c:v>67152120</c:v>
                </c:pt>
                <c:pt idx="1337">
                  <c:v>68833523</c:v>
                </c:pt>
                <c:pt idx="1338">
                  <c:v>68163871</c:v>
                </c:pt>
                <c:pt idx="1339">
                  <c:v>67823601</c:v>
                </c:pt>
                <c:pt idx="1340">
                  <c:v>70139674</c:v>
                </c:pt>
                <c:pt idx="1341">
                  <c:v>74455938</c:v>
                </c:pt>
                <c:pt idx="1342">
                  <c:v>72321200</c:v>
                </c:pt>
                <c:pt idx="1343">
                  <c:v>67547418</c:v>
                </c:pt>
                <c:pt idx="1344">
                  <c:v>69271894</c:v>
                </c:pt>
                <c:pt idx="1345">
                  <c:v>68031235</c:v>
                </c:pt>
                <c:pt idx="1346">
                  <c:v>69440946</c:v>
                </c:pt>
                <c:pt idx="1347">
                  <c:v>68287310</c:v>
                </c:pt>
                <c:pt idx="1348">
                  <c:v>65522730</c:v>
                </c:pt>
                <c:pt idx="1349">
                  <c:v>65623355</c:v>
                </c:pt>
                <c:pt idx="1350">
                  <c:v>65520242</c:v>
                </c:pt>
                <c:pt idx="1351">
                  <c:v>64040879</c:v>
                </c:pt>
                <c:pt idx="1352">
                  <c:v>62307913</c:v>
                </c:pt>
                <c:pt idx="1353">
                  <c:v>63326662</c:v>
                </c:pt>
                <c:pt idx="1354">
                  <c:v>63194609</c:v>
                </c:pt>
                <c:pt idx="1355">
                  <c:v>61344567</c:v>
                </c:pt>
                <c:pt idx="1356">
                  <c:v>60886405</c:v>
                </c:pt>
                <c:pt idx="1357">
                  <c:v>61471051</c:v>
                </c:pt>
                <c:pt idx="1358">
                  <c:v>60245056</c:v>
                </c:pt>
                <c:pt idx="1359">
                  <c:v>60614157</c:v>
                </c:pt>
                <c:pt idx="1360">
                  <c:v>61280738</c:v>
                </c:pt>
                <c:pt idx="1361">
                  <c:v>61362112</c:v>
                </c:pt>
                <c:pt idx="1362">
                  <c:v>61951461</c:v>
                </c:pt>
                <c:pt idx="1363">
                  <c:v>61034870</c:v>
                </c:pt>
                <c:pt idx="1364">
                  <c:v>62346801</c:v>
                </c:pt>
                <c:pt idx="1365">
                  <c:v>62815222</c:v>
                </c:pt>
                <c:pt idx="1366">
                  <c:v>60805218</c:v>
                </c:pt>
                <c:pt idx="1367">
                  <c:v>59514033</c:v>
                </c:pt>
                <c:pt idx="1368">
                  <c:v>61367013</c:v>
                </c:pt>
                <c:pt idx="1369">
                  <c:v>62519095</c:v>
                </c:pt>
                <c:pt idx="1370">
                  <c:v>61587622</c:v>
                </c:pt>
                <c:pt idx="1371">
                  <c:v>62956712</c:v>
                </c:pt>
                <c:pt idx="1372">
                  <c:v>63234871</c:v>
                </c:pt>
                <c:pt idx="1373">
                  <c:v>61646033</c:v>
                </c:pt>
                <c:pt idx="1374">
                  <c:v>60093080</c:v>
                </c:pt>
                <c:pt idx="1375">
                  <c:v>58447776</c:v>
                </c:pt>
                <c:pt idx="1376">
                  <c:v>62994794</c:v>
                </c:pt>
                <c:pt idx="1377">
                  <c:v>63405067</c:v>
                </c:pt>
                <c:pt idx="1378">
                  <c:v>65135977</c:v>
                </c:pt>
                <c:pt idx="1379">
                  <c:v>63107868</c:v>
                </c:pt>
                <c:pt idx="1380">
                  <c:v>62839775</c:v>
                </c:pt>
                <c:pt idx="1381">
                  <c:v>56678158</c:v>
                </c:pt>
                <c:pt idx="1382">
                  <c:v>56493158</c:v>
                </c:pt>
                <c:pt idx="1383">
                  <c:v>55462204</c:v>
                </c:pt>
                <c:pt idx="1384">
                  <c:v>54696303</c:v>
                </c:pt>
                <c:pt idx="1385">
                  <c:v>54410060</c:v>
                </c:pt>
                <c:pt idx="1386">
                  <c:v>51899035</c:v>
                </c:pt>
                <c:pt idx="1387">
                  <c:v>51144068</c:v>
                </c:pt>
                <c:pt idx="1388">
                  <c:v>51419028</c:v>
                </c:pt>
                <c:pt idx="1389">
                  <c:v>52495970</c:v>
                </c:pt>
                <c:pt idx="1390">
                  <c:v>53345221</c:v>
                </c:pt>
                <c:pt idx="1391">
                  <c:v>55039833</c:v>
                </c:pt>
                <c:pt idx="1392">
                  <c:v>53708695</c:v>
                </c:pt>
                <c:pt idx="1393">
                  <c:v>53140057</c:v>
                </c:pt>
                <c:pt idx="1394">
                  <c:v>52967271</c:v>
                </c:pt>
                <c:pt idx="1395">
                  <c:v>53003578</c:v>
                </c:pt>
                <c:pt idx="1396">
                  <c:v>55143208</c:v>
                </c:pt>
                <c:pt idx="1397">
                  <c:v>55489415</c:v>
                </c:pt>
                <c:pt idx="1398">
                  <c:v>55221603</c:v>
                </c:pt>
                <c:pt idx="1399">
                  <c:v>52808296</c:v>
                </c:pt>
                <c:pt idx="1400">
                  <c:v>52726363</c:v>
                </c:pt>
                <c:pt idx="1401">
                  <c:v>54009503</c:v>
                </c:pt>
                <c:pt idx="1402">
                  <c:v>54710816</c:v>
                </c:pt>
                <c:pt idx="1403">
                  <c:v>54343829</c:v>
                </c:pt>
                <c:pt idx="1404">
                  <c:v>55543161</c:v>
                </c:pt>
                <c:pt idx="1405">
                  <c:v>55753846</c:v>
                </c:pt>
                <c:pt idx="1406">
                  <c:v>54215963</c:v>
                </c:pt>
                <c:pt idx="1407">
                  <c:v>47733013</c:v>
                </c:pt>
                <c:pt idx="1408">
                  <c:v>49194971</c:v>
                </c:pt>
                <c:pt idx="1409">
                  <c:v>58031287</c:v>
                </c:pt>
                <c:pt idx="1410">
                  <c:v>53880132</c:v>
                </c:pt>
                <c:pt idx="1411">
                  <c:v>54818653</c:v>
                </c:pt>
                <c:pt idx="1412">
                  <c:v>55656809</c:v>
                </c:pt>
                <c:pt idx="1413">
                  <c:v>55276948</c:v>
                </c:pt>
                <c:pt idx="1414">
                  <c:v>55951290</c:v>
                </c:pt>
                <c:pt idx="1415">
                  <c:v>55643949</c:v>
                </c:pt>
                <c:pt idx="1416">
                  <c:v>54778045</c:v>
                </c:pt>
                <c:pt idx="1417">
                  <c:v>54875043</c:v>
                </c:pt>
                <c:pt idx="1418">
                  <c:v>55662993</c:v>
                </c:pt>
                <c:pt idx="1419">
                  <c:v>55374237</c:v>
                </c:pt>
                <c:pt idx="1420">
                  <c:v>56692063</c:v>
                </c:pt>
                <c:pt idx="1421">
                  <c:v>56403371</c:v>
                </c:pt>
                <c:pt idx="1422">
                  <c:v>56400312</c:v>
                </c:pt>
                <c:pt idx="1423">
                  <c:v>57402133</c:v>
                </c:pt>
                <c:pt idx="1424">
                  <c:v>57224347</c:v>
                </c:pt>
                <c:pt idx="1425">
                  <c:v>59426245</c:v>
                </c:pt>
                <c:pt idx="1426">
                  <c:v>63100956</c:v>
                </c:pt>
                <c:pt idx="1427">
                  <c:v>63258152</c:v>
                </c:pt>
                <c:pt idx="1428">
                  <c:v>47396397</c:v>
                </c:pt>
                <c:pt idx="1429">
                  <c:v>48625698</c:v>
                </c:pt>
                <c:pt idx="1430">
                  <c:v>59556306</c:v>
                </c:pt>
                <c:pt idx="1431">
                  <c:v>60526989</c:v>
                </c:pt>
                <c:pt idx="1432">
                  <c:v>54756126</c:v>
                </c:pt>
                <c:pt idx="1433">
                  <c:v>53878037</c:v>
                </c:pt>
                <c:pt idx="1434">
                  <c:v>52316788</c:v>
                </c:pt>
                <c:pt idx="1435">
                  <c:v>51737707</c:v>
                </c:pt>
                <c:pt idx="1436">
                  <c:v>51714507</c:v>
                </c:pt>
                <c:pt idx="1437">
                  <c:v>52337259</c:v>
                </c:pt>
                <c:pt idx="1438">
                  <c:v>52639340</c:v>
                </c:pt>
                <c:pt idx="1439">
                  <c:v>51592468</c:v>
                </c:pt>
                <c:pt idx="1440">
                  <c:v>51455651</c:v>
                </c:pt>
                <c:pt idx="1441">
                  <c:v>50792194</c:v>
                </c:pt>
                <c:pt idx="1442">
                  <c:v>51146852</c:v>
                </c:pt>
                <c:pt idx="1443">
                  <c:v>50299596</c:v>
                </c:pt>
                <c:pt idx="1444">
                  <c:v>50726386</c:v>
                </c:pt>
                <c:pt idx="1445">
                  <c:v>51126266</c:v>
                </c:pt>
                <c:pt idx="1446">
                  <c:v>49219608</c:v>
                </c:pt>
                <c:pt idx="1447">
                  <c:v>48874945</c:v>
                </c:pt>
                <c:pt idx="1448">
                  <c:v>48056324</c:v>
                </c:pt>
                <c:pt idx="1449">
                  <c:v>49234645</c:v>
                </c:pt>
                <c:pt idx="1450">
                  <c:v>50354642</c:v>
                </c:pt>
                <c:pt idx="1451">
                  <c:v>47786310</c:v>
                </c:pt>
                <c:pt idx="1452">
                  <c:v>47645769</c:v>
                </c:pt>
                <c:pt idx="1453">
                  <c:v>47448434</c:v>
                </c:pt>
                <c:pt idx="1454">
                  <c:v>46975258</c:v>
                </c:pt>
                <c:pt idx="1455">
                  <c:v>47328460</c:v>
                </c:pt>
                <c:pt idx="1456">
                  <c:v>47106294</c:v>
                </c:pt>
                <c:pt idx="1457">
                  <c:v>46677113</c:v>
                </c:pt>
                <c:pt idx="1458">
                  <c:v>45908131</c:v>
                </c:pt>
                <c:pt idx="1459">
                  <c:v>46156536</c:v>
                </c:pt>
                <c:pt idx="1460">
                  <c:v>45533779</c:v>
                </c:pt>
                <c:pt idx="1461">
                  <c:v>45714868</c:v>
                </c:pt>
                <c:pt idx="1462">
                  <c:v>45397799</c:v>
                </c:pt>
                <c:pt idx="1463">
                  <c:v>45472722</c:v>
                </c:pt>
                <c:pt idx="1464">
                  <c:v>45551517</c:v>
                </c:pt>
                <c:pt idx="1465">
                  <c:v>46601119</c:v>
                </c:pt>
                <c:pt idx="1466">
                  <c:v>46033699</c:v>
                </c:pt>
                <c:pt idx="1467">
                  <c:v>46341452</c:v>
                </c:pt>
                <c:pt idx="1468">
                  <c:v>46764297</c:v>
                </c:pt>
                <c:pt idx="1469">
                  <c:v>46321838</c:v>
                </c:pt>
                <c:pt idx="1470">
                  <c:v>45748772</c:v>
                </c:pt>
                <c:pt idx="1471">
                  <c:v>45723148</c:v>
                </c:pt>
                <c:pt idx="1472">
                  <c:v>47464563</c:v>
                </c:pt>
                <c:pt idx="1473">
                  <c:v>48005841</c:v>
                </c:pt>
                <c:pt idx="1474">
                  <c:v>46323213</c:v>
                </c:pt>
                <c:pt idx="1475">
                  <c:v>46983291</c:v>
                </c:pt>
                <c:pt idx="1476">
                  <c:v>50649471</c:v>
                </c:pt>
                <c:pt idx="1477">
                  <c:v>46476347</c:v>
                </c:pt>
                <c:pt idx="1478">
                  <c:v>46280562</c:v>
                </c:pt>
                <c:pt idx="1479">
                  <c:v>47524811</c:v>
                </c:pt>
                <c:pt idx="1480">
                  <c:v>47398692</c:v>
                </c:pt>
                <c:pt idx="1481">
                  <c:v>46228578</c:v>
                </c:pt>
                <c:pt idx="1482">
                  <c:v>46450403</c:v>
                </c:pt>
                <c:pt idx="1483">
                  <c:v>46361489</c:v>
                </c:pt>
                <c:pt idx="1484">
                  <c:v>48205254</c:v>
                </c:pt>
                <c:pt idx="1485">
                  <c:v>48337551</c:v>
                </c:pt>
                <c:pt idx="1486">
                  <c:v>47900337</c:v>
                </c:pt>
                <c:pt idx="1487">
                  <c:v>45978490</c:v>
                </c:pt>
                <c:pt idx="1488">
                  <c:v>46728524</c:v>
                </c:pt>
                <c:pt idx="1489">
                  <c:v>45506364</c:v>
                </c:pt>
                <c:pt idx="1490">
                  <c:v>45702569</c:v>
                </c:pt>
                <c:pt idx="1491">
                  <c:v>44686990</c:v>
                </c:pt>
                <c:pt idx="1492">
                  <c:v>44774965</c:v>
                </c:pt>
                <c:pt idx="1493">
                  <c:v>44155716</c:v>
                </c:pt>
                <c:pt idx="1494">
                  <c:v>43668711</c:v>
                </c:pt>
                <c:pt idx="1495">
                  <c:v>44478548</c:v>
                </c:pt>
                <c:pt idx="1496">
                  <c:v>43969233</c:v>
                </c:pt>
                <c:pt idx="1497">
                  <c:v>44708010</c:v>
                </c:pt>
                <c:pt idx="1498">
                  <c:v>44085038</c:v>
                </c:pt>
                <c:pt idx="1499">
                  <c:v>44249842</c:v>
                </c:pt>
                <c:pt idx="1500">
                  <c:v>43927758</c:v>
                </c:pt>
                <c:pt idx="1501">
                  <c:v>43772613</c:v>
                </c:pt>
                <c:pt idx="1502">
                  <c:v>43515509</c:v>
                </c:pt>
                <c:pt idx="1503">
                  <c:v>42540200</c:v>
                </c:pt>
                <c:pt idx="1504">
                  <c:v>42755644</c:v>
                </c:pt>
                <c:pt idx="1505">
                  <c:v>42399157</c:v>
                </c:pt>
                <c:pt idx="1506">
                  <c:v>42323017</c:v>
                </c:pt>
                <c:pt idx="1507">
                  <c:v>43785752</c:v>
                </c:pt>
                <c:pt idx="1508">
                  <c:v>42858802</c:v>
                </c:pt>
                <c:pt idx="1509">
                  <c:v>43312481</c:v>
                </c:pt>
                <c:pt idx="1510">
                  <c:v>43462534</c:v>
                </c:pt>
                <c:pt idx="1511">
                  <c:v>42606912</c:v>
                </c:pt>
                <c:pt idx="1512">
                  <c:v>44601099</c:v>
                </c:pt>
                <c:pt idx="1513">
                  <c:v>44813133</c:v>
                </c:pt>
                <c:pt idx="1514">
                  <c:v>44522244</c:v>
                </c:pt>
                <c:pt idx="1515">
                  <c:v>42835008</c:v>
                </c:pt>
                <c:pt idx="1516">
                  <c:v>44109411</c:v>
                </c:pt>
                <c:pt idx="1517">
                  <c:v>44445778</c:v>
                </c:pt>
                <c:pt idx="1518">
                  <c:v>43836745</c:v>
                </c:pt>
                <c:pt idx="1519">
                  <c:v>44381132</c:v>
                </c:pt>
                <c:pt idx="1520">
                  <c:v>45338563</c:v>
                </c:pt>
                <c:pt idx="1521">
                  <c:v>45636657</c:v>
                </c:pt>
                <c:pt idx="1522">
                  <c:v>44572087</c:v>
                </c:pt>
                <c:pt idx="1523">
                  <c:v>44400261</c:v>
                </c:pt>
                <c:pt idx="1524">
                  <c:v>44373325</c:v>
                </c:pt>
                <c:pt idx="1525">
                  <c:v>44824764</c:v>
                </c:pt>
                <c:pt idx="1526">
                  <c:v>44781770</c:v>
                </c:pt>
                <c:pt idx="1527">
                  <c:v>44567553</c:v>
                </c:pt>
                <c:pt idx="1528">
                  <c:v>44306528</c:v>
                </c:pt>
                <c:pt idx="1529">
                  <c:v>44228361</c:v>
                </c:pt>
                <c:pt idx="1530">
                  <c:v>43555113</c:v>
                </c:pt>
                <c:pt idx="1531">
                  <c:v>43327334</c:v>
                </c:pt>
                <c:pt idx="1532">
                  <c:v>43879007</c:v>
                </c:pt>
                <c:pt idx="1533">
                  <c:v>46567601</c:v>
                </c:pt>
                <c:pt idx="1534">
                  <c:v>47666924</c:v>
                </c:pt>
                <c:pt idx="1535">
                  <c:v>43082921</c:v>
                </c:pt>
                <c:pt idx="1536">
                  <c:v>43458363</c:v>
                </c:pt>
                <c:pt idx="1537">
                  <c:v>43977218</c:v>
                </c:pt>
                <c:pt idx="1538">
                  <c:v>45168958</c:v>
                </c:pt>
                <c:pt idx="1539">
                  <c:v>41435918</c:v>
                </c:pt>
                <c:pt idx="1540">
                  <c:v>40991216</c:v>
                </c:pt>
                <c:pt idx="1541">
                  <c:v>39866677</c:v>
                </c:pt>
                <c:pt idx="1542">
                  <c:v>39121906</c:v>
                </c:pt>
                <c:pt idx="1543">
                  <c:v>38366656</c:v>
                </c:pt>
                <c:pt idx="1544">
                  <c:v>37112639</c:v>
                </c:pt>
                <c:pt idx="1545">
                  <c:v>37740889</c:v>
                </c:pt>
                <c:pt idx="1546">
                  <c:v>36718878</c:v>
                </c:pt>
                <c:pt idx="1547">
                  <c:v>36190053</c:v>
                </c:pt>
                <c:pt idx="1548">
                  <c:v>34079308</c:v>
                </c:pt>
                <c:pt idx="1549">
                  <c:v>33024250</c:v>
                </c:pt>
                <c:pt idx="1550">
                  <c:v>32909290</c:v>
                </c:pt>
                <c:pt idx="1551">
                  <c:v>32097375</c:v>
                </c:pt>
                <c:pt idx="1552">
                  <c:v>31051630</c:v>
                </c:pt>
                <c:pt idx="1553">
                  <c:v>31026058</c:v>
                </c:pt>
                <c:pt idx="1554">
                  <c:v>31073392</c:v>
                </c:pt>
                <c:pt idx="1555">
                  <c:v>31569727</c:v>
                </c:pt>
                <c:pt idx="1556">
                  <c:v>33181501</c:v>
                </c:pt>
                <c:pt idx="1557">
                  <c:v>31211202</c:v>
                </c:pt>
                <c:pt idx="1558">
                  <c:v>31169055</c:v>
                </c:pt>
                <c:pt idx="1559">
                  <c:v>31749767</c:v>
                </c:pt>
                <c:pt idx="1560">
                  <c:v>30712805</c:v>
                </c:pt>
                <c:pt idx="1561">
                  <c:v>30122901</c:v>
                </c:pt>
                <c:pt idx="1562">
                  <c:v>28591644</c:v>
                </c:pt>
                <c:pt idx="1563">
                  <c:v>28617966</c:v>
                </c:pt>
                <c:pt idx="1564">
                  <c:v>28915565</c:v>
                </c:pt>
                <c:pt idx="1565">
                  <c:v>29030416</c:v>
                </c:pt>
                <c:pt idx="1566">
                  <c:v>28754576</c:v>
                </c:pt>
                <c:pt idx="1567">
                  <c:v>28321208</c:v>
                </c:pt>
                <c:pt idx="1568">
                  <c:v>30112161</c:v>
                </c:pt>
                <c:pt idx="1569">
                  <c:v>28369377</c:v>
                </c:pt>
                <c:pt idx="1570">
                  <c:v>28600272</c:v>
                </c:pt>
                <c:pt idx="1571">
                  <c:v>30471046</c:v>
                </c:pt>
                <c:pt idx="1572">
                  <c:v>28655825</c:v>
                </c:pt>
                <c:pt idx="1573">
                  <c:v>28905628</c:v>
                </c:pt>
                <c:pt idx="1574">
                  <c:v>29160654</c:v>
                </c:pt>
                <c:pt idx="1575">
                  <c:v>29506982</c:v>
                </c:pt>
                <c:pt idx="1576">
                  <c:v>31241363</c:v>
                </c:pt>
                <c:pt idx="1577">
                  <c:v>28718926</c:v>
                </c:pt>
                <c:pt idx="1578">
                  <c:v>30223021</c:v>
                </c:pt>
                <c:pt idx="1579">
                  <c:v>29219885</c:v>
                </c:pt>
                <c:pt idx="1580">
                  <c:v>30221242</c:v>
                </c:pt>
                <c:pt idx="1581">
                  <c:v>27032949</c:v>
                </c:pt>
                <c:pt idx="1582">
                  <c:v>27762464</c:v>
                </c:pt>
                <c:pt idx="1583">
                  <c:v>27679498</c:v>
                </c:pt>
                <c:pt idx="1584">
                  <c:v>28162090</c:v>
                </c:pt>
                <c:pt idx="1585">
                  <c:v>27545874</c:v>
                </c:pt>
                <c:pt idx="1586">
                  <c:v>27571005</c:v>
                </c:pt>
                <c:pt idx="1587">
                  <c:v>28360485</c:v>
                </c:pt>
                <c:pt idx="1588">
                  <c:v>27978833</c:v>
                </c:pt>
                <c:pt idx="1589">
                  <c:v>27640974</c:v>
                </c:pt>
                <c:pt idx="1590">
                  <c:v>29171442</c:v>
                </c:pt>
                <c:pt idx="1591">
                  <c:v>28154028</c:v>
                </c:pt>
                <c:pt idx="1592">
                  <c:v>26913932</c:v>
                </c:pt>
                <c:pt idx="1593">
                  <c:v>27038368</c:v>
                </c:pt>
                <c:pt idx="1594">
                  <c:v>27948034</c:v>
                </c:pt>
                <c:pt idx="1595">
                  <c:v>30666501</c:v>
                </c:pt>
                <c:pt idx="1596">
                  <c:v>29859926</c:v>
                </c:pt>
                <c:pt idx="1597">
                  <c:v>27393296</c:v>
                </c:pt>
                <c:pt idx="1598">
                  <c:v>28519499</c:v>
                </c:pt>
                <c:pt idx="1599">
                  <c:v>28713673</c:v>
                </c:pt>
                <c:pt idx="1600">
                  <c:v>27822953</c:v>
                </c:pt>
                <c:pt idx="1601">
                  <c:v>26739986</c:v>
                </c:pt>
                <c:pt idx="1602">
                  <c:v>26627509</c:v>
                </c:pt>
                <c:pt idx="1603">
                  <c:v>26019461</c:v>
                </c:pt>
                <c:pt idx="1604">
                  <c:v>26173625</c:v>
                </c:pt>
                <c:pt idx="1605">
                  <c:v>25814048</c:v>
                </c:pt>
                <c:pt idx="1606">
                  <c:v>25593655</c:v>
                </c:pt>
                <c:pt idx="1607">
                  <c:v>24454091</c:v>
                </c:pt>
                <c:pt idx="1608">
                  <c:v>24948227</c:v>
                </c:pt>
                <c:pt idx="1609">
                  <c:v>24397228</c:v>
                </c:pt>
                <c:pt idx="1610">
                  <c:v>24446248</c:v>
                </c:pt>
                <c:pt idx="1611">
                  <c:v>24109475</c:v>
                </c:pt>
                <c:pt idx="1612">
                  <c:v>23585292</c:v>
                </c:pt>
                <c:pt idx="1613">
                  <c:v>23798842</c:v>
                </c:pt>
                <c:pt idx="1614">
                  <c:v>24812835</c:v>
                </c:pt>
                <c:pt idx="1615">
                  <c:v>25257640</c:v>
                </c:pt>
                <c:pt idx="1616">
                  <c:v>24835941</c:v>
                </c:pt>
                <c:pt idx="1617">
                  <c:v>26278410</c:v>
                </c:pt>
                <c:pt idx="1618">
                  <c:v>24671138</c:v>
                </c:pt>
                <c:pt idx="1619">
                  <c:v>24739948</c:v>
                </c:pt>
                <c:pt idx="1620">
                  <c:v>24863112</c:v>
                </c:pt>
                <c:pt idx="1621">
                  <c:v>24945453</c:v>
                </c:pt>
                <c:pt idx="1622">
                  <c:v>25215000</c:v>
                </c:pt>
                <c:pt idx="1623">
                  <c:v>26457720</c:v>
                </c:pt>
                <c:pt idx="1624">
                  <c:v>26199300</c:v>
                </c:pt>
                <c:pt idx="1625">
                  <c:v>25940607</c:v>
                </c:pt>
                <c:pt idx="1626">
                  <c:v>25129519</c:v>
                </c:pt>
                <c:pt idx="1627">
                  <c:v>24607107</c:v>
                </c:pt>
                <c:pt idx="1628">
                  <c:v>24814453</c:v>
                </c:pt>
                <c:pt idx="1629">
                  <c:v>26104966</c:v>
                </c:pt>
                <c:pt idx="1630">
                  <c:v>25230133</c:v>
                </c:pt>
                <c:pt idx="1631">
                  <c:v>25069862</c:v>
                </c:pt>
                <c:pt idx="1632">
                  <c:v>25327167</c:v>
                </c:pt>
                <c:pt idx="1633">
                  <c:v>25546920</c:v>
                </c:pt>
                <c:pt idx="1634">
                  <c:v>25271905</c:v>
                </c:pt>
                <c:pt idx="1635">
                  <c:v>25065714</c:v>
                </c:pt>
                <c:pt idx="1636">
                  <c:v>24609344</c:v>
                </c:pt>
                <c:pt idx="1637">
                  <c:v>25458139</c:v>
                </c:pt>
                <c:pt idx="1638">
                  <c:v>25393135</c:v>
                </c:pt>
                <c:pt idx="1639">
                  <c:v>25045382</c:v>
                </c:pt>
                <c:pt idx="1640">
                  <c:v>25082405</c:v>
                </c:pt>
                <c:pt idx="1641">
                  <c:v>25307806</c:v>
                </c:pt>
                <c:pt idx="1642">
                  <c:v>25411184</c:v>
                </c:pt>
                <c:pt idx="1643">
                  <c:v>25099125</c:v>
                </c:pt>
                <c:pt idx="1644">
                  <c:v>25128881</c:v>
                </c:pt>
                <c:pt idx="1645">
                  <c:v>24621626</c:v>
                </c:pt>
                <c:pt idx="1646">
                  <c:v>24848203</c:v>
                </c:pt>
                <c:pt idx="1647">
                  <c:v>24841222</c:v>
                </c:pt>
                <c:pt idx="1648">
                  <c:v>24122902</c:v>
                </c:pt>
                <c:pt idx="1649">
                  <c:v>25080900</c:v>
                </c:pt>
                <c:pt idx="1650">
                  <c:v>24815442</c:v>
                </c:pt>
                <c:pt idx="1651">
                  <c:v>26678044</c:v>
                </c:pt>
                <c:pt idx="1652">
                  <c:v>25533239</c:v>
                </c:pt>
                <c:pt idx="1653">
                  <c:v>25008690</c:v>
                </c:pt>
                <c:pt idx="1654">
                  <c:v>24475528</c:v>
                </c:pt>
                <c:pt idx="1655">
                  <c:v>23954829</c:v>
                </c:pt>
                <c:pt idx="1656">
                  <c:v>24322567</c:v>
                </c:pt>
                <c:pt idx="1657">
                  <c:v>27696862</c:v>
                </c:pt>
                <c:pt idx="1658">
                  <c:v>29221069</c:v>
                </c:pt>
                <c:pt idx="1659">
                  <c:v>26315657</c:v>
                </c:pt>
                <c:pt idx="1660">
                  <c:v>24456786</c:v>
                </c:pt>
                <c:pt idx="1661">
                  <c:v>25402666</c:v>
                </c:pt>
                <c:pt idx="1662">
                  <c:v>25919923</c:v>
                </c:pt>
                <c:pt idx="1663">
                  <c:v>25036744</c:v>
                </c:pt>
                <c:pt idx="1664">
                  <c:v>24709910</c:v>
                </c:pt>
                <c:pt idx="1665">
                  <c:v>25112731</c:v>
                </c:pt>
                <c:pt idx="1666">
                  <c:v>24216433</c:v>
                </c:pt>
                <c:pt idx="1667">
                  <c:v>24503510</c:v>
                </c:pt>
                <c:pt idx="1668">
                  <c:v>24483156</c:v>
                </c:pt>
                <c:pt idx="1669">
                  <c:v>24924215</c:v>
                </c:pt>
                <c:pt idx="1670">
                  <c:v>24811438</c:v>
                </c:pt>
                <c:pt idx="1671">
                  <c:v>24055009</c:v>
                </c:pt>
                <c:pt idx="1672">
                  <c:v>24756259</c:v>
                </c:pt>
                <c:pt idx="1673">
                  <c:v>24126791</c:v>
                </c:pt>
                <c:pt idx="1674">
                  <c:v>23760027</c:v>
                </c:pt>
                <c:pt idx="1675">
                  <c:v>23922751</c:v>
                </c:pt>
                <c:pt idx="1676">
                  <c:v>23781290</c:v>
                </c:pt>
                <c:pt idx="1677">
                  <c:v>23575630</c:v>
                </c:pt>
                <c:pt idx="1678">
                  <c:v>25153017</c:v>
                </c:pt>
                <c:pt idx="1679">
                  <c:v>23230387</c:v>
                </c:pt>
                <c:pt idx="1680">
                  <c:v>24026705</c:v>
                </c:pt>
                <c:pt idx="1681">
                  <c:v>23699977</c:v>
                </c:pt>
                <c:pt idx="1682">
                  <c:v>24524189</c:v>
                </c:pt>
                <c:pt idx="1683">
                  <c:v>24201711</c:v>
                </c:pt>
                <c:pt idx="1684">
                  <c:v>23733112</c:v>
                </c:pt>
                <c:pt idx="1685">
                  <c:v>23900318</c:v>
                </c:pt>
                <c:pt idx="1686">
                  <c:v>24138739</c:v>
                </c:pt>
                <c:pt idx="1687">
                  <c:v>24471527</c:v>
                </c:pt>
                <c:pt idx="1688">
                  <c:v>24107637</c:v>
                </c:pt>
                <c:pt idx="1689">
                  <c:v>24991347</c:v>
                </c:pt>
                <c:pt idx="1690">
                  <c:v>25414800</c:v>
                </c:pt>
                <c:pt idx="1691">
                  <c:v>25218741</c:v>
                </c:pt>
                <c:pt idx="1692">
                  <c:v>25877484</c:v>
                </c:pt>
                <c:pt idx="1693">
                  <c:v>25843819</c:v>
                </c:pt>
                <c:pt idx="1694">
                  <c:v>26569238</c:v>
                </c:pt>
                <c:pt idx="1695">
                  <c:v>25777507</c:v>
                </c:pt>
                <c:pt idx="1696">
                  <c:v>25640600</c:v>
                </c:pt>
                <c:pt idx="1697">
                  <c:v>24630506</c:v>
                </c:pt>
                <c:pt idx="1698">
                  <c:v>24155850</c:v>
                </c:pt>
                <c:pt idx="1699">
                  <c:v>26250774</c:v>
                </c:pt>
                <c:pt idx="1700">
                  <c:v>24107780</c:v>
                </c:pt>
                <c:pt idx="1701">
                  <c:v>24299424</c:v>
                </c:pt>
                <c:pt idx="1702">
                  <c:v>24519528</c:v>
                </c:pt>
                <c:pt idx="1703">
                  <c:v>24858491</c:v>
                </c:pt>
                <c:pt idx="1704">
                  <c:v>24427778</c:v>
                </c:pt>
                <c:pt idx="1705">
                  <c:v>24113082</c:v>
                </c:pt>
                <c:pt idx="1706">
                  <c:v>24212914</c:v>
                </c:pt>
                <c:pt idx="1707">
                  <c:v>24183338</c:v>
                </c:pt>
                <c:pt idx="1708">
                  <c:v>24447935</c:v>
                </c:pt>
                <c:pt idx="1709">
                  <c:v>24474376</c:v>
                </c:pt>
                <c:pt idx="1710">
                  <c:v>23906518</c:v>
                </c:pt>
                <c:pt idx="1711">
                  <c:v>23873315</c:v>
                </c:pt>
                <c:pt idx="1712">
                  <c:v>24920982</c:v>
                </c:pt>
                <c:pt idx="1713">
                  <c:v>24235694</c:v>
                </c:pt>
                <c:pt idx="1714">
                  <c:v>24138630</c:v>
                </c:pt>
                <c:pt idx="1715">
                  <c:v>24373226</c:v>
                </c:pt>
                <c:pt idx="1716">
                  <c:v>24599896</c:v>
                </c:pt>
                <c:pt idx="1717">
                  <c:v>24957788</c:v>
                </c:pt>
                <c:pt idx="1718">
                  <c:v>24409813</c:v>
                </c:pt>
                <c:pt idx="1719">
                  <c:v>24657806</c:v>
                </c:pt>
                <c:pt idx="1720">
                  <c:v>24530296</c:v>
                </c:pt>
                <c:pt idx="1721">
                  <c:v>24932747</c:v>
                </c:pt>
                <c:pt idx="1722">
                  <c:v>27438406</c:v>
                </c:pt>
                <c:pt idx="1723">
                  <c:v>24710304</c:v>
                </c:pt>
                <c:pt idx="1724">
                  <c:v>25054785</c:v>
                </c:pt>
                <c:pt idx="1725">
                  <c:v>25178614</c:v>
                </c:pt>
                <c:pt idx="1726">
                  <c:v>24631493</c:v>
                </c:pt>
                <c:pt idx="1727">
                  <c:v>25051232</c:v>
                </c:pt>
                <c:pt idx="1728">
                  <c:v>24369032</c:v>
                </c:pt>
                <c:pt idx="1729">
                  <c:v>24483777</c:v>
                </c:pt>
                <c:pt idx="1730">
                  <c:v>23873191</c:v>
                </c:pt>
                <c:pt idx="1731">
                  <c:v>23947276</c:v>
                </c:pt>
                <c:pt idx="1732">
                  <c:v>24693809</c:v>
                </c:pt>
                <c:pt idx="1733">
                  <c:v>24140104</c:v>
                </c:pt>
                <c:pt idx="1734">
                  <c:v>24812963</c:v>
                </c:pt>
                <c:pt idx="1735">
                  <c:v>24610753</c:v>
                </c:pt>
                <c:pt idx="1736">
                  <c:v>24383657</c:v>
                </c:pt>
                <c:pt idx="1737">
                  <c:v>24274858</c:v>
                </c:pt>
                <c:pt idx="1738">
                  <c:v>23427386</c:v>
                </c:pt>
                <c:pt idx="1739">
                  <c:v>23553466</c:v>
                </c:pt>
                <c:pt idx="1740">
                  <c:v>23815248</c:v>
                </c:pt>
                <c:pt idx="1741">
                  <c:v>25819596</c:v>
                </c:pt>
                <c:pt idx="1742">
                  <c:v>24255776</c:v>
                </c:pt>
                <c:pt idx="1743">
                  <c:v>26290886</c:v>
                </c:pt>
                <c:pt idx="1744">
                  <c:v>26630460</c:v>
                </c:pt>
                <c:pt idx="1745">
                  <c:v>26536619</c:v>
                </c:pt>
                <c:pt idx="1746">
                  <c:v>24529779</c:v>
                </c:pt>
                <c:pt idx="1747">
                  <c:v>24752157</c:v>
                </c:pt>
                <c:pt idx="1748">
                  <c:v>24875478</c:v>
                </c:pt>
                <c:pt idx="1749">
                  <c:v>24502365</c:v>
                </c:pt>
                <c:pt idx="1750">
                  <c:v>25104669</c:v>
                </c:pt>
                <c:pt idx="1751">
                  <c:v>25647698</c:v>
                </c:pt>
                <c:pt idx="1752">
                  <c:v>25160798</c:v>
                </c:pt>
                <c:pt idx="1753">
                  <c:v>25519182</c:v>
                </c:pt>
                <c:pt idx="1754">
                  <c:v>25965561</c:v>
                </c:pt>
                <c:pt idx="1755">
                  <c:v>26058025</c:v>
                </c:pt>
                <c:pt idx="1756">
                  <c:v>26656314</c:v>
                </c:pt>
                <c:pt idx="1757">
                  <c:v>26768238</c:v>
                </c:pt>
                <c:pt idx="1758">
                  <c:v>26374576</c:v>
                </c:pt>
                <c:pt idx="1759">
                  <c:v>25881652</c:v>
                </c:pt>
                <c:pt idx="1760">
                  <c:v>26889535</c:v>
                </c:pt>
                <c:pt idx="1761">
                  <c:v>26467228</c:v>
                </c:pt>
                <c:pt idx="1762">
                  <c:v>28748726</c:v>
                </c:pt>
                <c:pt idx="1763">
                  <c:v>25807040</c:v>
                </c:pt>
                <c:pt idx="1764">
                  <c:v>27012709</c:v>
                </c:pt>
                <c:pt idx="1765">
                  <c:v>26213253</c:v>
                </c:pt>
                <c:pt idx="1766">
                  <c:v>26505865</c:v>
                </c:pt>
                <c:pt idx="1767">
                  <c:v>26026952</c:v>
                </c:pt>
                <c:pt idx="1768">
                  <c:v>27172335</c:v>
                </c:pt>
                <c:pt idx="1769">
                  <c:v>26799692</c:v>
                </c:pt>
                <c:pt idx="1770">
                  <c:v>26321294</c:v>
                </c:pt>
                <c:pt idx="1771">
                  <c:v>27192271</c:v>
                </c:pt>
                <c:pt idx="1772">
                  <c:v>26510266</c:v>
                </c:pt>
                <c:pt idx="1773">
                  <c:v>25969529</c:v>
                </c:pt>
                <c:pt idx="1774">
                  <c:v>26547852</c:v>
                </c:pt>
                <c:pt idx="1775">
                  <c:v>25768969</c:v>
                </c:pt>
                <c:pt idx="1776">
                  <c:v>25963128</c:v>
                </c:pt>
                <c:pt idx="1777">
                  <c:v>25330006</c:v>
                </c:pt>
                <c:pt idx="1778">
                  <c:v>24761478</c:v>
                </c:pt>
                <c:pt idx="1779">
                  <c:v>24765837</c:v>
                </c:pt>
                <c:pt idx="1780">
                  <c:v>24675043</c:v>
                </c:pt>
                <c:pt idx="1781">
                  <c:v>24198382</c:v>
                </c:pt>
                <c:pt idx="1782">
                  <c:v>25034082</c:v>
                </c:pt>
                <c:pt idx="1783">
                  <c:v>25305760</c:v>
                </c:pt>
                <c:pt idx="1784">
                  <c:v>28050127</c:v>
                </c:pt>
                <c:pt idx="1785">
                  <c:v>24960471</c:v>
                </c:pt>
                <c:pt idx="1786">
                  <c:v>25606172</c:v>
                </c:pt>
                <c:pt idx="1787">
                  <c:v>26550166</c:v>
                </c:pt>
                <c:pt idx="1788">
                  <c:v>26015469</c:v>
                </c:pt>
                <c:pt idx="1789">
                  <c:v>26700419</c:v>
                </c:pt>
                <c:pt idx="1790">
                  <c:v>25296123</c:v>
                </c:pt>
                <c:pt idx="1791">
                  <c:v>24463895</c:v>
                </c:pt>
                <c:pt idx="1792">
                  <c:v>24829217</c:v>
                </c:pt>
                <c:pt idx="1793">
                  <c:v>24380814</c:v>
                </c:pt>
                <c:pt idx="1794">
                  <c:v>24389824</c:v>
                </c:pt>
                <c:pt idx="1795">
                  <c:v>24031004</c:v>
                </c:pt>
                <c:pt idx="1796">
                  <c:v>24799283</c:v>
                </c:pt>
                <c:pt idx="1797">
                  <c:v>24809307</c:v>
                </c:pt>
                <c:pt idx="1798">
                  <c:v>24120857</c:v>
                </c:pt>
                <c:pt idx="1799">
                  <c:v>24991466</c:v>
                </c:pt>
                <c:pt idx="1800">
                  <c:v>24504850</c:v>
                </c:pt>
                <c:pt idx="1801">
                  <c:v>24779570</c:v>
                </c:pt>
                <c:pt idx="1802">
                  <c:v>24792269</c:v>
                </c:pt>
                <c:pt idx="1803">
                  <c:v>25019538</c:v>
                </c:pt>
                <c:pt idx="1804">
                  <c:v>26152332</c:v>
                </c:pt>
                <c:pt idx="1805">
                  <c:v>25500047</c:v>
                </c:pt>
                <c:pt idx="1806">
                  <c:v>25643604</c:v>
                </c:pt>
                <c:pt idx="1807">
                  <c:v>25644767</c:v>
                </c:pt>
                <c:pt idx="1808">
                  <c:v>24925256</c:v>
                </c:pt>
                <c:pt idx="1809">
                  <c:v>24567119</c:v>
                </c:pt>
                <c:pt idx="1810">
                  <c:v>24524065</c:v>
                </c:pt>
                <c:pt idx="1811">
                  <c:v>25084544</c:v>
                </c:pt>
                <c:pt idx="1812">
                  <c:v>24284431</c:v>
                </c:pt>
                <c:pt idx="1813">
                  <c:v>24561408</c:v>
                </c:pt>
                <c:pt idx="1814">
                  <c:v>24357628</c:v>
                </c:pt>
                <c:pt idx="1815">
                  <c:v>24515903</c:v>
                </c:pt>
                <c:pt idx="1816">
                  <c:v>24898682</c:v>
                </c:pt>
                <c:pt idx="1817">
                  <c:v>24947346</c:v>
                </c:pt>
                <c:pt idx="1818">
                  <c:v>26186841</c:v>
                </c:pt>
                <c:pt idx="1819">
                  <c:v>25029838</c:v>
                </c:pt>
                <c:pt idx="1820">
                  <c:v>26662636</c:v>
                </c:pt>
                <c:pt idx="1821">
                  <c:v>25181633</c:v>
                </c:pt>
                <c:pt idx="1822">
                  <c:v>28208285</c:v>
                </c:pt>
                <c:pt idx="1823">
                  <c:v>28890543</c:v>
                </c:pt>
                <c:pt idx="1824">
                  <c:v>30145033</c:v>
                </c:pt>
                <c:pt idx="1825">
                  <c:v>24268633</c:v>
                </c:pt>
                <c:pt idx="1826">
                  <c:v>23513084</c:v>
                </c:pt>
                <c:pt idx="1827">
                  <c:v>23751331</c:v>
                </c:pt>
                <c:pt idx="1828">
                  <c:v>23672605</c:v>
                </c:pt>
                <c:pt idx="1829">
                  <c:v>23883330</c:v>
                </c:pt>
                <c:pt idx="1830">
                  <c:v>25713068</c:v>
                </c:pt>
                <c:pt idx="1831">
                  <c:v>25871362</c:v>
                </c:pt>
                <c:pt idx="1832">
                  <c:v>26075315</c:v>
                </c:pt>
                <c:pt idx="1833">
                  <c:v>23047825</c:v>
                </c:pt>
                <c:pt idx="1834">
                  <c:v>23801893</c:v>
                </c:pt>
                <c:pt idx="1835">
                  <c:v>23368268</c:v>
                </c:pt>
                <c:pt idx="1836">
                  <c:v>23113543</c:v>
                </c:pt>
                <c:pt idx="1837">
                  <c:v>23797701</c:v>
                </c:pt>
                <c:pt idx="1838">
                  <c:v>23084945</c:v>
                </c:pt>
                <c:pt idx="1839">
                  <c:v>23521380</c:v>
                </c:pt>
                <c:pt idx="1840">
                  <c:v>23774368</c:v>
                </c:pt>
                <c:pt idx="1841">
                  <c:v>24538338</c:v>
                </c:pt>
                <c:pt idx="1842">
                  <c:v>26017070</c:v>
                </c:pt>
                <c:pt idx="1843">
                  <c:v>26355670</c:v>
                </c:pt>
                <c:pt idx="1844">
                  <c:v>24849598</c:v>
                </c:pt>
                <c:pt idx="1845">
                  <c:v>25282922</c:v>
                </c:pt>
                <c:pt idx="1846">
                  <c:v>24901409</c:v>
                </c:pt>
                <c:pt idx="1847">
                  <c:v>24343258</c:v>
                </c:pt>
                <c:pt idx="1848">
                  <c:v>23233288</c:v>
                </c:pt>
                <c:pt idx="1849">
                  <c:v>23118743</c:v>
                </c:pt>
                <c:pt idx="1850">
                  <c:v>23241567</c:v>
                </c:pt>
                <c:pt idx="1851">
                  <c:v>22997001</c:v>
                </c:pt>
                <c:pt idx="1852">
                  <c:v>22996368</c:v>
                </c:pt>
                <c:pt idx="1853">
                  <c:v>23170726</c:v>
                </c:pt>
                <c:pt idx="1854">
                  <c:v>22566234</c:v>
                </c:pt>
                <c:pt idx="1855">
                  <c:v>23143067</c:v>
                </c:pt>
                <c:pt idx="1856">
                  <c:v>22999376</c:v>
                </c:pt>
                <c:pt idx="1857">
                  <c:v>23272354</c:v>
                </c:pt>
                <c:pt idx="1858">
                  <c:v>23851961</c:v>
                </c:pt>
                <c:pt idx="1859">
                  <c:v>22602787</c:v>
                </c:pt>
                <c:pt idx="1860">
                  <c:v>23766468</c:v>
                </c:pt>
                <c:pt idx="1861">
                  <c:v>23464946</c:v>
                </c:pt>
                <c:pt idx="1862">
                  <c:v>23032028</c:v>
                </c:pt>
                <c:pt idx="1863">
                  <c:v>23793078</c:v>
                </c:pt>
                <c:pt idx="1864">
                  <c:v>22667687</c:v>
                </c:pt>
                <c:pt idx="1865">
                  <c:v>22929628</c:v>
                </c:pt>
                <c:pt idx="1866">
                  <c:v>23098414</c:v>
                </c:pt>
                <c:pt idx="1867">
                  <c:v>22865845</c:v>
                </c:pt>
                <c:pt idx="1868">
                  <c:v>23541558</c:v>
                </c:pt>
                <c:pt idx="1869">
                  <c:v>23533950</c:v>
                </c:pt>
                <c:pt idx="1870">
                  <c:v>26045514</c:v>
                </c:pt>
                <c:pt idx="1871">
                  <c:v>26461824</c:v>
                </c:pt>
                <c:pt idx="1872">
                  <c:v>26196432</c:v>
                </c:pt>
                <c:pt idx="1873">
                  <c:v>23085838</c:v>
                </c:pt>
                <c:pt idx="1874">
                  <c:v>23050724</c:v>
                </c:pt>
                <c:pt idx="1875">
                  <c:v>24670146</c:v>
                </c:pt>
                <c:pt idx="1876">
                  <c:v>24335499</c:v>
                </c:pt>
                <c:pt idx="1877">
                  <c:v>23515286</c:v>
                </c:pt>
                <c:pt idx="1878">
                  <c:v>23805041</c:v>
                </c:pt>
                <c:pt idx="1879">
                  <c:v>23471693</c:v>
                </c:pt>
                <c:pt idx="1880">
                  <c:v>24298074</c:v>
                </c:pt>
                <c:pt idx="1881">
                  <c:v>24059532</c:v>
                </c:pt>
                <c:pt idx="1882">
                  <c:v>24521284</c:v>
                </c:pt>
                <c:pt idx="1883">
                  <c:v>24411391</c:v>
                </c:pt>
                <c:pt idx="1884">
                  <c:v>25136459</c:v>
                </c:pt>
                <c:pt idx="1885">
                  <c:v>25662765</c:v>
                </c:pt>
                <c:pt idx="1886">
                  <c:v>25270071</c:v>
                </c:pt>
                <c:pt idx="1887">
                  <c:v>24878067</c:v>
                </c:pt>
                <c:pt idx="1888">
                  <c:v>26357472</c:v>
                </c:pt>
                <c:pt idx="1889">
                  <c:v>24706614</c:v>
                </c:pt>
                <c:pt idx="1890">
                  <c:v>24015632</c:v>
                </c:pt>
                <c:pt idx="1891">
                  <c:v>24184045</c:v>
                </c:pt>
                <c:pt idx="1892">
                  <c:v>23650194</c:v>
                </c:pt>
                <c:pt idx="1893">
                  <c:v>23442120</c:v>
                </c:pt>
                <c:pt idx="1894">
                  <c:v>23832006</c:v>
                </c:pt>
                <c:pt idx="1895">
                  <c:v>23883036</c:v>
                </c:pt>
                <c:pt idx="1896">
                  <c:v>24421735</c:v>
                </c:pt>
                <c:pt idx="1897">
                  <c:v>24696519</c:v>
                </c:pt>
                <c:pt idx="1898">
                  <c:v>26811152</c:v>
                </c:pt>
                <c:pt idx="1899">
                  <c:v>26757408</c:v>
                </c:pt>
                <c:pt idx="1900">
                  <c:v>27423284</c:v>
                </c:pt>
                <c:pt idx="1901">
                  <c:v>24375034</c:v>
                </c:pt>
                <c:pt idx="1902">
                  <c:v>24808146</c:v>
                </c:pt>
                <c:pt idx="1903">
                  <c:v>25955699</c:v>
                </c:pt>
                <c:pt idx="1904">
                  <c:v>27530898</c:v>
                </c:pt>
                <c:pt idx="1905">
                  <c:v>26099186</c:v>
                </c:pt>
                <c:pt idx="1906">
                  <c:v>27250220</c:v>
                </c:pt>
                <c:pt idx="1907">
                  <c:v>26994891</c:v>
                </c:pt>
                <c:pt idx="1908">
                  <c:v>27048368</c:v>
                </c:pt>
                <c:pt idx="1909">
                  <c:v>25315747</c:v>
                </c:pt>
                <c:pt idx="1910">
                  <c:v>25703312</c:v>
                </c:pt>
                <c:pt idx="1911">
                  <c:v>25198478</c:v>
                </c:pt>
                <c:pt idx="1912">
                  <c:v>25395130</c:v>
                </c:pt>
                <c:pt idx="1913">
                  <c:v>24904015</c:v>
                </c:pt>
                <c:pt idx="1914">
                  <c:v>24586929</c:v>
                </c:pt>
                <c:pt idx="1915">
                  <c:v>25610552</c:v>
                </c:pt>
                <c:pt idx="1916">
                  <c:v>25080923</c:v>
                </c:pt>
                <c:pt idx="1917">
                  <c:v>24829924</c:v>
                </c:pt>
                <c:pt idx="1918">
                  <c:v>26025917</c:v>
                </c:pt>
                <c:pt idx="1919">
                  <c:v>25187433</c:v>
                </c:pt>
                <c:pt idx="1920">
                  <c:v>25295722</c:v>
                </c:pt>
                <c:pt idx="1921">
                  <c:v>25348932</c:v>
                </c:pt>
                <c:pt idx="1922">
                  <c:v>25483527</c:v>
                </c:pt>
                <c:pt idx="1923">
                  <c:v>26608530</c:v>
                </c:pt>
                <c:pt idx="1924">
                  <c:v>25680421</c:v>
                </c:pt>
                <c:pt idx="1925">
                  <c:v>24766879</c:v>
                </c:pt>
                <c:pt idx="1926">
                  <c:v>25796425</c:v>
                </c:pt>
                <c:pt idx="1927">
                  <c:v>25342495</c:v>
                </c:pt>
                <c:pt idx="1928">
                  <c:v>25813905</c:v>
                </c:pt>
                <c:pt idx="1929">
                  <c:v>25702274</c:v>
                </c:pt>
                <c:pt idx="1930">
                  <c:v>24688760</c:v>
                </c:pt>
                <c:pt idx="1931">
                  <c:v>25071847</c:v>
                </c:pt>
                <c:pt idx="1932">
                  <c:v>24975722</c:v>
                </c:pt>
                <c:pt idx="1933">
                  <c:v>25259996</c:v>
                </c:pt>
                <c:pt idx="1934">
                  <c:v>24921099</c:v>
                </c:pt>
                <c:pt idx="1935">
                  <c:v>25748645</c:v>
                </c:pt>
                <c:pt idx="1936">
                  <c:v>25303298</c:v>
                </c:pt>
                <c:pt idx="1937">
                  <c:v>25975287</c:v>
                </c:pt>
                <c:pt idx="1938">
                  <c:v>25197220</c:v>
                </c:pt>
                <c:pt idx="1939">
                  <c:v>25343399</c:v>
                </c:pt>
                <c:pt idx="1940">
                  <c:v>24632731</c:v>
                </c:pt>
                <c:pt idx="1941">
                  <c:v>25023678</c:v>
                </c:pt>
                <c:pt idx="1942">
                  <c:v>25044624</c:v>
                </c:pt>
                <c:pt idx="1943">
                  <c:v>25073756</c:v>
                </c:pt>
                <c:pt idx="1944">
                  <c:v>27033241</c:v>
                </c:pt>
                <c:pt idx="1945">
                  <c:v>25948872</c:v>
                </c:pt>
                <c:pt idx="1946">
                  <c:v>27678020</c:v>
                </c:pt>
                <c:pt idx="1947">
                  <c:v>27542968</c:v>
                </c:pt>
                <c:pt idx="1948">
                  <c:v>28505554</c:v>
                </c:pt>
                <c:pt idx="1949">
                  <c:v>25967892</c:v>
                </c:pt>
                <c:pt idx="1950">
                  <c:v>25128692</c:v>
                </c:pt>
                <c:pt idx="1951">
                  <c:v>25699564</c:v>
                </c:pt>
                <c:pt idx="1952">
                  <c:v>25705555</c:v>
                </c:pt>
                <c:pt idx="1953">
                  <c:v>25867148</c:v>
                </c:pt>
                <c:pt idx="1954">
                  <c:v>26076000</c:v>
                </c:pt>
                <c:pt idx="1955">
                  <c:v>26365585</c:v>
                </c:pt>
                <c:pt idx="1956">
                  <c:v>25764594</c:v>
                </c:pt>
                <c:pt idx="1957">
                  <c:v>25428618</c:v>
                </c:pt>
                <c:pt idx="1958">
                  <c:v>26188819</c:v>
                </c:pt>
                <c:pt idx="1959">
                  <c:v>26375149</c:v>
                </c:pt>
                <c:pt idx="1960">
                  <c:v>25916089</c:v>
                </c:pt>
                <c:pt idx="1961">
                  <c:v>26023842</c:v>
                </c:pt>
                <c:pt idx="1962">
                  <c:v>26184820</c:v>
                </c:pt>
                <c:pt idx="1963">
                  <c:v>25928630</c:v>
                </c:pt>
                <c:pt idx="1964">
                  <c:v>27461901</c:v>
                </c:pt>
                <c:pt idx="1965">
                  <c:v>27368295</c:v>
                </c:pt>
                <c:pt idx="1966">
                  <c:v>28879933</c:v>
                </c:pt>
                <c:pt idx="1967">
                  <c:v>28509788</c:v>
                </c:pt>
                <c:pt idx="1968">
                  <c:v>26940987</c:v>
                </c:pt>
                <c:pt idx="1969">
                  <c:v>27479725</c:v>
                </c:pt>
                <c:pt idx="1970">
                  <c:v>26844459</c:v>
                </c:pt>
                <c:pt idx="1971">
                  <c:v>28324715</c:v>
                </c:pt>
                <c:pt idx="1972">
                  <c:v>27033723</c:v>
                </c:pt>
                <c:pt idx="1973">
                  <c:v>27265687</c:v>
                </c:pt>
                <c:pt idx="1974">
                  <c:v>28199416</c:v>
                </c:pt>
                <c:pt idx="1975">
                  <c:v>28081942</c:v>
                </c:pt>
                <c:pt idx="1976">
                  <c:v>28176561</c:v>
                </c:pt>
                <c:pt idx="1977">
                  <c:v>27925725</c:v>
                </c:pt>
                <c:pt idx="1978">
                  <c:v>28654544</c:v>
                </c:pt>
                <c:pt idx="1979">
                  <c:v>27886905</c:v>
                </c:pt>
                <c:pt idx="1980">
                  <c:v>27774156</c:v>
                </c:pt>
                <c:pt idx="1981">
                  <c:v>28966885</c:v>
                </c:pt>
                <c:pt idx="1982">
                  <c:v>27301520</c:v>
                </c:pt>
                <c:pt idx="1983">
                  <c:v>28049426</c:v>
                </c:pt>
                <c:pt idx="1984">
                  <c:v>27970519</c:v>
                </c:pt>
                <c:pt idx="1985">
                  <c:v>28168652</c:v>
                </c:pt>
                <c:pt idx="1986">
                  <c:v>28457085</c:v>
                </c:pt>
                <c:pt idx="1987">
                  <c:v>28817102</c:v>
                </c:pt>
                <c:pt idx="1988">
                  <c:v>29610664</c:v>
                </c:pt>
                <c:pt idx="1989">
                  <c:v>29802521</c:v>
                </c:pt>
                <c:pt idx="1990">
                  <c:v>28895912</c:v>
                </c:pt>
                <c:pt idx="1991">
                  <c:v>27863641</c:v>
                </c:pt>
                <c:pt idx="1992">
                  <c:v>27433482</c:v>
                </c:pt>
                <c:pt idx="1993">
                  <c:v>28138980</c:v>
                </c:pt>
                <c:pt idx="1994">
                  <c:v>27659632</c:v>
                </c:pt>
                <c:pt idx="1995">
                  <c:v>28255073</c:v>
                </c:pt>
                <c:pt idx="1996">
                  <c:v>28465774</c:v>
                </c:pt>
                <c:pt idx="1997">
                  <c:v>28465239</c:v>
                </c:pt>
                <c:pt idx="1998">
                  <c:v>28903147</c:v>
                </c:pt>
                <c:pt idx="1999">
                  <c:v>27836009</c:v>
                </c:pt>
                <c:pt idx="2000">
                  <c:v>27600266</c:v>
                </c:pt>
                <c:pt idx="2001">
                  <c:v>28721654</c:v>
                </c:pt>
                <c:pt idx="2002">
                  <c:v>28183215</c:v>
                </c:pt>
                <c:pt idx="2003">
                  <c:v>28509435</c:v>
                </c:pt>
                <c:pt idx="2004">
                  <c:v>29029323</c:v>
                </c:pt>
                <c:pt idx="2005">
                  <c:v>29792966</c:v>
                </c:pt>
                <c:pt idx="2006">
                  <c:v>29082024</c:v>
                </c:pt>
                <c:pt idx="2007">
                  <c:v>28269828</c:v>
                </c:pt>
                <c:pt idx="2008">
                  <c:v>29453617</c:v>
                </c:pt>
                <c:pt idx="2009">
                  <c:v>28933058</c:v>
                </c:pt>
                <c:pt idx="2010">
                  <c:v>29726031</c:v>
                </c:pt>
                <c:pt idx="2011">
                  <c:v>30727974</c:v>
                </c:pt>
                <c:pt idx="2012">
                  <c:v>30807205</c:v>
                </c:pt>
                <c:pt idx="2013">
                  <c:v>28960916</c:v>
                </c:pt>
                <c:pt idx="2014">
                  <c:v>28260685</c:v>
                </c:pt>
                <c:pt idx="2015">
                  <c:v>27893822</c:v>
                </c:pt>
                <c:pt idx="2016">
                  <c:v>28375756</c:v>
                </c:pt>
                <c:pt idx="2017">
                  <c:v>28288608</c:v>
                </c:pt>
                <c:pt idx="2018">
                  <c:v>28398506</c:v>
                </c:pt>
                <c:pt idx="2019">
                  <c:v>28794343</c:v>
                </c:pt>
                <c:pt idx="2020">
                  <c:v>27989481</c:v>
                </c:pt>
                <c:pt idx="2021">
                  <c:v>27491130</c:v>
                </c:pt>
                <c:pt idx="2022">
                  <c:v>27942128</c:v>
                </c:pt>
                <c:pt idx="2023">
                  <c:v>27801272</c:v>
                </c:pt>
                <c:pt idx="2024">
                  <c:v>28061153</c:v>
                </c:pt>
                <c:pt idx="2025">
                  <c:v>29026464</c:v>
                </c:pt>
                <c:pt idx="2026">
                  <c:v>28193122</c:v>
                </c:pt>
                <c:pt idx="2027">
                  <c:v>28640109</c:v>
                </c:pt>
                <c:pt idx="2028">
                  <c:v>27000949</c:v>
                </c:pt>
                <c:pt idx="2029">
                  <c:v>28186287</c:v>
                </c:pt>
                <c:pt idx="2030">
                  <c:v>27698355</c:v>
                </c:pt>
                <c:pt idx="2031">
                  <c:v>28351374</c:v>
                </c:pt>
                <c:pt idx="2032">
                  <c:v>29321833</c:v>
                </c:pt>
                <c:pt idx="2033">
                  <c:v>28070334</c:v>
                </c:pt>
                <c:pt idx="2034">
                  <c:v>28874688</c:v>
                </c:pt>
                <c:pt idx="2035">
                  <c:v>27823344</c:v>
                </c:pt>
                <c:pt idx="2036">
                  <c:v>27430465</c:v>
                </c:pt>
                <c:pt idx="2037">
                  <c:v>27333812</c:v>
                </c:pt>
                <c:pt idx="2038">
                  <c:v>27323812</c:v>
                </c:pt>
                <c:pt idx="2039">
                  <c:v>28415326</c:v>
                </c:pt>
                <c:pt idx="2040">
                  <c:v>27342797</c:v>
                </c:pt>
                <c:pt idx="2041">
                  <c:v>27587309</c:v>
                </c:pt>
                <c:pt idx="2042">
                  <c:v>26653675</c:v>
                </c:pt>
                <c:pt idx="2043">
                  <c:v>26278129</c:v>
                </c:pt>
                <c:pt idx="2044">
                  <c:v>26753239</c:v>
                </c:pt>
                <c:pt idx="2045">
                  <c:v>26529964</c:v>
                </c:pt>
                <c:pt idx="2046">
                  <c:v>26693399</c:v>
                </c:pt>
                <c:pt idx="2047">
                  <c:v>27237915</c:v>
                </c:pt>
                <c:pt idx="2048">
                  <c:v>27311306</c:v>
                </c:pt>
                <c:pt idx="2049">
                  <c:v>26892914</c:v>
                </c:pt>
                <c:pt idx="2050">
                  <c:v>27457674</c:v>
                </c:pt>
                <c:pt idx="2051">
                  <c:v>26608370</c:v>
                </c:pt>
                <c:pt idx="2052">
                  <c:v>26560727</c:v>
                </c:pt>
                <c:pt idx="2053">
                  <c:v>27325587</c:v>
                </c:pt>
                <c:pt idx="2054">
                  <c:v>27213286</c:v>
                </c:pt>
                <c:pt idx="2055">
                  <c:v>28341809</c:v>
                </c:pt>
                <c:pt idx="2056">
                  <c:v>27485884</c:v>
                </c:pt>
                <c:pt idx="2057">
                  <c:v>26636936</c:v>
                </c:pt>
                <c:pt idx="2058">
                  <c:v>27707908</c:v>
                </c:pt>
                <c:pt idx="2059">
                  <c:v>28760668</c:v>
                </c:pt>
                <c:pt idx="2060">
                  <c:v>29141201</c:v>
                </c:pt>
                <c:pt idx="2061">
                  <c:v>29800547</c:v>
                </c:pt>
                <c:pt idx="2062">
                  <c:v>30285555</c:v>
                </c:pt>
                <c:pt idx="2063">
                  <c:v>30345872</c:v>
                </c:pt>
                <c:pt idx="2064">
                  <c:v>30485089</c:v>
                </c:pt>
                <c:pt idx="2065">
                  <c:v>30149554</c:v>
                </c:pt>
                <c:pt idx="2066">
                  <c:v>31231213</c:v>
                </c:pt>
                <c:pt idx="2067">
                  <c:v>30685764</c:v>
                </c:pt>
                <c:pt idx="2068">
                  <c:v>31252711</c:v>
                </c:pt>
                <c:pt idx="2069">
                  <c:v>31786420</c:v>
                </c:pt>
                <c:pt idx="2070">
                  <c:v>30628663</c:v>
                </c:pt>
                <c:pt idx="2071">
                  <c:v>29372930</c:v>
                </c:pt>
                <c:pt idx="2072">
                  <c:v>29431305</c:v>
                </c:pt>
                <c:pt idx="2073">
                  <c:v>29300304</c:v>
                </c:pt>
                <c:pt idx="2074">
                  <c:v>28803970</c:v>
                </c:pt>
                <c:pt idx="2075">
                  <c:v>28703302</c:v>
                </c:pt>
                <c:pt idx="2076">
                  <c:v>29171751</c:v>
                </c:pt>
                <c:pt idx="2077">
                  <c:v>28830815</c:v>
                </c:pt>
                <c:pt idx="2078">
                  <c:v>28134776</c:v>
                </c:pt>
                <c:pt idx="2079">
                  <c:v>28724047</c:v>
                </c:pt>
                <c:pt idx="2080">
                  <c:v>27435687</c:v>
                </c:pt>
                <c:pt idx="2081">
                  <c:v>27252174</c:v>
                </c:pt>
                <c:pt idx="2082">
                  <c:v>26940470</c:v>
                </c:pt>
                <c:pt idx="2083">
                  <c:v>26849429</c:v>
                </c:pt>
                <c:pt idx="2084">
                  <c:v>26730598</c:v>
                </c:pt>
                <c:pt idx="2085">
                  <c:v>27121167</c:v>
                </c:pt>
                <c:pt idx="2086">
                  <c:v>26859408</c:v>
                </c:pt>
                <c:pt idx="2087">
                  <c:v>29106445</c:v>
                </c:pt>
                <c:pt idx="2088">
                  <c:v>27321579</c:v>
                </c:pt>
                <c:pt idx="2089">
                  <c:v>26495351</c:v>
                </c:pt>
                <c:pt idx="2090">
                  <c:v>27461062</c:v>
                </c:pt>
                <c:pt idx="2091">
                  <c:v>26928012</c:v>
                </c:pt>
                <c:pt idx="2092">
                  <c:v>26167649</c:v>
                </c:pt>
                <c:pt idx="2093">
                  <c:v>25551916</c:v>
                </c:pt>
                <c:pt idx="2094">
                  <c:v>25417204</c:v>
                </c:pt>
                <c:pt idx="2095">
                  <c:v>24917611</c:v>
                </c:pt>
                <c:pt idx="2096">
                  <c:v>25727861</c:v>
                </c:pt>
                <c:pt idx="2097">
                  <c:v>25585198</c:v>
                </c:pt>
                <c:pt idx="2098">
                  <c:v>25346951</c:v>
                </c:pt>
                <c:pt idx="2099">
                  <c:v>24931177</c:v>
                </c:pt>
                <c:pt idx="2100">
                  <c:v>24709150</c:v>
                </c:pt>
                <c:pt idx="2101">
                  <c:v>24586741</c:v>
                </c:pt>
                <c:pt idx="2102">
                  <c:v>25499250</c:v>
                </c:pt>
                <c:pt idx="2103">
                  <c:v>26019698</c:v>
                </c:pt>
                <c:pt idx="2104">
                  <c:v>25613946</c:v>
                </c:pt>
                <c:pt idx="2105">
                  <c:v>25397482</c:v>
                </c:pt>
                <c:pt idx="2106">
                  <c:v>25596917</c:v>
                </c:pt>
                <c:pt idx="2107">
                  <c:v>25794293</c:v>
                </c:pt>
                <c:pt idx="2108">
                  <c:v>26348144</c:v>
                </c:pt>
                <c:pt idx="2109">
                  <c:v>26060322</c:v>
                </c:pt>
                <c:pt idx="2110">
                  <c:v>26006102</c:v>
                </c:pt>
                <c:pt idx="2111">
                  <c:v>27071507</c:v>
                </c:pt>
                <c:pt idx="2112">
                  <c:v>26405730</c:v>
                </c:pt>
                <c:pt idx="2113">
                  <c:v>26106243</c:v>
                </c:pt>
                <c:pt idx="2114">
                  <c:v>25894288</c:v>
                </c:pt>
                <c:pt idx="2115">
                  <c:v>26041884</c:v>
                </c:pt>
                <c:pt idx="2116">
                  <c:v>26809948</c:v>
                </c:pt>
                <c:pt idx="2117">
                  <c:v>27181870</c:v>
                </c:pt>
                <c:pt idx="2118">
                  <c:v>26758163</c:v>
                </c:pt>
                <c:pt idx="2119">
                  <c:v>25723905</c:v>
                </c:pt>
                <c:pt idx="2120">
                  <c:v>25407632</c:v>
                </c:pt>
                <c:pt idx="2121">
                  <c:v>24348291</c:v>
                </c:pt>
                <c:pt idx="2122">
                  <c:v>24517001</c:v>
                </c:pt>
                <c:pt idx="2123">
                  <c:v>24415809</c:v>
                </c:pt>
                <c:pt idx="2124">
                  <c:v>24575601</c:v>
                </c:pt>
                <c:pt idx="2125">
                  <c:v>24244142</c:v>
                </c:pt>
                <c:pt idx="2126">
                  <c:v>24510742</c:v>
                </c:pt>
                <c:pt idx="2127">
                  <c:v>25080190</c:v>
                </c:pt>
                <c:pt idx="2128">
                  <c:v>24465259</c:v>
                </c:pt>
                <c:pt idx="2129">
                  <c:v>24948013</c:v>
                </c:pt>
                <c:pt idx="2130">
                  <c:v>25218976</c:v>
                </c:pt>
                <c:pt idx="2131">
                  <c:v>24328688</c:v>
                </c:pt>
                <c:pt idx="2132">
                  <c:v>25928672</c:v>
                </c:pt>
                <c:pt idx="2133">
                  <c:v>24615156</c:v>
                </c:pt>
                <c:pt idx="2134">
                  <c:v>25001627</c:v>
                </c:pt>
                <c:pt idx="2135">
                  <c:v>24274093</c:v>
                </c:pt>
                <c:pt idx="2136">
                  <c:v>24537159</c:v>
                </c:pt>
                <c:pt idx="2137">
                  <c:v>24245179</c:v>
                </c:pt>
                <c:pt idx="2138">
                  <c:v>24018262</c:v>
                </c:pt>
                <c:pt idx="2139">
                  <c:v>24564703</c:v>
                </c:pt>
                <c:pt idx="2140">
                  <c:v>24872552</c:v>
                </c:pt>
                <c:pt idx="2141">
                  <c:v>26230821</c:v>
                </c:pt>
                <c:pt idx="2142">
                  <c:v>24213632</c:v>
                </c:pt>
                <c:pt idx="2143">
                  <c:v>24541040</c:v>
                </c:pt>
                <c:pt idx="2144">
                  <c:v>26196129</c:v>
                </c:pt>
                <c:pt idx="2145">
                  <c:v>24107363</c:v>
                </c:pt>
                <c:pt idx="2146">
                  <c:v>23979863</c:v>
                </c:pt>
                <c:pt idx="2147">
                  <c:v>23139799</c:v>
                </c:pt>
                <c:pt idx="2148">
                  <c:v>24355446</c:v>
                </c:pt>
                <c:pt idx="2149">
                  <c:v>24487864</c:v>
                </c:pt>
                <c:pt idx="2150">
                  <c:v>24803135</c:v>
                </c:pt>
                <c:pt idx="2151">
                  <c:v>24289031</c:v>
                </c:pt>
                <c:pt idx="2152">
                  <c:v>24438579</c:v>
                </c:pt>
                <c:pt idx="2153">
                  <c:v>24303440</c:v>
                </c:pt>
                <c:pt idx="2154">
                  <c:v>24257077</c:v>
                </c:pt>
                <c:pt idx="2155">
                  <c:v>23881773</c:v>
                </c:pt>
                <c:pt idx="2156">
                  <c:v>24240465</c:v>
                </c:pt>
                <c:pt idx="2157">
                  <c:v>24383184</c:v>
                </c:pt>
                <c:pt idx="2158">
                  <c:v>24582779</c:v>
                </c:pt>
                <c:pt idx="2159">
                  <c:v>23805835</c:v>
                </c:pt>
                <c:pt idx="2160">
                  <c:v>24019452</c:v>
                </c:pt>
                <c:pt idx="2161">
                  <c:v>24571244</c:v>
                </c:pt>
                <c:pt idx="2162">
                  <c:v>23403770</c:v>
                </c:pt>
                <c:pt idx="2163">
                  <c:v>23755080</c:v>
                </c:pt>
                <c:pt idx="2164">
                  <c:v>23401891</c:v>
                </c:pt>
                <c:pt idx="2165">
                  <c:v>23703288</c:v>
                </c:pt>
                <c:pt idx="2166">
                  <c:v>24107969</c:v>
                </c:pt>
                <c:pt idx="2167">
                  <c:v>24084362</c:v>
                </c:pt>
                <c:pt idx="2168">
                  <c:v>23297422</c:v>
                </c:pt>
                <c:pt idx="2169">
                  <c:v>23903807</c:v>
                </c:pt>
                <c:pt idx="2170">
                  <c:v>23929098</c:v>
                </c:pt>
                <c:pt idx="2171">
                  <c:v>24080020</c:v>
                </c:pt>
                <c:pt idx="2172">
                  <c:v>23250316</c:v>
                </c:pt>
                <c:pt idx="2173">
                  <c:v>23512080</c:v>
                </c:pt>
                <c:pt idx="2174">
                  <c:v>23476577</c:v>
                </c:pt>
                <c:pt idx="2175">
                  <c:v>23991121</c:v>
                </c:pt>
                <c:pt idx="2176">
                  <c:v>24192102</c:v>
                </c:pt>
                <c:pt idx="2177">
                  <c:v>23749494</c:v>
                </c:pt>
                <c:pt idx="2178">
                  <c:v>25636438</c:v>
                </c:pt>
                <c:pt idx="2179">
                  <c:v>24473318</c:v>
                </c:pt>
                <c:pt idx="2180">
                  <c:v>24156866</c:v>
                </c:pt>
                <c:pt idx="2181">
                  <c:v>24108627</c:v>
                </c:pt>
                <c:pt idx="2182">
                  <c:v>23643498</c:v>
                </c:pt>
                <c:pt idx="2183">
                  <c:v>24067675</c:v>
                </c:pt>
                <c:pt idx="2184">
                  <c:v>23593092</c:v>
                </c:pt>
                <c:pt idx="2185">
                  <c:v>24382317</c:v>
                </c:pt>
                <c:pt idx="2186">
                  <c:v>24250712</c:v>
                </c:pt>
                <c:pt idx="2187">
                  <c:v>24467979</c:v>
                </c:pt>
                <c:pt idx="2188">
                  <c:v>24743371</c:v>
                </c:pt>
                <c:pt idx="2189">
                  <c:v>25092317</c:v>
                </c:pt>
                <c:pt idx="2190">
                  <c:v>24316449</c:v>
                </c:pt>
                <c:pt idx="2191">
                  <c:v>25301050</c:v>
                </c:pt>
                <c:pt idx="2192">
                  <c:v>25987300</c:v>
                </c:pt>
                <c:pt idx="2193">
                  <c:v>26047976</c:v>
                </c:pt>
                <c:pt idx="2194">
                  <c:v>25926450</c:v>
                </c:pt>
                <c:pt idx="2195">
                  <c:v>24602746</c:v>
                </c:pt>
                <c:pt idx="2196">
                  <c:v>24263086</c:v>
                </c:pt>
                <c:pt idx="2197">
                  <c:v>24215913</c:v>
                </c:pt>
                <c:pt idx="2198">
                  <c:v>23794306</c:v>
                </c:pt>
                <c:pt idx="2199">
                  <c:v>23848688</c:v>
                </c:pt>
                <c:pt idx="2200">
                  <c:v>23284259</c:v>
                </c:pt>
                <c:pt idx="2201">
                  <c:v>23531949</c:v>
                </c:pt>
                <c:pt idx="2202">
                  <c:v>24325117</c:v>
                </c:pt>
                <c:pt idx="2203">
                  <c:v>23582823</c:v>
                </c:pt>
                <c:pt idx="2204">
                  <c:v>24054828</c:v>
                </c:pt>
                <c:pt idx="2205">
                  <c:v>23692388</c:v>
                </c:pt>
                <c:pt idx="2206">
                  <c:v>23346180</c:v>
                </c:pt>
                <c:pt idx="2207">
                  <c:v>23863135</c:v>
                </c:pt>
                <c:pt idx="2208">
                  <c:v>23702690</c:v>
                </c:pt>
                <c:pt idx="2209">
                  <c:v>24681743</c:v>
                </c:pt>
                <c:pt idx="2210">
                  <c:v>24693066</c:v>
                </c:pt>
                <c:pt idx="2211">
                  <c:v>23871912</c:v>
                </c:pt>
                <c:pt idx="2212">
                  <c:v>24535986</c:v>
                </c:pt>
                <c:pt idx="2213">
                  <c:v>25428536</c:v>
                </c:pt>
                <c:pt idx="2214">
                  <c:v>25164588</c:v>
                </c:pt>
                <c:pt idx="2215">
                  <c:v>24854897</c:v>
                </c:pt>
                <c:pt idx="2216">
                  <c:v>24068398</c:v>
                </c:pt>
                <c:pt idx="2217">
                  <c:v>24456398</c:v>
                </c:pt>
                <c:pt idx="2218">
                  <c:v>24800283</c:v>
                </c:pt>
                <c:pt idx="2219">
                  <c:v>24055352</c:v>
                </c:pt>
                <c:pt idx="2220">
                  <c:v>24518930</c:v>
                </c:pt>
                <c:pt idx="2221">
                  <c:v>25241165</c:v>
                </c:pt>
                <c:pt idx="2222">
                  <c:v>25517565</c:v>
                </c:pt>
                <c:pt idx="2223">
                  <c:v>24600290</c:v>
                </c:pt>
                <c:pt idx="2224">
                  <c:v>25441534</c:v>
                </c:pt>
                <c:pt idx="2225">
                  <c:v>25126304</c:v>
                </c:pt>
                <c:pt idx="2226">
                  <c:v>24327040</c:v>
                </c:pt>
                <c:pt idx="2227">
                  <c:v>24820232</c:v>
                </c:pt>
                <c:pt idx="2228">
                  <c:v>24102132</c:v>
                </c:pt>
                <c:pt idx="2229">
                  <c:v>24911831</c:v>
                </c:pt>
                <c:pt idx="2230">
                  <c:v>25204880</c:v>
                </c:pt>
                <c:pt idx="2231">
                  <c:v>24446317</c:v>
                </c:pt>
                <c:pt idx="2232">
                  <c:v>23968356</c:v>
                </c:pt>
                <c:pt idx="2233">
                  <c:v>24176056</c:v>
                </c:pt>
                <c:pt idx="2234">
                  <c:v>24156612</c:v>
                </c:pt>
                <c:pt idx="2235">
                  <c:v>24013385</c:v>
                </c:pt>
                <c:pt idx="2236">
                  <c:v>24386349</c:v>
                </c:pt>
                <c:pt idx="2237">
                  <c:v>23588306</c:v>
                </c:pt>
                <c:pt idx="2238">
                  <c:v>23831636</c:v>
                </c:pt>
                <c:pt idx="2239">
                  <c:v>23412649</c:v>
                </c:pt>
                <c:pt idx="2240">
                  <c:v>23816438</c:v>
                </c:pt>
                <c:pt idx="2241">
                  <c:v>25458605</c:v>
                </c:pt>
                <c:pt idx="2242">
                  <c:v>23945143</c:v>
                </c:pt>
                <c:pt idx="2243">
                  <c:v>24302481</c:v>
                </c:pt>
                <c:pt idx="2244">
                  <c:v>25188404</c:v>
                </c:pt>
                <c:pt idx="2245">
                  <c:v>23930194</c:v>
                </c:pt>
                <c:pt idx="2246">
                  <c:v>24011536</c:v>
                </c:pt>
                <c:pt idx="2247">
                  <c:v>24074100</c:v>
                </c:pt>
                <c:pt idx="2248">
                  <c:v>23814646</c:v>
                </c:pt>
                <c:pt idx="2249">
                  <c:v>23221099</c:v>
                </c:pt>
                <c:pt idx="2250">
                  <c:v>23831862</c:v>
                </c:pt>
                <c:pt idx="2251">
                  <c:v>24893152</c:v>
                </c:pt>
                <c:pt idx="2252">
                  <c:v>26029251</c:v>
                </c:pt>
                <c:pt idx="2253">
                  <c:v>23871002</c:v>
                </c:pt>
                <c:pt idx="2254">
                  <c:v>23792904</c:v>
                </c:pt>
                <c:pt idx="2255">
                  <c:v>23756598</c:v>
                </c:pt>
                <c:pt idx="2256">
                  <c:v>23854198</c:v>
                </c:pt>
                <c:pt idx="2257">
                  <c:v>24112348</c:v>
                </c:pt>
                <c:pt idx="2258">
                  <c:v>23434801</c:v>
                </c:pt>
                <c:pt idx="2259">
                  <c:v>23272537</c:v>
                </c:pt>
                <c:pt idx="2260">
                  <c:v>22710154</c:v>
                </c:pt>
                <c:pt idx="2261">
                  <c:v>22423565</c:v>
                </c:pt>
                <c:pt idx="2262">
                  <c:v>23084377</c:v>
                </c:pt>
                <c:pt idx="2263">
                  <c:v>22143627</c:v>
                </c:pt>
                <c:pt idx="2264">
                  <c:v>22541819</c:v>
                </c:pt>
                <c:pt idx="2265">
                  <c:v>23373315</c:v>
                </c:pt>
                <c:pt idx="2266">
                  <c:v>22158258</c:v>
                </c:pt>
                <c:pt idx="2267">
                  <c:v>22946803</c:v>
                </c:pt>
                <c:pt idx="2268">
                  <c:v>23678882</c:v>
                </c:pt>
                <c:pt idx="2269">
                  <c:v>23391129</c:v>
                </c:pt>
                <c:pt idx="2270">
                  <c:v>23479421</c:v>
                </c:pt>
                <c:pt idx="2271">
                  <c:v>21768207</c:v>
                </c:pt>
                <c:pt idx="2272">
                  <c:v>22565428</c:v>
                </c:pt>
                <c:pt idx="2273">
                  <c:v>22102653</c:v>
                </c:pt>
                <c:pt idx="2274">
                  <c:v>22294526</c:v>
                </c:pt>
                <c:pt idx="2275">
                  <c:v>22494622</c:v>
                </c:pt>
                <c:pt idx="2276">
                  <c:v>22576331</c:v>
                </c:pt>
                <c:pt idx="2277">
                  <c:v>23174152</c:v>
                </c:pt>
                <c:pt idx="2278">
                  <c:v>21689284</c:v>
                </c:pt>
                <c:pt idx="2279">
                  <c:v>22367291</c:v>
                </c:pt>
                <c:pt idx="2280">
                  <c:v>21809270</c:v>
                </c:pt>
                <c:pt idx="2281">
                  <c:v>22183722</c:v>
                </c:pt>
                <c:pt idx="2282">
                  <c:v>21914816</c:v>
                </c:pt>
                <c:pt idx="2283">
                  <c:v>22405652</c:v>
                </c:pt>
                <c:pt idx="2284">
                  <c:v>21512525</c:v>
                </c:pt>
                <c:pt idx="2285">
                  <c:v>21412338</c:v>
                </c:pt>
                <c:pt idx="2286">
                  <c:v>21692260</c:v>
                </c:pt>
                <c:pt idx="2287">
                  <c:v>21410299</c:v>
                </c:pt>
                <c:pt idx="2288">
                  <c:v>21391084</c:v>
                </c:pt>
                <c:pt idx="2289">
                  <c:v>21271385</c:v>
                </c:pt>
                <c:pt idx="2290">
                  <c:v>22119510</c:v>
                </c:pt>
                <c:pt idx="2291">
                  <c:v>21960568</c:v>
                </c:pt>
                <c:pt idx="2292">
                  <c:v>22035393</c:v>
                </c:pt>
                <c:pt idx="2293">
                  <c:v>22218972</c:v>
                </c:pt>
                <c:pt idx="2294">
                  <c:v>22653921</c:v>
                </c:pt>
                <c:pt idx="2295">
                  <c:v>21628059</c:v>
                </c:pt>
                <c:pt idx="2296">
                  <c:v>21441949</c:v>
                </c:pt>
                <c:pt idx="2297">
                  <c:v>21448629</c:v>
                </c:pt>
                <c:pt idx="2298">
                  <c:v>21093309</c:v>
                </c:pt>
                <c:pt idx="2299">
                  <c:v>21105642</c:v>
                </c:pt>
                <c:pt idx="2300">
                  <c:v>21002476</c:v>
                </c:pt>
                <c:pt idx="2301">
                  <c:v>21140130</c:v>
                </c:pt>
                <c:pt idx="2302">
                  <c:v>21859101</c:v>
                </c:pt>
                <c:pt idx="2303">
                  <c:v>21458956</c:v>
                </c:pt>
                <c:pt idx="2304">
                  <c:v>20823701</c:v>
                </c:pt>
                <c:pt idx="2305">
                  <c:v>21235785</c:v>
                </c:pt>
                <c:pt idx="2306">
                  <c:v>21976358</c:v>
                </c:pt>
                <c:pt idx="2307">
                  <c:v>21554038</c:v>
                </c:pt>
                <c:pt idx="2308">
                  <c:v>21604442</c:v>
                </c:pt>
                <c:pt idx="2309">
                  <c:v>21231182</c:v>
                </c:pt>
                <c:pt idx="2310">
                  <c:v>21365028</c:v>
                </c:pt>
                <c:pt idx="2311">
                  <c:v>22691052</c:v>
                </c:pt>
                <c:pt idx="2312">
                  <c:v>22195684</c:v>
                </c:pt>
                <c:pt idx="2313">
                  <c:v>21923610</c:v>
                </c:pt>
                <c:pt idx="2314">
                  <c:v>21250296</c:v>
                </c:pt>
                <c:pt idx="2315">
                  <c:v>21753419</c:v>
                </c:pt>
                <c:pt idx="2316">
                  <c:v>20927080</c:v>
                </c:pt>
                <c:pt idx="2317">
                  <c:v>21050837</c:v>
                </c:pt>
                <c:pt idx="2318">
                  <c:v>21137137</c:v>
                </c:pt>
                <c:pt idx="2319">
                  <c:v>21485882</c:v>
                </c:pt>
                <c:pt idx="2320">
                  <c:v>21409234</c:v>
                </c:pt>
                <c:pt idx="2321">
                  <c:v>23106396</c:v>
                </c:pt>
                <c:pt idx="2322">
                  <c:v>21907430</c:v>
                </c:pt>
                <c:pt idx="2323">
                  <c:v>23217313</c:v>
                </c:pt>
                <c:pt idx="2324">
                  <c:v>21899065</c:v>
                </c:pt>
                <c:pt idx="2325">
                  <c:v>21722135</c:v>
                </c:pt>
                <c:pt idx="2326">
                  <c:v>20973558</c:v>
                </c:pt>
                <c:pt idx="2327">
                  <c:v>21611168</c:v>
                </c:pt>
                <c:pt idx="2328">
                  <c:v>21299028</c:v>
                </c:pt>
                <c:pt idx="2329">
                  <c:v>21996082</c:v>
                </c:pt>
                <c:pt idx="2330">
                  <c:v>21946713</c:v>
                </c:pt>
                <c:pt idx="2331">
                  <c:v>23899108</c:v>
                </c:pt>
                <c:pt idx="2332">
                  <c:v>22594002</c:v>
                </c:pt>
                <c:pt idx="2333">
                  <c:v>21760096</c:v>
                </c:pt>
                <c:pt idx="2334">
                  <c:v>22754410</c:v>
                </c:pt>
                <c:pt idx="2335">
                  <c:v>22023078</c:v>
                </c:pt>
                <c:pt idx="2336">
                  <c:v>22298302</c:v>
                </c:pt>
                <c:pt idx="2337">
                  <c:v>21482285</c:v>
                </c:pt>
                <c:pt idx="2338">
                  <c:v>21180857</c:v>
                </c:pt>
                <c:pt idx="2339">
                  <c:v>21203590</c:v>
                </c:pt>
                <c:pt idx="2340">
                  <c:v>21758688</c:v>
                </c:pt>
                <c:pt idx="2341">
                  <c:v>21761014</c:v>
                </c:pt>
                <c:pt idx="2342">
                  <c:v>21932509</c:v>
                </c:pt>
                <c:pt idx="2343">
                  <c:v>21595794</c:v>
                </c:pt>
                <c:pt idx="2344">
                  <c:v>22367508</c:v>
                </c:pt>
                <c:pt idx="2345">
                  <c:v>21743700</c:v>
                </c:pt>
                <c:pt idx="2346">
                  <c:v>21322821</c:v>
                </c:pt>
                <c:pt idx="2347">
                  <c:v>21529228</c:v>
                </c:pt>
                <c:pt idx="2348">
                  <c:v>20896723</c:v>
                </c:pt>
                <c:pt idx="2349">
                  <c:v>20884199</c:v>
                </c:pt>
                <c:pt idx="2350">
                  <c:v>20830360</c:v>
                </c:pt>
                <c:pt idx="2351">
                  <c:v>20915430</c:v>
                </c:pt>
                <c:pt idx="2352">
                  <c:v>22100788</c:v>
                </c:pt>
                <c:pt idx="2353">
                  <c:v>22795320</c:v>
                </c:pt>
                <c:pt idx="2354">
                  <c:v>22387982</c:v>
                </c:pt>
                <c:pt idx="2355">
                  <c:v>21607507</c:v>
                </c:pt>
                <c:pt idx="2356">
                  <c:v>21990876</c:v>
                </c:pt>
                <c:pt idx="2357">
                  <c:v>22437199</c:v>
                </c:pt>
                <c:pt idx="2358">
                  <c:v>21601577</c:v>
                </c:pt>
                <c:pt idx="2359">
                  <c:v>21139798</c:v>
                </c:pt>
                <c:pt idx="2360">
                  <c:v>21390386</c:v>
                </c:pt>
                <c:pt idx="2361">
                  <c:v>21365933</c:v>
                </c:pt>
                <c:pt idx="2362">
                  <c:v>21666427</c:v>
                </c:pt>
                <c:pt idx="2363">
                  <c:v>21989744</c:v>
                </c:pt>
                <c:pt idx="2364">
                  <c:v>22452160</c:v>
                </c:pt>
                <c:pt idx="2365">
                  <c:v>22165162</c:v>
                </c:pt>
                <c:pt idx="2366">
                  <c:v>22771181</c:v>
                </c:pt>
                <c:pt idx="2367">
                  <c:v>23271139</c:v>
                </c:pt>
                <c:pt idx="2368">
                  <c:v>22335894</c:v>
                </c:pt>
                <c:pt idx="2369">
                  <c:v>23235172</c:v>
                </c:pt>
                <c:pt idx="2370">
                  <c:v>22333786</c:v>
                </c:pt>
                <c:pt idx="2371">
                  <c:v>21619947</c:v>
                </c:pt>
                <c:pt idx="2372">
                  <c:v>22509072</c:v>
                </c:pt>
                <c:pt idx="2373">
                  <c:v>21390073</c:v>
                </c:pt>
                <c:pt idx="2374">
                  <c:v>22080970</c:v>
                </c:pt>
                <c:pt idx="2375">
                  <c:v>22857697</c:v>
                </c:pt>
                <c:pt idx="2376">
                  <c:v>23229157</c:v>
                </c:pt>
                <c:pt idx="2377">
                  <c:v>22005344</c:v>
                </c:pt>
                <c:pt idx="2378">
                  <c:v>22620069</c:v>
                </c:pt>
                <c:pt idx="2379">
                  <c:v>23169947</c:v>
                </c:pt>
                <c:pt idx="2380">
                  <c:v>22627913</c:v>
                </c:pt>
                <c:pt idx="2381">
                  <c:v>21504359</c:v>
                </c:pt>
                <c:pt idx="2382">
                  <c:v>22250647</c:v>
                </c:pt>
                <c:pt idx="2383">
                  <c:v>20971690</c:v>
                </c:pt>
                <c:pt idx="2384">
                  <c:v>21322723</c:v>
                </c:pt>
                <c:pt idx="2385">
                  <c:v>21145557</c:v>
                </c:pt>
                <c:pt idx="2386">
                  <c:v>21512079</c:v>
                </c:pt>
                <c:pt idx="2387">
                  <c:v>21509735</c:v>
                </c:pt>
                <c:pt idx="2388">
                  <c:v>21552707</c:v>
                </c:pt>
                <c:pt idx="2389">
                  <c:v>23020614</c:v>
                </c:pt>
                <c:pt idx="2390">
                  <c:v>22282251</c:v>
                </c:pt>
                <c:pt idx="2391">
                  <c:v>21961685</c:v>
                </c:pt>
                <c:pt idx="2392">
                  <c:v>21837463</c:v>
                </c:pt>
                <c:pt idx="2393">
                  <c:v>21767375</c:v>
                </c:pt>
                <c:pt idx="2394">
                  <c:v>24286632</c:v>
                </c:pt>
                <c:pt idx="2395">
                  <c:v>22747282</c:v>
                </c:pt>
                <c:pt idx="2396">
                  <c:v>22418389</c:v>
                </c:pt>
                <c:pt idx="2397">
                  <c:v>21934035</c:v>
                </c:pt>
                <c:pt idx="2398">
                  <c:v>22411135</c:v>
                </c:pt>
                <c:pt idx="2399">
                  <c:v>22213984</c:v>
                </c:pt>
                <c:pt idx="2400">
                  <c:v>22901883</c:v>
                </c:pt>
                <c:pt idx="2401">
                  <c:v>22469079</c:v>
                </c:pt>
                <c:pt idx="2402">
                  <c:v>22250463</c:v>
                </c:pt>
                <c:pt idx="2403">
                  <c:v>22185462</c:v>
                </c:pt>
                <c:pt idx="2404">
                  <c:v>21920936</c:v>
                </c:pt>
                <c:pt idx="2405">
                  <c:v>22624268</c:v>
                </c:pt>
                <c:pt idx="2406">
                  <c:v>22214865</c:v>
                </c:pt>
                <c:pt idx="2407">
                  <c:v>22414791</c:v>
                </c:pt>
                <c:pt idx="2408">
                  <c:v>23455738</c:v>
                </c:pt>
                <c:pt idx="2409">
                  <c:v>22620197</c:v>
                </c:pt>
                <c:pt idx="2410">
                  <c:v>22650212</c:v>
                </c:pt>
                <c:pt idx="2411">
                  <c:v>21720407</c:v>
                </c:pt>
                <c:pt idx="2412">
                  <c:v>22215186</c:v>
                </c:pt>
                <c:pt idx="2413">
                  <c:v>23748229</c:v>
                </c:pt>
                <c:pt idx="2414">
                  <c:v>21781333</c:v>
                </c:pt>
                <c:pt idx="2415">
                  <c:v>22056922</c:v>
                </c:pt>
                <c:pt idx="2416">
                  <c:v>21739285</c:v>
                </c:pt>
                <c:pt idx="2417">
                  <c:v>24047042</c:v>
                </c:pt>
                <c:pt idx="2418">
                  <c:v>24680353</c:v>
                </c:pt>
                <c:pt idx="2419">
                  <c:v>23522703</c:v>
                </c:pt>
                <c:pt idx="2420">
                  <c:v>22058053</c:v>
                </c:pt>
                <c:pt idx="2421">
                  <c:v>22421294</c:v>
                </c:pt>
                <c:pt idx="2422">
                  <c:v>23257040</c:v>
                </c:pt>
                <c:pt idx="2423">
                  <c:v>22126795</c:v>
                </c:pt>
                <c:pt idx="2424">
                  <c:v>22832101</c:v>
                </c:pt>
                <c:pt idx="2425">
                  <c:v>22889881</c:v>
                </c:pt>
                <c:pt idx="2426">
                  <c:v>23521597</c:v>
                </c:pt>
                <c:pt idx="2427">
                  <c:v>23229793</c:v>
                </c:pt>
                <c:pt idx="2428">
                  <c:v>22496453</c:v>
                </c:pt>
                <c:pt idx="2429">
                  <c:v>22720724</c:v>
                </c:pt>
                <c:pt idx="2430">
                  <c:v>22300836</c:v>
                </c:pt>
                <c:pt idx="2431">
                  <c:v>22871495</c:v>
                </c:pt>
                <c:pt idx="2432">
                  <c:v>22580342</c:v>
                </c:pt>
                <c:pt idx="2433">
                  <c:v>22076629</c:v>
                </c:pt>
                <c:pt idx="2434">
                  <c:v>23000914</c:v>
                </c:pt>
                <c:pt idx="2435">
                  <c:v>23364168</c:v>
                </c:pt>
                <c:pt idx="2436">
                  <c:v>23680267</c:v>
                </c:pt>
                <c:pt idx="2437">
                  <c:v>23266781</c:v>
                </c:pt>
                <c:pt idx="2438">
                  <c:v>22684004</c:v>
                </c:pt>
                <c:pt idx="2439">
                  <c:v>23177196</c:v>
                </c:pt>
                <c:pt idx="2440">
                  <c:v>23156245</c:v>
                </c:pt>
                <c:pt idx="2441">
                  <c:v>23040037</c:v>
                </c:pt>
                <c:pt idx="2442">
                  <c:v>23104050</c:v>
                </c:pt>
                <c:pt idx="2443">
                  <c:v>23104080</c:v>
                </c:pt>
                <c:pt idx="2444">
                  <c:v>22738216</c:v>
                </c:pt>
                <c:pt idx="2445">
                  <c:v>22618427</c:v>
                </c:pt>
                <c:pt idx="2446">
                  <c:v>22900306</c:v>
                </c:pt>
                <c:pt idx="2447">
                  <c:v>22930634</c:v>
                </c:pt>
                <c:pt idx="2448">
                  <c:v>23266180</c:v>
                </c:pt>
                <c:pt idx="2449">
                  <c:v>23618445</c:v>
                </c:pt>
                <c:pt idx="2450">
                  <c:v>23043585</c:v>
                </c:pt>
                <c:pt idx="2451">
                  <c:v>23208540</c:v>
                </c:pt>
                <c:pt idx="2452">
                  <c:v>23182760</c:v>
                </c:pt>
                <c:pt idx="2453">
                  <c:v>22919474</c:v>
                </c:pt>
                <c:pt idx="2454">
                  <c:v>23470073</c:v>
                </c:pt>
                <c:pt idx="2455">
                  <c:v>23262479</c:v>
                </c:pt>
                <c:pt idx="2456">
                  <c:v>23567072</c:v>
                </c:pt>
                <c:pt idx="2457">
                  <c:v>25513017</c:v>
                </c:pt>
                <c:pt idx="2458">
                  <c:v>25461526</c:v>
                </c:pt>
                <c:pt idx="2459">
                  <c:v>23870600</c:v>
                </c:pt>
                <c:pt idx="2460">
                  <c:v>24718272</c:v>
                </c:pt>
                <c:pt idx="2461">
                  <c:v>25852009</c:v>
                </c:pt>
                <c:pt idx="2462">
                  <c:v>24932217</c:v>
                </c:pt>
                <c:pt idx="2463">
                  <c:v>23865081</c:v>
                </c:pt>
                <c:pt idx="2464">
                  <c:v>22619679</c:v>
                </c:pt>
                <c:pt idx="2465">
                  <c:v>22774169</c:v>
                </c:pt>
                <c:pt idx="2466">
                  <c:v>23459928</c:v>
                </c:pt>
                <c:pt idx="2467">
                  <c:v>25524943</c:v>
                </c:pt>
                <c:pt idx="2468">
                  <c:v>26180938</c:v>
                </c:pt>
                <c:pt idx="2469">
                  <c:v>24218395</c:v>
                </c:pt>
                <c:pt idx="2470">
                  <c:v>24233099</c:v>
                </c:pt>
                <c:pt idx="2471">
                  <c:v>23874781</c:v>
                </c:pt>
                <c:pt idx="2472">
                  <c:v>23768139</c:v>
                </c:pt>
                <c:pt idx="2473">
                  <c:v>24366814</c:v>
                </c:pt>
                <c:pt idx="2474">
                  <c:v>23671470</c:v>
                </c:pt>
                <c:pt idx="2475">
                  <c:v>22620940</c:v>
                </c:pt>
                <c:pt idx="2476">
                  <c:v>21750570</c:v>
                </c:pt>
                <c:pt idx="2477">
                  <c:v>22533267</c:v>
                </c:pt>
                <c:pt idx="2478">
                  <c:v>22727831</c:v>
                </c:pt>
                <c:pt idx="2479">
                  <c:v>22206672</c:v>
                </c:pt>
                <c:pt idx="2480">
                  <c:v>21471760</c:v>
                </c:pt>
                <c:pt idx="2481">
                  <c:v>22167664</c:v>
                </c:pt>
                <c:pt idx="2482">
                  <c:v>22579032</c:v>
                </c:pt>
                <c:pt idx="2483">
                  <c:v>21874017</c:v>
                </c:pt>
                <c:pt idx="2484">
                  <c:v>22561479</c:v>
                </c:pt>
                <c:pt idx="2485">
                  <c:v>22319533</c:v>
                </c:pt>
                <c:pt idx="2486">
                  <c:v>22228236</c:v>
                </c:pt>
                <c:pt idx="2487">
                  <c:v>21436722</c:v>
                </c:pt>
                <c:pt idx="2488">
                  <c:v>23301846</c:v>
                </c:pt>
                <c:pt idx="2489">
                  <c:v>22666811</c:v>
                </c:pt>
                <c:pt idx="2490">
                  <c:v>22166776</c:v>
                </c:pt>
                <c:pt idx="2491">
                  <c:v>22193268</c:v>
                </c:pt>
                <c:pt idx="2492">
                  <c:v>22754560</c:v>
                </c:pt>
                <c:pt idx="2493">
                  <c:v>22869267</c:v>
                </c:pt>
                <c:pt idx="2494">
                  <c:v>22059397</c:v>
                </c:pt>
                <c:pt idx="2495">
                  <c:v>22337226</c:v>
                </c:pt>
                <c:pt idx="2496">
                  <c:v>22543574</c:v>
                </c:pt>
                <c:pt idx="2497">
                  <c:v>23325098</c:v>
                </c:pt>
                <c:pt idx="2498">
                  <c:v>22909498</c:v>
                </c:pt>
                <c:pt idx="2499">
                  <c:v>23234557</c:v>
                </c:pt>
                <c:pt idx="2500">
                  <c:v>22892612</c:v>
                </c:pt>
                <c:pt idx="2501">
                  <c:v>23451740</c:v>
                </c:pt>
                <c:pt idx="2502">
                  <c:v>24164589</c:v>
                </c:pt>
                <c:pt idx="2503">
                  <c:v>23056653</c:v>
                </c:pt>
                <c:pt idx="2504">
                  <c:v>22631079</c:v>
                </c:pt>
                <c:pt idx="2505">
                  <c:v>22701644</c:v>
                </c:pt>
                <c:pt idx="2506">
                  <c:v>22783874</c:v>
                </c:pt>
                <c:pt idx="2507">
                  <c:v>22163151</c:v>
                </c:pt>
                <c:pt idx="2508">
                  <c:v>22629716</c:v>
                </c:pt>
                <c:pt idx="2509">
                  <c:v>22318360</c:v>
                </c:pt>
                <c:pt idx="2510">
                  <c:v>21863417</c:v>
                </c:pt>
                <c:pt idx="2511">
                  <c:v>21639838</c:v>
                </c:pt>
                <c:pt idx="2512">
                  <c:v>21651730</c:v>
                </c:pt>
                <c:pt idx="2513">
                  <c:v>21944223</c:v>
                </c:pt>
                <c:pt idx="2514">
                  <c:v>21526783</c:v>
                </c:pt>
                <c:pt idx="2515">
                  <c:v>22161412</c:v>
                </c:pt>
                <c:pt idx="2516">
                  <c:v>21319390</c:v>
                </c:pt>
                <c:pt idx="2517">
                  <c:v>21856649</c:v>
                </c:pt>
                <c:pt idx="2518">
                  <c:v>22303728</c:v>
                </c:pt>
                <c:pt idx="2519">
                  <c:v>22060807</c:v>
                </c:pt>
                <c:pt idx="2520">
                  <c:v>21432884</c:v>
                </c:pt>
                <c:pt idx="2521">
                  <c:v>21581792</c:v>
                </c:pt>
                <c:pt idx="2522">
                  <c:v>21397645</c:v>
                </c:pt>
                <c:pt idx="2523">
                  <c:v>21466297</c:v>
                </c:pt>
                <c:pt idx="2524">
                  <c:v>21081826</c:v>
                </c:pt>
                <c:pt idx="2525">
                  <c:v>23100730</c:v>
                </c:pt>
                <c:pt idx="2526">
                  <c:v>21302107</c:v>
                </c:pt>
                <c:pt idx="2527">
                  <c:v>21353348</c:v>
                </c:pt>
                <c:pt idx="2528">
                  <c:v>21597789</c:v>
                </c:pt>
                <c:pt idx="2529">
                  <c:v>21034449</c:v>
                </c:pt>
                <c:pt idx="2530">
                  <c:v>21020549</c:v>
                </c:pt>
                <c:pt idx="2531">
                  <c:v>21216836</c:v>
                </c:pt>
                <c:pt idx="2532">
                  <c:v>21540200</c:v>
                </c:pt>
                <c:pt idx="2533">
                  <c:v>20959456</c:v>
                </c:pt>
                <c:pt idx="2534">
                  <c:v>20888696</c:v>
                </c:pt>
                <c:pt idx="2535">
                  <c:v>21258199</c:v>
                </c:pt>
                <c:pt idx="2536">
                  <c:v>21070421</c:v>
                </c:pt>
                <c:pt idx="2537">
                  <c:v>21612302</c:v>
                </c:pt>
                <c:pt idx="2538">
                  <c:v>21529356</c:v>
                </c:pt>
                <c:pt idx="2539">
                  <c:v>21293308</c:v>
                </c:pt>
                <c:pt idx="2540">
                  <c:v>21104657</c:v>
                </c:pt>
                <c:pt idx="2541">
                  <c:v>21533915</c:v>
                </c:pt>
                <c:pt idx="2542">
                  <c:v>20661651</c:v>
                </c:pt>
                <c:pt idx="2543">
                  <c:v>21366233</c:v>
                </c:pt>
                <c:pt idx="2544">
                  <c:v>21644039</c:v>
                </c:pt>
                <c:pt idx="2545">
                  <c:v>20961245</c:v>
                </c:pt>
                <c:pt idx="2546">
                  <c:v>21549078</c:v>
                </c:pt>
                <c:pt idx="2547">
                  <c:v>20455153</c:v>
                </c:pt>
                <c:pt idx="2548">
                  <c:v>20070419</c:v>
                </c:pt>
                <c:pt idx="2549">
                  <c:v>20553605</c:v>
                </c:pt>
                <c:pt idx="2550">
                  <c:v>21117257</c:v>
                </c:pt>
                <c:pt idx="2551">
                  <c:v>22076536</c:v>
                </c:pt>
                <c:pt idx="2552">
                  <c:v>22096932</c:v>
                </c:pt>
                <c:pt idx="2553">
                  <c:v>21934062</c:v>
                </c:pt>
                <c:pt idx="2554">
                  <c:v>21728786</c:v>
                </c:pt>
                <c:pt idx="2555">
                  <c:v>20821533</c:v>
                </c:pt>
                <c:pt idx="2556">
                  <c:v>20664561</c:v>
                </c:pt>
                <c:pt idx="2557">
                  <c:v>21106578</c:v>
                </c:pt>
                <c:pt idx="2558">
                  <c:v>20926238</c:v>
                </c:pt>
                <c:pt idx="2559">
                  <c:v>21279793</c:v>
                </c:pt>
                <c:pt idx="2560">
                  <c:v>20428088</c:v>
                </c:pt>
                <c:pt idx="2561">
                  <c:v>20608382</c:v>
                </c:pt>
                <c:pt idx="2562">
                  <c:v>21769552</c:v>
                </c:pt>
                <c:pt idx="2563">
                  <c:v>21912465</c:v>
                </c:pt>
                <c:pt idx="2564">
                  <c:v>21703338</c:v>
                </c:pt>
                <c:pt idx="2565">
                  <c:v>20398544</c:v>
                </c:pt>
                <c:pt idx="2566">
                  <c:v>20812845</c:v>
                </c:pt>
                <c:pt idx="2567">
                  <c:v>21220067</c:v>
                </c:pt>
                <c:pt idx="2568">
                  <c:v>21836090</c:v>
                </c:pt>
                <c:pt idx="2569">
                  <c:v>21591955</c:v>
                </c:pt>
                <c:pt idx="2570">
                  <c:v>21424686</c:v>
                </c:pt>
                <c:pt idx="2571">
                  <c:v>20514239</c:v>
                </c:pt>
                <c:pt idx="2572">
                  <c:v>20340821</c:v>
                </c:pt>
                <c:pt idx="2573">
                  <c:v>20843371</c:v>
                </c:pt>
                <c:pt idx="2574">
                  <c:v>21146753</c:v>
                </c:pt>
                <c:pt idx="2575">
                  <c:v>21477045</c:v>
                </c:pt>
                <c:pt idx="2576">
                  <c:v>21532839</c:v>
                </c:pt>
                <c:pt idx="2577">
                  <c:v>21044479</c:v>
                </c:pt>
                <c:pt idx="2578">
                  <c:v>22026044</c:v>
                </c:pt>
                <c:pt idx="2579">
                  <c:v>22369506</c:v>
                </c:pt>
                <c:pt idx="2580">
                  <c:v>20903529</c:v>
                </c:pt>
                <c:pt idx="2581">
                  <c:v>22695639</c:v>
                </c:pt>
                <c:pt idx="2582">
                  <c:v>21666854</c:v>
                </c:pt>
                <c:pt idx="2583">
                  <c:v>21387474</c:v>
                </c:pt>
                <c:pt idx="2584">
                  <c:v>20576569</c:v>
                </c:pt>
                <c:pt idx="2585">
                  <c:v>20272192</c:v>
                </c:pt>
                <c:pt idx="2586">
                  <c:v>21006388</c:v>
                </c:pt>
                <c:pt idx="2587">
                  <c:v>20867773</c:v>
                </c:pt>
                <c:pt idx="2588">
                  <c:v>20413316</c:v>
                </c:pt>
                <c:pt idx="2589">
                  <c:v>20371042</c:v>
                </c:pt>
                <c:pt idx="2590">
                  <c:v>20014464</c:v>
                </c:pt>
                <c:pt idx="2591">
                  <c:v>20317439</c:v>
                </c:pt>
                <c:pt idx="2592">
                  <c:v>20448471</c:v>
                </c:pt>
                <c:pt idx="2593">
                  <c:v>20735483</c:v>
                </c:pt>
                <c:pt idx="2594">
                  <c:v>20321704</c:v>
                </c:pt>
                <c:pt idx="2595">
                  <c:v>20222925</c:v>
                </c:pt>
                <c:pt idx="2596">
                  <c:v>20365161</c:v>
                </c:pt>
                <c:pt idx="2597">
                  <c:v>20631835</c:v>
                </c:pt>
                <c:pt idx="2598">
                  <c:v>21249145</c:v>
                </c:pt>
                <c:pt idx="2599">
                  <c:v>20743918</c:v>
                </c:pt>
                <c:pt idx="2600">
                  <c:v>21797054</c:v>
                </c:pt>
                <c:pt idx="2601">
                  <c:v>21386040</c:v>
                </c:pt>
                <c:pt idx="2602">
                  <c:v>20764990</c:v>
                </c:pt>
                <c:pt idx="2603">
                  <c:v>20845471</c:v>
                </c:pt>
                <c:pt idx="2604">
                  <c:v>20846357</c:v>
                </c:pt>
                <c:pt idx="2605">
                  <c:v>21854296</c:v>
                </c:pt>
                <c:pt idx="2606">
                  <c:v>20892725</c:v>
                </c:pt>
                <c:pt idx="2607">
                  <c:v>20787254</c:v>
                </c:pt>
                <c:pt idx="2608">
                  <c:v>20050522</c:v>
                </c:pt>
                <c:pt idx="2609">
                  <c:v>20526993</c:v>
                </c:pt>
                <c:pt idx="2610">
                  <c:v>20427774</c:v>
                </c:pt>
                <c:pt idx="2611">
                  <c:v>21061448</c:v>
                </c:pt>
                <c:pt idx="2612">
                  <c:v>20664947</c:v>
                </c:pt>
                <c:pt idx="2613">
                  <c:v>20697750</c:v>
                </c:pt>
                <c:pt idx="2614">
                  <c:v>21082532</c:v>
                </c:pt>
                <c:pt idx="2615">
                  <c:v>22052820</c:v>
                </c:pt>
                <c:pt idx="2616">
                  <c:v>21638039</c:v>
                </c:pt>
                <c:pt idx="2617">
                  <c:v>20791928</c:v>
                </c:pt>
                <c:pt idx="2618">
                  <c:v>20237185</c:v>
                </c:pt>
                <c:pt idx="2619">
                  <c:v>20230845</c:v>
                </c:pt>
                <c:pt idx="2620">
                  <c:v>20333646</c:v>
                </c:pt>
                <c:pt idx="2621">
                  <c:v>21115980</c:v>
                </c:pt>
                <c:pt idx="2622">
                  <c:v>20965756</c:v>
                </c:pt>
                <c:pt idx="2623">
                  <c:v>21064302</c:v>
                </c:pt>
                <c:pt idx="2624">
                  <c:v>22082861</c:v>
                </c:pt>
                <c:pt idx="2625">
                  <c:v>21517463</c:v>
                </c:pt>
                <c:pt idx="2626">
                  <c:v>20732179</c:v>
                </c:pt>
                <c:pt idx="2627">
                  <c:v>21097120</c:v>
                </c:pt>
                <c:pt idx="2628">
                  <c:v>20700697</c:v>
                </c:pt>
                <c:pt idx="2629">
                  <c:v>21118601</c:v>
                </c:pt>
                <c:pt idx="2630">
                  <c:v>20663908</c:v>
                </c:pt>
                <c:pt idx="2631">
                  <c:v>20455481</c:v>
                </c:pt>
                <c:pt idx="2632">
                  <c:v>20466009</c:v>
                </c:pt>
                <c:pt idx="2633">
                  <c:v>20577571</c:v>
                </c:pt>
                <c:pt idx="2634">
                  <c:v>20902096</c:v>
                </c:pt>
                <c:pt idx="2635">
                  <c:v>20946272</c:v>
                </c:pt>
                <c:pt idx="2636">
                  <c:v>20959766</c:v>
                </c:pt>
                <c:pt idx="2637">
                  <c:v>20522485</c:v>
                </c:pt>
                <c:pt idx="2638">
                  <c:v>20584843</c:v>
                </c:pt>
                <c:pt idx="2639">
                  <c:v>20399678</c:v>
                </c:pt>
                <c:pt idx="2640">
                  <c:v>20298340</c:v>
                </c:pt>
                <c:pt idx="2641">
                  <c:v>20339402</c:v>
                </c:pt>
                <c:pt idx="2642">
                  <c:v>20702155</c:v>
                </c:pt>
                <c:pt idx="2643">
                  <c:v>21969835</c:v>
                </c:pt>
                <c:pt idx="2644">
                  <c:v>21968520</c:v>
                </c:pt>
                <c:pt idx="2645">
                  <c:v>21501326</c:v>
                </c:pt>
                <c:pt idx="2646">
                  <c:v>21792976</c:v>
                </c:pt>
                <c:pt idx="2647">
                  <c:v>21512635</c:v>
                </c:pt>
                <c:pt idx="2648">
                  <c:v>21570659</c:v>
                </c:pt>
                <c:pt idx="2649">
                  <c:v>21157363</c:v>
                </c:pt>
                <c:pt idx="2650">
                  <c:v>21808967</c:v>
                </c:pt>
                <c:pt idx="2651">
                  <c:v>21459769</c:v>
                </c:pt>
                <c:pt idx="2652">
                  <c:v>20329577</c:v>
                </c:pt>
                <c:pt idx="2653">
                  <c:v>21199245</c:v>
                </c:pt>
                <c:pt idx="2654">
                  <c:v>20558998</c:v>
                </c:pt>
                <c:pt idx="2655">
                  <c:v>21166879</c:v>
                </c:pt>
                <c:pt idx="2656">
                  <c:v>21278794</c:v>
                </c:pt>
                <c:pt idx="2657">
                  <c:v>20796327</c:v>
                </c:pt>
                <c:pt idx="2658">
                  <c:v>20533696</c:v>
                </c:pt>
                <c:pt idx="2659">
                  <c:v>20985989</c:v>
                </c:pt>
                <c:pt idx="2660">
                  <c:v>20910748</c:v>
                </c:pt>
                <c:pt idx="2661">
                  <c:v>21168913</c:v>
                </c:pt>
                <c:pt idx="2662">
                  <c:v>22121972</c:v>
                </c:pt>
                <c:pt idx="2663">
                  <c:v>22255799</c:v>
                </c:pt>
                <c:pt idx="2664">
                  <c:v>20915312</c:v>
                </c:pt>
                <c:pt idx="2665">
                  <c:v>22300639</c:v>
                </c:pt>
                <c:pt idx="2666">
                  <c:v>22181480</c:v>
                </c:pt>
                <c:pt idx="2667">
                  <c:v>22020594</c:v>
                </c:pt>
                <c:pt idx="2668">
                  <c:v>22290455</c:v>
                </c:pt>
                <c:pt idx="2669">
                  <c:v>22033517</c:v>
                </c:pt>
                <c:pt idx="2670">
                  <c:v>21340403</c:v>
                </c:pt>
                <c:pt idx="2671">
                  <c:v>21421244</c:v>
                </c:pt>
                <c:pt idx="2672">
                  <c:v>20968036</c:v>
                </c:pt>
                <c:pt idx="2673">
                  <c:v>20962961</c:v>
                </c:pt>
                <c:pt idx="2674">
                  <c:v>20702290</c:v>
                </c:pt>
                <c:pt idx="2675">
                  <c:v>21426679</c:v>
                </c:pt>
                <c:pt idx="2676">
                  <c:v>21016849</c:v>
                </c:pt>
                <c:pt idx="2677">
                  <c:v>20828739</c:v>
                </c:pt>
                <c:pt idx="2678">
                  <c:v>20691295</c:v>
                </c:pt>
                <c:pt idx="2679">
                  <c:v>20463077</c:v>
                </c:pt>
                <c:pt idx="2680">
                  <c:v>20494818</c:v>
                </c:pt>
                <c:pt idx="2681">
                  <c:v>20214186</c:v>
                </c:pt>
                <c:pt idx="2682">
                  <c:v>20991839</c:v>
                </c:pt>
                <c:pt idx="2683">
                  <c:v>21581738</c:v>
                </c:pt>
                <c:pt idx="2684">
                  <c:v>20794814</c:v>
                </c:pt>
                <c:pt idx="2685">
                  <c:v>21513984</c:v>
                </c:pt>
                <c:pt idx="2686">
                  <c:v>21802112</c:v>
                </c:pt>
                <c:pt idx="2687">
                  <c:v>21853672</c:v>
                </c:pt>
                <c:pt idx="2688">
                  <c:v>21608391</c:v>
                </c:pt>
                <c:pt idx="2689">
                  <c:v>21393014</c:v>
                </c:pt>
                <c:pt idx="2690">
                  <c:v>22065529</c:v>
                </c:pt>
                <c:pt idx="2691">
                  <c:v>21907291</c:v>
                </c:pt>
                <c:pt idx="2692">
                  <c:v>22395884</c:v>
                </c:pt>
                <c:pt idx="2693">
                  <c:v>24703007</c:v>
                </c:pt>
                <c:pt idx="2694">
                  <c:v>24290885</c:v>
                </c:pt>
                <c:pt idx="2695">
                  <c:v>21727504</c:v>
                </c:pt>
                <c:pt idx="2696">
                  <c:v>22327702</c:v>
                </c:pt>
                <c:pt idx="2697">
                  <c:v>22260125</c:v>
                </c:pt>
                <c:pt idx="2698">
                  <c:v>22126058</c:v>
                </c:pt>
                <c:pt idx="2699">
                  <c:v>21422862</c:v>
                </c:pt>
                <c:pt idx="2700">
                  <c:v>22341272</c:v>
                </c:pt>
                <c:pt idx="2701">
                  <c:v>22658113</c:v>
                </c:pt>
                <c:pt idx="2702">
                  <c:v>22721396</c:v>
                </c:pt>
                <c:pt idx="2703">
                  <c:v>21739520</c:v>
                </c:pt>
                <c:pt idx="2704">
                  <c:v>21691184</c:v>
                </c:pt>
                <c:pt idx="2705">
                  <c:v>22264373</c:v>
                </c:pt>
                <c:pt idx="2706">
                  <c:v>23025694</c:v>
                </c:pt>
                <c:pt idx="2707">
                  <c:v>21665830</c:v>
                </c:pt>
                <c:pt idx="2708">
                  <c:v>22785698</c:v>
                </c:pt>
                <c:pt idx="2709">
                  <c:v>21573412</c:v>
                </c:pt>
                <c:pt idx="2710">
                  <c:v>21807717</c:v>
                </c:pt>
                <c:pt idx="2711">
                  <c:v>20157559</c:v>
                </c:pt>
                <c:pt idx="2712">
                  <c:v>20744112</c:v>
                </c:pt>
                <c:pt idx="2713">
                  <c:v>21019031</c:v>
                </c:pt>
                <c:pt idx="2714">
                  <c:v>20799464</c:v>
                </c:pt>
                <c:pt idx="2715">
                  <c:v>20518990</c:v>
                </c:pt>
                <c:pt idx="2716">
                  <c:v>21732809</c:v>
                </c:pt>
                <c:pt idx="2717">
                  <c:v>21808773</c:v>
                </c:pt>
                <c:pt idx="2718">
                  <c:v>22258016</c:v>
                </c:pt>
                <c:pt idx="2719">
                  <c:v>21342737</c:v>
                </c:pt>
                <c:pt idx="2720">
                  <c:v>21847242</c:v>
                </c:pt>
                <c:pt idx="2721">
                  <c:v>22039122</c:v>
                </c:pt>
                <c:pt idx="2722">
                  <c:v>21481330</c:v>
                </c:pt>
                <c:pt idx="2723">
                  <c:v>20890622</c:v>
                </c:pt>
                <c:pt idx="2724">
                  <c:v>20994538</c:v>
                </c:pt>
                <c:pt idx="2725">
                  <c:v>20837922</c:v>
                </c:pt>
                <c:pt idx="2726">
                  <c:v>21346101</c:v>
                </c:pt>
                <c:pt idx="2727">
                  <c:v>22071596</c:v>
                </c:pt>
                <c:pt idx="2728">
                  <c:v>21521107</c:v>
                </c:pt>
                <c:pt idx="2729">
                  <c:v>20993610</c:v>
                </c:pt>
                <c:pt idx="2730">
                  <c:v>21761273</c:v>
                </c:pt>
                <c:pt idx="2731">
                  <c:v>21826114</c:v>
                </c:pt>
                <c:pt idx="2732">
                  <c:v>21278132</c:v>
                </c:pt>
                <c:pt idx="2733">
                  <c:v>20491944</c:v>
                </c:pt>
                <c:pt idx="2734">
                  <c:v>20778099</c:v>
                </c:pt>
                <c:pt idx="2735">
                  <c:v>20240275</c:v>
                </c:pt>
                <c:pt idx="2736">
                  <c:v>20437179</c:v>
                </c:pt>
                <c:pt idx="2737">
                  <c:v>20323369</c:v>
                </c:pt>
                <c:pt idx="2738">
                  <c:v>20428415</c:v>
                </c:pt>
                <c:pt idx="2739">
                  <c:v>20779439</c:v>
                </c:pt>
                <c:pt idx="2740">
                  <c:v>20819499</c:v>
                </c:pt>
                <c:pt idx="2741">
                  <c:v>20893895</c:v>
                </c:pt>
                <c:pt idx="2742">
                  <c:v>20389921</c:v>
                </c:pt>
                <c:pt idx="2743">
                  <c:v>20609735</c:v>
                </c:pt>
                <c:pt idx="2744">
                  <c:v>21307736</c:v>
                </c:pt>
                <c:pt idx="2745">
                  <c:v>21689952</c:v>
                </c:pt>
                <c:pt idx="2746">
                  <c:v>21844140</c:v>
                </c:pt>
                <c:pt idx="2747">
                  <c:v>21215432</c:v>
                </c:pt>
                <c:pt idx="2748">
                  <c:v>21717379</c:v>
                </c:pt>
                <c:pt idx="2749">
                  <c:v>21442273</c:v>
                </c:pt>
                <c:pt idx="2750">
                  <c:v>21522139</c:v>
                </c:pt>
                <c:pt idx="2751">
                  <c:v>21395910</c:v>
                </c:pt>
                <c:pt idx="2752">
                  <c:v>21210740</c:v>
                </c:pt>
                <c:pt idx="2753">
                  <c:v>21797651</c:v>
                </c:pt>
                <c:pt idx="2754">
                  <c:v>22158480</c:v>
                </c:pt>
                <c:pt idx="2755">
                  <c:v>20831042</c:v>
                </c:pt>
                <c:pt idx="2756">
                  <c:v>20481478</c:v>
                </c:pt>
                <c:pt idx="2757">
                  <c:v>21213398</c:v>
                </c:pt>
                <c:pt idx="2758">
                  <c:v>21128941</c:v>
                </c:pt>
                <c:pt idx="2759">
                  <c:v>20221280</c:v>
                </c:pt>
                <c:pt idx="2760">
                  <c:v>19966801</c:v>
                </c:pt>
                <c:pt idx="2761">
                  <c:v>19213885</c:v>
                </c:pt>
                <c:pt idx="2762">
                  <c:v>19093979</c:v>
                </c:pt>
                <c:pt idx="2763">
                  <c:v>18595957</c:v>
                </c:pt>
                <c:pt idx="2764">
                  <c:v>18491389</c:v>
                </c:pt>
                <c:pt idx="2765">
                  <c:v>18723791</c:v>
                </c:pt>
                <c:pt idx="2766">
                  <c:v>19273300</c:v>
                </c:pt>
                <c:pt idx="2767">
                  <c:v>19159080</c:v>
                </c:pt>
                <c:pt idx="2768">
                  <c:v>19224367</c:v>
                </c:pt>
                <c:pt idx="2769">
                  <c:v>18362839</c:v>
                </c:pt>
                <c:pt idx="2770">
                  <c:v>18200769</c:v>
                </c:pt>
                <c:pt idx="2771">
                  <c:v>18889412</c:v>
                </c:pt>
                <c:pt idx="2772">
                  <c:v>18360679</c:v>
                </c:pt>
                <c:pt idx="2773">
                  <c:v>17963507</c:v>
                </c:pt>
                <c:pt idx="2774">
                  <c:v>17776004</c:v>
                </c:pt>
                <c:pt idx="2775">
                  <c:v>17590349</c:v>
                </c:pt>
                <c:pt idx="2776">
                  <c:v>17224877</c:v>
                </c:pt>
                <c:pt idx="2777">
                  <c:v>18140834</c:v>
                </c:pt>
                <c:pt idx="2778">
                  <c:v>16606587</c:v>
                </c:pt>
                <c:pt idx="2779">
                  <c:v>17323547</c:v>
                </c:pt>
                <c:pt idx="2780">
                  <c:v>17154185</c:v>
                </c:pt>
                <c:pt idx="2781">
                  <c:v>18217817</c:v>
                </c:pt>
                <c:pt idx="2782">
                  <c:v>17536497</c:v>
                </c:pt>
                <c:pt idx="2783">
                  <c:v>17679542</c:v>
                </c:pt>
                <c:pt idx="2784">
                  <c:v>17193234</c:v>
                </c:pt>
                <c:pt idx="2785">
                  <c:v>17150694</c:v>
                </c:pt>
                <c:pt idx="2786">
                  <c:v>17131078</c:v>
                </c:pt>
                <c:pt idx="2787">
                  <c:v>16691356</c:v>
                </c:pt>
                <c:pt idx="2788">
                  <c:v>16790714</c:v>
                </c:pt>
                <c:pt idx="2789">
                  <c:v>17345743</c:v>
                </c:pt>
                <c:pt idx="2790">
                  <c:v>17410536</c:v>
                </c:pt>
                <c:pt idx="2791">
                  <c:v>16738286</c:v>
                </c:pt>
                <c:pt idx="2792">
                  <c:v>16984258</c:v>
                </c:pt>
                <c:pt idx="2793">
                  <c:v>16555174</c:v>
                </c:pt>
                <c:pt idx="2794">
                  <c:v>17646175</c:v>
                </c:pt>
                <c:pt idx="2795">
                  <c:v>17468237</c:v>
                </c:pt>
                <c:pt idx="2796">
                  <c:v>15841426</c:v>
                </c:pt>
                <c:pt idx="2797">
                  <c:v>16261602</c:v>
                </c:pt>
                <c:pt idx="2798">
                  <c:v>16960533</c:v>
                </c:pt>
                <c:pt idx="2799">
                  <c:v>16525157</c:v>
                </c:pt>
                <c:pt idx="2800">
                  <c:v>16813720</c:v>
                </c:pt>
                <c:pt idx="2801">
                  <c:v>16439951</c:v>
                </c:pt>
                <c:pt idx="2802">
                  <c:v>17066419</c:v>
                </c:pt>
                <c:pt idx="2803">
                  <c:v>16380117</c:v>
                </c:pt>
                <c:pt idx="2804">
                  <c:v>16465311</c:v>
                </c:pt>
                <c:pt idx="2805">
                  <c:v>17345551</c:v>
                </c:pt>
                <c:pt idx="2806">
                  <c:v>18031743</c:v>
                </c:pt>
                <c:pt idx="2807">
                  <c:v>17559961</c:v>
                </c:pt>
                <c:pt idx="2808">
                  <c:v>16361718</c:v>
                </c:pt>
                <c:pt idx="2809">
                  <c:v>16587575</c:v>
                </c:pt>
                <c:pt idx="2810">
                  <c:v>16938005</c:v>
                </c:pt>
                <c:pt idx="2811">
                  <c:v>16815804</c:v>
                </c:pt>
                <c:pt idx="2812">
                  <c:v>15998161</c:v>
                </c:pt>
                <c:pt idx="2813">
                  <c:v>15729084</c:v>
                </c:pt>
                <c:pt idx="2814">
                  <c:v>15498153</c:v>
                </c:pt>
                <c:pt idx="2815">
                  <c:v>15526244</c:v>
                </c:pt>
                <c:pt idx="2816">
                  <c:v>15148431</c:v>
                </c:pt>
                <c:pt idx="2817">
                  <c:v>15659947</c:v>
                </c:pt>
                <c:pt idx="2818">
                  <c:v>15711767</c:v>
                </c:pt>
                <c:pt idx="2819">
                  <c:v>16927517</c:v>
                </c:pt>
                <c:pt idx="2820">
                  <c:v>15878793</c:v>
                </c:pt>
                <c:pt idx="2821">
                  <c:v>15773427</c:v>
                </c:pt>
                <c:pt idx="2822">
                  <c:v>15645460</c:v>
                </c:pt>
                <c:pt idx="2823">
                  <c:v>15910328</c:v>
                </c:pt>
                <c:pt idx="2824">
                  <c:v>16336128</c:v>
                </c:pt>
                <c:pt idx="2825">
                  <c:v>16127798</c:v>
                </c:pt>
                <c:pt idx="2826">
                  <c:v>16583968</c:v>
                </c:pt>
                <c:pt idx="2827">
                  <c:v>16748295</c:v>
                </c:pt>
                <c:pt idx="2828">
                  <c:v>17325066</c:v>
                </c:pt>
                <c:pt idx="2829">
                  <c:v>16141366</c:v>
                </c:pt>
                <c:pt idx="2830">
                  <c:v>15842509</c:v>
                </c:pt>
                <c:pt idx="2831">
                  <c:v>17009391</c:v>
                </c:pt>
                <c:pt idx="2832">
                  <c:v>15909261</c:v>
                </c:pt>
                <c:pt idx="2833">
                  <c:v>15593743</c:v>
                </c:pt>
                <c:pt idx="2834">
                  <c:v>16279133</c:v>
                </c:pt>
                <c:pt idx="2835">
                  <c:v>15627538</c:v>
                </c:pt>
                <c:pt idx="2836">
                  <c:v>16128287</c:v>
                </c:pt>
                <c:pt idx="2837">
                  <c:v>16471211</c:v>
                </c:pt>
                <c:pt idx="2838">
                  <c:v>17354566</c:v>
                </c:pt>
                <c:pt idx="2839">
                  <c:v>17412190</c:v>
                </c:pt>
                <c:pt idx="2840">
                  <c:v>17123079</c:v>
                </c:pt>
                <c:pt idx="2841">
                  <c:v>15478017</c:v>
                </c:pt>
                <c:pt idx="2842">
                  <c:v>15200518</c:v>
                </c:pt>
                <c:pt idx="2843">
                  <c:v>16403544</c:v>
                </c:pt>
                <c:pt idx="2844">
                  <c:v>16386664</c:v>
                </c:pt>
                <c:pt idx="2845">
                  <c:v>16102384</c:v>
                </c:pt>
                <c:pt idx="2846">
                  <c:v>15659267</c:v>
                </c:pt>
                <c:pt idx="2847">
                  <c:v>15865284</c:v>
                </c:pt>
                <c:pt idx="2848">
                  <c:v>16706237</c:v>
                </c:pt>
                <c:pt idx="2849">
                  <c:v>16795038</c:v>
                </c:pt>
                <c:pt idx="2850">
                  <c:v>16737620</c:v>
                </c:pt>
                <c:pt idx="2851">
                  <c:v>16005778</c:v>
                </c:pt>
                <c:pt idx="2852">
                  <c:v>16715738</c:v>
                </c:pt>
                <c:pt idx="2853">
                  <c:v>16390509</c:v>
                </c:pt>
                <c:pt idx="2854">
                  <c:v>15621492</c:v>
                </c:pt>
                <c:pt idx="2855">
                  <c:v>15534935</c:v>
                </c:pt>
                <c:pt idx="2856">
                  <c:v>15195356</c:v>
                </c:pt>
                <c:pt idx="2857">
                  <c:v>15978720</c:v>
                </c:pt>
                <c:pt idx="2858">
                  <c:v>15256690</c:v>
                </c:pt>
                <c:pt idx="2859">
                  <c:v>15735577</c:v>
                </c:pt>
                <c:pt idx="2860">
                  <c:v>15885472</c:v>
                </c:pt>
                <c:pt idx="2861">
                  <c:v>15433833</c:v>
                </c:pt>
                <c:pt idx="2862">
                  <c:v>15587887</c:v>
                </c:pt>
                <c:pt idx="2863">
                  <c:v>15313126</c:v>
                </c:pt>
                <c:pt idx="2864">
                  <c:v>15889140</c:v>
                </c:pt>
                <c:pt idx="2865">
                  <c:v>15765635</c:v>
                </c:pt>
                <c:pt idx="2866">
                  <c:v>14659364</c:v>
                </c:pt>
                <c:pt idx="2867">
                  <c:v>14868123</c:v>
                </c:pt>
                <c:pt idx="2868">
                  <c:v>15601619</c:v>
                </c:pt>
                <c:pt idx="2869">
                  <c:v>16765361</c:v>
                </c:pt>
                <c:pt idx="2870">
                  <c:v>17365855</c:v>
                </c:pt>
                <c:pt idx="2871">
                  <c:v>15704738</c:v>
                </c:pt>
                <c:pt idx="2872">
                  <c:v>15569933</c:v>
                </c:pt>
                <c:pt idx="2873">
                  <c:v>17331050</c:v>
                </c:pt>
                <c:pt idx="2874">
                  <c:v>15180599</c:v>
                </c:pt>
                <c:pt idx="2875">
                  <c:v>15117565</c:v>
                </c:pt>
                <c:pt idx="2876">
                  <c:v>15175526</c:v>
                </c:pt>
                <c:pt idx="2877">
                  <c:v>14821973</c:v>
                </c:pt>
                <c:pt idx="2878">
                  <c:v>14873250</c:v>
                </c:pt>
                <c:pt idx="2879">
                  <c:v>15479268</c:v>
                </c:pt>
                <c:pt idx="2880">
                  <c:v>14634067</c:v>
                </c:pt>
                <c:pt idx="2881">
                  <c:v>14723068</c:v>
                </c:pt>
                <c:pt idx="2882">
                  <c:v>16037141</c:v>
                </c:pt>
                <c:pt idx="2883">
                  <c:v>16241545</c:v>
                </c:pt>
                <c:pt idx="2884">
                  <c:v>14786508</c:v>
                </c:pt>
                <c:pt idx="2885">
                  <c:v>15237891</c:v>
                </c:pt>
                <c:pt idx="2886">
                  <c:v>14648344</c:v>
                </c:pt>
                <c:pt idx="2887">
                  <c:v>14721191</c:v>
                </c:pt>
                <c:pt idx="2888">
                  <c:v>14986789</c:v>
                </c:pt>
                <c:pt idx="2889">
                  <c:v>15149109</c:v>
                </c:pt>
                <c:pt idx="2890">
                  <c:v>15185089</c:v>
                </c:pt>
                <c:pt idx="2891">
                  <c:v>17106132</c:v>
                </c:pt>
                <c:pt idx="2892">
                  <c:v>15602746</c:v>
                </c:pt>
                <c:pt idx="2893">
                  <c:v>16123863</c:v>
                </c:pt>
                <c:pt idx="2894">
                  <c:v>15095725</c:v>
                </c:pt>
                <c:pt idx="2895">
                  <c:v>14737689</c:v>
                </c:pt>
                <c:pt idx="2896">
                  <c:v>15251054</c:v>
                </c:pt>
                <c:pt idx="2897">
                  <c:v>15066061</c:v>
                </c:pt>
                <c:pt idx="2898">
                  <c:v>14917087</c:v>
                </c:pt>
                <c:pt idx="2899">
                  <c:v>15004641</c:v>
                </c:pt>
                <c:pt idx="2900">
                  <c:v>14868621</c:v>
                </c:pt>
                <c:pt idx="2901">
                  <c:v>14720461</c:v>
                </c:pt>
                <c:pt idx="2902">
                  <c:v>15323333</c:v>
                </c:pt>
                <c:pt idx="2903">
                  <c:v>14863093</c:v>
                </c:pt>
                <c:pt idx="2904">
                  <c:v>15501491</c:v>
                </c:pt>
                <c:pt idx="2905">
                  <c:v>16424456</c:v>
                </c:pt>
                <c:pt idx="2906">
                  <c:v>14944428</c:v>
                </c:pt>
                <c:pt idx="2907">
                  <c:v>14841359</c:v>
                </c:pt>
                <c:pt idx="2908">
                  <c:v>15096021</c:v>
                </c:pt>
                <c:pt idx="2909">
                  <c:v>15370212</c:v>
                </c:pt>
                <c:pt idx="2910">
                  <c:v>16075379</c:v>
                </c:pt>
                <c:pt idx="2911">
                  <c:v>14953078</c:v>
                </c:pt>
                <c:pt idx="2912">
                  <c:v>15008212</c:v>
                </c:pt>
                <c:pt idx="2913">
                  <c:v>15223685</c:v>
                </c:pt>
                <c:pt idx="2914">
                  <c:v>15202178</c:v>
                </c:pt>
                <c:pt idx="2915">
                  <c:v>15190572</c:v>
                </c:pt>
                <c:pt idx="2916">
                  <c:v>15346171</c:v>
                </c:pt>
                <c:pt idx="2917">
                  <c:v>15641110</c:v>
                </c:pt>
                <c:pt idx="2918">
                  <c:v>15627081</c:v>
                </c:pt>
                <c:pt idx="2919">
                  <c:v>15441211</c:v>
                </c:pt>
                <c:pt idx="2920">
                  <c:v>16081573</c:v>
                </c:pt>
                <c:pt idx="2921">
                  <c:v>15444709</c:v>
                </c:pt>
                <c:pt idx="2922">
                  <c:v>15455528</c:v>
                </c:pt>
                <c:pt idx="2923">
                  <c:v>15779894</c:v>
                </c:pt>
                <c:pt idx="2924">
                  <c:v>16231190</c:v>
                </c:pt>
                <c:pt idx="2925">
                  <c:v>15843144</c:v>
                </c:pt>
                <c:pt idx="2926">
                  <c:v>16717358</c:v>
                </c:pt>
                <c:pt idx="2927">
                  <c:v>15569982</c:v>
                </c:pt>
                <c:pt idx="2928">
                  <c:v>16303161</c:v>
                </c:pt>
                <c:pt idx="2929">
                  <c:v>16062530</c:v>
                </c:pt>
                <c:pt idx="2930">
                  <c:v>16152680</c:v>
                </c:pt>
                <c:pt idx="2931">
                  <c:v>15644684</c:v>
                </c:pt>
                <c:pt idx="2932">
                  <c:v>15694138</c:v>
                </c:pt>
                <c:pt idx="2933">
                  <c:v>16078421</c:v>
                </c:pt>
                <c:pt idx="2934">
                  <c:v>15434846</c:v>
                </c:pt>
                <c:pt idx="2935">
                  <c:v>14687938</c:v>
                </c:pt>
                <c:pt idx="2936">
                  <c:v>14952137</c:v>
                </c:pt>
                <c:pt idx="2937">
                  <c:v>14670900</c:v>
                </c:pt>
                <c:pt idx="2938">
                  <c:v>14449543</c:v>
                </c:pt>
                <c:pt idx="2939">
                  <c:v>14483121</c:v>
                </c:pt>
                <c:pt idx="2940">
                  <c:v>14850489</c:v>
                </c:pt>
                <c:pt idx="2941">
                  <c:v>14669602</c:v>
                </c:pt>
                <c:pt idx="2942">
                  <c:v>14766707</c:v>
                </c:pt>
                <c:pt idx="2943">
                  <c:v>15164435</c:v>
                </c:pt>
                <c:pt idx="2944">
                  <c:v>15001744</c:v>
                </c:pt>
                <c:pt idx="2945">
                  <c:v>15098825</c:v>
                </c:pt>
                <c:pt idx="2946">
                  <c:v>15026244</c:v>
                </c:pt>
                <c:pt idx="2947">
                  <c:v>14746702</c:v>
                </c:pt>
                <c:pt idx="2948">
                  <c:v>14499836</c:v>
                </c:pt>
                <c:pt idx="2949">
                  <c:v>14761199</c:v>
                </c:pt>
                <c:pt idx="2950">
                  <c:v>14277047</c:v>
                </c:pt>
                <c:pt idx="2951">
                  <c:v>14663378</c:v>
                </c:pt>
                <c:pt idx="2952">
                  <c:v>14260994</c:v>
                </c:pt>
                <c:pt idx="2953">
                  <c:v>15024023</c:v>
                </c:pt>
                <c:pt idx="2954">
                  <c:v>14282965</c:v>
                </c:pt>
                <c:pt idx="2955">
                  <c:v>14942543</c:v>
                </c:pt>
                <c:pt idx="2956">
                  <c:v>14830835</c:v>
                </c:pt>
                <c:pt idx="2957">
                  <c:v>14181769</c:v>
                </c:pt>
                <c:pt idx="2958">
                  <c:v>13944999</c:v>
                </c:pt>
                <c:pt idx="2959">
                  <c:v>14653985</c:v>
                </c:pt>
                <c:pt idx="2960">
                  <c:v>14612376</c:v>
                </c:pt>
                <c:pt idx="2961">
                  <c:v>14291787</c:v>
                </c:pt>
                <c:pt idx="2962">
                  <c:v>14183476</c:v>
                </c:pt>
                <c:pt idx="2963">
                  <c:v>14373716</c:v>
                </c:pt>
                <c:pt idx="2964">
                  <c:v>14842656</c:v>
                </c:pt>
                <c:pt idx="2965">
                  <c:v>15399299</c:v>
                </c:pt>
                <c:pt idx="2966">
                  <c:v>15302007</c:v>
                </c:pt>
                <c:pt idx="2967">
                  <c:v>14632891</c:v>
                </c:pt>
                <c:pt idx="2968">
                  <c:v>14314242</c:v>
                </c:pt>
                <c:pt idx="2969">
                  <c:v>14649192</c:v>
                </c:pt>
                <c:pt idx="2970">
                  <c:v>15452322</c:v>
                </c:pt>
                <c:pt idx="2971">
                  <c:v>14773241</c:v>
                </c:pt>
                <c:pt idx="2972">
                  <c:v>15442704</c:v>
                </c:pt>
                <c:pt idx="2973">
                  <c:v>14754713</c:v>
                </c:pt>
                <c:pt idx="2974">
                  <c:v>15128748</c:v>
                </c:pt>
                <c:pt idx="2975">
                  <c:v>15363298</c:v>
                </c:pt>
                <c:pt idx="2976">
                  <c:v>15355913</c:v>
                </c:pt>
                <c:pt idx="2977">
                  <c:v>14799070</c:v>
                </c:pt>
                <c:pt idx="2978">
                  <c:v>14533045</c:v>
                </c:pt>
                <c:pt idx="2979">
                  <c:v>14608980</c:v>
                </c:pt>
                <c:pt idx="2980">
                  <c:v>14842164</c:v>
                </c:pt>
                <c:pt idx="2981">
                  <c:v>15362460</c:v>
                </c:pt>
                <c:pt idx="2982">
                  <c:v>14870760</c:v>
                </c:pt>
                <c:pt idx="2983">
                  <c:v>14775623</c:v>
                </c:pt>
                <c:pt idx="2984">
                  <c:v>14794583</c:v>
                </c:pt>
                <c:pt idx="2985">
                  <c:v>15080202</c:v>
                </c:pt>
                <c:pt idx="2986">
                  <c:v>14786113</c:v>
                </c:pt>
                <c:pt idx="2987">
                  <c:v>14498318</c:v>
                </c:pt>
                <c:pt idx="2988">
                  <c:v>14844422</c:v>
                </c:pt>
                <c:pt idx="2989">
                  <c:v>15850813</c:v>
                </c:pt>
                <c:pt idx="2990">
                  <c:v>15405973</c:v>
                </c:pt>
                <c:pt idx="2991">
                  <c:v>14997216</c:v>
                </c:pt>
                <c:pt idx="2992">
                  <c:v>14884890</c:v>
                </c:pt>
                <c:pt idx="2993">
                  <c:v>15489636</c:v>
                </c:pt>
                <c:pt idx="2994">
                  <c:v>15578235</c:v>
                </c:pt>
                <c:pt idx="2995">
                  <c:v>15375517</c:v>
                </c:pt>
                <c:pt idx="2996">
                  <c:v>15154524</c:v>
                </c:pt>
                <c:pt idx="2997">
                  <c:v>15028702</c:v>
                </c:pt>
                <c:pt idx="2998">
                  <c:v>14912442</c:v>
                </c:pt>
                <c:pt idx="2999">
                  <c:v>14999375</c:v>
                </c:pt>
                <c:pt idx="3000">
                  <c:v>14996735</c:v>
                </c:pt>
                <c:pt idx="3001">
                  <c:v>14978641</c:v>
                </c:pt>
                <c:pt idx="3002">
                  <c:v>14861930</c:v>
                </c:pt>
                <c:pt idx="3003">
                  <c:v>15498801</c:v>
                </c:pt>
                <c:pt idx="3004">
                  <c:v>15702524</c:v>
                </c:pt>
                <c:pt idx="3005">
                  <c:v>15194465</c:v>
                </c:pt>
                <c:pt idx="3006">
                  <c:v>14518031</c:v>
                </c:pt>
                <c:pt idx="3007">
                  <c:v>14307215</c:v>
                </c:pt>
                <c:pt idx="3008">
                  <c:v>14623077</c:v>
                </c:pt>
                <c:pt idx="3009">
                  <c:v>14228572</c:v>
                </c:pt>
                <c:pt idx="3010">
                  <c:v>13864761</c:v>
                </c:pt>
                <c:pt idx="3011">
                  <c:v>14025595</c:v>
                </c:pt>
                <c:pt idx="3012">
                  <c:v>13924680</c:v>
                </c:pt>
                <c:pt idx="3013">
                  <c:v>15221523</c:v>
                </c:pt>
                <c:pt idx="3014">
                  <c:v>13629839</c:v>
                </c:pt>
                <c:pt idx="3015">
                  <c:v>13954831</c:v>
                </c:pt>
                <c:pt idx="3016">
                  <c:v>13500446</c:v>
                </c:pt>
                <c:pt idx="3017">
                  <c:v>14115704</c:v>
                </c:pt>
                <c:pt idx="3018">
                  <c:v>13676214</c:v>
                </c:pt>
                <c:pt idx="3019">
                  <c:v>13423210</c:v>
                </c:pt>
                <c:pt idx="3020">
                  <c:v>13346127</c:v>
                </c:pt>
                <c:pt idx="3021">
                  <c:v>13780966</c:v>
                </c:pt>
                <c:pt idx="3022">
                  <c:v>13981649</c:v>
                </c:pt>
                <c:pt idx="3023">
                  <c:v>13947733</c:v>
                </c:pt>
                <c:pt idx="3024">
                  <c:v>14084814</c:v>
                </c:pt>
                <c:pt idx="3025">
                  <c:v>13724778</c:v>
                </c:pt>
                <c:pt idx="3026">
                  <c:v>14423809</c:v>
                </c:pt>
                <c:pt idx="3027">
                  <c:v>13960260</c:v>
                </c:pt>
                <c:pt idx="3028">
                  <c:v>14707827</c:v>
                </c:pt>
                <c:pt idx="3029">
                  <c:v>14707113</c:v>
                </c:pt>
                <c:pt idx="3030">
                  <c:v>13837959</c:v>
                </c:pt>
                <c:pt idx="3031">
                  <c:v>14055114</c:v>
                </c:pt>
                <c:pt idx="3032">
                  <c:v>14214068</c:v>
                </c:pt>
                <c:pt idx="3033">
                  <c:v>14352159</c:v>
                </c:pt>
                <c:pt idx="3034">
                  <c:v>14352677</c:v>
                </c:pt>
                <c:pt idx="3035">
                  <c:v>13895151</c:v>
                </c:pt>
                <c:pt idx="3036">
                  <c:v>14307767</c:v>
                </c:pt>
                <c:pt idx="3037">
                  <c:v>14481593</c:v>
                </c:pt>
                <c:pt idx="3038">
                  <c:v>13901437</c:v>
                </c:pt>
                <c:pt idx="3039">
                  <c:v>13706130</c:v>
                </c:pt>
                <c:pt idx="3040">
                  <c:v>13542271</c:v>
                </c:pt>
                <c:pt idx="3041">
                  <c:v>13624565</c:v>
                </c:pt>
                <c:pt idx="3042">
                  <c:v>13556258</c:v>
                </c:pt>
                <c:pt idx="3043">
                  <c:v>14330527</c:v>
                </c:pt>
                <c:pt idx="3044">
                  <c:v>13744903</c:v>
                </c:pt>
                <c:pt idx="3045">
                  <c:v>13632566</c:v>
                </c:pt>
                <c:pt idx="3046">
                  <c:v>14341004</c:v>
                </c:pt>
                <c:pt idx="3047">
                  <c:v>14419742</c:v>
                </c:pt>
                <c:pt idx="3048">
                  <c:v>14066665</c:v>
                </c:pt>
                <c:pt idx="3049">
                  <c:v>13836642</c:v>
                </c:pt>
                <c:pt idx="3050">
                  <c:v>13666913</c:v>
                </c:pt>
                <c:pt idx="3051">
                  <c:v>14163832</c:v>
                </c:pt>
                <c:pt idx="3052">
                  <c:v>14836413</c:v>
                </c:pt>
                <c:pt idx="3053">
                  <c:v>15367738</c:v>
                </c:pt>
                <c:pt idx="3054">
                  <c:v>14812582</c:v>
                </c:pt>
                <c:pt idx="3055">
                  <c:v>14105551</c:v>
                </c:pt>
                <c:pt idx="3056">
                  <c:v>14436512</c:v>
                </c:pt>
                <c:pt idx="3057">
                  <c:v>13986279</c:v>
                </c:pt>
                <c:pt idx="3058">
                  <c:v>13698773</c:v>
                </c:pt>
                <c:pt idx="3059">
                  <c:v>13960070</c:v>
                </c:pt>
                <c:pt idx="3060">
                  <c:v>14082570</c:v>
                </c:pt>
                <c:pt idx="3061">
                  <c:v>13622068</c:v>
                </c:pt>
                <c:pt idx="3062">
                  <c:v>13475769</c:v>
                </c:pt>
                <c:pt idx="3063">
                  <c:v>13456055</c:v>
                </c:pt>
                <c:pt idx="3064">
                  <c:v>13704489</c:v>
                </c:pt>
                <c:pt idx="3065">
                  <c:v>14197409</c:v>
                </c:pt>
                <c:pt idx="3066">
                  <c:v>14621005</c:v>
                </c:pt>
                <c:pt idx="3067">
                  <c:v>13982320</c:v>
                </c:pt>
                <c:pt idx="3068">
                  <c:v>13804380</c:v>
                </c:pt>
                <c:pt idx="3069">
                  <c:v>13614232</c:v>
                </c:pt>
                <c:pt idx="3070">
                  <c:v>13722138</c:v>
                </c:pt>
                <c:pt idx="3071">
                  <c:v>14144128</c:v>
                </c:pt>
                <c:pt idx="3072">
                  <c:v>14644324</c:v>
                </c:pt>
                <c:pt idx="3073">
                  <c:v>15815891</c:v>
                </c:pt>
                <c:pt idx="3074">
                  <c:v>16013205</c:v>
                </c:pt>
                <c:pt idx="3075">
                  <c:v>13900425</c:v>
                </c:pt>
                <c:pt idx="3076">
                  <c:v>14208937</c:v>
                </c:pt>
                <c:pt idx="3077">
                  <c:v>14276794</c:v>
                </c:pt>
                <c:pt idx="3078">
                  <c:v>13812933</c:v>
                </c:pt>
                <c:pt idx="3079">
                  <c:v>13721043</c:v>
                </c:pt>
                <c:pt idx="3080">
                  <c:v>13617902</c:v>
                </c:pt>
                <c:pt idx="3081">
                  <c:v>13528960</c:v>
                </c:pt>
                <c:pt idx="3082">
                  <c:v>13051956</c:v>
                </c:pt>
                <c:pt idx="3083">
                  <c:v>13440181</c:v>
                </c:pt>
                <c:pt idx="3084">
                  <c:v>13630482</c:v>
                </c:pt>
                <c:pt idx="3085">
                  <c:v>13496671</c:v>
                </c:pt>
                <c:pt idx="3086">
                  <c:v>14249467</c:v>
                </c:pt>
                <c:pt idx="3087">
                  <c:v>14237301</c:v>
                </c:pt>
                <c:pt idx="3088">
                  <c:v>14054493</c:v>
                </c:pt>
                <c:pt idx="3089">
                  <c:v>13456369</c:v>
                </c:pt>
                <c:pt idx="3090">
                  <c:v>13737906</c:v>
                </c:pt>
                <c:pt idx="3091">
                  <c:v>13999223</c:v>
                </c:pt>
                <c:pt idx="3092">
                  <c:v>14154050</c:v>
                </c:pt>
                <c:pt idx="3093">
                  <c:v>14566668</c:v>
                </c:pt>
                <c:pt idx="3094">
                  <c:v>15119266</c:v>
                </c:pt>
                <c:pt idx="3095">
                  <c:v>14734200</c:v>
                </c:pt>
                <c:pt idx="3096">
                  <c:v>14552584</c:v>
                </c:pt>
                <c:pt idx="3097">
                  <c:v>14272563</c:v>
                </c:pt>
                <c:pt idx="3098">
                  <c:v>14106851</c:v>
                </c:pt>
                <c:pt idx="3099">
                  <c:v>14201979</c:v>
                </c:pt>
                <c:pt idx="3100">
                  <c:v>14361094</c:v>
                </c:pt>
                <c:pt idx="3101">
                  <c:v>14133223</c:v>
                </c:pt>
                <c:pt idx="3102">
                  <c:v>14555792</c:v>
                </c:pt>
                <c:pt idx="3103">
                  <c:v>14623732</c:v>
                </c:pt>
                <c:pt idx="3104">
                  <c:v>14096787</c:v>
                </c:pt>
                <c:pt idx="3105">
                  <c:v>14201322</c:v>
                </c:pt>
                <c:pt idx="3106">
                  <c:v>14797675</c:v>
                </c:pt>
                <c:pt idx="3107">
                  <c:v>14751743</c:v>
                </c:pt>
                <c:pt idx="3108">
                  <c:v>14550941</c:v>
                </c:pt>
                <c:pt idx="3109">
                  <c:v>14764545</c:v>
                </c:pt>
                <c:pt idx="3110">
                  <c:v>14673575</c:v>
                </c:pt>
                <c:pt idx="3111">
                  <c:v>14606857</c:v>
                </c:pt>
                <c:pt idx="3112">
                  <c:v>14667720</c:v>
                </c:pt>
                <c:pt idx="3113">
                  <c:v>15269495</c:v>
                </c:pt>
                <c:pt idx="3114">
                  <c:v>15198221</c:v>
                </c:pt>
                <c:pt idx="3115">
                  <c:v>15701655</c:v>
                </c:pt>
                <c:pt idx="3116">
                  <c:v>16558796</c:v>
                </c:pt>
                <c:pt idx="3117">
                  <c:v>15250949</c:v>
                </c:pt>
                <c:pt idx="3118">
                  <c:v>15796903</c:v>
                </c:pt>
                <c:pt idx="3119">
                  <c:v>16493447</c:v>
                </c:pt>
                <c:pt idx="3120">
                  <c:v>15585781</c:v>
                </c:pt>
                <c:pt idx="3121">
                  <c:v>15480631</c:v>
                </c:pt>
                <c:pt idx="3122">
                  <c:v>15783090</c:v>
                </c:pt>
                <c:pt idx="3123">
                  <c:v>15468258</c:v>
                </c:pt>
                <c:pt idx="3124">
                  <c:v>15458020</c:v>
                </c:pt>
                <c:pt idx="3125">
                  <c:v>15582677</c:v>
                </c:pt>
                <c:pt idx="3126">
                  <c:v>15674660</c:v>
                </c:pt>
                <c:pt idx="3127">
                  <c:v>15457638</c:v>
                </c:pt>
                <c:pt idx="3128">
                  <c:v>15411710</c:v>
                </c:pt>
                <c:pt idx="3129">
                  <c:v>16162578</c:v>
                </c:pt>
                <c:pt idx="3130">
                  <c:v>15105782</c:v>
                </c:pt>
                <c:pt idx="3131">
                  <c:v>15314081</c:v>
                </c:pt>
                <c:pt idx="3132">
                  <c:v>15374131</c:v>
                </c:pt>
                <c:pt idx="3133">
                  <c:v>15571874</c:v>
                </c:pt>
                <c:pt idx="3134">
                  <c:v>15962742</c:v>
                </c:pt>
                <c:pt idx="3135">
                  <c:v>16049568</c:v>
                </c:pt>
                <c:pt idx="3136">
                  <c:v>16996773</c:v>
                </c:pt>
                <c:pt idx="3137">
                  <c:v>16512822</c:v>
                </c:pt>
                <c:pt idx="3138">
                  <c:v>16265190</c:v>
                </c:pt>
                <c:pt idx="3139">
                  <c:v>16845598</c:v>
                </c:pt>
                <c:pt idx="3140">
                  <c:v>17466973</c:v>
                </c:pt>
                <c:pt idx="3141">
                  <c:v>17709374</c:v>
                </c:pt>
                <c:pt idx="3142">
                  <c:v>18511521</c:v>
                </c:pt>
                <c:pt idx="3143">
                  <c:v>18867800</c:v>
                </c:pt>
                <c:pt idx="3144">
                  <c:v>18836660</c:v>
                </c:pt>
                <c:pt idx="3145">
                  <c:v>19451114</c:v>
                </c:pt>
                <c:pt idx="3146">
                  <c:v>19191227</c:v>
                </c:pt>
                <c:pt idx="3147">
                  <c:v>18903372</c:v>
                </c:pt>
                <c:pt idx="3148">
                  <c:v>18853826</c:v>
                </c:pt>
                <c:pt idx="3149">
                  <c:v>18578795</c:v>
                </c:pt>
                <c:pt idx="3150">
                  <c:v>18620721</c:v>
                </c:pt>
                <c:pt idx="3151">
                  <c:v>18136263</c:v>
                </c:pt>
                <c:pt idx="3152">
                  <c:v>18430692</c:v>
                </c:pt>
                <c:pt idx="3153">
                  <c:v>18573454</c:v>
                </c:pt>
                <c:pt idx="3154">
                  <c:v>18772175</c:v>
                </c:pt>
                <c:pt idx="3155">
                  <c:v>18655552</c:v>
                </c:pt>
                <c:pt idx="3156">
                  <c:v>17504804</c:v>
                </c:pt>
                <c:pt idx="3157">
                  <c:v>17802432</c:v>
                </c:pt>
                <c:pt idx="3158">
                  <c:v>17680507</c:v>
                </c:pt>
                <c:pt idx="3159">
                  <c:v>17532386</c:v>
                </c:pt>
                <c:pt idx="3160">
                  <c:v>17986461</c:v>
                </c:pt>
                <c:pt idx="3161">
                  <c:v>18073763</c:v>
                </c:pt>
                <c:pt idx="3162">
                  <c:v>18153430</c:v>
                </c:pt>
                <c:pt idx="3163">
                  <c:v>19023944</c:v>
                </c:pt>
                <c:pt idx="3164">
                  <c:v>18707646</c:v>
                </c:pt>
                <c:pt idx="3165">
                  <c:v>17866549</c:v>
                </c:pt>
                <c:pt idx="3166">
                  <c:v>17998744</c:v>
                </c:pt>
                <c:pt idx="3167">
                  <c:v>17716450</c:v>
                </c:pt>
                <c:pt idx="3168">
                  <c:v>17775699</c:v>
                </c:pt>
                <c:pt idx="3169">
                  <c:v>17805829</c:v>
                </c:pt>
                <c:pt idx="3170">
                  <c:v>17616415</c:v>
                </c:pt>
                <c:pt idx="3171">
                  <c:v>18148741</c:v>
                </c:pt>
                <c:pt idx="3172">
                  <c:v>17923908</c:v>
                </c:pt>
                <c:pt idx="3173">
                  <c:v>18125079</c:v>
                </c:pt>
                <c:pt idx="3174">
                  <c:v>18087757</c:v>
                </c:pt>
                <c:pt idx="3175">
                  <c:v>18191772</c:v>
                </c:pt>
                <c:pt idx="3176">
                  <c:v>18156147</c:v>
                </c:pt>
                <c:pt idx="3177">
                  <c:v>17407090</c:v>
                </c:pt>
                <c:pt idx="3178">
                  <c:v>17925398</c:v>
                </c:pt>
                <c:pt idx="3179">
                  <c:v>17632525</c:v>
                </c:pt>
                <c:pt idx="3180">
                  <c:v>18951297</c:v>
                </c:pt>
                <c:pt idx="3181">
                  <c:v>18715506</c:v>
                </c:pt>
                <c:pt idx="3182">
                  <c:v>17658332</c:v>
                </c:pt>
                <c:pt idx="3183">
                  <c:v>17532718</c:v>
                </c:pt>
                <c:pt idx="3184">
                  <c:v>17613986</c:v>
                </c:pt>
                <c:pt idx="3185">
                  <c:v>17617347</c:v>
                </c:pt>
                <c:pt idx="3186">
                  <c:v>17352924</c:v>
                </c:pt>
                <c:pt idx="3187">
                  <c:v>17459367</c:v>
                </c:pt>
                <c:pt idx="3188">
                  <c:v>17739500</c:v>
                </c:pt>
                <c:pt idx="3189">
                  <c:v>18059829</c:v>
                </c:pt>
                <c:pt idx="3190">
                  <c:v>17240107</c:v>
                </c:pt>
                <c:pt idx="3191">
                  <c:v>17536486</c:v>
                </c:pt>
                <c:pt idx="3192">
                  <c:v>17229700</c:v>
                </c:pt>
                <c:pt idx="3193">
                  <c:v>17095473</c:v>
                </c:pt>
                <c:pt idx="3194">
                  <c:v>18167422</c:v>
                </c:pt>
                <c:pt idx="3195">
                  <c:v>18446778</c:v>
                </c:pt>
                <c:pt idx="3196">
                  <c:v>18017486</c:v>
                </c:pt>
                <c:pt idx="3197">
                  <c:v>17791944</c:v>
                </c:pt>
                <c:pt idx="3198">
                  <c:v>18436231</c:v>
                </c:pt>
                <c:pt idx="3199">
                  <c:v>19892040</c:v>
                </c:pt>
                <c:pt idx="3200">
                  <c:v>18262644</c:v>
                </c:pt>
                <c:pt idx="3201">
                  <c:v>19000209</c:v>
                </c:pt>
                <c:pt idx="3202">
                  <c:v>18418550</c:v>
                </c:pt>
                <c:pt idx="3203">
                  <c:v>18318043</c:v>
                </c:pt>
                <c:pt idx="3204">
                  <c:v>17913267</c:v>
                </c:pt>
                <c:pt idx="3205">
                  <c:v>18146854</c:v>
                </c:pt>
                <c:pt idx="3206">
                  <c:v>17823712</c:v>
                </c:pt>
                <c:pt idx="3207">
                  <c:v>17937361</c:v>
                </c:pt>
                <c:pt idx="3208">
                  <c:v>17665281</c:v>
                </c:pt>
                <c:pt idx="3209">
                  <c:v>17871640</c:v>
                </c:pt>
                <c:pt idx="3210">
                  <c:v>18009489</c:v>
                </c:pt>
                <c:pt idx="3211">
                  <c:v>18901617</c:v>
                </c:pt>
                <c:pt idx="3212">
                  <c:v>18335213</c:v>
                </c:pt>
                <c:pt idx="3213">
                  <c:v>18501914</c:v>
                </c:pt>
                <c:pt idx="3214">
                  <c:v>18951527</c:v>
                </c:pt>
                <c:pt idx="3215">
                  <c:v>19208928</c:v>
                </c:pt>
                <c:pt idx="3216">
                  <c:v>18543350</c:v>
                </c:pt>
                <c:pt idx="3217">
                  <c:v>19059812</c:v>
                </c:pt>
                <c:pt idx="3218">
                  <c:v>19778130</c:v>
                </c:pt>
                <c:pt idx="3219">
                  <c:v>18453380</c:v>
                </c:pt>
                <c:pt idx="3220">
                  <c:v>18488961</c:v>
                </c:pt>
                <c:pt idx="3221">
                  <c:v>18422496</c:v>
                </c:pt>
                <c:pt idx="3222">
                  <c:v>18222580</c:v>
                </c:pt>
                <c:pt idx="3223">
                  <c:v>18230306</c:v>
                </c:pt>
                <c:pt idx="3224">
                  <c:v>18708932</c:v>
                </c:pt>
                <c:pt idx="3225">
                  <c:v>18386446</c:v>
                </c:pt>
                <c:pt idx="3226">
                  <c:v>18232521</c:v>
                </c:pt>
                <c:pt idx="3227">
                  <c:v>18344122</c:v>
                </c:pt>
                <c:pt idx="3228">
                  <c:v>18122171</c:v>
                </c:pt>
                <c:pt idx="3229">
                  <c:v>17738742</c:v>
                </c:pt>
                <c:pt idx="3230">
                  <c:v>18004906</c:v>
                </c:pt>
                <c:pt idx="3231">
                  <c:v>18433018</c:v>
                </c:pt>
                <c:pt idx="3232">
                  <c:v>19010349</c:v>
                </c:pt>
                <c:pt idx="3233">
                  <c:v>18969063</c:v>
                </c:pt>
                <c:pt idx="3234">
                  <c:v>18614347</c:v>
                </c:pt>
                <c:pt idx="3235">
                  <c:v>18213583</c:v>
                </c:pt>
                <c:pt idx="3236">
                  <c:v>18068433</c:v>
                </c:pt>
                <c:pt idx="3237">
                  <c:v>18923822</c:v>
                </c:pt>
                <c:pt idx="3238">
                  <c:v>18355891</c:v>
                </c:pt>
                <c:pt idx="3239">
                  <c:v>18268873</c:v>
                </c:pt>
                <c:pt idx="3240">
                  <c:v>17958897</c:v>
                </c:pt>
                <c:pt idx="3241">
                  <c:v>18565000</c:v>
                </c:pt>
                <c:pt idx="3242">
                  <c:v>18365002</c:v>
                </c:pt>
                <c:pt idx="3243">
                  <c:v>18761782</c:v>
                </c:pt>
                <c:pt idx="3244">
                  <c:v>18212516</c:v>
                </c:pt>
                <c:pt idx="3245">
                  <c:v>18564231</c:v>
                </c:pt>
                <c:pt idx="3246">
                  <c:v>18852851</c:v>
                </c:pt>
                <c:pt idx="3247">
                  <c:v>18526918</c:v>
                </c:pt>
                <c:pt idx="3248">
                  <c:v>18549904</c:v>
                </c:pt>
                <c:pt idx="3249">
                  <c:v>19165947</c:v>
                </c:pt>
                <c:pt idx="3250">
                  <c:v>18917642</c:v>
                </c:pt>
                <c:pt idx="3251">
                  <c:v>19812999</c:v>
                </c:pt>
                <c:pt idx="3252">
                  <c:v>18585722</c:v>
                </c:pt>
                <c:pt idx="3253">
                  <c:v>18148070</c:v>
                </c:pt>
                <c:pt idx="3254">
                  <c:v>17970879</c:v>
                </c:pt>
                <c:pt idx="3255">
                  <c:v>17854107</c:v>
                </c:pt>
                <c:pt idx="3256">
                  <c:v>18392253</c:v>
                </c:pt>
                <c:pt idx="3257">
                  <c:v>18443620</c:v>
                </c:pt>
                <c:pt idx="3258">
                  <c:v>18926694</c:v>
                </c:pt>
                <c:pt idx="3259">
                  <c:v>18103149</c:v>
                </c:pt>
                <c:pt idx="3260">
                  <c:v>18158770</c:v>
                </c:pt>
                <c:pt idx="3261">
                  <c:v>17894085</c:v>
                </c:pt>
                <c:pt idx="3262">
                  <c:v>17247500</c:v>
                </c:pt>
                <c:pt idx="3263">
                  <c:v>18286116</c:v>
                </c:pt>
                <c:pt idx="3264">
                  <c:v>17533334</c:v>
                </c:pt>
                <c:pt idx="3265">
                  <c:v>18047939</c:v>
                </c:pt>
                <c:pt idx="3266">
                  <c:v>17413443</c:v>
                </c:pt>
                <c:pt idx="3267">
                  <c:v>17160862</c:v>
                </c:pt>
                <c:pt idx="3268">
                  <c:v>17657804</c:v>
                </c:pt>
                <c:pt idx="3269">
                  <c:v>18071018</c:v>
                </c:pt>
                <c:pt idx="3270">
                  <c:v>18579019</c:v>
                </c:pt>
                <c:pt idx="3271">
                  <c:v>18250190</c:v>
                </c:pt>
                <c:pt idx="3272">
                  <c:v>18535255</c:v>
                </c:pt>
                <c:pt idx="3273">
                  <c:v>18626219</c:v>
                </c:pt>
                <c:pt idx="3274">
                  <c:v>17987584</c:v>
                </c:pt>
                <c:pt idx="3275">
                  <c:v>18338619</c:v>
                </c:pt>
                <c:pt idx="3276">
                  <c:v>18044495</c:v>
                </c:pt>
                <c:pt idx="3277">
                  <c:v>18108818</c:v>
                </c:pt>
                <c:pt idx="3278">
                  <c:v>18373842</c:v>
                </c:pt>
                <c:pt idx="3279">
                  <c:v>17889112</c:v>
                </c:pt>
                <c:pt idx="3280">
                  <c:v>18144025</c:v>
                </c:pt>
                <c:pt idx="3281">
                  <c:v>18222413</c:v>
                </c:pt>
                <c:pt idx="3282">
                  <c:v>17210909</c:v>
                </c:pt>
                <c:pt idx="3283">
                  <c:v>17993592</c:v>
                </c:pt>
                <c:pt idx="3284">
                  <c:v>18542247</c:v>
                </c:pt>
                <c:pt idx="3285">
                  <c:v>17628975</c:v>
                </c:pt>
                <c:pt idx="3286">
                  <c:v>17889469</c:v>
                </c:pt>
                <c:pt idx="3287">
                  <c:v>17616386</c:v>
                </c:pt>
                <c:pt idx="3288">
                  <c:v>16959027</c:v>
                </c:pt>
                <c:pt idx="3289">
                  <c:v>16821297</c:v>
                </c:pt>
                <c:pt idx="3290">
                  <c:v>17467193</c:v>
                </c:pt>
                <c:pt idx="3291">
                  <c:v>16880036</c:v>
                </c:pt>
                <c:pt idx="3292">
                  <c:v>16580834</c:v>
                </c:pt>
                <c:pt idx="3293">
                  <c:v>16852317</c:v>
                </c:pt>
                <c:pt idx="3294">
                  <c:v>16613870</c:v>
                </c:pt>
                <c:pt idx="3295">
                  <c:v>16462306</c:v>
                </c:pt>
                <c:pt idx="3296">
                  <c:v>16536781</c:v>
                </c:pt>
                <c:pt idx="3297">
                  <c:v>17325075</c:v>
                </c:pt>
                <c:pt idx="3298">
                  <c:v>17503955</c:v>
                </c:pt>
                <c:pt idx="3299">
                  <c:v>18304356</c:v>
                </c:pt>
                <c:pt idx="3300">
                  <c:v>17405469</c:v>
                </c:pt>
                <c:pt idx="3301">
                  <c:v>16654733</c:v>
                </c:pt>
                <c:pt idx="3302">
                  <c:v>16764345</c:v>
                </c:pt>
                <c:pt idx="3303">
                  <c:v>17834263</c:v>
                </c:pt>
                <c:pt idx="3304">
                  <c:v>17585691</c:v>
                </c:pt>
                <c:pt idx="3305">
                  <c:v>17298763</c:v>
                </c:pt>
                <c:pt idx="3306">
                  <c:v>17253534</c:v>
                </c:pt>
                <c:pt idx="3307">
                  <c:v>17337155</c:v>
                </c:pt>
                <c:pt idx="3308">
                  <c:v>17436708</c:v>
                </c:pt>
                <c:pt idx="3309">
                  <c:v>17549424</c:v>
                </c:pt>
                <c:pt idx="3310">
                  <c:v>17763499</c:v>
                </c:pt>
                <c:pt idx="3311">
                  <c:v>17680250</c:v>
                </c:pt>
                <c:pt idx="3312">
                  <c:v>18209497</c:v>
                </c:pt>
                <c:pt idx="3313">
                  <c:v>18177284</c:v>
                </c:pt>
                <c:pt idx="3314">
                  <c:v>17757796</c:v>
                </c:pt>
                <c:pt idx="3315">
                  <c:v>17685891</c:v>
                </c:pt>
                <c:pt idx="3316">
                  <c:v>18011729</c:v>
                </c:pt>
                <c:pt idx="3317">
                  <c:v>17735398</c:v>
                </c:pt>
                <c:pt idx="3318">
                  <c:v>17424781</c:v>
                </c:pt>
                <c:pt idx="3319">
                  <c:v>17673134</c:v>
                </c:pt>
                <c:pt idx="3320">
                  <c:v>18031726</c:v>
                </c:pt>
                <c:pt idx="3321">
                  <c:v>18187529</c:v>
                </c:pt>
                <c:pt idx="3322">
                  <c:v>18052206</c:v>
                </c:pt>
                <c:pt idx="3323">
                  <c:v>17074950</c:v>
                </c:pt>
                <c:pt idx="3324">
                  <c:v>18014260</c:v>
                </c:pt>
                <c:pt idx="3325">
                  <c:v>17902717</c:v>
                </c:pt>
                <c:pt idx="3326">
                  <c:v>17766421</c:v>
                </c:pt>
                <c:pt idx="3327">
                  <c:v>18303471</c:v>
                </c:pt>
                <c:pt idx="3328">
                  <c:v>17244792</c:v>
                </c:pt>
                <c:pt idx="3329">
                  <c:v>17393269</c:v>
                </c:pt>
                <c:pt idx="3330">
                  <c:v>17223187</c:v>
                </c:pt>
                <c:pt idx="3331">
                  <c:v>17220283</c:v>
                </c:pt>
                <c:pt idx="3332">
                  <c:v>17222546</c:v>
                </c:pt>
                <c:pt idx="3333">
                  <c:v>17717393</c:v>
                </c:pt>
                <c:pt idx="3334">
                  <c:v>17300730</c:v>
                </c:pt>
                <c:pt idx="3335">
                  <c:v>17044561</c:v>
                </c:pt>
                <c:pt idx="3336">
                  <c:v>16897395</c:v>
                </c:pt>
                <c:pt idx="3337">
                  <c:v>17090080</c:v>
                </c:pt>
                <c:pt idx="3338">
                  <c:v>16799831</c:v>
                </c:pt>
                <c:pt idx="3339">
                  <c:v>17223045</c:v>
                </c:pt>
                <c:pt idx="3340">
                  <c:v>17640975</c:v>
                </c:pt>
                <c:pt idx="3341">
                  <c:v>17907959</c:v>
                </c:pt>
                <c:pt idx="3342">
                  <c:v>16736081</c:v>
                </c:pt>
                <c:pt idx="3343">
                  <c:v>17006494</c:v>
                </c:pt>
                <c:pt idx="3344">
                  <c:v>16929007</c:v>
                </c:pt>
                <c:pt idx="3345">
                  <c:v>16835592</c:v>
                </c:pt>
                <c:pt idx="3346">
                  <c:v>16668393</c:v>
                </c:pt>
                <c:pt idx="3347">
                  <c:v>16541323</c:v>
                </c:pt>
                <c:pt idx="3348">
                  <c:v>16549245</c:v>
                </c:pt>
                <c:pt idx="3349">
                  <c:v>16780992</c:v>
                </c:pt>
                <c:pt idx="3350">
                  <c:v>16780717</c:v>
                </c:pt>
                <c:pt idx="3351">
                  <c:v>16817527</c:v>
                </c:pt>
                <c:pt idx="3352">
                  <c:v>17128410</c:v>
                </c:pt>
                <c:pt idx="3353">
                  <c:v>17840950</c:v>
                </c:pt>
                <c:pt idx="3354">
                  <c:v>16962280</c:v>
                </c:pt>
                <c:pt idx="3355">
                  <c:v>16950751</c:v>
                </c:pt>
                <c:pt idx="3356">
                  <c:v>17241831</c:v>
                </c:pt>
                <c:pt idx="3357">
                  <c:v>17312731</c:v>
                </c:pt>
                <c:pt idx="3358">
                  <c:v>17602635</c:v>
                </c:pt>
                <c:pt idx="3359">
                  <c:v>17564364</c:v>
                </c:pt>
                <c:pt idx="3360">
                  <c:v>17308973</c:v>
                </c:pt>
                <c:pt idx="3361">
                  <c:v>17782815</c:v>
                </c:pt>
                <c:pt idx="3362">
                  <c:v>17713713</c:v>
                </c:pt>
                <c:pt idx="3363">
                  <c:v>17735563</c:v>
                </c:pt>
                <c:pt idx="3364">
                  <c:v>16873081</c:v>
                </c:pt>
                <c:pt idx="3365">
                  <c:v>17636103</c:v>
                </c:pt>
                <c:pt idx="3366">
                  <c:v>18324361</c:v>
                </c:pt>
                <c:pt idx="3367">
                  <c:v>17495316</c:v>
                </c:pt>
                <c:pt idx="3368">
                  <c:v>17925099</c:v>
                </c:pt>
                <c:pt idx="3369">
                  <c:v>17697809</c:v>
                </c:pt>
                <c:pt idx="3370">
                  <c:v>17818431</c:v>
                </c:pt>
                <c:pt idx="3371">
                  <c:v>17748121</c:v>
                </c:pt>
                <c:pt idx="3372">
                  <c:v>17457611</c:v>
                </c:pt>
                <c:pt idx="3373">
                  <c:v>17735023</c:v>
                </c:pt>
                <c:pt idx="3374">
                  <c:v>18146750</c:v>
                </c:pt>
                <c:pt idx="3375">
                  <c:v>17551216</c:v>
                </c:pt>
                <c:pt idx="3376">
                  <c:v>18098550</c:v>
                </c:pt>
                <c:pt idx="3377">
                  <c:v>18847035</c:v>
                </c:pt>
                <c:pt idx="3378">
                  <c:v>18669940</c:v>
                </c:pt>
                <c:pt idx="3379">
                  <c:v>18252092</c:v>
                </c:pt>
                <c:pt idx="3380">
                  <c:v>18352362</c:v>
                </c:pt>
                <c:pt idx="3381">
                  <c:v>18520015</c:v>
                </c:pt>
                <c:pt idx="3382">
                  <c:v>18421120</c:v>
                </c:pt>
                <c:pt idx="3383">
                  <c:v>19368691</c:v>
                </c:pt>
                <c:pt idx="3384">
                  <c:v>19576862</c:v>
                </c:pt>
                <c:pt idx="3385">
                  <c:v>18734735</c:v>
                </c:pt>
                <c:pt idx="3386">
                  <c:v>18764373</c:v>
                </c:pt>
                <c:pt idx="3387">
                  <c:v>19068536</c:v>
                </c:pt>
                <c:pt idx="3388">
                  <c:v>19105576</c:v>
                </c:pt>
                <c:pt idx="3389">
                  <c:v>18905548</c:v>
                </c:pt>
                <c:pt idx="3390">
                  <c:v>18949706</c:v>
                </c:pt>
                <c:pt idx="3391">
                  <c:v>18956415</c:v>
                </c:pt>
                <c:pt idx="3392">
                  <c:v>18937823</c:v>
                </c:pt>
                <c:pt idx="3393">
                  <c:v>18978541</c:v>
                </c:pt>
                <c:pt idx="3394">
                  <c:v>18451845</c:v>
                </c:pt>
                <c:pt idx="3395">
                  <c:v>17901701</c:v>
                </c:pt>
                <c:pt idx="3396">
                  <c:v>17839758</c:v>
                </c:pt>
                <c:pt idx="3397">
                  <c:v>17751862</c:v>
                </c:pt>
                <c:pt idx="3398">
                  <c:v>17693541</c:v>
                </c:pt>
                <c:pt idx="3399">
                  <c:v>17468150</c:v>
                </c:pt>
                <c:pt idx="3400">
                  <c:v>17461696</c:v>
                </c:pt>
                <c:pt idx="3401">
                  <c:v>17992267</c:v>
                </c:pt>
                <c:pt idx="3402">
                  <c:v>18103218</c:v>
                </c:pt>
                <c:pt idx="3403">
                  <c:v>18234618</c:v>
                </c:pt>
                <c:pt idx="3404">
                  <c:v>18165911</c:v>
                </c:pt>
                <c:pt idx="3405">
                  <c:v>18271825</c:v>
                </c:pt>
                <c:pt idx="3406">
                  <c:v>18426338</c:v>
                </c:pt>
                <c:pt idx="3407">
                  <c:v>18558746</c:v>
                </c:pt>
                <c:pt idx="3408">
                  <c:v>18783514</c:v>
                </c:pt>
                <c:pt idx="3409">
                  <c:v>19033301</c:v>
                </c:pt>
                <c:pt idx="3410">
                  <c:v>18557905</c:v>
                </c:pt>
                <c:pt idx="3411">
                  <c:v>18717554</c:v>
                </c:pt>
                <c:pt idx="3412">
                  <c:v>18812373</c:v>
                </c:pt>
                <c:pt idx="3413">
                  <c:v>18329017</c:v>
                </c:pt>
                <c:pt idx="3414">
                  <c:v>18373200</c:v>
                </c:pt>
                <c:pt idx="3415">
                  <c:v>18262096</c:v>
                </c:pt>
                <c:pt idx="3416">
                  <c:v>18211858</c:v>
                </c:pt>
                <c:pt idx="3417">
                  <c:v>18153290</c:v>
                </c:pt>
                <c:pt idx="3418">
                  <c:v>18298967</c:v>
                </c:pt>
                <c:pt idx="3419">
                  <c:v>17518354</c:v>
                </c:pt>
                <c:pt idx="3420">
                  <c:v>17365056</c:v>
                </c:pt>
                <c:pt idx="3421">
                  <c:v>17837779</c:v>
                </c:pt>
                <c:pt idx="3422">
                  <c:v>17544874</c:v>
                </c:pt>
                <c:pt idx="3423">
                  <c:v>16917080</c:v>
                </c:pt>
                <c:pt idx="3424">
                  <c:v>17025148</c:v>
                </c:pt>
                <c:pt idx="3425">
                  <c:v>16989703</c:v>
                </c:pt>
                <c:pt idx="3426">
                  <c:v>16567327</c:v>
                </c:pt>
                <c:pt idx="3427">
                  <c:v>16275069</c:v>
                </c:pt>
                <c:pt idx="3428">
                  <c:v>16037929</c:v>
                </c:pt>
                <c:pt idx="3429">
                  <c:v>16008489</c:v>
                </c:pt>
                <c:pt idx="3430">
                  <c:v>16462829</c:v>
                </c:pt>
                <c:pt idx="3431">
                  <c:v>16316580</c:v>
                </c:pt>
                <c:pt idx="3432">
                  <c:v>16452422</c:v>
                </c:pt>
                <c:pt idx="3433">
                  <c:v>16720304</c:v>
                </c:pt>
                <c:pt idx="3434">
                  <c:v>16106134</c:v>
                </c:pt>
                <c:pt idx="3435">
                  <c:v>16382938</c:v>
                </c:pt>
                <c:pt idx="3436">
                  <c:v>16235249</c:v>
                </c:pt>
                <c:pt idx="3437">
                  <c:v>16697722</c:v>
                </c:pt>
                <c:pt idx="3438">
                  <c:v>16493265</c:v>
                </c:pt>
                <c:pt idx="3439">
                  <c:v>16793793</c:v>
                </c:pt>
                <c:pt idx="3440">
                  <c:v>16716646</c:v>
                </c:pt>
                <c:pt idx="3441">
                  <c:v>16576718</c:v>
                </c:pt>
                <c:pt idx="3442">
                  <c:v>16719774</c:v>
                </c:pt>
                <c:pt idx="3443">
                  <c:v>17105866</c:v>
                </c:pt>
                <c:pt idx="3444">
                  <c:v>16856075</c:v>
                </c:pt>
                <c:pt idx="3445">
                  <c:v>16726026</c:v>
                </c:pt>
                <c:pt idx="3446">
                  <c:v>16434821</c:v>
                </c:pt>
                <c:pt idx="3447">
                  <c:v>16498551</c:v>
                </c:pt>
                <c:pt idx="3448">
                  <c:v>16776890</c:v>
                </c:pt>
                <c:pt idx="3449">
                  <c:v>16358049</c:v>
                </c:pt>
                <c:pt idx="3450">
                  <c:v>17030567</c:v>
                </c:pt>
                <c:pt idx="3451">
                  <c:v>17180815</c:v>
                </c:pt>
                <c:pt idx="3452">
                  <c:v>17475751</c:v>
                </c:pt>
                <c:pt idx="3453">
                  <c:v>17941863</c:v>
                </c:pt>
                <c:pt idx="3454">
                  <c:v>17906352</c:v>
                </c:pt>
                <c:pt idx="3455">
                  <c:v>17399373</c:v>
                </c:pt>
                <c:pt idx="3456">
                  <c:v>17348592</c:v>
                </c:pt>
                <c:pt idx="3457">
                  <c:v>17279854</c:v>
                </c:pt>
                <c:pt idx="3458">
                  <c:v>17146925</c:v>
                </c:pt>
                <c:pt idx="3459">
                  <c:v>17049581</c:v>
                </c:pt>
                <c:pt idx="3460">
                  <c:v>17075581</c:v>
                </c:pt>
                <c:pt idx="3461">
                  <c:v>17112922</c:v>
                </c:pt>
                <c:pt idx="3462">
                  <c:v>16928707</c:v>
                </c:pt>
                <c:pt idx="3463">
                  <c:v>16996129</c:v>
                </c:pt>
                <c:pt idx="3464">
                  <c:v>16593900</c:v>
                </c:pt>
                <c:pt idx="3465">
                  <c:v>16650529</c:v>
                </c:pt>
                <c:pt idx="3466">
                  <c:v>17091466</c:v>
                </c:pt>
                <c:pt idx="3467">
                  <c:v>17241340</c:v>
                </c:pt>
                <c:pt idx="3468">
                  <c:v>16842581</c:v>
                </c:pt>
                <c:pt idx="3469">
                  <c:v>16876255</c:v>
                </c:pt>
                <c:pt idx="3470">
                  <c:v>16715671</c:v>
                </c:pt>
                <c:pt idx="3471">
                  <c:v>17031110</c:v>
                </c:pt>
                <c:pt idx="3472">
                  <c:v>16708729</c:v>
                </c:pt>
                <c:pt idx="3473">
                  <c:v>17168933</c:v>
                </c:pt>
                <c:pt idx="3474">
                  <c:v>17337658</c:v>
                </c:pt>
                <c:pt idx="3475">
                  <c:v>17424488</c:v>
                </c:pt>
                <c:pt idx="3476">
                  <c:v>17888842</c:v>
                </c:pt>
                <c:pt idx="3477">
                  <c:v>17570027</c:v>
                </c:pt>
                <c:pt idx="3478">
                  <c:v>17474348</c:v>
                </c:pt>
                <c:pt idx="3479">
                  <c:v>17834975</c:v>
                </c:pt>
                <c:pt idx="3480">
                  <c:v>17376708</c:v>
                </c:pt>
                <c:pt idx="3481">
                  <c:v>17198700</c:v>
                </c:pt>
                <c:pt idx="3482">
                  <c:v>17436718</c:v>
                </c:pt>
                <c:pt idx="3483">
                  <c:v>17457566</c:v>
                </c:pt>
                <c:pt idx="3484">
                  <c:v>17584165</c:v>
                </c:pt>
                <c:pt idx="3485">
                  <c:v>17788846</c:v>
                </c:pt>
                <c:pt idx="3486">
                  <c:v>17918625</c:v>
                </c:pt>
                <c:pt idx="3487">
                  <c:v>17860070</c:v>
                </c:pt>
                <c:pt idx="3488">
                  <c:v>18009792</c:v>
                </c:pt>
                <c:pt idx="3489">
                  <c:v>18259363</c:v>
                </c:pt>
                <c:pt idx="3490">
                  <c:v>17815462</c:v>
                </c:pt>
                <c:pt idx="3491">
                  <c:v>17531574</c:v>
                </c:pt>
                <c:pt idx="3492">
                  <c:v>17710994</c:v>
                </c:pt>
                <c:pt idx="3493">
                  <c:v>17820094</c:v>
                </c:pt>
                <c:pt idx="3494">
                  <c:v>17926744</c:v>
                </c:pt>
                <c:pt idx="3495">
                  <c:v>18282927</c:v>
                </c:pt>
                <c:pt idx="3496">
                  <c:v>17940181</c:v>
                </c:pt>
                <c:pt idx="3497">
                  <c:v>17758818</c:v>
                </c:pt>
                <c:pt idx="3498">
                  <c:v>17971849</c:v>
                </c:pt>
                <c:pt idx="3499">
                  <c:v>18239218</c:v>
                </c:pt>
                <c:pt idx="3500">
                  <c:v>18180955</c:v>
                </c:pt>
                <c:pt idx="3501">
                  <c:v>18230277</c:v>
                </c:pt>
                <c:pt idx="3502">
                  <c:v>18014761</c:v>
                </c:pt>
                <c:pt idx="3503">
                  <c:v>18187921</c:v>
                </c:pt>
                <c:pt idx="3504">
                  <c:v>18253435</c:v>
                </c:pt>
                <c:pt idx="3505">
                  <c:v>18290095</c:v>
                </c:pt>
                <c:pt idx="3506">
                  <c:v>18488623</c:v>
                </c:pt>
                <c:pt idx="3507">
                  <c:v>18139677</c:v>
                </c:pt>
                <c:pt idx="3508">
                  <c:v>17961962</c:v>
                </c:pt>
                <c:pt idx="3509">
                  <c:v>18088879</c:v>
                </c:pt>
                <c:pt idx="3510">
                  <c:v>18221060</c:v>
                </c:pt>
                <c:pt idx="3511">
                  <c:v>18094168</c:v>
                </c:pt>
                <c:pt idx="3512">
                  <c:v>17970911</c:v>
                </c:pt>
                <c:pt idx="3513">
                  <c:v>18483991</c:v>
                </c:pt>
                <c:pt idx="3514">
                  <c:v>18431689</c:v>
                </c:pt>
                <c:pt idx="3515">
                  <c:v>18465729</c:v>
                </c:pt>
                <c:pt idx="3516">
                  <c:v>19041023</c:v>
                </c:pt>
                <c:pt idx="3517">
                  <c:v>18875628</c:v>
                </c:pt>
                <c:pt idx="3518">
                  <c:v>18992599</c:v>
                </c:pt>
                <c:pt idx="3519">
                  <c:v>19038826</c:v>
                </c:pt>
                <c:pt idx="3520">
                  <c:v>18972697</c:v>
                </c:pt>
                <c:pt idx="3521">
                  <c:v>18980654</c:v>
                </c:pt>
                <c:pt idx="3522">
                  <c:v>18733861</c:v>
                </c:pt>
                <c:pt idx="3523">
                  <c:v>18771281</c:v>
                </c:pt>
                <c:pt idx="3524">
                  <c:v>18822910</c:v>
                </c:pt>
                <c:pt idx="3525">
                  <c:v>19093121</c:v>
                </c:pt>
                <c:pt idx="3526">
                  <c:v>19558361</c:v>
                </c:pt>
                <c:pt idx="3527">
                  <c:v>19662410</c:v>
                </c:pt>
                <c:pt idx="3528">
                  <c:v>19735389</c:v>
                </c:pt>
                <c:pt idx="3529">
                  <c:v>19558786</c:v>
                </c:pt>
                <c:pt idx="3530">
                  <c:v>19621633</c:v>
                </c:pt>
                <c:pt idx="3531">
                  <c:v>19915355</c:v>
                </c:pt>
                <c:pt idx="3532">
                  <c:v>20225723</c:v>
                </c:pt>
                <c:pt idx="3533">
                  <c:v>19806726</c:v>
                </c:pt>
                <c:pt idx="3534">
                  <c:v>19806983</c:v>
                </c:pt>
                <c:pt idx="3535">
                  <c:v>20262540</c:v>
                </c:pt>
                <c:pt idx="3536">
                  <c:v>20129801</c:v>
                </c:pt>
                <c:pt idx="3537">
                  <c:v>20444461</c:v>
                </c:pt>
                <c:pt idx="3538">
                  <c:v>20110717</c:v>
                </c:pt>
                <c:pt idx="3539">
                  <c:v>20580280</c:v>
                </c:pt>
                <c:pt idx="3540">
                  <c:v>20585945</c:v>
                </c:pt>
                <c:pt idx="3541">
                  <c:v>20630934</c:v>
                </c:pt>
                <c:pt idx="3542">
                  <c:v>20364456</c:v>
                </c:pt>
                <c:pt idx="3543">
                  <c:v>20776672</c:v>
                </c:pt>
                <c:pt idx="3544">
                  <c:v>20833558</c:v>
                </c:pt>
                <c:pt idx="3545">
                  <c:v>20778835</c:v>
                </c:pt>
                <c:pt idx="3546">
                  <c:v>20379311</c:v>
                </c:pt>
                <c:pt idx="3547">
                  <c:v>20541174</c:v>
                </c:pt>
                <c:pt idx="3548">
                  <c:v>20689857</c:v>
                </c:pt>
                <c:pt idx="3549">
                  <c:v>20631650</c:v>
                </c:pt>
                <c:pt idx="3550">
                  <c:v>20112223</c:v>
                </c:pt>
                <c:pt idx="3551">
                  <c:v>19960456</c:v>
                </c:pt>
                <c:pt idx="3552">
                  <c:v>20081668</c:v>
                </c:pt>
                <c:pt idx="3553">
                  <c:v>20020358</c:v>
                </c:pt>
                <c:pt idx="3554">
                  <c:v>19572300</c:v>
                </c:pt>
                <c:pt idx="3555">
                  <c:v>19821577</c:v>
                </c:pt>
                <c:pt idx="3556">
                  <c:v>19404457</c:v>
                </c:pt>
                <c:pt idx="3557">
                  <c:v>18808775</c:v>
                </c:pt>
                <c:pt idx="3558">
                  <c:v>18712501</c:v>
                </c:pt>
                <c:pt idx="3559">
                  <c:v>18508457</c:v>
                </c:pt>
                <c:pt idx="3560">
                  <c:v>18617903</c:v>
                </c:pt>
                <c:pt idx="3561">
                  <c:v>18586044</c:v>
                </c:pt>
                <c:pt idx="3562">
                  <c:v>18328139</c:v>
                </c:pt>
                <c:pt idx="3563">
                  <c:v>18514233</c:v>
                </c:pt>
                <c:pt idx="3564">
                  <c:v>17983007</c:v>
                </c:pt>
                <c:pt idx="3565">
                  <c:v>18337993</c:v>
                </c:pt>
                <c:pt idx="3566">
                  <c:v>18794846</c:v>
                </c:pt>
                <c:pt idx="3567">
                  <c:v>18668584</c:v>
                </c:pt>
                <c:pt idx="3568">
                  <c:v>18693872</c:v>
                </c:pt>
                <c:pt idx="3569">
                  <c:v>17868594</c:v>
                </c:pt>
                <c:pt idx="3570">
                  <c:v>17666798</c:v>
                </c:pt>
                <c:pt idx="3571">
                  <c:v>17462512</c:v>
                </c:pt>
                <c:pt idx="3572">
                  <c:v>17427014</c:v>
                </c:pt>
                <c:pt idx="3573">
                  <c:v>17680200</c:v>
                </c:pt>
                <c:pt idx="3574">
                  <c:v>18250236</c:v>
                </c:pt>
                <c:pt idx="3575">
                  <c:v>18241824</c:v>
                </c:pt>
                <c:pt idx="3576">
                  <c:v>18012704</c:v>
                </c:pt>
                <c:pt idx="3577">
                  <c:v>18145157</c:v>
                </c:pt>
                <c:pt idx="3578">
                  <c:v>18395306</c:v>
                </c:pt>
                <c:pt idx="3579">
                  <c:v>18483117</c:v>
                </c:pt>
                <c:pt idx="3580">
                  <c:v>19049747</c:v>
                </c:pt>
                <c:pt idx="3581">
                  <c:v>19248238</c:v>
                </c:pt>
                <c:pt idx="3582">
                  <c:v>18792155</c:v>
                </c:pt>
                <c:pt idx="3583">
                  <c:v>19193521</c:v>
                </c:pt>
                <c:pt idx="3584">
                  <c:v>19323027</c:v>
                </c:pt>
                <c:pt idx="3585">
                  <c:v>18971679</c:v>
                </c:pt>
                <c:pt idx="3586">
                  <c:v>19758301</c:v>
                </c:pt>
                <c:pt idx="3587">
                  <c:v>19558320</c:v>
                </c:pt>
                <c:pt idx="3588">
                  <c:v>19746221</c:v>
                </c:pt>
                <c:pt idx="3589">
                  <c:v>19782803</c:v>
                </c:pt>
                <c:pt idx="3590">
                  <c:v>19846417</c:v>
                </c:pt>
                <c:pt idx="3591">
                  <c:v>20126804</c:v>
                </c:pt>
                <c:pt idx="3592">
                  <c:v>19238605</c:v>
                </c:pt>
                <c:pt idx="3593">
                  <c:v>18742586</c:v>
                </c:pt>
                <c:pt idx="3594">
                  <c:v>18336319</c:v>
                </c:pt>
                <c:pt idx="3595">
                  <c:v>17649774</c:v>
                </c:pt>
                <c:pt idx="3596">
                  <c:v>18124127</c:v>
                </c:pt>
                <c:pt idx="3597">
                  <c:v>18141755</c:v>
                </c:pt>
                <c:pt idx="3598">
                  <c:v>18631072</c:v>
                </c:pt>
                <c:pt idx="3599">
                  <c:v>18752347</c:v>
                </c:pt>
                <c:pt idx="3600">
                  <c:v>18726542</c:v>
                </c:pt>
                <c:pt idx="3601">
                  <c:v>19389202</c:v>
                </c:pt>
                <c:pt idx="3602">
                  <c:v>19547741</c:v>
                </c:pt>
                <c:pt idx="3603">
                  <c:v>19595699</c:v>
                </c:pt>
                <c:pt idx="3604">
                  <c:v>19655320</c:v>
                </c:pt>
                <c:pt idx="3605">
                  <c:v>19273817</c:v>
                </c:pt>
                <c:pt idx="3606">
                  <c:v>19713210</c:v>
                </c:pt>
                <c:pt idx="3607">
                  <c:v>20397725</c:v>
                </c:pt>
                <c:pt idx="3608">
                  <c:v>20471435</c:v>
                </c:pt>
                <c:pt idx="3609">
                  <c:v>19773128</c:v>
                </c:pt>
                <c:pt idx="3610">
                  <c:v>20112598</c:v>
                </c:pt>
                <c:pt idx="3611">
                  <c:v>19390949</c:v>
                </c:pt>
                <c:pt idx="3612">
                  <c:v>19983305</c:v>
                </c:pt>
                <c:pt idx="3613">
                  <c:v>20482826</c:v>
                </c:pt>
                <c:pt idx="3614">
                  <c:v>20521622</c:v>
                </c:pt>
                <c:pt idx="3615">
                  <c:v>20525913</c:v>
                </c:pt>
                <c:pt idx="3616">
                  <c:v>20530376</c:v>
                </c:pt>
                <c:pt idx="3617">
                  <c:v>20358174</c:v>
                </c:pt>
                <c:pt idx="3618">
                  <c:v>20287442</c:v>
                </c:pt>
                <c:pt idx="3619">
                  <c:v>20614457</c:v>
                </c:pt>
                <c:pt idx="3620">
                  <c:v>20187441</c:v>
                </c:pt>
                <c:pt idx="3621">
                  <c:v>21064911</c:v>
                </c:pt>
                <c:pt idx="3622">
                  <c:v>21080682</c:v>
                </c:pt>
                <c:pt idx="3623">
                  <c:v>20474005</c:v>
                </c:pt>
                <c:pt idx="3624">
                  <c:v>20401299</c:v>
                </c:pt>
                <c:pt idx="3625">
                  <c:v>20220482</c:v>
                </c:pt>
                <c:pt idx="3626">
                  <c:v>20214777</c:v>
                </c:pt>
                <c:pt idx="3627">
                  <c:v>20136202</c:v>
                </c:pt>
                <c:pt idx="3628">
                  <c:v>20027567</c:v>
                </c:pt>
                <c:pt idx="3629">
                  <c:v>19631655</c:v>
                </c:pt>
                <c:pt idx="3630">
                  <c:v>19575359</c:v>
                </c:pt>
                <c:pt idx="3631">
                  <c:v>19052602</c:v>
                </c:pt>
                <c:pt idx="3632">
                  <c:v>18625780</c:v>
                </c:pt>
                <c:pt idx="3633">
                  <c:v>19214461</c:v>
                </c:pt>
                <c:pt idx="3634">
                  <c:v>19863186</c:v>
                </c:pt>
                <c:pt idx="3635">
                  <c:v>19651769</c:v>
                </c:pt>
                <c:pt idx="3636">
                  <c:v>18747297</c:v>
                </c:pt>
                <c:pt idx="3637">
                  <c:v>19086132</c:v>
                </c:pt>
                <c:pt idx="3638">
                  <c:v>19019980</c:v>
                </c:pt>
                <c:pt idx="3639">
                  <c:v>19068833</c:v>
                </c:pt>
                <c:pt idx="3640">
                  <c:v>20169452</c:v>
                </c:pt>
                <c:pt idx="3641">
                  <c:v>20604135</c:v>
                </c:pt>
                <c:pt idx="3642">
                  <c:v>19567349</c:v>
                </c:pt>
                <c:pt idx="3643">
                  <c:v>19149852</c:v>
                </c:pt>
                <c:pt idx="3644">
                  <c:v>19457001</c:v>
                </c:pt>
                <c:pt idx="3645">
                  <c:v>18843938</c:v>
                </c:pt>
                <c:pt idx="3646">
                  <c:v>18834699</c:v>
                </c:pt>
                <c:pt idx="3647">
                  <c:v>19334455</c:v>
                </c:pt>
                <c:pt idx="3648">
                  <c:v>19474497</c:v>
                </c:pt>
                <c:pt idx="3649">
                  <c:v>18846443</c:v>
                </c:pt>
                <c:pt idx="3650">
                  <c:v>19004222</c:v>
                </c:pt>
                <c:pt idx="3651">
                  <c:v>19670496</c:v>
                </c:pt>
                <c:pt idx="3652">
                  <c:v>20326597</c:v>
                </c:pt>
                <c:pt idx="3653">
                  <c:v>20711392</c:v>
                </c:pt>
                <c:pt idx="3654">
                  <c:v>19901137</c:v>
                </c:pt>
                <c:pt idx="3655">
                  <c:v>19378514</c:v>
                </c:pt>
                <c:pt idx="3656">
                  <c:v>19338872</c:v>
                </c:pt>
                <c:pt idx="3657">
                  <c:v>19531969</c:v>
                </c:pt>
                <c:pt idx="3658">
                  <c:v>19476852</c:v>
                </c:pt>
                <c:pt idx="3659">
                  <c:v>19181122</c:v>
                </c:pt>
                <c:pt idx="3660">
                  <c:v>19826739</c:v>
                </c:pt>
                <c:pt idx="3661">
                  <c:v>19778464</c:v>
                </c:pt>
                <c:pt idx="3662">
                  <c:v>20008197</c:v>
                </c:pt>
                <c:pt idx="3663">
                  <c:v>20325088</c:v>
                </c:pt>
                <c:pt idx="3664">
                  <c:v>20991806</c:v>
                </c:pt>
                <c:pt idx="3665">
                  <c:v>20066233</c:v>
                </c:pt>
                <c:pt idx="3666">
                  <c:v>19684527</c:v>
                </c:pt>
                <c:pt idx="3667">
                  <c:v>19961651</c:v>
                </c:pt>
                <c:pt idx="3668">
                  <c:v>20628303</c:v>
                </c:pt>
                <c:pt idx="3669">
                  <c:v>22164020</c:v>
                </c:pt>
                <c:pt idx="3670">
                  <c:v>22655175</c:v>
                </c:pt>
                <c:pt idx="3671">
                  <c:v>21275081</c:v>
                </c:pt>
                <c:pt idx="3672">
                  <c:v>19349892</c:v>
                </c:pt>
                <c:pt idx="3673">
                  <c:v>18798053</c:v>
                </c:pt>
                <c:pt idx="3674">
                  <c:v>18665839</c:v>
                </c:pt>
                <c:pt idx="3675">
                  <c:v>18476497</c:v>
                </c:pt>
                <c:pt idx="3676">
                  <c:v>17485728</c:v>
                </c:pt>
                <c:pt idx="3677">
                  <c:v>17256838</c:v>
                </c:pt>
                <c:pt idx="3678">
                  <c:v>17281439</c:v>
                </c:pt>
                <c:pt idx="3679">
                  <c:v>17183296</c:v>
                </c:pt>
                <c:pt idx="3680">
                  <c:v>16821233</c:v>
                </c:pt>
                <c:pt idx="3681">
                  <c:v>17167649</c:v>
                </c:pt>
                <c:pt idx="3682">
                  <c:v>16869728</c:v>
                </c:pt>
                <c:pt idx="3683">
                  <c:v>17153780</c:v>
                </c:pt>
                <c:pt idx="3684">
                  <c:v>16845436</c:v>
                </c:pt>
                <c:pt idx="3685">
                  <c:v>16647237</c:v>
                </c:pt>
                <c:pt idx="3686">
                  <c:v>16690443</c:v>
                </c:pt>
                <c:pt idx="3687">
                  <c:v>16536639</c:v>
                </c:pt>
                <c:pt idx="3688">
                  <c:v>17362122</c:v>
                </c:pt>
                <c:pt idx="3689">
                  <c:v>17591934</c:v>
                </c:pt>
                <c:pt idx="3690">
                  <c:v>17623482</c:v>
                </c:pt>
                <c:pt idx="3691">
                  <c:v>17446656</c:v>
                </c:pt>
                <c:pt idx="3692">
                  <c:v>17096266</c:v>
                </c:pt>
                <c:pt idx="3693">
                  <c:v>16746863</c:v>
                </c:pt>
                <c:pt idx="3694">
                  <c:v>16861353</c:v>
                </c:pt>
                <c:pt idx="3695">
                  <c:v>16473833</c:v>
                </c:pt>
                <c:pt idx="3696">
                  <c:v>16180293</c:v>
                </c:pt>
                <c:pt idx="3697">
                  <c:v>16208588</c:v>
                </c:pt>
                <c:pt idx="3698">
                  <c:v>15884419</c:v>
                </c:pt>
                <c:pt idx="3699">
                  <c:v>15623112</c:v>
                </c:pt>
                <c:pt idx="3700">
                  <c:v>15785042</c:v>
                </c:pt>
                <c:pt idx="3701">
                  <c:v>15982734</c:v>
                </c:pt>
                <c:pt idx="3702">
                  <c:v>15821247</c:v>
                </c:pt>
                <c:pt idx="3703">
                  <c:v>15631076</c:v>
                </c:pt>
                <c:pt idx="3704">
                  <c:v>15684777</c:v>
                </c:pt>
                <c:pt idx="3705">
                  <c:v>15369054</c:v>
                </c:pt>
                <c:pt idx="3706">
                  <c:v>15406086</c:v>
                </c:pt>
                <c:pt idx="3707">
                  <c:v>15604059</c:v>
                </c:pt>
                <c:pt idx="3708">
                  <c:v>15748013</c:v>
                </c:pt>
                <c:pt idx="3709">
                  <c:v>15511222</c:v>
                </c:pt>
                <c:pt idx="3710">
                  <c:v>15417210</c:v>
                </c:pt>
                <c:pt idx="3711">
                  <c:v>15049443</c:v>
                </c:pt>
                <c:pt idx="3712">
                  <c:v>15417492</c:v>
                </c:pt>
                <c:pt idx="3713">
                  <c:v>15729217</c:v>
                </c:pt>
                <c:pt idx="3714">
                  <c:v>15856387</c:v>
                </c:pt>
                <c:pt idx="3715">
                  <c:v>15695447</c:v>
                </c:pt>
                <c:pt idx="3716">
                  <c:v>15603748</c:v>
                </c:pt>
                <c:pt idx="3717">
                  <c:v>15824343</c:v>
                </c:pt>
                <c:pt idx="3718">
                  <c:v>16345732</c:v>
                </c:pt>
                <c:pt idx="3719">
                  <c:v>15115675</c:v>
                </c:pt>
                <c:pt idx="3720">
                  <c:v>15249551</c:v>
                </c:pt>
                <c:pt idx="3721">
                  <c:v>15350855</c:v>
                </c:pt>
                <c:pt idx="3722">
                  <c:v>14936547</c:v>
                </c:pt>
                <c:pt idx="3723">
                  <c:v>15311477</c:v>
                </c:pt>
                <c:pt idx="3724">
                  <c:v>15196578</c:v>
                </c:pt>
                <c:pt idx="3725">
                  <c:v>15582105</c:v>
                </c:pt>
                <c:pt idx="3726">
                  <c:v>15450738</c:v>
                </c:pt>
                <c:pt idx="3727">
                  <c:v>15183889</c:v>
                </c:pt>
                <c:pt idx="3728">
                  <c:v>15277224</c:v>
                </c:pt>
                <c:pt idx="3729">
                  <c:v>15265633</c:v>
                </c:pt>
                <c:pt idx="3730">
                  <c:v>15497548</c:v>
                </c:pt>
                <c:pt idx="3731">
                  <c:v>15886186</c:v>
                </c:pt>
                <c:pt idx="3732">
                  <c:v>16455422</c:v>
                </c:pt>
                <c:pt idx="3733">
                  <c:v>16332328</c:v>
                </c:pt>
                <c:pt idx="3734">
                  <c:v>16202796</c:v>
                </c:pt>
                <c:pt idx="3735">
                  <c:v>16266611</c:v>
                </c:pt>
                <c:pt idx="3736">
                  <c:v>16399834</c:v>
                </c:pt>
                <c:pt idx="3737">
                  <c:v>17087808</c:v>
                </c:pt>
                <c:pt idx="3738">
                  <c:v>16668453</c:v>
                </c:pt>
                <c:pt idx="3739">
                  <c:v>16967993</c:v>
                </c:pt>
                <c:pt idx="3740">
                  <c:v>17277007</c:v>
                </c:pt>
                <c:pt idx="3741">
                  <c:v>17038183</c:v>
                </c:pt>
                <c:pt idx="3742">
                  <c:v>17399798</c:v>
                </c:pt>
                <c:pt idx="3743">
                  <c:v>17101078</c:v>
                </c:pt>
                <c:pt idx="3744">
                  <c:v>17306276</c:v>
                </c:pt>
                <c:pt idx="3745">
                  <c:v>17107163</c:v>
                </c:pt>
                <c:pt idx="3746">
                  <c:v>16552330</c:v>
                </c:pt>
                <c:pt idx="3747">
                  <c:v>16941624</c:v>
                </c:pt>
                <c:pt idx="3748">
                  <c:v>17431468</c:v>
                </c:pt>
                <c:pt idx="3749">
                  <c:v>17154967</c:v>
                </c:pt>
                <c:pt idx="3750">
                  <c:v>16912321</c:v>
                </c:pt>
                <c:pt idx="3751">
                  <c:v>17182621</c:v>
                </c:pt>
                <c:pt idx="3752">
                  <c:v>16683575</c:v>
                </c:pt>
                <c:pt idx="3753">
                  <c:v>16669514</c:v>
                </c:pt>
                <c:pt idx="3754">
                  <c:v>16554143</c:v>
                </c:pt>
                <c:pt idx="3755">
                  <c:v>16361102</c:v>
                </c:pt>
                <c:pt idx="3756">
                  <c:v>16518219</c:v>
                </c:pt>
                <c:pt idx="3757">
                  <c:v>15977462</c:v>
                </c:pt>
                <c:pt idx="3758">
                  <c:v>16134459</c:v>
                </c:pt>
                <c:pt idx="3759">
                  <c:v>16434035</c:v>
                </c:pt>
                <c:pt idx="3760">
                  <c:v>15758019</c:v>
                </c:pt>
                <c:pt idx="3761">
                  <c:v>15585520</c:v>
                </c:pt>
                <c:pt idx="3762">
                  <c:v>15528288</c:v>
                </c:pt>
                <c:pt idx="3763">
                  <c:v>15572018</c:v>
                </c:pt>
                <c:pt idx="3764">
                  <c:v>15661286</c:v>
                </c:pt>
                <c:pt idx="3765">
                  <c:v>15599856</c:v>
                </c:pt>
                <c:pt idx="3766">
                  <c:v>15362522</c:v>
                </c:pt>
                <c:pt idx="3767">
                  <c:v>15384440</c:v>
                </c:pt>
                <c:pt idx="3768">
                  <c:v>15455464</c:v>
                </c:pt>
                <c:pt idx="3769">
                  <c:v>15555270</c:v>
                </c:pt>
                <c:pt idx="3770">
                  <c:v>15258240</c:v>
                </c:pt>
                <c:pt idx="3771">
                  <c:v>15030285</c:v>
                </c:pt>
                <c:pt idx="3772">
                  <c:v>15410164</c:v>
                </c:pt>
                <c:pt idx="3773">
                  <c:v>15549676</c:v>
                </c:pt>
                <c:pt idx="3774">
                  <c:v>15092784</c:v>
                </c:pt>
                <c:pt idx="3775">
                  <c:v>15115629</c:v>
                </c:pt>
                <c:pt idx="3776">
                  <c:v>15347454</c:v>
                </c:pt>
                <c:pt idx="3777">
                  <c:v>14804405</c:v>
                </c:pt>
                <c:pt idx="3778">
                  <c:v>15014881</c:v>
                </c:pt>
                <c:pt idx="3779">
                  <c:v>14494983</c:v>
                </c:pt>
                <c:pt idx="3780">
                  <c:v>14270923</c:v>
                </c:pt>
                <c:pt idx="3781">
                  <c:v>14253812</c:v>
                </c:pt>
                <c:pt idx="3782">
                  <c:v>14548020</c:v>
                </c:pt>
                <c:pt idx="3783">
                  <c:v>14676169</c:v>
                </c:pt>
                <c:pt idx="3784">
                  <c:v>14106504</c:v>
                </c:pt>
                <c:pt idx="3785">
                  <c:v>14444763</c:v>
                </c:pt>
                <c:pt idx="3786">
                  <c:v>14538057</c:v>
                </c:pt>
                <c:pt idx="3787">
                  <c:v>14489961</c:v>
                </c:pt>
                <c:pt idx="3788">
                  <c:v>14469957</c:v>
                </c:pt>
                <c:pt idx="3789">
                  <c:v>14546752</c:v>
                </c:pt>
                <c:pt idx="3790">
                  <c:v>14683656</c:v>
                </c:pt>
                <c:pt idx="3791">
                  <c:v>14426210</c:v>
                </c:pt>
                <c:pt idx="3792">
                  <c:v>14440401</c:v>
                </c:pt>
                <c:pt idx="3793">
                  <c:v>14863256</c:v>
                </c:pt>
                <c:pt idx="3794">
                  <c:v>15229212</c:v>
                </c:pt>
                <c:pt idx="3795">
                  <c:v>15298187</c:v>
                </c:pt>
                <c:pt idx="3796">
                  <c:v>15159234</c:v>
                </c:pt>
                <c:pt idx="3797">
                  <c:v>14797796</c:v>
                </c:pt>
                <c:pt idx="3798">
                  <c:v>15195843</c:v>
                </c:pt>
                <c:pt idx="3799">
                  <c:v>15368545</c:v>
                </c:pt>
                <c:pt idx="3800">
                  <c:v>16260036</c:v>
                </c:pt>
                <c:pt idx="3801">
                  <c:v>15155503</c:v>
                </c:pt>
                <c:pt idx="3802">
                  <c:v>15506643</c:v>
                </c:pt>
                <c:pt idx="3803">
                  <c:v>15404157</c:v>
                </c:pt>
                <c:pt idx="3804">
                  <c:v>15368377</c:v>
                </c:pt>
                <c:pt idx="3805">
                  <c:v>15785637</c:v>
                </c:pt>
                <c:pt idx="3806">
                  <c:v>15891202</c:v>
                </c:pt>
                <c:pt idx="3807">
                  <c:v>16067596</c:v>
                </c:pt>
                <c:pt idx="3808">
                  <c:v>16091608</c:v>
                </c:pt>
                <c:pt idx="3809">
                  <c:v>16523331</c:v>
                </c:pt>
                <c:pt idx="3810">
                  <c:v>16259062</c:v>
                </c:pt>
                <c:pt idx="3811">
                  <c:v>16543114</c:v>
                </c:pt>
                <c:pt idx="3812">
                  <c:v>16568077</c:v>
                </c:pt>
                <c:pt idx="3813">
                  <c:v>16474672</c:v>
                </c:pt>
                <c:pt idx="3814">
                  <c:v>16151610</c:v>
                </c:pt>
                <c:pt idx="3815">
                  <c:v>15897639</c:v>
                </c:pt>
                <c:pt idx="3816">
                  <c:v>15573060</c:v>
                </c:pt>
                <c:pt idx="3817">
                  <c:v>15819610</c:v>
                </c:pt>
                <c:pt idx="3818">
                  <c:v>14995953</c:v>
                </c:pt>
                <c:pt idx="3819">
                  <c:v>14866590</c:v>
                </c:pt>
                <c:pt idx="3820">
                  <c:v>14406645</c:v>
                </c:pt>
                <c:pt idx="3821">
                  <c:v>13702433</c:v>
                </c:pt>
                <c:pt idx="3822">
                  <c:v>14068481</c:v>
                </c:pt>
                <c:pt idx="3823">
                  <c:v>14297370</c:v>
                </c:pt>
                <c:pt idx="3824">
                  <c:v>15249755</c:v>
                </c:pt>
                <c:pt idx="3825">
                  <c:v>14695790</c:v>
                </c:pt>
                <c:pt idx="3826">
                  <c:v>14979546</c:v>
                </c:pt>
                <c:pt idx="3827">
                  <c:v>15119062</c:v>
                </c:pt>
                <c:pt idx="3828">
                  <c:v>15627875</c:v>
                </c:pt>
                <c:pt idx="3829">
                  <c:v>15447245</c:v>
                </c:pt>
                <c:pt idx="3830">
                  <c:v>15302426</c:v>
                </c:pt>
                <c:pt idx="3831">
                  <c:v>14828773</c:v>
                </c:pt>
                <c:pt idx="3832">
                  <c:v>15008929</c:v>
                </c:pt>
                <c:pt idx="3833">
                  <c:v>15018537</c:v>
                </c:pt>
                <c:pt idx="3834">
                  <c:v>15278100</c:v>
                </c:pt>
                <c:pt idx="3835">
                  <c:v>15413393</c:v>
                </c:pt>
                <c:pt idx="3836">
                  <c:v>14475625</c:v>
                </c:pt>
                <c:pt idx="3837">
                  <c:v>14473983</c:v>
                </c:pt>
                <c:pt idx="3838">
                  <c:v>14591876</c:v>
                </c:pt>
                <c:pt idx="3839">
                  <c:v>14746081</c:v>
                </c:pt>
                <c:pt idx="3840">
                  <c:v>14749638</c:v>
                </c:pt>
                <c:pt idx="3841">
                  <c:v>14452262</c:v>
                </c:pt>
                <c:pt idx="3842">
                  <c:v>14917124</c:v>
                </c:pt>
                <c:pt idx="3843">
                  <c:v>14842145</c:v>
                </c:pt>
                <c:pt idx="3844">
                  <c:v>15076117</c:v>
                </c:pt>
                <c:pt idx="3845">
                  <c:v>14954719</c:v>
                </c:pt>
                <c:pt idx="3846">
                  <c:v>15110994</c:v>
                </c:pt>
                <c:pt idx="3847">
                  <c:v>15276406</c:v>
                </c:pt>
                <c:pt idx="3848">
                  <c:v>15437997</c:v>
                </c:pt>
                <c:pt idx="3849">
                  <c:v>14663020</c:v>
                </c:pt>
                <c:pt idx="3850">
                  <c:v>14528036</c:v>
                </c:pt>
                <c:pt idx="3851">
                  <c:v>14203099</c:v>
                </c:pt>
                <c:pt idx="3852">
                  <c:v>14722135</c:v>
                </c:pt>
                <c:pt idx="3853">
                  <c:v>15131358</c:v>
                </c:pt>
                <c:pt idx="3854">
                  <c:v>14861422</c:v>
                </c:pt>
                <c:pt idx="3855">
                  <c:v>14936531</c:v>
                </c:pt>
                <c:pt idx="3856">
                  <c:v>15142619</c:v>
                </c:pt>
                <c:pt idx="3857">
                  <c:v>14761481</c:v>
                </c:pt>
                <c:pt idx="3858">
                  <c:v>14500215</c:v>
                </c:pt>
                <c:pt idx="3859">
                  <c:v>14620366</c:v>
                </c:pt>
                <c:pt idx="3860">
                  <c:v>14462766</c:v>
                </c:pt>
                <c:pt idx="3861">
                  <c:v>14035047</c:v>
                </c:pt>
                <c:pt idx="3862">
                  <c:v>14058041</c:v>
                </c:pt>
                <c:pt idx="3863">
                  <c:v>14494280</c:v>
                </c:pt>
                <c:pt idx="3864">
                  <c:v>14617435</c:v>
                </c:pt>
                <c:pt idx="3865">
                  <c:v>15085942</c:v>
                </c:pt>
                <c:pt idx="3866">
                  <c:v>14834689</c:v>
                </c:pt>
                <c:pt idx="3867">
                  <c:v>14606765</c:v>
                </c:pt>
                <c:pt idx="3868">
                  <c:v>15373056</c:v>
                </c:pt>
                <c:pt idx="3869">
                  <c:v>14564881</c:v>
                </c:pt>
                <c:pt idx="3870">
                  <c:v>14465854</c:v>
                </c:pt>
                <c:pt idx="3871">
                  <c:v>14216032</c:v>
                </c:pt>
                <c:pt idx="3872">
                  <c:v>14654731</c:v>
                </c:pt>
                <c:pt idx="3873">
                  <c:v>14550200</c:v>
                </c:pt>
                <c:pt idx="3874">
                  <c:v>14526546</c:v>
                </c:pt>
                <c:pt idx="3875">
                  <c:v>14609051</c:v>
                </c:pt>
                <c:pt idx="3876">
                  <c:v>14201553</c:v>
                </c:pt>
                <c:pt idx="3877">
                  <c:v>14584967</c:v>
                </c:pt>
                <c:pt idx="3878">
                  <c:v>14675451</c:v>
                </c:pt>
                <c:pt idx="3879">
                  <c:v>14731709</c:v>
                </c:pt>
                <c:pt idx="3880">
                  <c:v>14570515</c:v>
                </c:pt>
                <c:pt idx="3881">
                  <c:v>14648990</c:v>
                </c:pt>
                <c:pt idx="3882">
                  <c:v>14339677</c:v>
                </c:pt>
                <c:pt idx="3883">
                  <c:v>14462138</c:v>
                </c:pt>
                <c:pt idx="3884">
                  <c:v>14391203</c:v>
                </c:pt>
                <c:pt idx="3885">
                  <c:v>14188073</c:v>
                </c:pt>
                <c:pt idx="3886">
                  <c:v>13576441</c:v>
                </c:pt>
                <c:pt idx="3887">
                  <c:v>13815291</c:v>
                </c:pt>
                <c:pt idx="3888">
                  <c:v>14103210</c:v>
                </c:pt>
                <c:pt idx="3889">
                  <c:v>14005528</c:v>
                </c:pt>
                <c:pt idx="3890">
                  <c:v>13871174</c:v>
                </c:pt>
                <c:pt idx="3891">
                  <c:v>13635899</c:v>
                </c:pt>
                <c:pt idx="3892">
                  <c:v>13302016</c:v>
                </c:pt>
                <c:pt idx="3893">
                  <c:v>13455554</c:v>
                </c:pt>
                <c:pt idx="3894">
                  <c:v>13455697</c:v>
                </c:pt>
                <c:pt idx="3895">
                  <c:v>13767953</c:v>
                </c:pt>
                <c:pt idx="3896">
                  <c:v>13821359</c:v>
                </c:pt>
                <c:pt idx="3897">
                  <c:v>13053897</c:v>
                </c:pt>
                <c:pt idx="3898">
                  <c:v>13254375</c:v>
                </c:pt>
                <c:pt idx="3899">
                  <c:v>13449393</c:v>
                </c:pt>
                <c:pt idx="3900">
                  <c:v>13416789</c:v>
                </c:pt>
                <c:pt idx="3901">
                  <c:v>12995298</c:v>
                </c:pt>
                <c:pt idx="3902">
                  <c:v>12845594</c:v>
                </c:pt>
                <c:pt idx="3903">
                  <c:v>12744520</c:v>
                </c:pt>
                <c:pt idx="3904">
                  <c:v>12843641</c:v>
                </c:pt>
                <c:pt idx="3905">
                  <c:v>12722566</c:v>
                </c:pt>
                <c:pt idx="3906">
                  <c:v>12681411</c:v>
                </c:pt>
                <c:pt idx="3907">
                  <c:v>12847438</c:v>
                </c:pt>
                <c:pt idx="3908">
                  <c:v>12755415</c:v>
                </c:pt>
                <c:pt idx="3909">
                  <c:v>13496996</c:v>
                </c:pt>
                <c:pt idx="3910">
                  <c:v>13340973</c:v>
                </c:pt>
                <c:pt idx="3911">
                  <c:v>13220099</c:v>
                </c:pt>
                <c:pt idx="3912">
                  <c:v>13286783</c:v>
                </c:pt>
                <c:pt idx="3913">
                  <c:v>13111210</c:v>
                </c:pt>
                <c:pt idx="3914">
                  <c:v>12722786</c:v>
                </c:pt>
                <c:pt idx="3915">
                  <c:v>12859575</c:v>
                </c:pt>
                <c:pt idx="3916">
                  <c:v>12877820</c:v>
                </c:pt>
                <c:pt idx="3917">
                  <c:v>12772560</c:v>
                </c:pt>
                <c:pt idx="3918">
                  <c:v>13540196</c:v>
                </c:pt>
                <c:pt idx="3919">
                  <c:v>14058007</c:v>
                </c:pt>
                <c:pt idx="3920">
                  <c:v>13916209</c:v>
                </c:pt>
                <c:pt idx="3921">
                  <c:v>13747312</c:v>
                </c:pt>
                <c:pt idx="3922">
                  <c:v>13475454</c:v>
                </c:pt>
                <c:pt idx="3923">
                  <c:v>13633510</c:v>
                </c:pt>
                <c:pt idx="3924">
                  <c:v>13922699</c:v>
                </c:pt>
                <c:pt idx="3925">
                  <c:v>13589438</c:v>
                </c:pt>
                <c:pt idx="3926">
                  <c:v>13424971</c:v>
                </c:pt>
                <c:pt idx="3927">
                  <c:v>13673072</c:v>
                </c:pt>
                <c:pt idx="3928">
                  <c:v>13644024</c:v>
                </c:pt>
                <c:pt idx="3929">
                  <c:v>13562097</c:v>
                </c:pt>
                <c:pt idx="3930">
                  <c:v>13554963</c:v>
                </c:pt>
                <c:pt idx="3931">
                  <c:v>13673217</c:v>
                </c:pt>
                <c:pt idx="3932">
                  <c:v>13739193</c:v>
                </c:pt>
                <c:pt idx="3933">
                  <c:v>13755064</c:v>
                </c:pt>
                <c:pt idx="3934">
                  <c:v>13860501</c:v>
                </c:pt>
                <c:pt idx="3935">
                  <c:v>13783418</c:v>
                </c:pt>
                <c:pt idx="3936">
                  <c:v>14015735</c:v>
                </c:pt>
                <c:pt idx="3937">
                  <c:v>13980922</c:v>
                </c:pt>
                <c:pt idx="3938">
                  <c:v>14064727</c:v>
                </c:pt>
                <c:pt idx="3939">
                  <c:v>13746294</c:v>
                </c:pt>
                <c:pt idx="3940">
                  <c:v>13207617</c:v>
                </c:pt>
                <c:pt idx="3941">
                  <c:v>12755884</c:v>
                </c:pt>
                <c:pt idx="3942">
                  <c:v>12588368</c:v>
                </c:pt>
                <c:pt idx="3943">
                  <c:v>12419848</c:v>
                </c:pt>
                <c:pt idx="3944">
                  <c:v>12696945</c:v>
                </c:pt>
                <c:pt idx="3945">
                  <c:v>12728362</c:v>
                </c:pt>
                <c:pt idx="3946">
                  <c:v>12823970</c:v>
                </c:pt>
                <c:pt idx="3947">
                  <c:v>13083055</c:v>
                </c:pt>
                <c:pt idx="3948">
                  <c:v>13364120</c:v>
                </c:pt>
                <c:pt idx="3949">
                  <c:v>13871750</c:v>
                </c:pt>
                <c:pt idx="3950">
                  <c:v>13657176</c:v>
                </c:pt>
                <c:pt idx="3951">
                  <c:v>13605213</c:v>
                </c:pt>
                <c:pt idx="3952">
                  <c:v>13457347</c:v>
                </c:pt>
                <c:pt idx="3953">
                  <c:v>13438105</c:v>
                </c:pt>
                <c:pt idx="3954">
                  <c:v>13608111</c:v>
                </c:pt>
                <c:pt idx="3955">
                  <c:v>13691822</c:v>
                </c:pt>
                <c:pt idx="3956">
                  <c:v>13541366</c:v>
                </c:pt>
                <c:pt idx="3957">
                  <c:v>13708888</c:v>
                </c:pt>
                <c:pt idx="3958">
                  <c:v>13455313</c:v>
                </c:pt>
                <c:pt idx="3959">
                  <c:v>13467636</c:v>
                </c:pt>
                <c:pt idx="3960">
                  <c:v>13494620</c:v>
                </c:pt>
                <c:pt idx="3961">
                  <c:v>13167032</c:v>
                </c:pt>
                <c:pt idx="3962">
                  <c:v>13038348</c:v>
                </c:pt>
                <c:pt idx="3963">
                  <c:v>12999279</c:v>
                </c:pt>
                <c:pt idx="3964">
                  <c:v>13320860</c:v>
                </c:pt>
                <c:pt idx="3965">
                  <c:v>13397501</c:v>
                </c:pt>
                <c:pt idx="3966">
                  <c:v>13597422</c:v>
                </c:pt>
                <c:pt idx="3967">
                  <c:v>13475629</c:v>
                </c:pt>
                <c:pt idx="3968">
                  <c:v>13069642</c:v>
                </c:pt>
                <c:pt idx="3969">
                  <c:v>13426134</c:v>
                </c:pt>
                <c:pt idx="3970">
                  <c:v>13394907</c:v>
                </c:pt>
                <c:pt idx="3971">
                  <c:v>13646709</c:v>
                </c:pt>
                <c:pt idx="3972">
                  <c:v>13813822</c:v>
                </c:pt>
                <c:pt idx="3973">
                  <c:v>14106977</c:v>
                </c:pt>
                <c:pt idx="3974">
                  <c:v>14329946</c:v>
                </c:pt>
                <c:pt idx="3975">
                  <c:v>14145903</c:v>
                </c:pt>
                <c:pt idx="3976">
                  <c:v>13768407</c:v>
                </c:pt>
                <c:pt idx="3977">
                  <c:v>13986116</c:v>
                </c:pt>
                <c:pt idx="3978">
                  <c:v>14262420</c:v>
                </c:pt>
                <c:pt idx="3979">
                  <c:v>14606167</c:v>
                </c:pt>
                <c:pt idx="3980">
                  <c:v>14573562</c:v>
                </c:pt>
                <c:pt idx="3981">
                  <c:v>14121620</c:v>
                </c:pt>
                <c:pt idx="3982">
                  <c:v>14190066</c:v>
                </c:pt>
                <c:pt idx="3983">
                  <c:v>14281869</c:v>
                </c:pt>
                <c:pt idx="3984">
                  <c:v>14595404</c:v>
                </c:pt>
                <c:pt idx="3985">
                  <c:v>15134504</c:v>
                </c:pt>
                <c:pt idx="3986">
                  <c:v>16603275</c:v>
                </c:pt>
                <c:pt idx="3987">
                  <c:v>14910703</c:v>
                </c:pt>
                <c:pt idx="3988">
                  <c:v>13338728</c:v>
                </c:pt>
                <c:pt idx="3989">
                  <c:v>14507669</c:v>
                </c:pt>
                <c:pt idx="3990">
                  <c:v>14014129</c:v>
                </c:pt>
                <c:pt idx="3991">
                  <c:v>14362113</c:v>
                </c:pt>
                <c:pt idx="3992">
                  <c:v>14188696</c:v>
                </c:pt>
                <c:pt idx="3993">
                  <c:v>13741052</c:v>
                </c:pt>
                <c:pt idx="3994">
                  <c:v>13804213</c:v>
                </c:pt>
                <c:pt idx="3995">
                  <c:v>13884753</c:v>
                </c:pt>
                <c:pt idx="3996">
                  <c:v>13707019</c:v>
                </c:pt>
                <c:pt idx="3997">
                  <c:v>13776909</c:v>
                </c:pt>
                <c:pt idx="3998">
                  <c:v>13964310</c:v>
                </c:pt>
                <c:pt idx="3999">
                  <c:v>14039223</c:v>
                </c:pt>
                <c:pt idx="4000">
                  <c:v>13542993</c:v>
                </c:pt>
                <c:pt idx="4001">
                  <c:v>13578856</c:v>
                </c:pt>
                <c:pt idx="4002">
                  <c:v>13426731</c:v>
                </c:pt>
                <c:pt idx="4003">
                  <c:v>13550336</c:v>
                </c:pt>
                <c:pt idx="4004">
                  <c:v>13826339</c:v>
                </c:pt>
                <c:pt idx="4005">
                  <c:v>13551862</c:v>
                </c:pt>
                <c:pt idx="4006">
                  <c:v>13355169</c:v>
                </c:pt>
                <c:pt idx="4007">
                  <c:v>13457761</c:v>
                </c:pt>
                <c:pt idx="4008">
                  <c:v>13607271</c:v>
                </c:pt>
                <c:pt idx="4009">
                  <c:v>13673796</c:v>
                </c:pt>
                <c:pt idx="4010">
                  <c:v>12987986</c:v>
                </c:pt>
                <c:pt idx="4011">
                  <c:v>13082082</c:v>
                </c:pt>
                <c:pt idx="4012">
                  <c:v>13068297</c:v>
                </c:pt>
                <c:pt idx="4013">
                  <c:v>12862500</c:v>
                </c:pt>
                <c:pt idx="4014">
                  <c:v>13073971</c:v>
                </c:pt>
                <c:pt idx="4015">
                  <c:v>12823189</c:v>
                </c:pt>
                <c:pt idx="4016">
                  <c:v>12923514</c:v>
                </c:pt>
                <c:pt idx="4017">
                  <c:v>12902146</c:v>
                </c:pt>
                <c:pt idx="4018">
                  <c:v>13132661</c:v>
                </c:pt>
                <c:pt idx="4019">
                  <c:v>12981427</c:v>
                </c:pt>
                <c:pt idx="4020">
                  <c:v>12804307</c:v>
                </c:pt>
                <c:pt idx="4021">
                  <c:v>12613000</c:v>
                </c:pt>
                <c:pt idx="4022">
                  <c:v>12675826</c:v>
                </c:pt>
                <c:pt idx="4023">
                  <c:v>12641813</c:v>
                </c:pt>
                <c:pt idx="4024">
                  <c:v>12804453</c:v>
                </c:pt>
                <c:pt idx="4025">
                  <c:v>12701342</c:v>
                </c:pt>
                <c:pt idx="4026">
                  <c:v>12537609</c:v>
                </c:pt>
                <c:pt idx="4027">
                  <c:v>12316750</c:v>
                </c:pt>
                <c:pt idx="4028">
                  <c:v>12268126</c:v>
                </c:pt>
                <c:pt idx="4029">
                  <c:v>12008129</c:v>
                </c:pt>
                <c:pt idx="4030">
                  <c:v>11779785</c:v>
                </c:pt>
                <c:pt idx="4031">
                  <c:v>11728047</c:v>
                </c:pt>
                <c:pt idx="4032">
                  <c:v>11711321</c:v>
                </c:pt>
                <c:pt idx="4033">
                  <c:v>11937389</c:v>
                </c:pt>
                <c:pt idx="4034">
                  <c:v>12212921</c:v>
                </c:pt>
                <c:pt idx="4035">
                  <c:v>12495257</c:v>
                </c:pt>
                <c:pt idx="4036">
                  <c:v>12260345</c:v>
                </c:pt>
                <c:pt idx="4037">
                  <c:v>12567668</c:v>
                </c:pt>
                <c:pt idx="4038">
                  <c:v>12273062</c:v>
                </c:pt>
                <c:pt idx="4039">
                  <c:v>12376793</c:v>
                </c:pt>
                <c:pt idx="4040">
                  <c:v>12122615</c:v>
                </c:pt>
                <c:pt idx="4041">
                  <c:v>12123377</c:v>
                </c:pt>
                <c:pt idx="4042">
                  <c:v>12257755</c:v>
                </c:pt>
                <c:pt idx="4043">
                  <c:v>12042347</c:v>
                </c:pt>
                <c:pt idx="4044">
                  <c:v>12350325</c:v>
                </c:pt>
                <c:pt idx="4045">
                  <c:v>12544205</c:v>
                </c:pt>
                <c:pt idx="4046">
                  <c:v>12752019</c:v>
                </c:pt>
                <c:pt idx="4047">
                  <c:v>12944233</c:v>
                </c:pt>
                <c:pt idx="4048">
                  <c:v>13033068</c:v>
                </c:pt>
                <c:pt idx="4049">
                  <c:v>12643590</c:v>
                </c:pt>
                <c:pt idx="4050">
                  <c:v>12737629</c:v>
                </c:pt>
                <c:pt idx="4051">
                  <c:v>12932159</c:v>
                </c:pt>
                <c:pt idx="4052">
                  <c:v>13304915</c:v>
                </c:pt>
                <c:pt idx="4053">
                  <c:v>13058022</c:v>
                </c:pt>
                <c:pt idx="4054">
                  <c:v>13233879</c:v>
                </c:pt>
                <c:pt idx="4055">
                  <c:v>13544192</c:v>
                </c:pt>
                <c:pt idx="4056">
                  <c:v>13662701</c:v>
                </c:pt>
                <c:pt idx="4057">
                  <c:v>14153729</c:v>
                </c:pt>
                <c:pt idx="4058">
                  <c:v>13554941</c:v>
                </c:pt>
                <c:pt idx="4059">
                  <c:v>13483178</c:v>
                </c:pt>
                <c:pt idx="4060">
                  <c:v>13609105</c:v>
                </c:pt>
                <c:pt idx="4061">
                  <c:v>13447441</c:v>
                </c:pt>
                <c:pt idx="4062">
                  <c:v>13222205</c:v>
                </c:pt>
                <c:pt idx="4063">
                  <c:v>13029924</c:v>
                </c:pt>
                <c:pt idx="4064">
                  <c:v>13414396</c:v>
                </c:pt>
                <c:pt idx="4065">
                  <c:v>13299045</c:v>
                </c:pt>
                <c:pt idx="4066">
                  <c:v>13386933</c:v>
                </c:pt>
                <c:pt idx="4067">
                  <c:v>13596732</c:v>
                </c:pt>
                <c:pt idx="4068">
                  <c:v>13407350</c:v>
                </c:pt>
                <c:pt idx="4069">
                  <c:v>13104759</c:v>
                </c:pt>
                <c:pt idx="4070">
                  <c:v>12700972</c:v>
                </c:pt>
                <c:pt idx="4071">
                  <c:v>12310901</c:v>
                </c:pt>
                <c:pt idx="4072">
                  <c:v>12127665</c:v>
                </c:pt>
                <c:pt idx="4073">
                  <c:v>11786521</c:v>
                </c:pt>
                <c:pt idx="4074">
                  <c:v>12067049</c:v>
                </c:pt>
                <c:pt idx="4075">
                  <c:v>12786288</c:v>
                </c:pt>
                <c:pt idx="4076">
                  <c:v>12451477</c:v>
                </c:pt>
                <c:pt idx="4077">
                  <c:v>11891575</c:v>
                </c:pt>
                <c:pt idx="4078">
                  <c:v>12116432</c:v>
                </c:pt>
                <c:pt idx="4079">
                  <c:v>12225610</c:v>
                </c:pt>
                <c:pt idx="4080">
                  <c:v>12225138</c:v>
                </c:pt>
                <c:pt idx="4081">
                  <c:v>12442912</c:v>
                </c:pt>
                <c:pt idx="4082">
                  <c:v>12383949</c:v>
                </c:pt>
                <c:pt idx="4083">
                  <c:v>12471110</c:v>
                </c:pt>
                <c:pt idx="4084">
                  <c:v>12727046</c:v>
                </c:pt>
                <c:pt idx="4085">
                  <c:v>12484016</c:v>
                </c:pt>
                <c:pt idx="4086">
                  <c:v>12205952</c:v>
                </c:pt>
                <c:pt idx="4087">
                  <c:v>12476448</c:v>
                </c:pt>
                <c:pt idx="4088">
                  <c:v>12356575</c:v>
                </c:pt>
                <c:pt idx="4089">
                  <c:v>12094160</c:v>
                </c:pt>
                <c:pt idx="4090">
                  <c:v>11794639</c:v>
                </c:pt>
                <c:pt idx="4091">
                  <c:v>11438539</c:v>
                </c:pt>
                <c:pt idx="4092">
                  <c:v>11516109</c:v>
                </c:pt>
                <c:pt idx="4093">
                  <c:v>11706545</c:v>
                </c:pt>
                <c:pt idx="4094">
                  <c:v>11955340</c:v>
                </c:pt>
                <c:pt idx="4095">
                  <c:v>12282675</c:v>
                </c:pt>
                <c:pt idx="4096">
                  <c:v>11959269</c:v>
                </c:pt>
                <c:pt idx="4097">
                  <c:v>11613539</c:v>
                </c:pt>
                <c:pt idx="4098">
                  <c:v>11964786</c:v>
                </c:pt>
                <c:pt idx="4099">
                  <c:v>12102723</c:v>
                </c:pt>
                <c:pt idx="4100">
                  <c:v>12084553</c:v>
                </c:pt>
                <c:pt idx="4101">
                  <c:v>11787581</c:v>
                </c:pt>
                <c:pt idx="4102">
                  <c:v>11840684</c:v>
                </c:pt>
                <c:pt idx="4103">
                  <c:v>11828778</c:v>
                </c:pt>
                <c:pt idx="4104">
                  <c:v>11767435</c:v>
                </c:pt>
                <c:pt idx="4105">
                  <c:v>11756669</c:v>
                </c:pt>
                <c:pt idx="4106">
                  <c:v>11997928</c:v>
                </c:pt>
                <c:pt idx="4107">
                  <c:v>12095433</c:v>
                </c:pt>
                <c:pt idx="4108">
                  <c:v>11952058</c:v>
                </c:pt>
                <c:pt idx="4109">
                  <c:v>11821100</c:v>
                </c:pt>
                <c:pt idx="4110">
                  <c:v>11971897</c:v>
                </c:pt>
                <c:pt idx="4111">
                  <c:v>12145442</c:v>
                </c:pt>
                <c:pt idx="4112">
                  <c:v>12132272</c:v>
                </c:pt>
                <c:pt idx="4113">
                  <c:v>12453322</c:v>
                </c:pt>
                <c:pt idx="4114">
                  <c:v>12494813</c:v>
                </c:pt>
                <c:pt idx="4115">
                  <c:v>12908209</c:v>
                </c:pt>
                <c:pt idx="4116">
                  <c:v>13143718</c:v>
                </c:pt>
                <c:pt idx="4117">
                  <c:v>13603267</c:v>
                </c:pt>
                <c:pt idx="4118">
                  <c:v>13298273</c:v>
                </c:pt>
                <c:pt idx="4119">
                  <c:v>12798812</c:v>
                </c:pt>
                <c:pt idx="4120">
                  <c:v>12875927</c:v>
                </c:pt>
                <c:pt idx="4121">
                  <c:v>13148294</c:v>
                </c:pt>
                <c:pt idx="4122">
                  <c:v>13324765</c:v>
                </c:pt>
                <c:pt idx="4123">
                  <c:v>13163152</c:v>
                </c:pt>
                <c:pt idx="4124">
                  <c:v>13167651</c:v>
                </c:pt>
                <c:pt idx="4125">
                  <c:v>13314290</c:v>
                </c:pt>
                <c:pt idx="4126">
                  <c:v>13214165</c:v>
                </c:pt>
                <c:pt idx="4127">
                  <c:v>13101411</c:v>
                </c:pt>
                <c:pt idx="4128">
                  <c:v>13176474</c:v>
                </c:pt>
                <c:pt idx="4129">
                  <c:v>13497851</c:v>
                </c:pt>
                <c:pt idx="4130">
                  <c:v>13306084</c:v>
                </c:pt>
                <c:pt idx="4131">
                  <c:v>13374080</c:v>
                </c:pt>
                <c:pt idx="4132">
                  <c:v>13468195</c:v>
                </c:pt>
                <c:pt idx="4133">
                  <c:v>13730854</c:v>
                </c:pt>
                <c:pt idx="4134">
                  <c:v>14020962</c:v>
                </c:pt>
                <c:pt idx="4135">
                  <c:v>14139721</c:v>
                </c:pt>
                <c:pt idx="4136">
                  <c:v>13649939</c:v>
                </c:pt>
                <c:pt idx="4137">
                  <c:v>13863875</c:v>
                </c:pt>
                <c:pt idx="4138">
                  <c:v>14308518</c:v>
                </c:pt>
                <c:pt idx="4139">
                  <c:v>15022469</c:v>
                </c:pt>
                <c:pt idx="4140">
                  <c:v>14840489</c:v>
                </c:pt>
                <c:pt idx="4141">
                  <c:v>15240124</c:v>
                </c:pt>
                <c:pt idx="4142">
                  <c:v>14743568</c:v>
                </c:pt>
                <c:pt idx="4143">
                  <c:v>14874098</c:v>
                </c:pt>
                <c:pt idx="4144">
                  <c:v>14851054</c:v>
                </c:pt>
                <c:pt idx="4145">
                  <c:v>14586987</c:v>
                </c:pt>
                <c:pt idx="4146">
                  <c:v>14241187</c:v>
                </c:pt>
                <c:pt idx="4147">
                  <c:v>14498768</c:v>
                </c:pt>
                <c:pt idx="4148">
                  <c:v>14195552</c:v>
                </c:pt>
                <c:pt idx="4149">
                  <c:v>14067278</c:v>
                </c:pt>
                <c:pt idx="4150">
                  <c:v>13352796</c:v>
                </c:pt>
                <c:pt idx="4151">
                  <c:v>14019969</c:v>
                </c:pt>
                <c:pt idx="4152">
                  <c:v>13754565</c:v>
                </c:pt>
                <c:pt idx="4153">
                  <c:v>13777278</c:v>
                </c:pt>
                <c:pt idx="4154">
                  <c:v>13953840</c:v>
                </c:pt>
                <c:pt idx="4155">
                  <c:v>14033929</c:v>
                </c:pt>
                <c:pt idx="4156">
                  <c:v>14273578</c:v>
                </c:pt>
                <c:pt idx="4157">
                  <c:v>13927308</c:v>
                </c:pt>
                <c:pt idx="4158">
                  <c:v>13917619</c:v>
                </c:pt>
                <c:pt idx="4159">
                  <c:v>13932403</c:v>
                </c:pt>
                <c:pt idx="4160">
                  <c:v>13818620</c:v>
                </c:pt>
                <c:pt idx="4161">
                  <c:v>14178005</c:v>
                </c:pt>
                <c:pt idx="4162">
                  <c:v>14090460</c:v>
                </c:pt>
                <c:pt idx="4163">
                  <c:v>14373439</c:v>
                </c:pt>
                <c:pt idx="4164">
                  <c:v>14450186</c:v>
                </c:pt>
                <c:pt idx="4165">
                  <c:v>14215575</c:v>
                </c:pt>
                <c:pt idx="4166">
                  <c:v>14697575</c:v>
                </c:pt>
                <c:pt idx="4167">
                  <c:v>14831767</c:v>
                </c:pt>
                <c:pt idx="4168">
                  <c:v>15246005</c:v>
                </c:pt>
                <c:pt idx="4169">
                  <c:v>15080832</c:v>
                </c:pt>
                <c:pt idx="4170">
                  <c:v>15016503</c:v>
                </c:pt>
                <c:pt idx="4171">
                  <c:v>15191673</c:v>
                </c:pt>
                <c:pt idx="4172">
                  <c:v>14660718</c:v>
                </c:pt>
                <c:pt idx="4173">
                  <c:v>14677020</c:v>
                </c:pt>
                <c:pt idx="4174">
                  <c:v>14624583</c:v>
                </c:pt>
                <c:pt idx="4175">
                  <c:v>14437401</c:v>
                </c:pt>
                <c:pt idx="4176">
                  <c:v>14835136</c:v>
                </c:pt>
                <c:pt idx="4177">
                  <c:v>14880849</c:v>
                </c:pt>
                <c:pt idx="4178">
                  <c:v>14779748</c:v>
                </c:pt>
                <c:pt idx="4179">
                  <c:v>14306334</c:v>
                </c:pt>
                <c:pt idx="4180">
                  <c:v>14386136</c:v>
                </c:pt>
                <c:pt idx="4181">
                  <c:v>14417587</c:v>
                </c:pt>
                <c:pt idx="4182">
                  <c:v>14332143</c:v>
                </c:pt>
                <c:pt idx="4183">
                  <c:v>14187617</c:v>
                </c:pt>
                <c:pt idx="4184">
                  <c:v>13999512</c:v>
                </c:pt>
                <c:pt idx="4185">
                  <c:v>13819833</c:v>
                </c:pt>
                <c:pt idx="4186">
                  <c:v>13810379</c:v>
                </c:pt>
                <c:pt idx="4187">
                  <c:v>13802726</c:v>
                </c:pt>
                <c:pt idx="4188">
                  <c:v>13319960</c:v>
                </c:pt>
                <c:pt idx="4189">
                  <c:v>13040339</c:v>
                </c:pt>
                <c:pt idx="4190">
                  <c:v>12492271</c:v>
                </c:pt>
                <c:pt idx="4191">
                  <c:v>12363530</c:v>
                </c:pt>
                <c:pt idx="4192">
                  <c:v>12805616</c:v>
                </c:pt>
                <c:pt idx="4193">
                  <c:v>13173619</c:v>
                </c:pt>
                <c:pt idx="4194">
                  <c:v>13194302</c:v>
                </c:pt>
                <c:pt idx="4195">
                  <c:v>12895129</c:v>
                </c:pt>
                <c:pt idx="4196">
                  <c:v>13119248</c:v>
                </c:pt>
                <c:pt idx="4197">
                  <c:v>13180151</c:v>
                </c:pt>
                <c:pt idx="4198">
                  <c:v>12973879</c:v>
                </c:pt>
                <c:pt idx="4199">
                  <c:v>12636401</c:v>
                </c:pt>
                <c:pt idx="4200">
                  <c:v>12833570</c:v>
                </c:pt>
                <c:pt idx="4201">
                  <c:v>12842417</c:v>
                </c:pt>
                <c:pt idx="4202">
                  <c:v>12592221</c:v>
                </c:pt>
                <c:pt idx="4203">
                  <c:v>12722676</c:v>
                </c:pt>
                <c:pt idx="4204">
                  <c:v>12668660</c:v>
                </c:pt>
                <c:pt idx="4205">
                  <c:v>12321255</c:v>
                </c:pt>
                <c:pt idx="4206">
                  <c:v>12740907</c:v>
                </c:pt>
                <c:pt idx="4207">
                  <c:v>13141300</c:v>
                </c:pt>
                <c:pt idx="4208">
                  <c:v>13065092</c:v>
                </c:pt>
                <c:pt idx="4209">
                  <c:v>13163284</c:v>
                </c:pt>
                <c:pt idx="4210">
                  <c:v>13030507</c:v>
                </c:pt>
                <c:pt idx="4211">
                  <c:v>13423978</c:v>
                </c:pt>
                <c:pt idx="4212">
                  <c:v>13607030</c:v>
                </c:pt>
                <c:pt idx="4213">
                  <c:v>13932582</c:v>
                </c:pt>
                <c:pt idx="4214">
                  <c:v>14087872</c:v>
                </c:pt>
                <c:pt idx="4215">
                  <c:v>13782587</c:v>
                </c:pt>
                <c:pt idx="4216">
                  <c:v>13475507</c:v>
                </c:pt>
                <c:pt idx="4217">
                  <c:v>13889138</c:v>
                </c:pt>
                <c:pt idx="4218">
                  <c:v>13977523</c:v>
                </c:pt>
                <c:pt idx="4219">
                  <c:v>14121578</c:v>
                </c:pt>
                <c:pt idx="4220">
                  <c:v>14685333</c:v>
                </c:pt>
                <c:pt idx="4221">
                  <c:v>14597124</c:v>
                </c:pt>
                <c:pt idx="4222">
                  <c:v>14509419</c:v>
                </c:pt>
                <c:pt idx="4223">
                  <c:v>14653388</c:v>
                </c:pt>
                <c:pt idx="4224">
                  <c:v>14683228</c:v>
                </c:pt>
                <c:pt idx="4225">
                  <c:v>14570308</c:v>
                </c:pt>
                <c:pt idx="4226">
                  <c:v>14659786</c:v>
                </c:pt>
                <c:pt idx="4227">
                  <c:v>14813790</c:v>
                </c:pt>
                <c:pt idx="4228">
                  <c:v>15210180</c:v>
                </c:pt>
                <c:pt idx="4229">
                  <c:v>15368874</c:v>
                </c:pt>
                <c:pt idx="4230">
                  <c:v>15248300</c:v>
                </c:pt>
                <c:pt idx="4231">
                  <c:v>14845705</c:v>
                </c:pt>
                <c:pt idx="4232">
                  <c:v>14942162</c:v>
                </c:pt>
                <c:pt idx="4233">
                  <c:v>15007312</c:v>
                </c:pt>
                <c:pt idx="4234">
                  <c:v>15378276</c:v>
                </c:pt>
                <c:pt idx="4235">
                  <c:v>15073016</c:v>
                </c:pt>
                <c:pt idx="4236">
                  <c:v>15023818</c:v>
                </c:pt>
                <c:pt idx="4237">
                  <c:v>15068204</c:v>
                </c:pt>
                <c:pt idx="4238">
                  <c:v>15275327</c:v>
                </c:pt>
                <c:pt idx="4239">
                  <c:v>15097686</c:v>
                </c:pt>
                <c:pt idx="4240">
                  <c:v>14815940</c:v>
                </c:pt>
                <c:pt idx="4241">
                  <c:v>15267171</c:v>
                </c:pt>
                <c:pt idx="4242">
                  <c:v>15265217</c:v>
                </c:pt>
                <c:pt idx="4243">
                  <c:v>14598690</c:v>
                </c:pt>
                <c:pt idx="4244">
                  <c:v>14272309</c:v>
                </c:pt>
                <c:pt idx="4245">
                  <c:v>14743822</c:v>
                </c:pt>
                <c:pt idx="4246">
                  <c:v>15077552</c:v>
                </c:pt>
                <c:pt idx="4247">
                  <c:v>15237196</c:v>
                </c:pt>
                <c:pt idx="4248">
                  <c:v>15209962</c:v>
                </c:pt>
                <c:pt idx="4249">
                  <c:v>15098492</c:v>
                </c:pt>
                <c:pt idx="4250">
                  <c:v>15193194</c:v>
                </c:pt>
                <c:pt idx="4251">
                  <c:v>15265522</c:v>
                </c:pt>
                <c:pt idx="4252">
                  <c:v>15491798</c:v>
                </c:pt>
                <c:pt idx="4253">
                  <c:v>15472458</c:v>
                </c:pt>
                <c:pt idx="4254">
                  <c:v>15646774</c:v>
                </c:pt>
                <c:pt idx="4255">
                  <c:v>16047205</c:v>
                </c:pt>
                <c:pt idx="4256">
                  <c:v>15693627</c:v>
                </c:pt>
                <c:pt idx="4257">
                  <c:v>15652361</c:v>
                </c:pt>
                <c:pt idx="4258">
                  <c:v>15010287</c:v>
                </c:pt>
                <c:pt idx="4259">
                  <c:v>15048304</c:v>
                </c:pt>
                <c:pt idx="4260">
                  <c:v>14880489</c:v>
                </c:pt>
                <c:pt idx="4261">
                  <c:v>14540912</c:v>
                </c:pt>
                <c:pt idx="4262">
                  <c:v>14151757</c:v>
                </c:pt>
                <c:pt idx="4263">
                  <c:v>13283417</c:v>
                </c:pt>
                <c:pt idx="4264">
                  <c:v>13136139</c:v>
                </c:pt>
                <c:pt idx="4265">
                  <c:v>13037771</c:v>
                </c:pt>
                <c:pt idx="4266">
                  <c:v>12942209</c:v>
                </c:pt>
                <c:pt idx="4267">
                  <c:v>13002776</c:v>
                </c:pt>
                <c:pt idx="4268">
                  <c:v>12610625</c:v>
                </c:pt>
                <c:pt idx="4269">
                  <c:v>12459826</c:v>
                </c:pt>
                <c:pt idx="4270">
                  <c:v>12272009</c:v>
                </c:pt>
                <c:pt idx="4271">
                  <c:v>12034694</c:v>
                </c:pt>
                <c:pt idx="4272">
                  <c:v>11775912</c:v>
                </c:pt>
                <c:pt idx="4273">
                  <c:v>11730342</c:v>
                </c:pt>
                <c:pt idx="4274">
                  <c:v>11860161</c:v>
                </c:pt>
                <c:pt idx="4275">
                  <c:v>11222061</c:v>
                </c:pt>
                <c:pt idx="4276">
                  <c:v>11406894</c:v>
                </c:pt>
                <c:pt idx="4277">
                  <c:v>11487222</c:v>
                </c:pt>
                <c:pt idx="4278">
                  <c:v>11216034</c:v>
                </c:pt>
                <c:pt idx="4279">
                  <c:v>10752955</c:v>
                </c:pt>
                <c:pt idx="4280">
                  <c:v>10535936</c:v>
                </c:pt>
                <c:pt idx="4281">
                  <c:v>10421183</c:v>
                </c:pt>
                <c:pt idx="4282">
                  <c:v>10472800</c:v>
                </c:pt>
                <c:pt idx="4283">
                  <c:v>10428227</c:v>
                </c:pt>
                <c:pt idx="4284">
                  <c:v>10458181</c:v>
                </c:pt>
                <c:pt idx="4285">
                  <c:v>10706148</c:v>
                </c:pt>
                <c:pt idx="4286">
                  <c:v>10569637</c:v>
                </c:pt>
                <c:pt idx="4287">
                  <c:v>10284375</c:v>
                </c:pt>
                <c:pt idx="4288">
                  <c:v>10301501</c:v>
                </c:pt>
                <c:pt idx="4289">
                  <c:v>10499036</c:v>
                </c:pt>
                <c:pt idx="4290">
                  <c:v>10653765</c:v>
                </c:pt>
                <c:pt idx="4291">
                  <c:v>10726529</c:v>
                </c:pt>
                <c:pt idx="4292">
                  <c:v>10806026</c:v>
                </c:pt>
                <c:pt idx="4293">
                  <c:v>11023036</c:v>
                </c:pt>
                <c:pt idx="4294">
                  <c:v>11159629</c:v>
                </c:pt>
                <c:pt idx="4295">
                  <c:v>11521302</c:v>
                </c:pt>
                <c:pt idx="4296">
                  <c:v>11293428</c:v>
                </c:pt>
                <c:pt idx="4297">
                  <c:v>11033333</c:v>
                </c:pt>
                <c:pt idx="4298">
                  <c:v>11245828</c:v>
                </c:pt>
                <c:pt idx="4299">
                  <c:v>11432718</c:v>
                </c:pt>
                <c:pt idx="4300">
                  <c:v>11276317</c:v>
                </c:pt>
                <c:pt idx="4301">
                  <c:v>11355700</c:v>
                </c:pt>
                <c:pt idx="4302">
                  <c:v>11250706</c:v>
                </c:pt>
                <c:pt idx="4303">
                  <c:v>10990427</c:v>
                </c:pt>
                <c:pt idx="4304">
                  <c:v>10734832</c:v>
                </c:pt>
                <c:pt idx="4305">
                  <c:v>10796607</c:v>
                </c:pt>
                <c:pt idx="4306">
                  <c:v>10575838</c:v>
                </c:pt>
                <c:pt idx="4307">
                  <c:v>10497043</c:v>
                </c:pt>
                <c:pt idx="4308">
                  <c:v>10014705</c:v>
                </c:pt>
                <c:pt idx="4309">
                  <c:v>9929425</c:v>
                </c:pt>
                <c:pt idx="4310">
                  <c:v>10293210</c:v>
                </c:pt>
                <c:pt idx="4311">
                  <c:v>9985025</c:v>
                </c:pt>
                <c:pt idx="4312">
                  <c:v>10692269</c:v>
                </c:pt>
                <c:pt idx="4313">
                  <c:v>10448204</c:v>
                </c:pt>
                <c:pt idx="4314">
                  <c:v>10224767</c:v>
                </c:pt>
                <c:pt idx="4315">
                  <c:v>10479205</c:v>
                </c:pt>
                <c:pt idx="4316">
                  <c:v>10877774</c:v>
                </c:pt>
                <c:pt idx="4317">
                  <c:v>10859062</c:v>
                </c:pt>
                <c:pt idx="4318">
                  <c:v>10601431</c:v>
                </c:pt>
                <c:pt idx="4319">
                  <c:v>10883427</c:v>
                </c:pt>
                <c:pt idx="4320">
                  <c:v>11027685</c:v>
                </c:pt>
                <c:pt idx="4321">
                  <c:v>11082653</c:v>
                </c:pt>
                <c:pt idx="4322">
                  <c:v>11105954</c:v>
                </c:pt>
                <c:pt idx="4323">
                  <c:v>10185198</c:v>
                </c:pt>
                <c:pt idx="4324">
                  <c:v>10052909</c:v>
                </c:pt>
                <c:pt idx="4325">
                  <c:v>9955382</c:v>
                </c:pt>
                <c:pt idx="4326">
                  <c:v>9385318</c:v>
                </c:pt>
                <c:pt idx="4327">
                  <c:v>9240571</c:v>
                </c:pt>
                <c:pt idx="4328">
                  <c:v>9336250</c:v>
                </c:pt>
                <c:pt idx="4329">
                  <c:v>10082604</c:v>
                </c:pt>
                <c:pt idx="4330">
                  <c:v>10278186</c:v>
                </c:pt>
                <c:pt idx="4331">
                  <c:v>10610858</c:v>
                </c:pt>
                <c:pt idx="4332">
                  <c:v>10967010</c:v>
                </c:pt>
                <c:pt idx="4333">
                  <c:v>10839389</c:v>
                </c:pt>
                <c:pt idx="4334">
                  <c:v>10969589</c:v>
                </c:pt>
                <c:pt idx="4335">
                  <c:v>11144453</c:v>
                </c:pt>
                <c:pt idx="4336">
                  <c:v>11348282</c:v>
                </c:pt>
                <c:pt idx="4337">
                  <c:v>11037789</c:v>
                </c:pt>
                <c:pt idx="4338">
                  <c:v>11336471</c:v>
                </c:pt>
                <c:pt idx="4339">
                  <c:v>11145026</c:v>
                </c:pt>
                <c:pt idx="4340">
                  <c:v>10687098</c:v>
                </c:pt>
                <c:pt idx="4341">
                  <c:v>10506114</c:v>
                </c:pt>
                <c:pt idx="4342">
                  <c:v>10143313</c:v>
                </c:pt>
                <c:pt idx="4343">
                  <c:v>9726576</c:v>
                </c:pt>
                <c:pt idx="4344">
                  <c:v>9681123</c:v>
                </c:pt>
                <c:pt idx="4345">
                  <c:v>10052548</c:v>
                </c:pt>
                <c:pt idx="4346">
                  <c:v>10137563</c:v>
                </c:pt>
                <c:pt idx="4347">
                  <c:v>10044815</c:v>
                </c:pt>
                <c:pt idx="4348">
                  <c:v>9872984</c:v>
                </c:pt>
                <c:pt idx="4349">
                  <c:v>9617374</c:v>
                </c:pt>
                <c:pt idx="4350">
                  <c:v>9567797</c:v>
                </c:pt>
                <c:pt idx="4351">
                  <c:v>9574955</c:v>
                </c:pt>
                <c:pt idx="4352">
                  <c:v>9735891</c:v>
                </c:pt>
                <c:pt idx="4353">
                  <c:v>9759495</c:v>
                </c:pt>
                <c:pt idx="4354">
                  <c:v>9796333</c:v>
                </c:pt>
                <c:pt idx="4355">
                  <c:v>9986574</c:v>
                </c:pt>
                <c:pt idx="4356">
                  <c:v>10485885</c:v>
                </c:pt>
                <c:pt idx="4357">
                  <c:v>10070074</c:v>
                </c:pt>
                <c:pt idx="4358">
                  <c:v>10381920</c:v>
                </c:pt>
                <c:pt idx="4359">
                  <c:v>10631438</c:v>
                </c:pt>
                <c:pt idx="4360">
                  <c:v>10628331</c:v>
                </c:pt>
                <c:pt idx="4361">
                  <c:v>10789821</c:v>
                </c:pt>
                <c:pt idx="4362">
                  <c:v>10578868</c:v>
                </c:pt>
                <c:pt idx="4363">
                  <c:v>10805466</c:v>
                </c:pt>
                <c:pt idx="4364">
                  <c:v>10967871</c:v>
                </c:pt>
                <c:pt idx="4365">
                  <c:v>10713098</c:v>
                </c:pt>
                <c:pt idx="4366">
                  <c:v>10651083</c:v>
                </c:pt>
                <c:pt idx="4367">
                  <c:v>10363624</c:v>
                </c:pt>
                <c:pt idx="4368">
                  <c:v>10263839</c:v>
                </c:pt>
                <c:pt idx="4369">
                  <c:v>10026310</c:v>
                </c:pt>
                <c:pt idx="4370">
                  <c:v>9833350</c:v>
                </c:pt>
                <c:pt idx="4371">
                  <c:v>9494783</c:v>
                </c:pt>
                <c:pt idx="4372">
                  <c:v>9271896</c:v>
                </c:pt>
                <c:pt idx="4373">
                  <c:v>9167654</c:v>
                </c:pt>
                <c:pt idx="4374">
                  <c:v>8970118</c:v>
                </c:pt>
                <c:pt idx="4375">
                  <c:v>9050737</c:v>
                </c:pt>
                <c:pt idx="4376">
                  <c:v>8887069</c:v>
                </c:pt>
                <c:pt idx="4377">
                  <c:v>8736343</c:v>
                </c:pt>
                <c:pt idx="4378">
                  <c:v>9387310</c:v>
                </c:pt>
                <c:pt idx="4379">
                  <c:v>9612526</c:v>
                </c:pt>
                <c:pt idx="4380">
                  <c:v>9602943</c:v>
                </c:pt>
                <c:pt idx="4381">
                  <c:v>9102430</c:v>
                </c:pt>
                <c:pt idx="4382">
                  <c:v>9437672</c:v>
                </c:pt>
                <c:pt idx="4383">
                  <c:v>9265288</c:v>
                </c:pt>
                <c:pt idx="4384">
                  <c:v>9155538</c:v>
                </c:pt>
                <c:pt idx="4385">
                  <c:v>9039366</c:v>
                </c:pt>
                <c:pt idx="4386">
                  <c:v>8977517</c:v>
                </c:pt>
                <c:pt idx="4387">
                  <c:v>9026382</c:v>
                </c:pt>
                <c:pt idx="4388">
                  <c:v>9097188</c:v>
                </c:pt>
                <c:pt idx="4389">
                  <c:v>8912751</c:v>
                </c:pt>
                <c:pt idx="4390">
                  <c:v>9069230</c:v>
                </c:pt>
                <c:pt idx="4391">
                  <c:v>9427159</c:v>
                </c:pt>
                <c:pt idx="4392">
                  <c:v>9357545</c:v>
                </c:pt>
                <c:pt idx="4393">
                  <c:v>9576765</c:v>
                </c:pt>
                <c:pt idx="4394">
                  <c:v>9619279</c:v>
                </c:pt>
                <c:pt idx="4395">
                  <c:v>9724965</c:v>
                </c:pt>
                <c:pt idx="4396">
                  <c:v>9451956</c:v>
                </c:pt>
                <c:pt idx="4397">
                  <c:v>8986256</c:v>
                </c:pt>
                <c:pt idx="4398">
                  <c:v>9115642</c:v>
                </c:pt>
                <c:pt idx="4399">
                  <c:v>9270655</c:v>
                </c:pt>
                <c:pt idx="4400">
                  <c:v>8994709</c:v>
                </c:pt>
                <c:pt idx="4401">
                  <c:v>8702276</c:v>
                </c:pt>
                <c:pt idx="4402">
                  <c:v>8627226</c:v>
                </c:pt>
                <c:pt idx="4403">
                  <c:v>8972046</c:v>
                </c:pt>
                <c:pt idx="4404">
                  <c:v>8959548</c:v>
                </c:pt>
                <c:pt idx="4405">
                  <c:v>8845623</c:v>
                </c:pt>
                <c:pt idx="4406">
                  <c:v>8872207</c:v>
                </c:pt>
                <c:pt idx="4407">
                  <c:v>8781929</c:v>
                </c:pt>
                <c:pt idx="4408">
                  <c:v>8811772</c:v>
                </c:pt>
                <c:pt idx="4409">
                  <c:v>8696557</c:v>
                </c:pt>
                <c:pt idx="4410">
                  <c:v>8439973</c:v>
                </c:pt>
                <c:pt idx="4411">
                  <c:v>8226872</c:v>
                </c:pt>
                <c:pt idx="4412">
                  <c:v>8104895</c:v>
                </c:pt>
                <c:pt idx="4413">
                  <c:v>8132677</c:v>
                </c:pt>
                <c:pt idx="4414">
                  <c:v>8102406</c:v>
                </c:pt>
                <c:pt idx="4415">
                  <c:v>8030421</c:v>
                </c:pt>
                <c:pt idx="4416">
                  <c:v>8115014</c:v>
                </c:pt>
                <c:pt idx="4417">
                  <c:v>8260865</c:v>
                </c:pt>
                <c:pt idx="4418">
                  <c:v>8353310</c:v>
                </c:pt>
                <c:pt idx="4419">
                  <c:v>8446541</c:v>
                </c:pt>
                <c:pt idx="4420">
                  <c:v>8536086</c:v>
                </c:pt>
                <c:pt idx="4421">
                  <c:v>8601196</c:v>
                </c:pt>
                <c:pt idx="4422">
                  <c:v>8751406</c:v>
                </c:pt>
                <c:pt idx="4423">
                  <c:v>8765910</c:v>
                </c:pt>
                <c:pt idx="4424">
                  <c:v>8842002</c:v>
                </c:pt>
                <c:pt idx="4425">
                  <c:v>8707823</c:v>
                </c:pt>
                <c:pt idx="4426">
                  <c:v>8858369</c:v>
                </c:pt>
                <c:pt idx="4427">
                  <c:v>8783298</c:v>
                </c:pt>
                <c:pt idx="4428">
                  <c:v>8894685</c:v>
                </c:pt>
                <c:pt idx="4429">
                  <c:v>9033528</c:v>
                </c:pt>
                <c:pt idx="4430">
                  <c:v>8941090</c:v>
                </c:pt>
                <c:pt idx="4431">
                  <c:v>8870605</c:v>
                </c:pt>
                <c:pt idx="4432">
                  <c:v>9041815</c:v>
                </c:pt>
                <c:pt idx="4433">
                  <c:v>9567610</c:v>
                </c:pt>
                <c:pt idx="4434">
                  <c:v>9475035</c:v>
                </c:pt>
                <c:pt idx="4435">
                  <c:v>9582327</c:v>
                </c:pt>
                <c:pt idx="4436">
                  <c:v>9309566</c:v>
                </c:pt>
                <c:pt idx="4437">
                  <c:v>9279375</c:v>
                </c:pt>
                <c:pt idx="4438">
                  <c:v>9369608</c:v>
                </c:pt>
                <c:pt idx="4439">
                  <c:v>9060439</c:v>
                </c:pt>
                <c:pt idx="4440">
                  <c:v>9351823</c:v>
                </c:pt>
                <c:pt idx="4441">
                  <c:v>9332995</c:v>
                </c:pt>
                <c:pt idx="4442">
                  <c:v>9494957</c:v>
                </c:pt>
                <c:pt idx="4443">
                  <c:v>9613613</c:v>
                </c:pt>
                <c:pt idx="4444">
                  <c:v>9550161</c:v>
                </c:pt>
                <c:pt idx="4445">
                  <c:v>9565751</c:v>
                </c:pt>
                <c:pt idx="4446">
                  <c:v>9705929</c:v>
                </c:pt>
                <c:pt idx="4447">
                  <c:v>9798141</c:v>
                </c:pt>
                <c:pt idx="4448">
                  <c:v>9724896</c:v>
                </c:pt>
                <c:pt idx="4449">
                  <c:v>9540846</c:v>
                </c:pt>
                <c:pt idx="4450">
                  <c:v>9685409</c:v>
                </c:pt>
                <c:pt idx="4451">
                  <c:v>9558126</c:v>
                </c:pt>
                <c:pt idx="4452">
                  <c:v>9704582</c:v>
                </c:pt>
                <c:pt idx="4453">
                  <c:v>9402056</c:v>
                </c:pt>
                <c:pt idx="4454">
                  <c:v>9115960</c:v>
                </c:pt>
                <c:pt idx="4455">
                  <c:v>9170435</c:v>
                </c:pt>
                <c:pt idx="4456">
                  <c:v>9253150</c:v>
                </c:pt>
                <c:pt idx="4457">
                  <c:v>9254278</c:v>
                </c:pt>
                <c:pt idx="4458">
                  <c:v>9400283</c:v>
                </c:pt>
                <c:pt idx="4459">
                  <c:v>9469884</c:v>
                </c:pt>
                <c:pt idx="4460">
                  <c:v>9506536</c:v>
                </c:pt>
                <c:pt idx="4461">
                  <c:v>9729210</c:v>
                </c:pt>
                <c:pt idx="4462">
                  <c:v>9719640</c:v>
                </c:pt>
                <c:pt idx="4463">
                  <c:v>9781951</c:v>
                </c:pt>
                <c:pt idx="4464">
                  <c:v>9903842</c:v>
                </c:pt>
                <c:pt idx="4465">
                  <c:v>9872750</c:v>
                </c:pt>
                <c:pt idx="4466">
                  <c:v>10204706</c:v>
                </c:pt>
                <c:pt idx="4467">
                  <c:v>10352261</c:v>
                </c:pt>
                <c:pt idx="4468">
                  <c:v>10400740</c:v>
                </c:pt>
                <c:pt idx="4469">
                  <c:v>10314372</c:v>
                </c:pt>
                <c:pt idx="4470">
                  <c:v>10240338</c:v>
                </c:pt>
                <c:pt idx="4471">
                  <c:v>9995033</c:v>
                </c:pt>
                <c:pt idx="4472">
                  <c:v>10300107</c:v>
                </c:pt>
                <c:pt idx="4473">
                  <c:v>10497428</c:v>
                </c:pt>
                <c:pt idx="4474">
                  <c:v>10446876</c:v>
                </c:pt>
                <c:pt idx="4475">
                  <c:v>10030722</c:v>
                </c:pt>
                <c:pt idx="4476">
                  <c:v>10477089</c:v>
                </c:pt>
                <c:pt idx="4477">
                  <c:v>10452085</c:v>
                </c:pt>
                <c:pt idx="4478">
                  <c:v>10587136</c:v>
                </c:pt>
                <c:pt idx="4479">
                  <c:v>10787427</c:v>
                </c:pt>
                <c:pt idx="4480">
                  <c:v>10959088</c:v>
                </c:pt>
                <c:pt idx="4481">
                  <c:v>11216322</c:v>
                </c:pt>
                <c:pt idx="4482">
                  <c:v>11340544</c:v>
                </c:pt>
                <c:pt idx="4483">
                  <c:v>11389237</c:v>
                </c:pt>
                <c:pt idx="4484">
                  <c:v>11353014</c:v>
                </c:pt>
                <c:pt idx="4485">
                  <c:v>10669798</c:v>
                </c:pt>
                <c:pt idx="4486">
                  <c:v>10718840</c:v>
                </c:pt>
                <c:pt idx="4487">
                  <c:v>10537642</c:v>
                </c:pt>
                <c:pt idx="4488">
                  <c:v>10823803</c:v>
                </c:pt>
                <c:pt idx="4489">
                  <c:v>10941641</c:v>
                </c:pt>
                <c:pt idx="4490">
                  <c:v>11004977</c:v>
                </c:pt>
                <c:pt idx="4491">
                  <c:v>10815612</c:v>
                </c:pt>
                <c:pt idx="4492">
                  <c:v>10708004</c:v>
                </c:pt>
                <c:pt idx="4493">
                  <c:v>10749238</c:v>
                </c:pt>
                <c:pt idx="4494">
                  <c:v>11022300</c:v>
                </c:pt>
                <c:pt idx="4495">
                  <c:v>11182414</c:v>
                </c:pt>
                <c:pt idx="4496">
                  <c:v>11238190</c:v>
                </c:pt>
                <c:pt idx="4497">
                  <c:v>11078939</c:v>
                </c:pt>
                <c:pt idx="4498">
                  <c:v>11171678</c:v>
                </c:pt>
                <c:pt idx="4499">
                  <c:v>11049830</c:v>
                </c:pt>
                <c:pt idx="4500">
                  <c:v>10821224</c:v>
                </c:pt>
                <c:pt idx="4501">
                  <c:v>11025612</c:v>
                </c:pt>
                <c:pt idx="4502">
                  <c:v>10556725</c:v>
                </c:pt>
                <c:pt idx="4503">
                  <c:v>10341795</c:v>
                </c:pt>
                <c:pt idx="4504">
                  <c:v>10407443</c:v>
                </c:pt>
                <c:pt idx="4505">
                  <c:v>10694644</c:v>
                </c:pt>
                <c:pt idx="4506">
                  <c:v>10683046</c:v>
                </c:pt>
                <c:pt idx="4507">
                  <c:v>10759554</c:v>
                </c:pt>
                <c:pt idx="4508">
                  <c:v>10982333</c:v>
                </c:pt>
                <c:pt idx="4509">
                  <c:v>10512976</c:v>
                </c:pt>
                <c:pt idx="4510">
                  <c:v>10457585</c:v>
                </c:pt>
                <c:pt idx="4511">
                  <c:v>10275047</c:v>
                </c:pt>
                <c:pt idx="4512">
                  <c:v>10022079</c:v>
                </c:pt>
                <c:pt idx="4513">
                  <c:v>9955159</c:v>
                </c:pt>
                <c:pt idx="4514">
                  <c:v>9835309</c:v>
                </c:pt>
                <c:pt idx="4515">
                  <c:v>9561687</c:v>
                </c:pt>
                <c:pt idx="4516">
                  <c:v>9528847</c:v>
                </c:pt>
                <c:pt idx="4517">
                  <c:v>9695490</c:v>
                </c:pt>
                <c:pt idx="4518">
                  <c:v>9429145</c:v>
                </c:pt>
                <c:pt idx="4519">
                  <c:v>9189730</c:v>
                </c:pt>
                <c:pt idx="4520">
                  <c:v>9178328</c:v>
                </c:pt>
                <c:pt idx="4521">
                  <c:v>9161273</c:v>
                </c:pt>
                <c:pt idx="4522">
                  <c:v>8963159</c:v>
                </c:pt>
                <c:pt idx="4523">
                  <c:v>9167001</c:v>
                </c:pt>
                <c:pt idx="4524">
                  <c:v>9167617</c:v>
                </c:pt>
                <c:pt idx="4525">
                  <c:v>9388730</c:v>
                </c:pt>
                <c:pt idx="4526">
                  <c:v>9408668</c:v>
                </c:pt>
                <c:pt idx="4527">
                  <c:v>9151757</c:v>
                </c:pt>
                <c:pt idx="4528">
                  <c:v>9196689</c:v>
                </c:pt>
                <c:pt idx="4529">
                  <c:v>9127524</c:v>
                </c:pt>
                <c:pt idx="4530">
                  <c:v>9306619</c:v>
                </c:pt>
                <c:pt idx="4531">
                  <c:v>8993266</c:v>
                </c:pt>
                <c:pt idx="4532">
                  <c:v>9046037</c:v>
                </c:pt>
                <c:pt idx="4533">
                  <c:v>9523395</c:v>
                </c:pt>
                <c:pt idx="4534">
                  <c:v>9541814</c:v>
                </c:pt>
                <c:pt idx="4535">
                  <c:v>9699687</c:v>
                </c:pt>
                <c:pt idx="4536">
                  <c:v>9284973</c:v>
                </c:pt>
                <c:pt idx="4537">
                  <c:v>9512862</c:v>
                </c:pt>
                <c:pt idx="4538">
                  <c:v>9237344</c:v>
                </c:pt>
                <c:pt idx="4539">
                  <c:v>9173570</c:v>
                </c:pt>
                <c:pt idx="4540">
                  <c:v>9381778</c:v>
                </c:pt>
                <c:pt idx="4541">
                  <c:v>9581413</c:v>
                </c:pt>
                <c:pt idx="4542">
                  <c:v>9875351</c:v>
                </c:pt>
                <c:pt idx="4543">
                  <c:v>9680365</c:v>
                </c:pt>
                <c:pt idx="4544">
                  <c:v>9548224</c:v>
                </c:pt>
                <c:pt idx="4545">
                  <c:v>9568133</c:v>
                </c:pt>
                <c:pt idx="4546">
                  <c:v>9210352</c:v>
                </c:pt>
                <c:pt idx="4547">
                  <c:v>9209776</c:v>
                </c:pt>
                <c:pt idx="4548">
                  <c:v>9561588</c:v>
                </c:pt>
                <c:pt idx="4549">
                  <c:v>9748019</c:v>
                </c:pt>
                <c:pt idx="4550">
                  <c:v>9692044</c:v>
                </c:pt>
                <c:pt idx="4551">
                  <c:v>9248492</c:v>
                </c:pt>
                <c:pt idx="4552">
                  <c:v>9645656</c:v>
                </c:pt>
                <c:pt idx="4553">
                  <c:v>9550065</c:v>
                </c:pt>
                <c:pt idx="4554">
                  <c:v>9771113</c:v>
                </c:pt>
                <c:pt idx="4555">
                  <c:v>9927808</c:v>
                </c:pt>
                <c:pt idx="4556">
                  <c:v>9711192</c:v>
                </c:pt>
                <c:pt idx="4557">
                  <c:v>9698545</c:v>
                </c:pt>
                <c:pt idx="4558">
                  <c:v>9726749</c:v>
                </c:pt>
                <c:pt idx="4559">
                  <c:v>10008618</c:v>
                </c:pt>
                <c:pt idx="4560">
                  <c:v>10011859</c:v>
                </c:pt>
                <c:pt idx="4561">
                  <c:v>10069553</c:v>
                </c:pt>
                <c:pt idx="4562">
                  <c:v>9667120</c:v>
                </c:pt>
                <c:pt idx="4563">
                  <c:v>9886916</c:v>
                </c:pt>
                <c:pt idx="4564">
                  <c:v>9923340</c:v>
                </c:pt>
                <c:pt idx="4565">
                  <c:v>9865050</c:v>
                </c:pt>
                <c:pt idx="4566">
                  <c:v>9732150</c:v>
                </c:pt>
                <c:pt idx="4567">
                  <c:v>9758632</c:v>
                </c:pt>
                <c:pt idx="4568">
                  <c:v>9831488</c:v>
                </c:pt>
                <c:pt idx="4569">
                  <c:v>9904344</c:v>
                </c:pt>
                <c:pt idx="4570">
                  <c:v>9904373</c:v>
                </c:pt>
                <c:pt idx="4571">
                  <c:v>10052474</c:v>
                </c:pt>
                <c:pt idx="4572">
                  <c:v>9977406</c:v>
                </c:pt>
                <c:pt idx="4573">
                  <c:v>9831561</c:v>
                </c:pt>
                <c:pt idx="4574">
                  <c:v>10129476</c:v>
                </c:pt>
                <c:pt idx="4575">
                  <c:v>9984353</c:v>
                </c:pt>
                <c:pt idx="4576">
                  <c:v>9508721</c:v>
                </c:pt>
                <c:pt idx="4577">
                  <c:v>9736588</c:v>
                </c:pt>
                <c:pt idx="4578">
                  <c:v>10104558</c:v>
                </c:pt>
                <c:pt idx="4579">
                  <c:v>10389536</c:v>
                </c:pt>
                <c:pt idx="4580">
                  <c:v>10350993</c:v>
                </c:pt>
                <c:pt idx="4581">
                  <c:v>10439984</c:v>
                </c:pt>
                <c:pt idx="4582">
                  <c:v>10758380</c:v>
                </c:pt>
                <c:pt idx="4583">
                  <c:v>10743238</c:v>
                </c:pt>
                <c:pt idx="4584">
                  <c:v>11251672</c:v>
                </c:pt>
                <c:pt idx="4585">
                  <c:v>11521749</c:v>
                </c:pt>
                <c:pt idx="4586">
                  <c:v>11688863</c:v>
                </c:pt>
                <c:pt idx="4587">
                  <c:v>11610557</c:v>
                </c:pt>
                <c:pt idx="4588">
                  <c:v>11575123</c:v>
                </c:pt>
                <c:pt idx="4589">
                  <c:v>11539565</c:v>
                </c:pt>
                <c:pt idx="4590">
                  <c:v>11323065</c:v>
                </c:pt>
                <c:pt idx="4591">
                  <c:v>11470443</c:v>
                </c:pt>
                <c:pt idx="4592">
                  <c:v>11350497</c:v>
                </c:pt>
                <c:pt idx="4593">
                  <c:v>11493824</c:v>
                </c:pt>
                <c:pt idx="4594">
                  <c:v>11303335</c:v>
                </c:pt>
                <c:pt idx="4595">
                  <c:v>10827719</c:v>
                </c:pt>
                <c:pt idx="4596">
                  <c:v>11187438</c:v>
                </c:pt>
                <c:pt idx="4597">
                  <c:v>11132561</c:v>
                </c:pt>
                <c:pt idx="4598">
                  <c:v>11388716</c:v>
                </c:pt>
                <c:pt idx="4599">
                  <c:v>11297678</c:v>
                </c:pt>
                <c:pt idx="4600">
                  <c:v>11081178</c:v>
                </c:pt>
                <c:pt idx="4601">
                  <c:v>11326431</c:v>
                </c:pt>
                <c:pt idx="4602">
                  <c:v>11426793</c:v>
                </c:pt>
                <c:pt idx="4603">
                  <c:v>11451991</c:v>
                </c:pt>
                <c:pt idx="4604">
                  <c:v>11648378</c:v>
                </c:pt>
                <c:pt idx="4605">
                  <c:v>11924221</c:v>
                </c:pt>
                <c:pt idx="4606">
                  <c:v>12147954</c:v>
                </c:pt>
                <c:pt idx="4607">
                  <c:v>12250605</c:v>
                </c:pt>
                <c:pt idx="4608">
                  <c:v>12624114</c:v>
                </c:pt>
                <c:pt idx="4609">
                  <c:v>12812666</c:v>
                </c:pt>
                <c:pt idx="4610">
                  <c:v>13240594</c:v>
                </c:pt>
                <c:pt idx="4611">
                  <c:v>13309481</c:v>
                </c:pt>
                <c:pt idx="4612">
                  <c:v>12689007</c:v>
                </c:pt>
                <c:pt idx="4613">
                  <c:v>13298200</c:v>
                </c:pt>
                <c:pt idx="4614">
                  <c:v>13369973</c:v>
                </c:pt>
                <c:pt idx="4615">
                  <c:v>13277477</c:v>
                </c:pt>
                <c:pt idx="4616">
                  <c:v>13394064</c:v>
                </c:pt>
                <c:pt idx="4617">
                  <c:v>13130631</c:v>
                </c:pt>
                <c:pt idx="4618">
                  <c:v>13867473</c:v>
                </c:pt>
                <c:pt idx="4619">
                  <c:v>13367250</c:v>
                </c:pt>
                <c:pt idx="4620">
                  <c:v>13010482</c:v>
                </c:pt>
                <c:pt idx="4621">
                  <c:v>12876646</c:v>
                </c:pt>
                <c:pt idx="4622">
                  <c:v>13129369</c:v>
                </c:pt>
                <c:pt idx="4623">
                  <c:v>13146614</c:v>
                </c:pt>
                <c:pt idx="4624">
                  <c:v>13234544</c:v>
                </c:pt>
                <c:pt idx="4625">
                  <c:v>12942263</c:v>
                </c:pt>
                <c:pt idx="4626">
                  <c:v>13481309</c:v>
                </c:pt>
                <c:pt idx="4627">
                  <c:v>13702852</c:v>
                </c:pt>
                <c:pt idx="4628">
                  <c:v>13556600</c:v>
                </c:pt>
                <c:pt idx="4629">
                  <c:v>13630530</c:v>
                </c:pt>
                <c:pt idx="4630">
                  <c:v>13613372</c:v>
                </c:pt>
                <c:pt idx="4631">
                  <c:v>13338814</c:v>
                </c:pt>
                <c:pt idx="4632">
                  <c:v>13220498</c:v>
                </c:pt>
                <c:pt idx="4633">
                  <c:v>13151384</c:v>
                </c:pt>
                <c:pt idx="4634">
                  <c:v>13031593</c:v>
                </c:pt>
                <c:pt idx="4635">
                  <c:v>12999742</c:v>
                </c:pt>
                <c:pt idx="4636">
                  <c:v>12609651</c:v>
                </c:pt>
                <c:pt idx="4637">
                  <c:v>12547587</c:v>
                </c:pt>
                <c:pt idx="4638">
                  <c:v>12603401</c:v>
                </c:pt>
                <c:pt idx="4639">
                  <c:v>12692841</c:v>
                </c:pt>
                <c:pt idx="4640">
                  <c:v>12831734</c:v>
                </c:pt>
                <c:pt idx="4641">
                  <c:v>12170073</c:v>
                </c:pt>
                <c:pt idx="4642">
                  <c:v>12108441</c:v>
                </c:pt>
                <c:pt idx="4643">
                  <c:v>12576916</c:v>
                </c:pt>
                <c:pt idx="4644">
                  <c:v>12635528</c:v>
                </c:pt>
                <c:pt idx="4645">
                  <c:v>12527004</c:v>
                </c:pt>
                <c:pt idx="4646">
                  <c:v>12549374</c:v>
                </c:pt>
                <c:pt idx="4647">
                  <c:v>13106522</c:v>
                </c:pt>
                <c:pt idx="4648">
                  <c:v>12910960</c:v>
                </c:pt>
                <c:pt idx="4649">
                  <c:v>12940922</c:v>
                </c:pt>
                <c:pt idx="4650">
                  <c:v>13074642</c:v>
                </c:pt>
                <c:pt idx="4651">
                  <c:v>12584349</c:v>
                </c:pt>
                <c:pt idx="4652">
                  <c:v>12928435</c:v>
                </c:pt>
                <c:pt idx="4653">
                  <c:v>12910572</c:v>
                </c:pt>
                <c:pt idx="4654">
                  <c:v>12975149</c:v>
                </c:pt>
                <c:pt idx="4655">
                  <c:v>12728617</c:v>
                </c:pt>
                <c:pt idx="4656">
                  <c:v>12836974</c:v>
                </c:pt>
                <c:pt idx="4657">
                  <c:v>13251275</c:v>
                </c:pt>
                <c:pt idx="4658">
                  <c:v>13204919</c:v>
                </c:pt>
                <c:pt idx="4659">
                  <c:v>13091914</c:v>
                </c:pt>
                <c:pt idx="4660">
                  <c:v>13275666</c:v>
                </c:pt>
                <c:pt idx="4661">
                  <c:v>13039773</c:v>
                </c:pt>
                <c:pt idx="4662">
                  <c:v>13117019</c:v>
                </c:pt>
                <c:pt idx="4663">
                  <c:v>13212634</c:v>
                </c:pt>
                <c:pt idx="4664">
                  <c:v>13938074</c:v>
                </c:pt>
                <c:pt idx="4665">
                  <c:v>14790841</c:v>
                </c:pt>
                <c:pt idx="4666">
                  <c:v>14021371</c:v>
                </c:pt>
                <c:pt idx="4667">
                  <c:v>13751724</c:v>
                </c:pt>
                <c:pt idx="4668">
                  <c:v>13014456</c:v>
                </c:pt>
                <c:pt idx="4669">
                  <c:v>13782753</c:v>
                </c:pt>
                <c:pt idx="4670">
                  <c:v>13649861</c:v>
                </c:pt>
                <c:pt idx="4671">
                  <c:v>13234728</c:v>
                </c:pt>
                <c:pt idx="4672">
                  <c:v>13341664</c:v>
                </c:pt>
                <c:pt idx="4673">
                  <c:v>13578065</c:v>
                </c:pt>
                <c:pt idx="4674">
                  <c:v>13486942</c:v>
                </c:pt>
                <c:pt idx="4675">
                  <c:v>13700295</c:v>
                </c:pt>
                <c:pt idx="4676">
                  <c:v>14492518</c:v>
                </c:pt>
                <c:pt idx="4677">
                  <c:v>14580720</c:v>
                </c:pt>
                <c:pt idx="4678">
                  <c:v>14555935</c:v>
                </c:pt>
                <c:pt idx="4679">
                  <c:v>15256989</c:v>
                </c:pt>
                <c:pt idx="4680">
                  <c:v>15704471</c:v>
                </c:pt>
                <c:pt idx="4681">
                  <c:v>15625097</c:v>
                </c:pt>
                <c:pt idx="4682">
                  <c:v>15576819</c:v>
                </c:pt>
                <c:pt idx="4683">
                  <c:v>15743940</c:v>
                </c:pt>
                <c:pt idx="4684">
                  <c:v>15411754</c:v>
                </c:pt>
                <c:pt idx="4685">
                  <c:v>15185936</c:v>
                </c:pt>
                <c:pt idx="4686">
                  <c:v>15563808</c:v>
                </c:pt>
                <c:pt idx="4687">
                  <c:v>15769446</c:v>
                </c:pt>
                <c:pt idx="4688">
                  <c:v>15336687</c:v>
                </c:pt>
                <c:pt idx="4689">
                  <c:v>15523858</c:v>
                </c:pt>
                <c:pt idx="4690">
                  <c:v>15590057</c:v>
                </c:pt>
                <c:pt idx="4691">
                  <c:v>15178226</c:v>
                </c:pt>
                <c:pt idx="4692">
                  <c:v>15326284</c:v>
                </c:pt>
                <c:pt idx="4693">
                  <c:v>15427088</c:v>
                </c:pt>
                <c:pt idx="4694">
                  <c:v>14873669</c:v>
                </c:pt>
                <c:pt idx="4695">
                  <c:v>14972989</c:v>
                </c:pt>
                <c:pt idx="4696">
                  <c:v>14690866</c:v>
                </c:pt>
                <c:pt idx="4697">
                  <c:v>14337390</c:v>
                </c:pt>
                <c:pt idx="4698">
                  <c:v>14178313</c:v>
                </c:pt>
                <c:pt idx="4699">
                  <c:v>14015318</c:v>
                </c:pt>
                <c:pt idx="4700">
                  <c:v>14592389</c:v>
                </c:pt>
                <c:pt idx="4701">
                  <c:v>14982198</c:v>
                </c:pt>
                <c:pt idx="4702">
                  <c:v>15097260</c:v>
                </c:pt>
                <c:pt idx="4703">
                  <c:v>15351934</c:v>
                </c:pt>
                <c:pt idx="4704">
                  <c:v>14964506</c:v>
                </c:pt>
                <c:pt idx="4705">
                  <c:v>15150458</c:v>
                </c:pt>
                <c:pt idx="4706">
                  <c:v>15761113</c:v>
                </c:pt>
                <c:pt idx="4707">
                  <c:v>15663132</c:v>
                </c:pt>
                <c:pt idx="4708">
                  <c:v>15035182</c:v>
                </c:pt>
                <c:pt idx="4709">
                  <c:v>14032679</c:v>
                </c:pt>
                <c:pt idx="4710">
                  <c:v>13988376</c:v>
                </c:pt>
                <c:pt idx="4711">
                  <c:v>14034402</c:v>
                </c:pt>
                <c:pt idx="4712">
                  <c:v>14348280</c:v>
                </c:pt>
                <c:pt idx="4713">
                  <c:v>14222791</c:v>
                </c:pt>
                <c:pt idx="4714">
                  <c:v>14308248</c:v>
                </c:pt>
                <c:pt idx="4715">
                  <c:v>14100816</c:v>
                </c:pt>
                <c:pt idx="4716">
                  <c:v>14060712</c:v>
                </c:pt>
                <c:pt idx="4717">
                  <c:v>13825201</c:v>
                </c:pt>
                <c:pt idx="4718">
                  <c:v>13183146</c:v>
                </c:pt>
                <c:pt idx="4719">
                  <c:v>13175864</c:v>
                </c:pt>
                <c:pt idx="4720">
                  <c:v>12850748</c:v>
                </c:pt>
                <c:pt idx="4721">
                  <c:v>12749501</c:v>
                </c:pt>
                <c:pt idx="4722">
                  <c:v>12666359</c:v>
                </c:pt>
                <c:pt idx="4723">
                  <c:v>12517394</c:v>
                </c:pt>
                <c:pt idx="4724">
                  <c:v>12503666</c:v>
                </c:pt>
                <c:pt idx="4725">
                  <c:v>12398976</c:v>
                </c:pt>
                <c:pt idx="4726">
                  <c:v>12246740</c:v>
                </c:pt>
                <c:pt idx="4727">
                  <c:v>12318066</c:v>
                </c:pt>
                <c:pt idx="4728">
                  <c:v>12291589</c:v>
                </c:pt>
                <c:pt idx="4729">
                  <c:v>12155879</c:v>
                </c:pt>
                <c:pt idx="4730">
                  <c:v>12251948</c:v>
                </c:pt>
                <c:pt idx="4731">
                  <c:v>12247915</c:v>
                </c:pt>
                <c:pt idx="4732">
                  <c:v>11969658</c:v>
                </c:pt>
                <c:pt idx="4733">
                  <c:v>11984068</c:v>
                </c:pt>
                <c:pt idx="4734">
                  <c:v>11799005</c:v>
                </c:pt>
                <c:pt idx="4735">
                  <c:v>11740200</c:v>
                </c:pt>
                <c:pt idx="4736">
                  <c:v>11480735</c:v>
                </c:pt>
                <c:pt idx="4737">
                  <c:v>11366965</c:v>
                </c:pt>
                <c:pt idx="4738">
                  <c:v>11486406</c:v>
                </c:pt>
                <c:pt idx="4739">
                  <c:v>11480977</c:v>
                </c:pt>
                <c:pt idx="4740">
                  <c:v>11366968</c:v>
                </c:pt>
                <c:pt idx="4741">
                  <c:v>11591041</c:v>
                </c:pt>
                <c:pt idx="4742">
                  <c:v>11831573</c:v>
                </c:pt>
                <c:pt idx="4743">
                  <c:v>11753141</c:v>
                </c:pt>
                <c:pt idx="4744">
                  <c:v>11445746</c:v>
                </c:pt>
                <c:pt idx="4745">
                  <c:v>11419325</c:v>
                </c:pt>
                <c:pt idx="4746">
                  <c:v>11563946</c:v>
                </c:pt>
                <c:pt idx="4747">
                  <c:v>11627816</c:v>
                </c:pt>
                <c:pt idx="4748">
                  <c:v>11599585</c:v>
                </c:pt>
                <c:pt idx="4749">
                  <c:v>11676413</c:v>
                </c:pt>
                <c:pt idx="4750">
                  <c:v>11235799</c:v>
                </c:pt>
                <c:pt idx="4751">
                  <c:v>10861289</c:v>
                </c:pt>
                <c:pt idx="4752">
                  <c:v>10747148</c:v>
                </c:pt>
                <c:pt idx="4753">
                  <c:v>10724532</c:v>
                </c:pt>
                <c:pt idx="4754">
                  <c:v>10451755</c:v>
                </c:pt>
                <c:pt idx="4755">
                  <c:v>10373985</c:v>
                </c:pt>
                <c:pt idx="4756">
                  <c:v>9824507</c:v>
                </c:pt>
                <c:pt idx="4757">
                  <c:v>9909907</c:v>
                </c:pt>
                <c:pt idx="4758">
                  <c:v>10412073</c:v>
                </c:pt>
                <c:pt idx="4759">
                  <c:v>9934565</c:v>
                </c:pt>
                <c:pt idx="4760">
                  <c:v>9961943</c:v>
                </c:pt>
                <c:pt idx="4761">
                  <c:v>9909658</c:v>
                </c:pt>
                <c:pt idx="4762">
                  <c:v>9822779</c:v>
                </c:pt>
                <c:pt idx="4763">
                  <c:v>9747058</c:v>
                </c:pt>
                <c:pt idx="4764">
                  <c:v>9697792</c:v>
                </c:pt>
                <c:pt idx="4765">
                  <c:v>9578953</c:v>
                </c:pt>
                <c:pt idx="4766">
                  <c:v>9556706</c:v>
                </c:pt>
                <c:pt idx="4767">
                  <c:v>9655318</c:v>
                </c:pt>
                <c:pt idx="4768">
                  <c:v>9470743</c:v>
                </c:pt>
                <c:pt idx="4769">
                  <c:v>9332449</c:v>
                </c:pt>
                <c:pt idx="4770">
                  <c:v>9129082</c:v>
                </c:pt>
                <c:pt idx="4771">
                  <c:v>9059397</c:v>
                </c:pt>
                <c:pt idx="4772">
                  <c:v>9194723</c:v>
                </c:pt>
                <c:pt idx="4773">
                  <c:v>9413060</c:v>
                </c:pt>
                <c:pt idx="4774">
                  <c:v>9169264</c:v>
                </c:pt>
                <c:pt idx="4775">
                  <c:v>9155389</c:v>
                </c:pt>
                <c:pt idx="4776">
                  <c:v>9140505</c:v>
                </c:pt>
                <c:pt idx="4777">
                  <c:v>9140734</c:v>
                </c:pt>
                <c:pt idx="4778">
                  <c:v>9282527</c:v>
                </c:pt>
                <c:pt idx="4779">
                  <c:v>9450447</c:v>
                </c:pt>
                <c:pt idx="4780">
                  <c:v>9485713</c:v>
                </c:pt>
                <c:pt idx="4781">
                  <c:v>9696170</c:v>
                </c:pt>
                <c:pt idx="4782">
                  <c:v>9736895</c:v>
                </c:pt>
                <c:pt idx="4783">
                  <c:v>9459136</c:v>
                </c:pt>
                <c:pt idx="4784">
                  <c:v>9383486</c:v>
                </c:pt>
                <c:pt idx="4785">
                  <c:v>9121800</c:v>
                </c:pt>
                <c:pt idx="4786">
                  <c:v>9160431</c:v>
                </c:pt>
                <c:pt idx="4787">
                  <c:v>9157838</c:v>
                </c:pt>
                <c:pt idx="4788">
                  <c:v>8989629</c:v>
                </c:pt>
                <c:pt idx="4789">
                  <c:v>8814831</c:v>
                </c:pt>
                <c:pt idx="4790">
                  <c:v>8777079</c:v>
                </c:pt>
                <c:pt idx="4791">
                  <c:v>8935708</c:v>
                </c:pt>
                <c:pt idx="4792">
                  <c:v>9111547</c:v>
                </c:pt>
                <c:pt idx="4793">
                  <c:v>8999008</c:v>
                </c:pt>
                <c:pt idx="4794">
                  <c:v>9011650</c:v>
                </c:pt>
                <c:pt idx="4795">
                  <c:v>8999996</c:v>
                </c:pt>
                <c:pt idx="4796">
                  <c:v>8931063</c:v>
                </c:pt>
                <c:pt idx="4797">
                  <c:v>8751751</c:v>
                </c:pt>
                <c:pt idx="4798">
                  <c:v>8417164</c:v>
                </c:pt>
                <c:pt idx="4799">
                  <c:v>8337621</c:v>
                </c:pt>
                <c:pt idx="4800">
                  <c:v>8571741</c:v>
                </c:pt>
                <c:pt idx="4801">
                  <c:v>8535821</c:v>
                </c:pt>
                <c:pt idx="4802">
                  <c:v>8664788</c:v>
                </c:pt>
                <c:pt idx="4803">
                  <c:v>8654433</c:v>
                </c:pt>
                <c:pt idx="4804">
                  <c:v>8533001</c:v>
                </c:pt>
                <c:pt idx="4805">
                  <c:v>8527556</c:v>
                </c:pt>
                <c:pt idx="4806">
                  <c:v>8704154</c:v>
                </c:pt>
                <c:pt idx="4807">
                  <c:v>8764622</c:v>
                </c:pt>
                <c:pt idx="4808">
                  <c:v>8652673</c:v>
                </c:pt>
                <c:pt idx="4809">
                  <c:v>8573496</c:v>
                </c:pt>
                <c:pt idx="4810">
                  <c:v>8641341</c:v>
                </c:pt>
                <c:pt idx="4811">
                  <c:v>8622517</c:v>
                </c:pt>
                <c:pt idx="4812">
                  <c:v>8611930</c:v>
                </c:pt>
                <c:pt idx="4813">
                  <c:v>8700393</c:v>
                </c:pt>
                <c:pt idx="4814">
                  <c:v>8658988</c:v>
                </c:pt>
                <c:pt idx="4815">
                  <c:v>8797900</c:v>
                </c:pt>
                <c:pt idx="4816">
                  <c:v>8879364</c:v>
                </c:pt>
                <c:pt idx="4817">
                  <c:v>8753841</c:v>
                </c:pt>
                <c:pt idx="4818">
                  <c:v>8870678</c:v>
                </c:pt>
                <c:pt idx="4819">
                  <c:v>8923076</c:v>
                </c:pt>
                <c:pt idx="4820">
                  <c:v>8942186</c:v>
                </c:pt>
                <c:pt idx="4821">
                  <c:v>8918052</c:v>
                </c:pt>
                <c:pt idx="4822">
                  <c:v>8561691</c:v>
                </c:pt>
                <c:pt idx="4823">
                  <c:v>8448888</c:v>
                </c:pt>
                <c:pt idx="4824">
                  <c:v>8961207</c:v>
                </c:pt>
                <c:pt idx="4825">
                  <c:v>9283870</c:v>
                </c:pt>
                <c:pt idx="4826">
                  <c:v>9185173</c:v>
                </c:pt>
                <c:pt idx="4827">
                  <c:v>9264653</c:v>
                </c:pt>
                <c:pt idx="4828">
                  <c:v>9286889</c:v>
                </c:pt>
                <c:pt idx="4829">
                  <c:v>9402736</c:v>
                </c:pt>
                <c:pt idx="4830">
                  <c:v>9442893</c:v>
                </c:pt>
                <c:pt idx="4831">
                  <c:v>9404238</c:v>
                </c:pt>
                <c:pt idx="4832">
                  <c:v>9284279</c:v>
                </c:pt>
                <c:pt idx="4833">
                  <c:v>9404457</c:v>
                </c:pt>
                <c:pt idx="4834">
                  <c:v>9483603</c:v>
                </c:pt>
                <c:pt idx="4835">
                  <c:v>9505412</c:v>
                </c:pt>
                <c:pt idx="4836">
                  <c:v>9512972</c:v>
                </c:pt>
                <c:pt idx="4837">
                  <c:v>9405837</c:v>
                </c:pt>
                <c:pt idx="4838">
                  <c:v>9335139</c:v>
                </c:pt>
                <c:pt idx="4839">
                  <c:v>9382202</c:v>
                </c:pt>
                <c:pt idx="4840">
                  <c:v>9471057</c:v>
                </c:pt>
                <c:pt idx="4841">
                  <c:v>9343303</c:v>
                </c:pt>
                <c:pt idx="4842">
                  <c:v>9223637</c:v>
                </c:pt>
                <c:pt idx="4843">
                  <c:v>9337799</c:v>
                </c:pt>
                <c:pt idx="4844">
                  <c:v>9581705</c:v>
                </c:pt>
                <c:pt idx="4845">
                  <c:v>9475087</c:v>
                </c:pt>
                <c:pt idx="4846">
                  <c:v>9342179</c:v>
                </c:pt>
                <c:pt idx="4847">
                  <c:v>9331043</c:v>
                </c:pt>
                <c:pt idx="4848">
                  <c:v>9681539</c:v>
                </c:pt>
                <c:pt idx="4849">
                  <c:v>9440849</c:v>
                </c:pt>
                <c:pt idx="4850">
                  <c:v>9457364</c:v>
                </c:pt>
                <c:pt idx="4851">
                  <c:v>9429451</c:v>
                </c:pt>
                <c:pt idx="4852">
                  <c:v>9365972</c:v>
                </c:pt>
                <c:pt idx="4853">
                  <c:v>9474055</c:v>
                </c:pt>
                <c:pt idx="4854">
                  <c:v>9527518</c:v>
                </c:pt>
                <c:pt idx="4855">
                  <c:v>9550997</c:v>
                </c:pt>
                <c:pt idx="4856">
                  <c:v>9574662</c:v>
                </c:pt>
                <c:pt idx="4857">
                  <c:v>9435611</c:v>
                </c:pt>
                <c:pt idx="4858">
                  <c:v>9464381</c:v>
                </c:pt>
                <c:pt idx="4859">
                  <c:v>9470637</c:v>
                </c:pt>
                <c:pt idx="4860">
                  <c:v>9613788</c:v>
                </c:pt>
                <c:pt idx="4861">
                  <c:v>9498686</c:v>
                </c:pt>
                <c:pt idx="4862">
                  <c:v>9399992</c:v>
                </c:pt>
                <c:pt idx="4863">
                  <c:v>9460571</c:v>
                </c:pt>
                <c:pt idx="4864">
                  <c:v>9641897</c:v>
                </c:pt>
                <c:pt idx="4865">
                  <c:v>9614849</c:v>
                </c:pt>
                <c:pt idx="4866">
                  <c:v>9766772</c:v>
                </c:pt>
                <c:pt idx="4867">
                  <c:v>9661894</c:v>
                </c:pt>
                <c:pt idx="4868">
                  <c:v>9870171</c:v>
                </c:pt>
                <c:pt idx="4869">
                  <c:v>9972566</c:v>
                </c:pt>
                <c:pt idx="4870">
                  <c:v>10182353</c:v>
                </c:pt>
                <c:pt idx="4871">
                  <c:v>10406832</c:v>
                </c:pt>
                <c:pt idx="4872">
                  <c:v>10190898</c:v>
                </c:pt>
                <c:pt idx="4873">
                  <c:v>10193466</c:v>
                </c:pt>
                <c:pt idx="4874">
                  <c:v>10205882</c:v>
                </c:pt>
                <c:pt idx="4875">
                  <c:v>10247166</c:v>
                </c:pt>
                <c:pt idx="4876">
                  <c:v>10240896</c:v>
                </c:pt>
                <c:pt idx="4877">
                  <c:v>10247563</c:v>
                </c:pt>
                <c:pt idx="4878">
                  <c:v>10528580</c:v>
                </c:pt>
                <c:pt idx="4879">
                  <c:v>10529813</c:v>
                </c:pt>
                <c:pt idx="4880">
                  <c:v>9878164</c:v>
                </c:pt>
                <c:pt idx="4881">
                  <c:v>9792927</c:v>
                </c:pt>
                <c:pt idx="4882">
                  <c:v>9279292</c:v>
                </c:pt>
                <c:pt idx="4883">
                  <c:v>9261338</c:v>
                </c:pt>
                <c:pt idx="4884">
                  <c:v>9333554</c:v>
                </c:pt>
                <c:pt idx="4885">
                  <c:v>9357622</c:v>
                </c:pt>
                <c:pt idx="4886">
                  <c:v>9595085</c:v>
                </c:pt>
                <c:pt idx="4887">
                  <c:v>9749419</c:v>
                </c:pt>
                <c:pt idx="4888">
                  <c:v>9907936</c:v>
                </c:pt>
                <c:pt idx="4889">
                  <c:v>9930393</c:v>
                </c:pt>
                <c:pt idx="4890">
                  <c:v>10134659</c:v>
                </c:pt>
                <c:pt idx="4891">
                  <c:v>10318996</c:v>
                </c:pt>
                <c:pt idx="4892">
                  <c:v>9958677</c:v>
                </c:pt>
                <c:pt idx="4893">
                  <c:v>9956395</c:v>
                </c:pt>
                <c:pt idx="4894">
                  <c:v>9755195</c:v>
                </c:pt>
                <c:pt idx="4895">
                  <c:v>9748700</c:v>
                </c:pt>
                <c:pt idx="4896">
                  <c:v>10002760</c:v>
                </c:pt>
                <c:pt idx="4897">
                  <c:v>9977250</c:v>
                </c:pt>
                <c:pt idx="4898">
                  <c:v>9954698</c:v>
                </c:pt>
                <c:pt idx="4899">
                  <c:v>9956627</c:v>
                </c:pt>
                <c:pt idx="4900">
                  <c:v>9926000</c:v>
                </c:pt>
                <c:pt idx="4901">
                  <c:v>9959833</c:v>
                </c:pt>
                <c:pt idx="4902">
                  <c:v>9832306</c:v>
                </c:pt>
                <c:pt idx="4903">
                  <c:v>9729463</c:v>
                </c:pt>
                <c:pt idx="4904">
                  <c:v>9437442</c:v>
                </c:pt>
                <c:pt idx="4905">
                  <c:v>9618528</c:v>
                </c:pt>
                <c:pt idx="4906">
                  <c:v>9415247</c:v>
                </c:pt>
                <c:pt idx="4907">
                  <c:v>9384402</c:v>
                </c:pt>
                <c:pt idx="4908">
                  <c:v>9350606</c:v>
                </c:pt>
                <c:pt idx="4909">
                  <c:v>9458985</c:v>
                </c:pt>
                <c:pt idx="4910">
                  <c:v>9678847</c:v>
                </c:pt>
                <c:pt idx="4911">
                  <c:v>9722973</c:v>
                </c:pt>
                <c:pt idx="4912">
                  <c:v>9788609</c:v>
                </c:pt>
                <c:pt idx="4913">
                  <c:v>9757658</c:v>
                </c:pt>
                <c:pt idx="4914">
                  <c:v>9490010</c:v>
                </c:pt>
                <c:pt idx="4915">
                  <c:v>9383891</c:v>
                </c:pt>
                <c:pt idx="4916">
                  <c:v>9467708</c:v>
                </c:pt>
                <c:pt idx="4917">
                  <c:v>9456843</c:v>
                </c:pt>
                <c:pt idx="4918">
                  <c:v>9606933</c:v>
                </c:pt>
                <c:pt idx="4919">
                  <c:v>9517423</c:v>
                </c:pt>
                <c:pt idx="4920">
                  <c:v>9410858</c:v>
                </c:pt>
                <c:pt idx="4921">
                  <c:v>9577645</c:v>
                </c:pt>
                <c:pt idx="4922">
                  <c:v>9564950</c:v>
                </c:pt>
                <c:pt idx="4923">
                  <c:v>9608539</c:v>
                </c:pt>
                <c:pt idx="4924">
                  <c:v>9695336</c:v>
                </c:pt>
                <c:pt idx="4925">
                  <c:v>9693411</c:v>
                </c:pt>
                <c:pt idx="4926">
                  <c:v>9663551</c:v>
                </c:pt>
                <c:pt idx="4927">
                  <c:v>9719467</c:v>
                </c:pt>
                <c:pt idx="4928">
                  <c:v>9603186</c:v>
                </c:pt>
                <c:pt idx="4929">
                  <c:v>9595545</c:v>
                </c:pt>
                <c:pt idx="4930">
                  <c:v>9425853</c:v>
                </c:pt>
                <c:pt idx="4931">
                  <c:v>9552190</c:v>
                </c:pt>
                <c:pt idx="4932">
                  <c:v>9664041</c:v>
                </c:pt>
                <c:pt idx="4933">
                  <c:v>9608217</c:v>
                </c:pt>
                <c:pt idx="4934">
                  <c:v>9766248</c:v>
                </c:pt>
                <c:pt idx="4935">
                  <c:v>9895010</c:v>
                </c:pt>
                <c:pt idx="4936">
                  <c:v>10212505</c:v>
                </c:pt>
                <c:pt idx="4937">
                  <c:v>10384253</c:v>
                </c:pt>
                <c:pt idx="4938">
                  <c:v>10718736</c:v>
                </c:pt>
                <c:pt idx="4939">
                  <c:v>10130915</c:v>
                </c:pt>
                <c:pt idx="4940">
                  <c:v>10026915</c:v>
                </c:pt>
                <c:pt idx="4941">
                  <c:v>10048253</c:v>
                </c:pt>
                <c:pt idx="4942">
                  <c:v>10231971</c:v>
                </c:pt>
                <c:pt idx="4943">
                  <c:v>10181482</c:v>
                </c:pt>
                <c:pt idx="4944">
                  <c:v>10287766</c:v>
                </c:pt>
                <c:pt idx="4945">
                  <c:v>10310356</c:v>
                </c:pt>
                <c:pt idx="4946">
                  <c:v>10238708</c:v>
                </c:pt>
                <c:pt idx="4947">
                  <c:v>9799729</c:v>
                </c:pt>
                <c:pt idx="4948">
                  <c:v>10176730</c:v>
                </c:pt>
                <c:pt idx="4949">
                  <c:v>9890307</c:v>
                </c:pt>
                <c:pt idx="4950">
                  <c:v>10047858</c:v>
                </c:pt>
                <c:pt idx="4951">
                  <c:v>10176728</c:v>
                </c:pt>
                <c:pt idx="4952">
                  <c:v>10069488</c:v>
                </c:pt>
                <c:pt idx="4953">
                  <c:v>10311061</c:v>
                </c:pt>
                <c:pt idx="4954">
                  <c:v>10433070</c:v>
                </c:pt>
                <c:pt idx="4955">
                  <c:v>10235954</c:v>
                </c:pt>
                <c:pt idx="4956">
                  <c:v>10175639</c:v>
                </c:pt>
                <c:pt idx="4957">
                  <c:v>10318495</c:v>
                </c:pt>
                <c:pt idx="4958">
                  <c:v>10407236</c:v>
                </c:pt>
                <c:pt idx="4959">
                  <c:v>10517563</c:v>
                </c:pt>
                <c:pt idx="4960">
                  <c:v>10636683</c:v>
                </c:pt>
                <c:pt idx="4961">
                  <c:v>10960781</c:v>
                </c:pt>
                <c:pt idx="4962">
                  <c:v>11098312</c:v>
                </c:pt>
                <c:pt idx="4963">
                  <c:v>10933367</c:v>
                </c:pt>
                <c:pt idx="4964">
                  <c:v>10835492</c:v>
                </c:pt>
                <c:pt idx="4965">
                  <c:v>10714894</c:v>
                </c:pt>
                <c:pt idx="4966">
                  <c:v>10679944</c:v>
                </c:pt>
                <c:pt idx="4967">
                  <c:v>10768367</c:v>
                </c:pt>
                <c:pt idx="4968">
                  <c:v>10781390</c:v>
                </c:pt>
                <c:pt idx="4969">
                  <c:v>10938026</c:v>
                </c:pt>
                <c:pt idx="4970">
                  <c:v>10876541</c:v>
                </c:pt>
                <c:pt idx="4971">
                  <c:v>10999528</c:v>
                </c:pt>
                <c:pt idx="4972">
                  <c:v>11212938</c:v>
                </c:pt>
                <c:pt idx="4973">
                  <c:v>11265564</c:v>
                </c:pt>
                <c:pt idx="4974">
                  <c:v>11489908</c:v>
                </c:pt>
                <c:pt idx="4975">
                  <c:v>11677636</c:v>
                </c:pt>
                <c:pt idx="4976">
                  <c:v>11794966</c:v>
                </c:pt>
                <c:pt idx="4977">
                  <c:v>11951003</c:v>
                </c:pt>
                <c:pt idx="4978">
                  <c:v>11982612</c:v>
                </c:pt>
                <c:pt idx="4979">
                  <c:v>12063727</c:v>
                </c:pt>
                <c:pt idx="4980">
                  <c:v>12002343</c:v>
                </c:pt>
                <c:pt idx="4981">
                  <c:v>12077191</c:v>
                </c:pt>
                <c:pt idx="4982">
                  <c:v>12111644</c:v>
                </c:pt>
                <c:pt idx="4983">
                  <c:v>12115487</c:v>
                </c:pt>
                <c:pt idx="4984">
                  <c:v>12286227</c:v>
                </c:pt>
                <c:pt idx="4985">
                  <c:v>12268917</c:v>
                </c:pt>
                <c:pt idx="4986">
                  <c:v>12657338</c:v>
                </c:pt>
                <c:pt idx="4987">
                  <c:v>12739504</c:v>
                </c:pt>
                <c:pt idx="4988">
                  <c:v>13276411</c:v>
                </c:pt>
                <c:pt idx="4989">
                  <c:v>13290770</c:v>
                </c:pt>
                <c:pt idx="4990">
                  <c:v>12978966</c:v>
                </c:pt>
                <c:pt idx="4991">
                  <c:v>13185199</c:v>
                </c:pt>
                <c:pt idx="4992">
                  <c:v>13328863</c:v>
                </c:pt>
                <c:pt idx="4993">
                  <c:v>13240545</c:v>
                </c:pt>
                <c:pt idx="4994">
                  <c:v>13191156</c:v>
                </c:pt>
                <c:pt idx="4995">
                  <c:v>13105037</c:v>
                </c:pt>
                <c:pt idx="4996">
                  <c:v>13221017</c:v>
                </c:pt>
                <c:pt idx="4997">
                  <c:v>12835526</c:v>
                </c:pt>
                <c:pt idx="4998">
                  <c:v>12875483</c:v>
                </c:pt>
                <c:pt idx="4999">
                  <c:v>12933018</c:v>
                </c:pt>
                <c:pt idx="5000">
                  <c:v>12894202</c:v>
                </c:pt>
                <c:pt idx="5001">
                  <c:v>12859848</c:v>
                </c:pt>
                <c:pt idx="5002">
                  <c:v>13020513</c:v>
                </c:pt>
                <c:pt idx="5003">
                  <c:v>12649075</c:v>
                </c:pt>
                <c:pt idx="5004">
                  <c:v>12621356</c:v>
                </c:pt>
                <c:pt idx="5005">
                  <c:v>12348450</c:v>
                </c:pt>
                <c:pt idx="5006">
                  <c:v>12404118</c:v>
                </c:pt>
                <c:pt idx="5007">
                  <c:v>11393165</c:v>
                </c:pt>
                <c:pt idx="5008">
                  <c:v>11248693</c:v>
                </c:pt>
                <c:pt idx="5009">
                  <c:v>11102802</c:v>
                </c:pt>
                <c:pt idx="5010">
                  <c:v>11073036</c:v>
                </c:pt>
                <c:pt idx="5011">
                  <c:v>11095947</c:v>
                </c:pt>
                <c:pt idx="5012">
                  <c:v>11022790</c:v>
                </c:pt>
                <c:pt idx="5013">
                  <c:v>11086813</c:v>
                </c:pt>
                <c:pt idx="5014">
                  <c:v>11233907</c:v>
                </c:pt>
                <c:pt idx="5015">
                  <c:v>11191052</c:v>
                </c:pt>
                <c:pt idx="5016">
                  <c:v>11136634</c:v>
                </c:pt>
                <c:pt idx="5017">
                  <c:v>11222273</c:v>
                </c:pt>
                <c:pt idx="5018">
                  <c:v>11028471</c:v>
                </c:pt>
                <c:pt idx="5019">
                  <c:v>11106272</c:v>
                </c:pt>
                <c:pt idx="5020">
                  <c:v>11236793</c:v>
                </c:pt>
                <c:pt idx="5021">
                  <c:v>11203992</c:v>
                </c:pt>
                <c:pt idx="5022">
                  <c:v>11277950</c:v>
                </c:pt>
                <c:pt idx="5023">
                  <c:v>11569814</c:v>
                </c:pt>
                <c:pt idx="5024">
                  <c:v>11823286</c:v>
                </c:pt>
                <c:pt idx="5025">
                  <c:v>11978618</c:v>
                </c:pt>
                <c:pt idx="5026">
                  <c:v>12063716</c:v>
                </c:pt>
                <c:pt idx="5027">
                  <c:v>12204793</c:v>
                </c:pt>
                <c:pt idx="5028">
                  <c:v>12137955</c:v>
                </c:pt>
                <c:pt idx="5029">
                  <c:v>12091335</c:v>
                </c:pt>
                <c:pt idx="5030">
                  <c:v>12114613</c:v>
                </c:pt>
                <c:pt idx="5031">
                  <c:v>12047469</c:v>
                </c:pt>
                <c:pt idx="5032">
                  <c:v>11933340</c:v>
                </c:pt>
                <c:pt idx="5033">
                  <c:v>12173818</c:v>
                </c:pt>
                <c:pt idx="5034">
                  <c:v>12269583</c:v>
                </c:pt>
                <c:pt idx="5035">
                  <c:v>12093938</c:v>
                </c:pt>
                <c:pt idx="5036">
                  <c:v>12081849</c:v>
                </c:pt>
                <c:pt idx="5037">
                  <c:v>12037875</c:v>
                </c:pt>
                <c:pt idx="5038">
                  <c:v>12278498</c:v>
                </c:pt>
                <c:pt idx="5039">
                  <c:v>12399367</c:v>
                </c:pt>
                <c:pt idx="5040">
                  <c:v>12475920</c:v>
                </c:pt>
                <c:pt idx="5041">
                  <c:v>12563014</c:v>
                </c:pt>
                <c:pt idx="5042">
                  <c:v>12777936</c:v>
                </c:pt>
                <c:pt idx="5043">
                  <c:v>12615975</c:v>
                </c:pt>
                <c:pt idx="5044">
                  <c:v>12759692</c:v>
                </c:pt>
                <c:pt idx="5045">
                  <c:v>13579654</c:v>
                </c:pt>
                <c:pt idx="5046">
                  <c:v>13340064</c:v>
                </c:pt>
                <c:pt idx="5047">
                  <c:v>13485775</c:v>
                </c:pt>
                <c:pt idx="5048">
                  <c:v>13448325</c:v>
                </c:pt>
                <c:pt idx="5049">
                  <c:v>13276930</c:v>
                </c:pt>
                <c:pt idx="5050">
                  <c:v>13125226</c:v>
                </c:pt>
                <c:pt idx="5051">
                  <c:v>13053400</c:v>
                </c:pt>
                <c:pt idx="5052">
                  <c:v>13536685</c:v>
                </c:pt>
                <c:pt idx="5053">
                  <c:v>14229986</c:v>
                </c:pt>
                <c:pt idx="5054">
                  <c:v>13752532</c:v>
                </c:pt>
                <c:pt idx="5055">
                  <c:v>13410755</c:v>
                </c:pt>
                <c:pt idx="5056">
                  <c:v>13701907</c:v>
                </c:pt>
                <c:pt idx="5057">
                  <c:v>13729819</c:v>
                </c:pt>
                <c:pt idx="5058">
                  <c:v>13638550</c:v>
                </c:pt>
                <c:pt idx="5059">
                  <c:v>13236496</c:v>
                </c:pt>
                <c:pt idx="5060">
                  <c:v>13270308</c:v>
                </c:pt>
                <c:pt idx="5061">
                  <c:v>13245096</c:v>
                </c:pt>
                <c:pt idx="5062">
                  <c:v>13550214</c:v>
                </c:pt>
                <c:pt idx="5063">
                  <c:v>13835457</c:v>
                </c:pt>
                <c:pt idx="5064">
                  <c:v>13495040</c:v>
                </c:pt>
                <c:pt idx="5065">
                  <c:v>13552092</c:v>
                </c:pt>
                <c:pt idx="5066">
                  <c:v>13214262</c:v>
                </c:pt>
                <c:pt idx="5067">
                  <c:v>12796582</c:v>
                </c:pt>
                <c:pt idx="5068">
                  <c:v>12579978</c:v>
                </c:pt>
                <c:pt idx="5069">
                  <c:v>12469608</c:v>
                </c:pt>
                <c:pt idx="5070">
                  <c:v>12285884</c:v>
                </c:pt>
                <c:pt idx="5071">
                  <c:v>11895560</c:v>
                </c:pt>
                <c:pt idx="5072">
                  <c:v>12178950</c:v>
                </c:pt>
                <c:pt idx="5073">
                  <c:v>12602329</c:v>
                </c:pt>
                <c:pt idx="5074">
                  <c:v>13126636</c:v>
                </c:pt>
                <c:pt idx="5075">
                  <c:v>13033406</c:v>
                </c:pt>
                <c:pt idx="5076">
                  <c:v>12606412</c:v>
                </c:pt>
                <c:pt idx="5077">
                  <c:v>12785799</c:v>
                </c:pt>
                <c:pt idx="5078">
                  <c:v>12912706</c:v>
                </c:pt>
                <c:pt idx="5079">
                  <c:v>13462072</c:v>
                </c:pt>
                <c:pt idx="5080">
                  <c:v>12991201</c:v>
                </c:pt>
                <c:pt idx="5081">
                  <c:v>12876563</c:v>
                </c:pt>
                <c:pt idx="5082">
                  <c:v>13089371</c:v>
                </c:pt>
                <c:pt idx="5083">
                  <c:v>13239312</c:v>
                </c:pt>
                <c:pt idx="5084">
                  <c:v>13218914</c:v>
                </c:pt>
                <c:pt idx="5085">
                  <c:v>13123190</c:v>
                </c:pt>
                <c:pt idx="5086">
                  <c:v>13403267</c:v>
                </c:pt>
                <c:pt idx="5087">
                  <c:v>13637639</c:v>
                </c:pt>
                <c:pt idx="5088">
                  <c:v>13424019</c:v>
                </c:pt>
                <c:pt idx="5089">
                  <c:v>13550092</c:v>
                </c:pt>
                <c:pt idx="5090">
                  <c:v>12991273</c:v>
                </c:pt>
                <c:pt idx="5091">
                  <c:v>12865260</c:v>
                </c:pt>
                <c:pt idx="5092">
                  <c:v>12678569</c:v>
                </c:pt>
                <c:pt idx="5093">
                  <c:v>12819794</c:v>
                </c:pt>
                <c:pt idx="5094">
                  <c:v>12911792</c:v>
                </c:pt>
                <c:pt idx="5095">
                  <c:v>12850369</c:v>
                </c:pt>
                <c:pt idx="5096">
                  <c:v>12771542</c:v>
                </c:pt>
                <c:pt idx="5097">
                  <c:v>12926332</c:v>
                </c:pt>
                <c:pt idx="5098">
                  <c:v>13626943</c:v>
                </c:pt>
                <c:pt idx="5099">
                  <c:v>12883968</c:v>
                </c:pt>
                <c:pt idx="5100">
                  <c:v>12477137</c:v>
                </c:pt>
                <c:pt idx="5101">
                  <c:v>12445665</c:v>
                </c:pt>
                <c:pt idx="5102">
                  <c:v>12507128</c:v>
                </c:pt>
                <c:pt idx="5103">
                  <c:v>12700136</c:v>
                </c:pt>
                <c:pt idx="5104">
                  <c:v>12824420</c:v>
                </c:pt>
                <c:pt idx="5105">
                  <c:v>12108099</c:v>
                </c:pt>
                <c:pt idx="5106">
                  <c:v>11891560</c:v>
                </c:pt>
                <c:pt idx="5107">
                  <c:v>11714594</c:v>
                </c:pt>
                <c:pt idx="5108">
                  <c:v>11751550</c:v>
                </c:pt>
                <c:pt idx="5109">
                  <c:v>11829266</c:v>
                </c:pt>
                <c:pt idx="5110">
                  <c:v>11491312</c:v>
                </c:pt>
                <c:pt idx="5111">
                  <c:v>11104046</c:v>
                </c:pt>
                <c:pt idx="5112">
                  <c:v>10995389</c:v>
                </c:pt>
                <c:pt idx="5113">
                  <c:v>10900221</c:v>
                </c:pt>
                <c:pt idx="5114">
                  <c:v>10965411</c:v>
                </c:pt>
                <c:pt idx="5115">
                  <c:v>11493541</c:v>
                </c:pt>
                <c:pt idx="5116">
                  <c:v>11317225</c:v>
                </c:pt>
                <c:pt idx="5117">
                  <c:v>11571933</c:v>
                </c:pt>
                <c:pt idx="5118">
                  <c:v>11556102</c:v>
                </c:pt>
                <c:pt idx="5119">
                  <c:v>11633896</c:v>
                </c:pt>
                <c:pt idx="5120">
                  <c:v>11544622</c:v>
                </c:pt>
                <c:pt idx="5121">
                  <c:v>11489454</c:v>
                </c:pt>
                <c:pt idx="5122">
                  <c:v>11647034</c:v>
                </c:pt>
                <c:pt idx="5123">
                  <c:v>11996992</c:v>
                </c:pt>
                <c:pt idx="5124">
                  <c:v>11858862</c:v>
                </c:pt>
                <c:pt idx="5125">
                  <c:v>12090000</c:v>
                </c:pt>
                <c:pt idx="5126">
                  <c:v>12422379</c:v>
                </c:pt>
                <c:pt idx="5127">
                  <c:v>12518606</c:v>
                </c:pt>
                <c:pt idx="5128">
                  <c:v>12265240</c:v>
                </c:pt>
                <c:pt idx="5129">
                  <c:v>11986615</c:v>
                </c:pt>
                <c:pt idx="5130">
                  <c:v>12108400</c:v>
                </c:pt>
                <c:pt idx="5131">
                  <c:v>12328122</c:v>
                </c:pt>
                <c:pt idx="5132">
                  <c:v>12610769</c:v>
                </c:pt>
                <c:pt idx="5133">
                  <c:v>12154159</c:v>
                </c:pt>
                <c:pt idx="5134">
                  <c:v>11922850</c:v>
                </c:pt>
                <c:pt idx="5135">
                  <c:v>11783193</c:v>
                </c:pt>
                <c:pt idx="5136">
                  <c:v>11912020</c:v>
                </c:pt>
                <c:pt idx="5137">
                  <c:v>11991187</c:v>
                </c:pt>
                <c:pt idx="5138">
                  <c:v>11966330</c:v>
                </c:pt>
                <c:pt idx="5139">
                  <c:v>11728761</c:v>
                </c:pt>
                <c:pt idx="5140">
                  <c:v>11781303</c:v>
                </c:pt>
                <c:pt idx="5141">
                  <c:v>11875315</c:v>
                </c:pt>
                <c:pt idx="5142">
                  <c:v>11851155</c:v>
                </c:pt>
                <c:pt idx="5143">
                  <c:v>11954366</c:v>
                </c:pt>
                <c:pt idx="5144">
                  <c:v>11763096</c:v>
                </c:pt>
                <c:pt idx="5145">
                  <c:v>11932035</c:v>
                </c:pt>
                <c:pt idx="5146">
                  <c:v>11949684</c:v>
                </c:pt>
                <c:pt idx="5147">
                  <c:v>11906835</c:v>
                </c:pt>
                <c:pt idx="5148">
                  <c:v>11844236</c:v>
                </c:pt>
                <c:pt idx="5149">
                  <c:v>11631646</c:v>
                </c:pt>
                <c:pt idx="5150">
                  <c:v>11609108</c:v>
                </c:pt>
                <c:pt idx="5151">
                  <c:v>11287616</c:v>
                </c:pt>
                <c:pt idx="5152">
                  <c:v>11170033</c:v>
                </c:pt>
                <c:pt idx="5153">
                  <c:v>10934202</c:v>
                </c:pt>
                <c:pt idx="5154">
                  <c:v>10838052</c:v>
                </c:pt>
                <c:pt idx="5155">
                  <c:v>10935138</c:v>
                </c:pt>
                <c:pt idx="5156">
                  <c:v>11139033</c:v>
                </c:pt>
                <c:pt idx="5157">
                  <c:v>11080173</c:v>
                </c:pt>
                <c:pt idx="5158">
                  <c:v>11162892</c:v>
                </c:pt>
                <c:pt idx="5159">
                  <c:v>11134524</c:v>
                </c:pt>
                <c:pt idx="5160">
                  <c:v>11354426</c:v>
                </c:pt>
                <c:pt idx="5161">
                  <c:v>11437572</c:v>
                </c:pt>
                <c:pt idx="5162">
                  <c:v>11421726</c:v>
                </c:pt>
                <c:pt idx="5163">
                  <c:v>11563780</c:v>
                </c:pt>
                <c:pt idx="5164">
                  <c:v>11579441</c:v>
                </c:pt>
                <c:pt idx="5165">
                  <c:v>11795959</c:v>
                </c:pt>
                <c:pt idx="5166">
                  <c:v>11952641</c:v>
                </c:pt>
                <c:pt idx="5167">
                  <c:v>11657496</c:v>
                </c:pt>
                <c:pt idx="5168">
                  <c:v>11579581</c:v>
                </c:pt>
                <c:pt idx="5169">
                  <c:v>11593749</c:v>
                </c:pt>
                <c:pt idx="5170">
                  <c:v>11812958</c:v>
                </c:pt>
                <c:pt idx="5171">
                  <c:v>11977207</c:v>
                </c:pt>
                <c:pt idx="5172">
                  <c:v>12015133</c:v>
                </c:pt>
                <c:pt idx="5173">
                  <c:v>11903522</c:v>
                </c:pt>
                <c:pt idx="5174">
                  <c:v>11918188</c:v>
                </c:pt>
                <c:pt idx="5175">
                  <c:v>11830396</c:v>
                </c:pt>
                <c:pt idx="5176">
                  <c:v>11842343</c:v>
                </c:pt>
                <c:pt idx="5177">
                  <c:v>11821218</c:v>
                </c:pt>
                <c:pt idx="5178">
                  <c:v>11620741</c:v>
                </c:pt>
                <c:pt idx="5179">
                  <c:v>11685608</c:v>
                </c:pt>
                <c:pt idx="5180">
                  <c:v>11618544</c:v>
                </c:pt>
                <c:pt idx="5181">
                  <c:v>11628075</c:v>
                </c:pt>
                <c:pt idx="5182">
                  <c:v>11426722</c:v>
                </c:pt>
                <c:pt idx="5183">
                  <c:v>11502104</c:v>
                </c:pt>
                <c:pt idx="5184">
                  <c:v>11382727</c:v>
                </c:pt>
                <c:pt idx="5185">
                  <c:v>11407992</c:v>
                </c:pt>
                <c:pt idx="5186">
                  <c:v>11385981</c:v>
                </c:pt>
                <c:pt idx="5187">
                  <c:v>11305742</c:v>
                </c:pt>
                <c:pt idx="5188">
                  <c:v>11033201</c:v>
                </c:pt>
                <c:pt idx="5189">
                  <c:v>11045243</c:v>
                </c:pt>
                <c:pt idx="5190">
                  <c:v>11000828</c:v>
                </c:pt>
                <c:pt idx="5191">
                  <c:v>10886539</c:v>
                </c:pt>
                <c:pt idx="5192">
                  <c:v>10773936</c:v>
                </c:pt>
                <c:pt idx="5193">
                  <c:v>10533245</c:v>
                </c:pt>
                <c:pt idx="5194">
                  <c:v>10607321</c:v>
                </c:pt>
                <c:pt idx="5195">
                  <c:v>10543873</c:v>
                </c:pt>
                <c:pt idx="5196">
                  <c:v>10542567</c:v>
                </c:pt>
                <c:pt idx="5197">
                  <c:v>10321825</c:v>
                </c:pt>
                <c:pt idx="5198">
                  <c:v>10043194</c:v>
                </c:pt>
                <c:pt idx="5199">
                  <c:v>10071352</c:v>
                </c:pt>
                <c:pt idx="5200">
                  <c:v>10212338</c:v>
                </c:pt>
                <c:pt idx="5201">
                  <c:v>10258965</c:v>
                </c:pt>
                <c:pt idx="5202">
                  <c:v>10429704</c:v>
                </c:pt>
                <c:pt idx="5203">
                  <c:v>10401909</c:v>
                </c:pt>
                <c:pt idx="5204">
                  <c:v>10654112</c:v>
                </c:pt>
                <c:pt idx="5205">
                  <c:v>10510393</c:v>
                </c:pt>
                <c:pt idx="5206">
                  <c:v>10306211</c:v>
                </c:pt>
                <c:pt idx="5207">
                  <c:v>10419934</c:v>
                </c:pt>
                <c:pt idx="5208">
                  <c:v>10356111</c:v>
                </c:pt>
                <c:pt idx="5209">
                  <c:v>10129743</c:v>
                </c:pt>
                <c:pt idx="5210">
                  <c:v>10188627</c:v>
                </c:pt>
                <c:pt idx="5211">
                  <c:v>10344064</c:v>
                </c:pt>
                <c:pt idx="5212">
                  <c:v>10222546</c:v>
                </c:pt>
                <c:pt idx="5213">
                  <c:v>10209944</c:v>
                </c:pt>
                <c:pt idx="5214">
                  <c:v>10102301</c:v>
                </c:pt>
                <c:pt idx="5215">
                  <c:v>10086994</c:v>
                </c:pt>
                <c:pt idx="5216">
                  <c:v>10016794</c:v>
                </c:pt>
                <c:pt idx="5217">
                  <c:v>9866782</c:v>
                </c:pt>
                <c:pt idx="5218">
                  <c:v>9834554</c:v>
                </c:pt>
                <c:pt idx="5219">
                  <c:v>9726819</c:v>
                </c:pt>
                <c:pt idx="5220">
                  <c:v>9668744</c:v>
                </c:pt>
                <c:pt idx="5221">
                  <c:v>9514959</c:v>
                </c:pt>
                <c:pt idx="5222">
                  <c:v>9551378</c:v>
                </c:pt>
                <c:pt idx="5223">
                  <c:v>9694888</c:v>
                </c:pt>
                <c:pt idx="5224">
                  <c:v>9710701</c:v>
                </c:pt>
                <c:pt idx="5225">
                  <c:v>9639702</c:v>
                </c:pt>
                <c:pt idx="5226">
                  <c:v>9533991</c:v>
                </c:pt>
                <c:pt idx="5227">
                  <c:v>9255179</c:v>
                </c:pt>
                <c:pt idx="5228">
                  <c:v>9408106</c:v>
                </c:pt>
                <c:pt idx="5229">
                  <c:v>9436622</c:v>
                </c:pt>
                <c:pt idx="5230">
                  <c:v>9292365</c:v>
                </c:pt>
                <c:pt idx="5231">
                  <c:v>9319297</c:v>
                </c:pt>
                <c:pt idx="5232">
                  <c:v>9315806</c:v>
                </c:pt>
                <c:pt idx="5233">
                  <c:v>9315622</c:v>
                </c:pt>
                <c:pt idx="5234">
                  <c:v>9268271</c:v>
                </c:pt>
                <c:pt idx="5235">
                  <c:v>9298674</c:v>
                </c:pt>
                <c:pt idx="5236">
                  <c:v>9205340</c:v>
                </c:pt>
                <c:pt idx="5237">
                  <c:v>9147613</c:v>
                </c:pt>
                <c:pt idx="5238">
                  <c:v>9227839</c:v>
                </c:pt>
                <c:pt idx="5239">
                  <c:v>9385774</c:v>
                </c:pt>
                <c:pt idx="5240">
                  <c:v>9312442</c:v>
                </c:pt>
                <c:pt idx="5241">
                  <c:v>9434328</c:v>
                </c:pt>
                <c:pt idx="5242">
                  <c:v>9580426</c:v>
                </c:pt>
                <c:pt idx="5243">
                  <c:v>9598274</c:v>
                </c:pt>
                <c:pt idx="5244">
                  <c:v>9508676</c:v>
                </c:pt>
                <c:pt idx="5245">
                  <c:v>9610972</c:v>
                </c:pt>
                <c:pt idx="5246">
                  <c:v>9631001</c:v>
                </c:pt>
                <c:pt idx="5247">
                  <c:v>9753716</c:v>
                </c:pt>
                <c:pt idx="5248">
                  <c:v>9910729</c:v>
                </c:pt>
                <c:pt idx="5249">
                  <c:v>9903604</c:v>
                </c:pt>
                <c:pt idx="5250">
                  <c:v>10040041</c:v>
                </c:pt>
                <c:pt idx="5251">
                  <c:v>10195819</c:v>
                </c:pt>
                <c:pt idx="5252">
                  <c:v>10071872</c:v>
                </c:pt>
                <c:pt idx="5253">
                  <c:v>10068142</c:v>
                </c:pt>
                <c:pt idx="5254">
                  <c:v>10209106</c:v>
                </c:pt>
                <c:pt idx="5255">
                  <c:v>10196809</c:v>
                </c:pt>
                <c:pt idx="5256">
                  <c:v>10063389</c:v>
                </c:pt>
                <c:pt idx="5257">
                  <c:v>9962903</c:v>
                </c:pt>
                <c:pt idx="5258">
                  <c:v>10027388</c:v>
                </c:pt>
                <c:pt idx="5259">
                  <c:v>9867967</c:v>
                </c:pt>
                <c:pt idx="5260">
                  <c:v>9927332</c:v>
                </c:pt>
                <c:pt idx="5261">
                  <c:v>10008270</c:v>
                </c:pt>
                <c:pt idx="5262">
                  <c:v>10018430</c:v>
                </c:pt>
                <c:pt idx="5263">
                  <c:v>9950967</c:v>
                </c:pt>
                <c:pt idx="5264">
                  <c:v>10101559</c:v>
                </c:pt>
                <c:pt idx="5265">
                  <c:v>10104069</c:v>
                </c:pt>
                <c:pt idx="5266">
                  <c:v>10090412</c:v>
                </c:pt>
                <c:pt idx="5267">
                  <c:v>10242081</c:v>
                </c:pt>
                <c:pt idx="5268">
                  <c:v>10321200</c:v>
                </c:pt>
                <c:pt idx="5269">
                  <c:v>10349500</c:v>
                </c:pt>
                <c:pt idx="5270">
                  <c:v>10355311</c:v>
                </c:pt>
                <c:pt idx="5271">
                  <c:v>10446478</c:v>
                </c:pt>
                <c:pt idx="5272">
                  <c:v>10510806</c:v>
                </c:pt>
                <c:pt idx="5273">
                  <c:v>10589393</c:v>
                </c:pt>
                <c:pt idx="5274">
                  <c:v>10539673</c:v>
                </c:pt>
                <c:pt idx="5275">
                  <c:v>10652817</c:v>
                </c:pt>
                <c:pt idx="5276">
                  <c:v>10742989</c:v>
                </c:pt>
                <c:pt idx="5277">
                  <c:v>10748056</c:v>
                </c:pt>
                <c:pt idx="5278">
                  <c:v>10861500</c:v>
                </c:pt>
                <c:pt idx="5279">
                  <c:v>10897901</c:v>
                </c:pt>
                <c:pt idx="5280">
                  <c:v>10880661</c:v>
                </c:pt>
                <c:pt idx="5281">
                  <c:v>11012057</c:v>
                </c:pt>
                <c:pt idx="5282">
                  <c:v>10911978</c:v>
                </c:pt>
                <c:pt idx="5283">
                  <c:v>10613415</c:v>
                </c:pt>
                <c:pt idx="5284">
                  <c:v>10625561</c:v>
                </c:pt>
                <c:pt idx="5285">
                  <c:v>10704237</c:v>
                </c:pt>
                <c:pt idx="5286">
                  <c:v>10756475</c:v>
                </c:pt>
                <c:pt idx="5287">
                  <c:v>10977580</c:v>
                </c:pt>
                <c:pt idx="5288">
                  <c:v>10951485</c:v>
                </c:pt>
                <c:pt idx="5289">
                  <c:v>10701305</c:v>
                </c:pt>
                <c:pt idx="5290">
                  <c:v>10731776</c:v>
                </c:pt>
                <c:pt idx="5291">
                  <c:v>10665437</c:v>
                </c:pt>
                <c:pt idx="5292">
                  <c:v>10116812</c:v>
                </c:pt>
                <c:pt idx="5293">
                  <c:v>10063001</c:v>
                </c:pt>
                <c:pt idx="5294">
                  <c:v>9770349</c:v>
                </c:pt>
                <c:pt idx="5295">
                  <c:v>9717017</c:v>
                </c:pt>
                <c:pt idx="5296">
                  <c:v>9661194</c:v>
                </c:pt>
                <c:pt idx="5297">
                  <c:v>9773847</c:v>
                </c:pt>
                <c:pt idx="5298">
                  <c:v>9869352</c:v>
                </c:pt>
                <c:pt idx="5299">
                  <c:v>9793639</c:v>
                </c:pt>
                <c:pt idx="5300">
                  <c:v>9989077</c:v>
                </c:pt>
                <c:pt idx="5301">
                  <c:v>9809487</c:v>
                </c:pt>
                <c:pt idx="5302">
                  <c:v>9788164</c:v>
                </c:pt>
                <c:pt idx="5303">
                  <c:v>10110941</c:v>
                </c:pt>
                <c:pt idx="5304">
                  <c:v>10199597</c:v>
                </c:pt>
                <c:pt idx="5305">
                  <c:v>9959207</c:v>
                </c:pt>
                <c:pt idx="5306">
                  <c:v>9788138</c:v>
                </c:pt>
                <c:pt idx="5307">
                  <c:v>9826799</c:v>
                </c:pt>
                <c:pt idx="5308">
                  <c:v>9775992</c:v>
                </c:pt>
                <c:pt idx="5309">
                  <c:v>9403582</c:v>
                </c:pt>
                <c:pt idx="5310">
                  <c:v>9045911</c:v>
                </c:pt>
                <c:pt idx="5311">
                  <c:v>9485455</c:v>
                </c:pt>
                <c:pt idx="5312">
                  <c:v>9505278</c:v>
                </c:pt>
                <c:pt idx="5313">
                  <c:v>8808321</c:v>
                </c:pt>
                <c:pt idx="5314">
                  <c:v>8805004</c:v>
                </c:pt>
                <c:pt idx="5315">
                  <c:v>8827199</c:v>
                </c:pt>
                <c:pt idx="5316">
                  <c:v>8735711</c:v>
                </c:pt>
                <c:pt idx="5317">
                  <c:v>8721958</c:v>
                </c:pt>
                <c:pt idx="5318">
                  <c:v>8575029</c:v>
                </c:pt>
                <c:pt idx="5319">
                  <c:v>8462224</c:v>
                </c:pt>
                <c:pt idx="5320">
                  <c:v>8386148</c:v>
                </c:pt>
                <c:pt idx="5321">
                  <c:v>8130850</c:v>
                </c:pt>
                <c:pt idx="5322">
                  <c:v>8206376</c:v>
                </c:pt>
                <c:pt idx="5323">
                  <c:v>8451491</c:v>
                </c:pt>
                <c:pt idx="5324">
                  <c:v>8603686</c:v>
                </c:pt>
                <c:pt idx="5325">
                  <c:v>8886888</c:v>
                </c:pt>
                <c:pt idx="5326">
                  <c:v>8775186</c:v>
                </c:pt>
                <c:pt idx="5327">
                  <c:v>8698740</c:v>
                </c:pt>
                <c:pt idx="5328">
                  <c:v>8507393</c:v>
                </c:pt>
                <c:pt idx="5329">
                  <c:v>8523973</c:v>
                </c:pt>
                <c:pt idx="5330">
                  <c:v>8537999</c:v>
                </c:pt>
                <c:pt idx="5331">
                  <c:v>8128189</c:v>
                </c:pt>
                <c:pt idx="5332">
                  <c:v>8252551</c:v>
                </c:pt>
                <c:pt idx="5333">
                  <c:v>8313857</c:v>
                </c:pt>
                <c:pt idx="5334">
                  <c:v>8258403</c:v>
                </c:pt>
                <c:pt idx="5335">
                  <c:v>8563701</c:v>
                </c:pt>
                <c:pt idx="5336">
                  <c:v>8452833</c:v>
                </c:pt>
                <c:pt idx="5337">
                  <c:v>8532139</c:v>
                </c:pt>
                <c:pt idx="5338">
                  <c:v>8567433</c:v>
                </c:pt>
                <c:pt idx="5339">
                  <c:v>8554473</c:v>
                </c:pt>
                <c:pt idx="5340">
                  <c:v>8627037</c:v>
                </c:pt>
                <c:pt idx="5341">
                  <c:v>8236465</c:v>
                </c:pt>
                <c:pt idx="5342">
                  <c:v>8351989</c:v>
                </c:pt>
                <c:pt idx="5343">
                  <c:v>8513581</c:v>
                </c:pt>
                <c:pt idx="5344">
                  <c:v>8584325</c:v>
                </c:pt>
                <c:pt idx="5345">
                  <c:v>8562647</c:v>
                </c:pt>
                <c:pt idx="5346">
                  <c:v>8600340</c:v>
                </c:pt>
                <c:pt idx="5347">
                  <c:v>8558000</c:v>
                </c:pt>
                <c:pt idx="5348">
                  <c:v>8951284</c:v>
                </c:pt>
                <c:pt idx="5349">
                  <c:v>8972387</c:v>
                </c:pt>
                <c:pt idx="5350">
                  <c:v>8990813</c:v>
                </c:pt>
                <c:pt idx="5351">
                  <c:v>8872600</c:v>
                </c:pt>
                <c:pt idx="5352">
                  <c:v>8944792</c:v>
                </c:pt>
                <c:pt idx="5353">
                  <c:v>9019070</c:v>
                </c:pt>
                <c:pt idx="5354">
                  <c:v>8762519</c:v>
                </c:pt>
                <c:pt idx="5355">
                  <c:v>8601547</c:v>
                </c:pt>
                <c:pt idx="5356">
                  <c:v>8378664</c:v>
                </c:pt>
                <c:pt idx="5357">
                  <c:v>8402515</c:v>
                </c:pt>
                <c:pt idx="5358">
                  <c:v>8532409</c:v>
                </c:pt>
                <c:pt idx="5359">
                  <c:v>8517953</c:v>
                </c:pt>
                <c:pt idx="5360">
                  <c:v>8415167</c:v>
                </c:pt>
                <c:pt idx="5361">
                  <c:v>8294041</c:v>
                </c:pt>
                <c:pt idx="5362">
                  <c:v>8340553</c:v>
                </c:pt>
                <c:pt idx="5363">
                  <c:v>8224447</c:v>
                </c:pt>
                <c:pt idx="5364">
                  <c:v>8142044</c:v>
                </c:pt>
                <c:pt idx="5365">
                  <c:v>8156263</c:v>
                </c:pt>
                <c:pt idx="5366">
                  <c:v>8085235</c:v>
                </c:pt>
                <c:pt idx="5367">
                  <c:v>8170648</c:v>
                </c:pt>
                <c:pt idx="5368">
                  <c:v>8348633</c:v>
                </c:pt>
                <c:pt idx="5369">
                  <c:v>8464983</c:v>
                </c:pt>
                <c:pt idx="5370">
                  <c:v>8489894</c:v>
                </c:pt>
                <c:pt idx="5371">
                  <c:v>8897046</c:v>
                </c:pt>
                <c:pt idx="5372">
                  <c:v>9015446</c:v>
                </c:pt>
                <c:pt idx="5373">
                  <c:v>9018083</c:v>
                </c:pt>
                <c:pt idx="5374">
                  <c:v>8655550</c:v>
                </c:pt>
                <c:pt idx="5375">
                  <c:v>8916460</c:v>
                </c:pt>
                <c:pt idx="5376">
                  <c:v>9008594</c:v>
                </c:pt>
                <c:pt idx="5377">
                  <c:v>9256150</c:v>
                </c:pt>
                <c:pt idx="5378">
                  <c:v>9398931</c:v>
                </c:pt>
                <c:pt idx="5379">
                  <c:v>9496732</c:v>
                </c:pt>
                <c:pt idx="5380">
                  <c:v>9482408</c:v>
                </c:pt>
                <c:pt idx="5381">
                  <c:v>9373582</c:v>
                </c:pt>
                <c:pt idx="5382">
                  <c:v>9334220</c:v>
                </c:pt>
                <c:pt idx="5383">
                  <c:v>9210137</c:v>
                </c:pt>
                <c:pt idx="5384">
                  <c:v>8770417</c:v>
                </c:pt>
                <c:pt idx="5385">
                  <c:v>8702224</c:v>
                </c:pt>
                <c:pt idx="5386">
                  <c:v>8591694</c:v>
                </c:pt>
                <c:pt idx="5387">
                  <c:v>8788808</c:v>
                </c:pt>
                <c:pt idx="5388">
                  <c:v>8768437</c:v>
                </c:pt>
                <c:pt idx="5389">
                  <c:v>9269936</c:v>
                </c:pt>
                <c:pt idx="5390">
                  <c:v>8879223</c:v>
                </c:pt>
                <c:pt idx="5391">
                  <c:v>8845881</c:v>
                </c:pt>
                <c:pt idx="5392">
                  <c:v>8817713</c:v>
                </c:pt>
                <c:pt idx="5393">
                  <c:v>8745768</c:v>
                </c:pt>
                <c:pt idx="5394">
                  <c:v>8925356</c:v>
                </c:pt>
                <c:pt idx="5395">
                  <c:v>8797972</c:v>
                </c:pt>
                <c:pt idx="5396">
                  <c:v>8571832</c:v>
                </c:pt>
                <c:pt idx="5397">
                  <c:v>8571031</c:v>
                </c:pt>
                <c:pt idx="5398">
                  <c:v>8465159</c:v>
                </c:pt>
                <c:pt idx="5399">
                  <c:v>8486621</c:v>
                </c:pt>
                <c:pt idx="5400">
                  <c:v>8609248</c:v>
                </c:pt>
                <c:pt idx="5401">
                  <c:v>8489309</c:v>
                </c:pt>
                <c:pt idx="5402">
                  <c:v>8668095</c:v>
                </c:pt>
                <c:pt idx="5403">
                  <c:v>8436934</c:v>
                </c:pt>
                <c:pt idx="5404">
                  <c:v>8457663</c:v>
                </c:pt>
                <c:pt idx="5405">
                  <c:v>8460935</c:v>
                </c:pt>
                <c:pt idx="5406">
                  <c:v>8517939</c:v>
                </c:pt>
                <c:pt idx="5407">
                  <c:v>8446433</c:v>
                </c:pt>
                <c:pt idx="5408">
                  <c:v>8415247</c:v>
                </c:pt>
                <c:pt idx="5409">
                  <c:v>8456240</c:v>
                </c:pt>
                <c:pt idx="5410">
                  <c:v>8459323</c:v>
                </c:pt>
                <c:pt idx="5411">
                  <c:v>8498453</c:v>
                </c:pt>
                <c:pt idx="5412">
                  <c:v>8559055</c:v>
                </c:pt>
                <c:pt idx="5413">
                  <c:v>8370753</c:v>
                </c:pt>
                <c:pt idx="5414">
                  <c:v>8406735</c:v>
                </c:pt>
                <c:pt idx="5415">
                  <c:v>8561724</c:v>
                </c:pt>
                <c:pt idx="5416">
                  <c:v>8551787</c:v>
                </c:pt>
                <c:pt idx="5417">
                  <c:v>8493966</c:v>
                </c:pt>
                <c:pt idx="5418">
                  <c:v>8202223</c:v>
                </c:pt>
                <c:pt idx="5419">
                  <c:v>8022244</c:v>
                </c:pt>
                <c:pt idx="5420">
                  <c:v>7979628</c:v>
                </c:pt>
                <c:pt idx="5421">
                  <c:v>8006003</c:v>
                </c:pt>
                <c:pt idx="5422">
                  <c:v>7843074</c:v>
                </c:pt>
                <c:pt idx="5423">
                  <c:v>7894723</c:v>
                </c:pt>
                <c:pt idx="5424">
                  <c:v>7877864</c:v>
                </c:pt>
                <c:pt idx="5425">
                  <c:v>7801222</c:v>
                </c:pt>
                <c:pt idx="5426">
                  <c:v>7838812</c:v>
                </c:pt>
                <c:pt idx="5427">
                  <c:v>7769103</c:v>
                </c:pt>
                <c:pt idx="5428">
                  <c:v>7842231</c:v>
                </c:pt>
                <c:pt idx="5429">
                  <c:v>7788290</c:v>
                </c:pt>
                <c:pt idx="5430">
                  <c:v>7750506</c:v>
                </c:pt>
                <c:pt idx="5431">
                  <c:v>7763282</c:v>
                </c:pt>
                <c:pt idx="5432">
                  <c:v>7787699</c:v>
                </c:pt>
                <c:pt idx="5433">
                  <c:v>7874343</c:v>
                </c:pt>
                <c:pt idx="5434">
                  <c:v>7773038</c:v>
                </c:pt>
                <c:pt idx="5435">
                  <c:v>7818909</c:v>
                </c:pt>
                <c:pt idx="5436">
                  <c:v>7750186</c:v>
                </c:pt>
                <c:pt idx="5437">
                  <c:v>7911074</c:v>
                </c:pt>
                <c:pt idx="5438">
                  <c:v>8123261</c:v>
                </c:pt>
                <c:pt idx="5439">
                  <c:v>8013928</c:v>
                </c:pt>
                <c:pt idx="5440">
                  <c:v>7982458</c:v>
                </c:pt>
                <c:pt idx="5441">
                  <c:v>7944848</c:v>
                </c:pt>
                <c:pt idx="5442">
                  <c:v>8064857</c:v>
                </c:pt>
                <c:pt idx="5443">
                  <c:v>8166176</c:v>
                </c:pt>
                <c:pt idx="5444">
                  <c:v>8317080</c:v>
                </c:pt>
                <c:pt idx="5445">
                  <c:v>8234625</c:v>
                </c:pt>
                <c:pt idx="5446">
                  <c:v>8379679</c:v>
                </c:pt>
                <c:pt idx="5447">
                  <c:v>8538285</c:v>
                </c:pt>
                <c:pt idx="5448">
                  <c:v>8417125</c:v>
                </c:pt>
                <c:pt idx="5449">
                  <c:v>8365253</c:v>
                </c:pt>
                <c:pt idx="5450">
                  <c:v>8381423</c:v>
                </c:pt>
                <c:pt idx="5451">
                  <c:v>8531205</c:v>
                </c:pt>
                <c:pt idx="5452">
                  <c:v>8420777</c:v>
                </c:pt>
                <c:pt idx="5453">
                  <c:v>8320671</c:v>
                </c:pt>
                <c:pt idx="5454">
                  <c:v>8240772</c:v>
                </c:pt>
                <c:pt idx="5455">
                  <c:v>8334303</c:v>
                </c:pt>
                <c:pt idx="5456">
                  <c:v>8238249</c:v>
                </c:pt>
                <c:pt idx="5457">
                  <c:v>8411737</c:v>
                </c:pt>
                <c:pt idx="5458">
                  <c:v>8364191</c:v>
                </c:pt>
                <c:pt idx="5459">
                  <c:v>8416901</c:v>
                </c:pt>
                <c:pt idx="5460">
                  <c:v>8417725</c:v>
                </c:pt>
                <c:pt idx="5461">
                  <c:v>8385726</c:v>
                </c:pt>
                <c:pt idx="5462">
                  <c:v>8775198</c:v>
                </c:pt>
                <c:pt idx="5463">
                  <c:v>8913741</c:v>
                </c:pt>
                <c:pt idx="5464">
                  <c:v>8801602</c:v>
                </c:pt>
                <c:pt idx="5465">
                  <c:v>8671328</c:v>
                </c:pt>
                <c:pt idx="5466">
                  <c:v>8559323</c:v>
                </c:pt>
                <c:pt idx="5467">
                  <c:v>8788230</c:v>
                </c:pt>
                <c:pt idx="5468">
                  <c:v>8836913</c:v>
                </c:pt>
                <c:pt idx="5469">
                  <c:v>8924436</c:v>
                </c:pt>
                <c:pt idx="5470">
                  <c:v>8773242</c:v>
                </c:pt>
                <c:pt idx="5471">
                  <c:v>8890867</c:v>
                </c:pt>
                <c:pt idx="5472">
                  <c:v>8745219</c:v>
                </c:pt>
                <c:pt idx="5473">
                  <c:v>8674555</c:v>
                </c:pt>
                <c:pt idx="5474">
                  <c:v>8881322</c:v>
                </c:pt>
                <c:pt idx="5475">
                  <c:v>8807393</c:v>
                </c:pt>
                <c:pt idx="5476">
                  <c:v>8874265</c:v>
                </c:pt>
                <c:pt idx="5477">
                  <c:v>8885510</c:v>
                </c:pt>
                <c:pt idx="5478">
                  <c:v>9085938</c:v>
                </c:pt>
                <c:pt idx="5479">
                  <c:v>9074899</c:v>
                </c:pt>
                <c:pt idx="5480">
                  <c:v>9057835</c:v>
                </c:pt>
                <c:pt idx="5481">
                  <c:v>9258199</c:v>
                </c:pt>
                <c:pt idx="5482">
                  <c:v>9459002</c:v>
                </c:pt>
                <c:pt idx="5483">
                  <c:v>9569626</c:v>
                </c:pt>
                <c:pt idx="5484">
                  <c:v>9707750</c:v>
                </c:pt>
                <c:pt idx="5485">
                  <c:v>9556663</c:v>
                </c:pt>
                <c:pt idx="5486">
                  <c:v>9540445</c:v>
                </c:pt>
                <c:pt idx="5487">
                  <c:v>9439172</c:v>
                </c:pt>
                <c:pt idx="5488">
                  <c:v>9514420</c:v>
                </c:pt>
                <c:pt idx="5489">
                  <c:v>9754545</c:v>
                </c:pt>
                <c:pt idx="5490">
                  <c:v>10167237</c:v>
                </c:pt>
                <c:pt idx="5491">
                  <c:v>10386632</c:v>
                </c:pt>
                <c:pt idx="5492">
                  <c:v>10539570</c:v>
                </c:pt>
                <c:pt idx="5493">
                  <c:v>10456702</c:v>
                </c:pt>
                <c:pt idx="5494">
                  <c:v>10406060</c:v>
                </c:pt>
                <c:pt idx="5495">
                  <c:v>10336493</c:v>
                </c:pt>
                <c:pt idx="5496">
                  <c:v>10362640</c:v>
                </c:pt>
                <c:pt idx="5497">
                  <c:v>10112454</c:v>
                </c:pt>
                <c:pt idx="5498">
                  <c:v>10165130</c:v>
                </c:pt>
                <c:pt idx="5499">
                  <c:v>10287302</c:v>
                </c:pt>
                <c:pt idx="5500">
                  <c:v>10749412</c:v>
                </c:pt>
                <c:pt idx="5501">
                  <c:v>10786772</c:v>
                </c:pt>
                <c:pt idx="5502">
                  <c:v>10087480</c:v>
                </c:pt>
                <c:pt idx="5503">
                  <c:v>10312334</c:v>
                </c:pt>
                <c:pt idx="5504">
                  <c:v>10322773</c:v>
                </c:pt>
                <c:pt idx="5505">
                  <c:v>10193900</c:v>
                </c:pt>
                <c:pt idx="5506">
                  <c:v>9922382</c:v>
                </c:pt>
                <c:pt idx="5507">
                  <c:v>9404604</c:v>
                </c:pt>
                <c:pt idx="5508">
                  <c:v>9141190</c:v>
                </c:pt>
                <c:pt idx="5509">
                  <c:v>9002759</c:v>
                </c:pt>
                <c:pt idx="5510">
                  <c:v>8923971</c:v>
                </c:pt>
                <c:pt idx="5511">
                  <c:v>8869009</c:v>
                </c:pt>
                <c:pt idx="5512">
                  <c:v>8857673</c:v>
                </c:pt>
                <c:pt idx="5513">
                  <c:v>8894841</c:v>
                </c:pt>
                <c:pt idx="5514">
                  <c:v>8745531</c:v>
                </c:pt>
                <c:pt idx="5515">
                  <c:v>8740094</c:v>
                </c:pt>
                <c:pt idx="5516">
                  <c:v>8785889</c:v>
                </c:pt>
                <c:pt idx="5517">
                  <c:v>9033016</c:v>
                </c:pt>
                <c:pt idx="5518">
                  <c:v>9086802</c:v>
                </c:pt>
                <c:pt idx="5519">
                  <c:v>9153139</c:v>
                </c:pt>
                <c:pt idx="5520">
                  <c:v>9276678</c:v>
                </c:pt>
                <c:pt idx="5521">
                  <c:v>9352890</c:v>
                </c:pt>
                <c:pt idx="5522">
                  <c:v>9484058</c:v>
                </c:pt>
                <c:pt idx="5523">
                  <c:v>9463475</c:v>
                </c:pt>
                <c:pt idx="5524">
                  <c:v>9689558</c:v>
                </c:pt>
                <c:pt idx="5525">
                  <c:v>9766051</c:v>
                </c:pt>
                <c:pt idx="5526">
                  <c:v>9704082</c:v>
                </c:pt>
                <c:pt idx="5527">
                  <c:v>9630763</c:v>
                </c:pt>
                <c:pt idx="5528">
                  <c:v>9490582</c:v>
                </c:pt>
                <c:pt idx="5529">
                  <c:v>9415804</c:v>
                </c:pt>
                <c:pt idx="5530">
                  <c:v>9370783</c:v>
                </c:pt>
                <c:pt idx="5531">
                  <c:v>9020771</c:v>
                </c:pt>
                <c:pt idx="5532">
                  <c:v>9042436</c:v>
                </c:pt>
                <c:pt idx="5533">
                  <c:v>9014871</c:v>
                </c:pt>
                <c:pt idx="5534">
                  <c:v>9205991</c:v>
                </c:pt>
                <c:pt idx="5535">
                  <c:v>9297295</c:v>
                </c:pt>
                <c:pt idx="5536">
                  <c:v>9248508</c:v>
                </c:pt>
                <c:pt idx="5537">
                  <c:v>9386538</c:v>
                </c:pt>
                <c:pt idx="5538">
                  <c:v>9397394</c:v>
                </c:pt>
                <c:pt idx="5539">
                  <c:v>9475213</c:v>
                </c:pt>
                <c:pt idx="5540">
                  <c:v>9466965</c:v>
                </c:pt>
                <c:pt idx="5541">
                  <c:v>9489077</c:v>
                </c:pt>
                <c:pt idx="5542">
                  <c:v>9538095</c:v>
                </c:pt>
                <c:pt idx="5543">
                  <c:v>9505576</c:v>
                </c:pt>
                <c:pt idx="5544">
                  <c:v>9451286</c:v>
                </c:pt>
                <c:pt idx="5545">
                  <c:v>9438496</c:v>
                </c:pt>
                <c:pt idx="5546">
                  <c:v>9314690</c:v>
                </c:pt>
                <c:pt idx="5547">
                  <c:v>9471685</c:v>
                </c:pt>
                <c:pt idx="5548">
                  <c:v>9365361</c:v>
                </c:pt>
                <c:pt idx="5549">
                  <c:v>9454614</c:v>
                </c:pt>
                <c:pt idx="5550">
                  <c:v>9372470</c:v>
                </c:pt>
                <c:pt idx="5551">
                  <c:v>9466017</c:v>
                </c:pt>
                <c:pt idx="5552">
                  <c:v>9491700</c:v>
                </c:pt>
                <c:pt idx="5553">
                  <c:v>9501745</c:v>
                </c:pt>
                <c:pt idx="5554">
                  <c:v>9624075</c:v>
                </c:pt>
                <c:pt idx="5555">
                  <c:v>9584658</c:v>
                </c:pt>
                <c:pt idx="5556">
                  <c:v>9658778</c:v>
                </c:pt>
                <c:pt idx="5557">
                  <c:v>9675569</c:v>
                </c:pt>
                <c:pt idx="5558">
                  <c:v>9704210</c:v>
                </c:pt>
                <c:pt idx="5559">
                  <c:v>9684810</c:v>
                </c:pt>
                <c:pt idx="5560">
                  <c:v>9867285</c:v>
                </c:pt>
                <c:pt idx="5561">
                  <c:v>10158388</c:v>
                </c:pt>
                <c:pt idx="5562">
                  <c:v>9880839</c:v>
                </c:pt>
                <c:pt idx="5563">
                  <c:v>9998129</c:v>
                </c:pt>
                <c:pt idx="5564">
                  <c:v>9825833</c:v>
                </c:pt>
                <c:pt idx="5565">
                  <c:v>9977638</c:v>
                </c:pt>
                <c:pt idx="5566">
                  <c:v>9968384</c:v>
                </c:pt>
                <c:pt idx="5567">
                  <c:v>9924171</c:v>
                </c:pt>
                <c:pt idx="5568">
                  <c:v>9852852</c:v>
                </c:pt>
                <c:pt idx="5569">
                  <c:v>9734967</c:v>
                </c:pt>
                <c:pt idx="5570">
                  <c:v>9644100</c:v>
                </c:pt>
                <c:pt idx="5571">
                  <c:v>9543693</c:v>
                </c:pt>
                <c:pt idx="5572">
                  <c:v>8856202</c:v>
                </c:pt>
                <c:pt idx="5573">
                  <c:v>9359398</c:v>
                </c:pt>
                <c:pt idx="5574">
                  <c:v>9132244</c:v>
                </c:pt>
                <c:pt idx="5575">
                  <c:v>9123430</c:v>
                </c:pt>
                <c:pt idx="5576">
                  <c:v>9151087</c:v>
                </c:pt>
                <c:pt idx="5577">
                  <c:v>9556398</c:v>
                </c:pt>
                <c:pt idx="5578">
                  <c:v>9336887</c:v>
                </c:pt>
                <c:pt idx="5579">
                  <c:v>9463070</c:v>
                </c:pt>
                <c:pt idx="5580">
                  <c:v>9552973</c:v>
                </c:pt>
                <c:pt idx="5581">
                  <c:v>9634701</c:v>
                </c:pt>
                <c:pt idx="5582">
                  <c:v>9831337</c:v>
                </c:pt>
                <c:pt idx="5583">
                  <c:v>9370246</c:v>
                </c:pt>
                <c:pt idx="5584">
                  <c:v>9687611</c:v>
                </c:pt>
                <c:pt idx="5585">
                  <c:v>9711403</c:v>
                </c:pt>
                <c:pt idx="5586">
                  <c:v>10116599</c:v>
                </c:pt>
                <c:pt idx="5587">
                  <c:v>10182371</c:v>
                </c:pt>
                <c:pt idx="5588">
                  <c:v>10029553</c:v>
                </c:pt>
                <c:pt idx="5589">
                  <c:v>9963067</c:v>
                </c:pt>
                <c:pt idx="5590">
                  <c:v>9840266</c:v>
                </c:pt>
                <c:pt idx="5591">
                  <c:v>9677870</c:v>
                </c:pt>
                <c:pt idx="5592">
                  <c:v>9751281</c:v>
                </c:pt>
                <c:pt idx="5593">
                  <c:v>9536302</c:v>
                </c:pt>
                <c:pt idx="5594">
                  <c:v>9568162</c:v>
                </c:pt>
                <c:pt idx="5595">
                  <c:v>9760730</c:v>
                </c:pt>
                <c:pt idx="5596">
                  <c:v>10104609</c:v>
                </c:pt>
                <c:pt idx="5597">
                  <c:v>10132262</c:v>
                </c:pt>
                <c:pt idx="5598">
                  <c:v>10336398</c:v>
                </c:pt>
                <c:pt idx="5599">
                  <c:v>10687312</c:v>
                </c:pt>
                <c:pt idx="5600">
                  <c:v>10920648</c:v>
                </c:pt>
                <c:pt idx="5601">
                  <c:v>10792142</c:v>
                </c:pt>
                <c:pt idx="5602">
                  <c:v>10611619</c:v>
                </c:pt>
                <c:pt idx="5603">
                  <c:v>10140572</c:v>
                </c:pt>
                <c:pt idx="5604">
                  <c:v>10305574</c:v>
                </c:pt>
                <c:pt idx="5605">
                  <c:v>10372891</c:v>
                </c:pt>
                <c:pt idx="5606">
                  <c:v>10520496</c:v>
                </c:pt>
                <c:pt idx="5607">
                  <c:v>10602070</c:v>
                </c:pt>
                <c:pt idx="5608">
                  <c:v>10161345</c:v>
                </c:pt>
                <c:pt idx="5609">
                  <c:v>10115551</c:v>
                </c:pt>
                <c:pt idx="5610">
                  <c:v>10027557</c:v>
                </c:pt>
                <c:pt idx="5611">
                  <c:v>10040325</c:v>
                </c:pt>
                <c:pt idx="5612">
                  <c:v>10107729</c:v>
                </c:pt>
                <c:pt idx="5613">
                  <c:v>9776019</c:v>
                </c:pt>
                <c:pt idx="5614">
                  <c:v>9387629</c:v>
                </c:pt>
                <c:pt idx="5615">
                  <c:v>9260451</c:v>
                </c:pt>
                <c:pt idx="5616">
                  <c:v>9689116</c:v>
                </c:pt>
                <c:pt idx="5617">
                  <c:v>9846319</c:v>
                </c:pt>
                <c:pt idx="5618">
                  <c:v>9950211</c:v>
                </c:pt>
                <c:pt idx="5619">
                  <c:v>9831813</c:v>
                </c:pt>
                <c:pt idx="5620">
                  <c:v>9931396</c:v>
                </c:pt>
                <c:pt idx="5621">
                  <c:v>9999284</c:v>
                </c:pt>
                <c:pt idx="5622">
                  <c:v>10079952</c:v>
                </c:pt>
                <c:pt idx="5623">
                  <c:v>9590576</c:v>
                </c:pt>
                <c:pt idx="5624">
                  <c:v>9687344</c:v>
                </c:pt>
                <c:pt idx="5625">
                  <c:v>9710309</c:v>
                </c:pt>
                <c:pt idx="5626">
                  <c:v>9731898</c:v>
                </c:pt>
                <c:pt idx="5627">
                  <c:v>9373352</c:v>
                </c:pt>
                <c:pt idx="5628">
                  <c:v>9010598</c:v>
                </c:pt>
                <c:pt idx="5629">
                  <c:v>8973223</c:v>
                </c:pt>
                <c:pt idx="5630">
                  <c:v>9066791</c:v>
                </c:pt>
                <c:pt idx="5631">
                  <c:v>8898280</c:v>
                </c:pt>
                <c:pt idx="5632">
                  <c:v>8781301</c:v>
                </c:pt>
                <c:pt idx="5633">
                  <c:v>8758142</c:v>
                </c:pt>
                <c:pt idx="5634">
                  <c:v>8948796</c:v>
                </c:pt>
                <c:pt idx="5635">
                  <c:v>9131277</c:v>
                </c:pt>
                <c:pt idx="5636">
                  <c:v>9271133</c:v>
                </c:pt>
                <c:pt idx="5637">
                  <c:v>9356684</c:v>
                </c:pt>
                <c:pt idx="5638">
                  <c:v>9523674</c:v>
                </c:pt>
                <c:pt idx="5639">
                  <c:v>9753102</c:v>
                </c:pt>
                <c:pt idx="5640">
                  <c:v>9686047</c:v>
                </c:pt>
                <c:pt idx="5641">
                  <c:v>9688594</c:v>
                </c:pt>
                <c:pt idx="5642">
                  <c:v>9572616</c:v>
                </c:pt>
                <c:pt idx="5643">
                  <c:v>9674659</c:v>
                </c:pt>
                <c:pt idx="5644">
                  <c:v>9767039</c:v>
                </c:pt>
                <c:pt idx="5645">
                  <c:v>9843053</c:v>
                </c:pt>
                <c:pt idx="5646">
                  <c:v>9919836</c:v>
                </c:pt>
                <c:pt idx="5647">
                  <c:v>9943729</c:v>
                </c:pt>
                <c:pt idx="5648">
                  <c:v>10105547</c:v>
                </c:pt>
                <c:pt idx="5649">
                  <c:v>9878319</c:v>
                </c:pt>
                <c:pt idx="5650">
                  <c:v>9905006</c:v>
                </c:pt>
                <c:pt idx="5651">
                  <c:v>9993590</c:v>
                </c:pt>
                <c:pt idx="5652">
                  <c:v>10034068</c:v>
                </c:pt>
                <c:pt idx="5653">
                  <c:v>9911439</c:v>
                </c:pt>
                <c:pt idx="5654">
                  <c:v>10024919</c:v>
                </c:pt>
                <c:pt idx="5655">
                  <c:v>10046396</c:v>
                </c:pt>
                <c:pt idx="5656">
                  <c:v>10201548</c:v>
                </c:pt>
                <c:pt idx="5657">
                  <c:v>10268769</c:v>
                </c:pt>
                <c:pt idx="5658">
                  <c:v>10234108</c:v>
                </c:pt>
                <c:pt idx="5659">
                  <c:v>10188618</c:v>
                </c:pt>
                <c:pt idx="5660">
                  <c:v>10209783</c:v>
                </c:pt>
                <c:pt idx="5661">
                  <c:v>10072775</c:v>
                </c:pt>
                <c:pt idx="5662">
                  <c:v>9933564</c:v>
                </c:pt>
                <c:pt idx="5663">
                  <c:v>9760735</c:v>
                </c:pt>
                <c:pt idx="5664">
                  <c:v>9604500</c:v>
                </c:pt>
                <c:pt idx="5665">
                  <c:v>9627903</c:v>
                </c:pt>
                <c:pt idx="5666">
                  <c:v>9600703</c:v>
                </c:pt>
                <c:pt idx="5667">
                  <c:v>9719672</c:v>
                </c:pt>
                <c:pt idx="5668">
                  <c:v>9867447</c:v>
                </c:pt>
                <c:pt idx="5669">
                  <c:v>9789538</c:v>
                </c:pt>
                <c:pt idx="5670">
                  <c:v>9883124</c:v>
                </c:pt>
                <c:pt idx="5671">
                  <c:v>9876122</c:v>
                </c:pt>
                <c:pt idx="5672">
                  <c:v>10014599</c:v>
                </c:pt>
                <c:pt idx="5673">
                  <c:v>10153057</c:v>
                </c:pt>
                <c:pt idx="5674">
                  <c:v>10195816</c:v>
                </c:pt>
                <c:pt idx="5675">
                  <c:v>10015769</c:v>
                </c:pt>
                <c:pt idx="5676">
                  <c:v>10047328</c:v>
                </c:pt>
                <c:pt idx="5677">
                  <c:v>9910680</c:v>
                </c:pt>
                <c:pt idx="5678">
                  <c:v>9948769</c:v>
                </c:pt>
                <c:pt idx="5679">
                  <c:v>10248552</c:v>
                </c:pt>
                <c:pt idx="5680">
                  <c:v>10487260</c:v>
                </c:pt>
                <c:pt idx="5681">
                  <c:v>10711657</c:v>
                </c:pt>
                <c:pt idx="5682">
                  <c:v>10972054</c:v>
                </c:pt>
                <c:pt idx="5683">
                  <c:v>10606463</c:v>
                </c:pt>
                <c:pt idx="5684">
                  <c:v>10502634</c:v>
                </c:pt>
                <c:pt idx="5685">
                  <c:v>10699473</c:v>
                </c:pt>
                <c:pt idx="5686">
                  <c:v>10857924</c:v>
                </c:pt>
                <c:pt idx="5687">
                  <c:v>10782406</c:v>
                </c:pt>
                <c:pt idx="5688">
                  <c:v>10919038</c:v>
                </c:pt>
                <c:pt idx="5689">
                  <c:v>10907727</c:v>
                </c:pt>
                <c:pt idx="5690">
                  <c:v>10847966</c:v>
                </c:pt>
                <c:pt idx="5691">
                  <c:v>10868855</c:v>
                </c:pt>
                <c:pt idx="5692">
                  <c:v>10287804</c:v>
                </c:pt>
                <c:pt idx="5693">
                  <c:v>10092544</c:v>
                </c:pt>
                <c:pt idx="5694">
                  <c:v>10314438</c:v>
                </c:pt>
                <c:pt idx="5695">
                  <c:v>10348806</c:v>
                </c:pt>
                <c:pt idx="5696">
                  <c:v>10423573</c:v>
                </c:pt>
                <c:pt idx="5697">
                  <c:v>10320532</c:v>
                </c:pt>
                <c:pt idx="5698">
                  <c:v>10617978</c:v>
                </c:pt>
                <c:pt idx="5699">
                  <c:v>10594867</c:v>
                </c:pt>
                <c:pt idx="5700">
                  <c:v>10713912</c:v>
                </c:pt>
                <c:pt idx="5701">
                  <c:v>11125290</c:v>
                </c:pt>
                <c:pt idx="5702">
                  <c:v>10627962</c:v>
                </c:pt>
                <c:pt idx="5703">
                  <c:v>10539927</c:v>
                </c:pt>
                <c:pt idx="5704">
                  <c:v>11004860</c:v>
                </c:pt>
                <c:pt idx="5705">
                  <c:v>11015737</c:v>
                </c:pt>
                <c:pt idx="5706">
                  <c:v>11023888</c:v>
                </c:pt>
                <c:pt idx="5707">
                  <c:v>10844665</c:v>
                </c:pt>
                <c:pt idx="5708">
                  <c:v>10730846</c:v>
                </c:pt>
                <c:pt idx="5709">
                  <c:v>10618865</c:v>
                </c:pt>
                <c:pt idx="5710">
                  <c:v>10520537</c:v>
                </c:pt>
                <c:pt idx="5711">
                  <c:v>10297054</c:v>
                </c:pt>
                <c:pt idx="5712">
                  <c:v>10316338</c:v>
                </c:pt>
                <c:pt idx="5713">
                  <c:v>10511894</c:v>
                </c:pt>
                <c:pt idx="5714">
                  <c:v>10233442</c:v>
                </c:pt>
                <c:pt idx="5715">
                  <c:v>10178648</c:v>
                </c:pt>
                <c:pt idx="5716">
                  <c:v>9842037</c:v>
                </c:pt>
                <c:pt idx="5717">
                  <c:v>9646895</c:v>
                </c:pt>
                <c:pt idx="5718">
                  <c:v>9625238</c:v>
                </c:pt>
                <c:pt idx="5719">
                  <c:v>9524101</c:v>
                </c:pt>
                <c:pt idx="5720">
                  <c:v>9486262</c:v>
                </c:pt>
                <c:pt idx="5721">
                  <c:v>9526558</c:v>
                </c:pt>
                <c:pt idx="5722">
                  <c:v>9628630</c:v>
                </c:pt>
                <c:pt idx="5723">
                  <c:v>9811271</c:v>
                </c:pt>
                <c:pt idx="5724">
                  <c:v>10010330</c:v>
                </c:pt>
                <c:pt idx="5725">
                  <c:v>10283573</c:v>
                </c:pt>
                <c:pt idx="5726">
                  <c:v>10191495</c:v>
                </c:pt>
                <c:pt idx="5727">
                  <c:v>10390240</c:v>
                </c:pt>
                <c:pt idx="5728">
                  <c:v>10490171</c:v>
                </c:pt>
                <c:pt idx="5729">
                  <c:v>10231606</c:v>
                </c:pt>
                <c:pt idx="5730">
                  <c:v>10225700</c:v>
                </c:pt>
                <c:pt idx="5731">
                  <c:v>10029759</c:v>
                </c:pt>
                <c:pt idx="5732">
                  <c:v>9890367</c:v>
                </c:pt>
                <c:pt idx="5733">
                  <c:v>9989446</c:v>
                </c:pt>
                <c:pt idx="5734">
                  <c:v>9873614</c:v>
                </c:pt>
                <c:pt idx="5735">
                  <c:v>9992071</c:v>
                </c:pt>
                <c:pt idx="5736">
                  <c:v>10197309</c:v>
                </c:pt>
                <c:pt idx="5737">
                  <c:v>10413035</c:v>
                </c:pt>
                <c:pt idx="5738">
                  <c:v>10611771</c:v>
                </c:pt>
                <c:pt idx="5739">
                  <c:v>10649879</c:v>
                </c:pt>
                <c:pt idx="5740">
                  <c:v>10837433</c:v>
                </c:pt>
                <c:pt idx="5741">
                  <c:v>10940254</c:v>
                </c:pt>
                <c:pt idx="5742">
                  <c:v>11052627</c:v>
                </c:pt>
                <c:pt idx="5743">
                  <c:v>11179368</c:v>
                </c:pt>
                <c:pt idx="5744">
                  <c:v>10956472</c:v>
                </c:pt>
                <c:pt idx="5745">
                  <c:v>10904573</c:v>
                </c:pt>
                <c:pt idx="5746">
                  <c:v>10868757</c:v>
                </c:pt>
                <c:pt idx="5747">
                  <c:v>10841549</c:v>
                </c:pt>
                <c:pt idx="5748">
                  <c:v>10764374</c:v>
                </c:pt>
                <c:pt idx="5749">
                  <c:v>10729556</c:v>
                </c:pt>
                <c:pt idx="5750">
                  <c:v>10699983</c:v>
                </c:pt>
                <c:pt idx="5751">
                  <c:v>10623710</c:v>
                </c:pt>
                <c:pt idx="5752">
                  <c:v>10654260</c:v>
                </c:pt>
                <c:pt idx="5753">
                  <c:v>10471958</c:v>
                </c:pt>
                <c:pt idx="5754">
                  <c:v>10490364</c:v>
                </c:pt>
                <c:pt idx="5755">
                  <c:v>10706627</c:v>
                </c:pt>
                <c:pt idx="5756">
                  <c:v>10831857</c:v>
                </c:pt>
                <c:pt idx="5757">
                  <c:v>11017960</c:v>
                </c:pt>
                <c:pt idx="5758">
                  <c:v>10903457</c:v>
                </c:pt>
                <c:pt idx="5759">
                  <c:v>11127679</c:v>
                </c:pt>
                <c:pt idx="5760">
                  <c:v>10876434</c:v>
                </c:pt>
                <c:pt idx="5761">
                  <c:v>10856253</c:v>
                </c:pt>
                <c:pt idx="5762">
                  <c:v>10888077</c:v>
                </c:pt>
                <c:pt idx="5763">
                  <c:v>10849033</c:v>
                </c:pt>
                <c:pt idx="5764">
                  <c:v>10938986</c:v>
                </c:pt>
                <c:pt idx="5765">
                  <c:v>10665346</c:v>
                </c:pt>
                <c:pt idx="5766">
                  <c:v>10405441</c:v>
                </c:pt>
                <c:pt idx="5767">
                  <c:v>10374014</c:v>
                </c:pt>
                <c:pt idx="5768">
                  <c:v>10025292</c:v>
                </c:pt>
                <c:pt idx="5769">
                  <c:v>9866484</c:v>
                </c:pt>
                <c:pt idx="5770">
                  <c:v>9134152</c:v>
                </c:pt>
                <c:pt idx="5771">
                  <c:v>8538502</c:v>
                </c:pt>
                <c:pt idx="5772">
                  <c:v>8036542</c:v>
                </c:pt>
                <c:pt idx="5773">
                  <c:v>7958688</c:v>
                </c:pt>
                <c:pt idx="5774">
                  <c:v>7957612</c:v>
                </c:pt>
                <c:pt idx="5775">
                  <c:v>7912992</c:v>
                </c:pt>
                <c:pt idx="5776">
                  <c:v>7818600</c:v>
                </c:pt>
                <c:pt idx="5777">
                  <c:v>7921378</c:v>
                </c:pt>
                <c:pt idx="5778">
                  <c:v>7994702</c:v>
                </c:pt>
                <c:pt idx="5779">
                  <c:v>8143674</c:v>
                </c:pt>
                <c:pt idx="5780">
                  <c:v>8206770</c:v>
                </c:pt>
                <c:pt idx="5781">
                  <c:v>8195909</c:v>
                </c:pt>
                <c:pt idx="5782">
                  <c:v>8269369</c:v>
                </c:pt>
                <c:pt idx="5783">
                  <c:v>8300662</c:v>
                </c:pt>
                <c:pt idx="5784">
                  <c:v>8277644</c:v>
                </c:pt>
                <c:pt idx="5785">
                  <c:v>8214924</c:v>
                </c:pt>
                <c:pt idx="5786">
                  <c:v>8143362</c:v>
                </c:pt>
                <c:pt idx="5787">
                  <c:v>8176425</c:v>
                </c:pt>
                <c:pt idx="5788">
                  <c:v>8087698</c:v>
                </c:pt>
                <c:pt idx="5789">
                  <c:v>8112261</c:v>
                </c:pt>
                <c:pt idx="5790">
                  <c:v>8134860</c:v>
                </c:pt>
                <c:pt idx="5791">
                  <c:v>8027542</c:v>
                </c:pt>
                <c:pt idx="5792">
                  <c:v>8071760</c:v>
                </c:pt>
                <c:pt idx="5793">
                  <c:v>8013121</c:v>
                </c:pt>
                <c:pt idx="5794">
                  <c:v>7838047</c:v>
                </c:pt>
                <c:pt idx="5795">
                  <c:v>7861025</c:v>
                </c:pt>
                <c:pt idx="5796">
                  <c:v>7804425</c:v>
                </c:pt>
                <c:pt idx="5797">
                  <c:v>7852241</c:v>
                </c:pt>
                <c:pt idx="5798">
                  <c:v>7792714</c:v>
                </c:pt>
                <c:pt idx="5799">
                  <c:v>7846201</c:v>
                </c:pt>
                <c:pt idx="5800">
                  <c:v>7870180</c:v>
                </c:pt>
                <c:pt idx="5801">
                  <c:v>7699328</c:v>
                </c:pt>
                <c:pt idx="5802">
                  <c:v>7576682</c:v>
                </c:pt>
                <c:pt idx="5803">
                  <c:v>7711758</c:v>
                </c:pt>
                <c:pt idx="5804">
                  <c:v>7721585</c:v>
                </c:pt>
                <c:pt idx="5805">
                  <c:v>7669384</c:v>
                </c:pt>
                <c:pt idx="5806">
                  <c:v>7754526</c:v>
                </c:pt>
                <c:pt idx="5807">
                  <c:v>7617987</c:v>
                </c:pt>
                <c:pt idx="5808">
                  <c:v>7713344</c:v>
                </c:pt>
                <c:pt idx="5809">
                  <c:v>7742475</c:v>
                </c:pt>
                <c:pt idx="5810">
                  <c:v>7824539</c:v>
                </c:pt>
                <c:pt idx="5811">
                  <c:v>7816187</c:v>
                </c:pt>
                <c:pt idx="5812">
                  <c:v>8015964</c:v>
                </c:pt>
                <c:pt idx="5813">
                  <c:v>8032411</c:v>
                </c:pt>
                <c:pt idx="5814">
                  <c:v>7993368</c:v>
                </c:pt>
                <c:pt idx="5815">
                  <c:v>7951291</c:v>
                </c:pt>
                <c:pt idx="5816">
                  <c:v>8008181</c:v>
                </c:pt>
                <c:pt idx="5817">
                  <c:v>8185928</c:v>
                </c:pt>
                <c:pt idx="5818">
                  <c:v>8133736</c:v>
                </c:pt>
                <c:pt idx="5819">
                  <c:v>8140594</c:v>
                </c:pt>
                <c:pt idx="5820">
                  <c:v>8072712</c:v>
                </c:pt>
                <c:pt idx="5821">
                  <c:v>8238520</c:v>
                </c:pt>
                <c:pt idx="5822">
                  <c:v>8571567</c:v>
                </c:pt>
                <c:pt idx="5823">
                  <c:v>8550540</c:v>
                </c:pt>
                <c:pt idx="5824">
                  <c:v>8559950</c:v>
                </c:pt>
                <c:pt idx="5825">
                  <c:v>8553543</c:v>
                </c:pt>
                <c:pt idx="5826">
                  <c:v>8685712</c:v>
                </c:pt>
                <c:pt idx="5827">
                  <c:v>9021791</c:v>
                </c:pt>
                <c:pt idx="5828">
                  <c:v>9072345</c:v>
                </c:pt>
                <c:pt idx="5829">
                  <c:v>9087520</c:v>
                </c:pt>
                <c:pt idx="5830">
                  <c:v>9143549</c:v>
                </c:pt>
                <c:pt idx="5831">
                  <c:v>9360877</c:v>
                </c:pt>
                <c:pt idx="5832">
                  <c:v>9370919</c:v>
                </c:pt>
                <c:pt idx="5833">
                  <c:v>9364036</c:v>
                </c:pt>
                <c:pt idx="5834">
                  <c:v>9338596</c:v>
                </c:pt>
                <c:pt idx="5835">
                  <c:v>9384325</c:v>
                </c:pt>
                <c:pt idx="5836">
                  <c:v>9360315</c:v>
                </c:pt>
                <c:pt idx="5837">
                  <c:v>9436203</c:v>
                </c:pt>
                <c:pt idx="5838">
                  <c:v>9354117</c:v>
                </c:pt>
                <c:pt idx="5839">
                  <c:v>9235844</c:v>
                </c:pt>
                <c:pt idx="5840">
                  <c:v>9315422</c:v>
                </c:pt>
                <c:pt idx="5841">
                  <c:v>9296637</c:v>
                </c:pt>
                <c:pt idx="5842">
                  <c:v>9271489</c:v>
                </c:pt>
                <c:pt idx="5843">
                  <c:v>9052546</c:v>
                </c:pt>
                <c:pt idx="5844">
                  <c:v>8696834</c:v>
                </c:pt>
                <c:pt idx="5845">
                  <c:v>8692173</c:v>
                </c:pt>
                <c:pt idx="5846">
                  <c:v>8607068</c:v>
                </c:pt>
                <c:pt idx="5847">
                  <c:v>8609705</c:v>
                </c:pt>
                <c:pt idx="5848">
                  <c:v>8540349</c:v>
                </c:pt>
                <c:pt idx="5849">
                  <c:v>8685129</c:v>
                </c:pt>
                <c:pt idx="5850">
                  <c:v>8788178</c:v>
                </c:pt>
                <c:pt idx="5851">
                  <c:v>8875941</c:v>
                </c:pt>
                <c:pt idx="5852">
                  <c:v>8988329</c:v>
                </c:pt>
                <c:pt idx="5853">
                  <c:v>9141574</c:v>
                </c:pt>
                <c:pt idx="5854">
                  <c:v>8974144</c:v>
                </c:pt>
                <c:pt idx="5855">
                  <c:v>8865503</c:v>
                </c:pt>
                <c:pt idx="5856">
                  <c:v>8964601</c:v>
                </c:pt>
                <c:pt idx="5857">
                  <c:v>8715360</c:v>
                </c:pt>
                <c:pt idx="5858">
                  <c:v>8901613</c:v>
                </c:pt>
                <c:pt idx="5859">
                  <c:v>8874760</c:v>
                </c:pt>
                <c:pt idx="5860">
                  <c:v>9074619</c:v>
                </c:pt>
                <c:pt idx="5861">
                  <c:v>9041815</c:v>
                </c:pt>
                <c:pt idx="5862">
                  <c:v>8989248</c:v>
                </c:pt>
                <c:pt idx="5863">
                  <c:v>8726617</c:v>
                </c:pt>
                <c:pt idx="5864">
                  <c:v>8919212</c:v>
                </c:pt>
                <c:pt idx="5865">
                  <c:v>9307579</c:v>
                </c:pt>
                <c:pt idx="5866">
                  <c:v>9111687</c:v>
                </c:pt>
                <c:pt idx="5867">
                  <c:v>9076570</c:v>
                </c:pt>
                <c:pt idx="5868">
                  <c:v>8691578</c:v>
                </c:pt>
                <c:pt idx="5869">
                  <c:v>8656231</c:v>
                </c:pt>
                <c:pt idx="5870">
                  <c:v>8601823</c:v>
                </c:pt>
                <c:pt idx="5871">
                  <c:v>8455922</c:v>
                </c:pt>
                <c:pt idx="5872">
                  <c:v>8360606</c:v>
                </c:pt>
                <c:pt idx="5873">
                  <c:v>8390020</c:v>
                </c:pt>
                <c:pt idx="5874">
                  <c:v>8384030</c:v>
                </c:pt>
                <c:pt idx="5875">
                  <c:v>8346294</c:v>
                </c:pt>
                <c:pt idx="5876">
                  <c:v>8243309</c:v>
                </c:pt>
                <c:pt idx="5877">
                  <c:v>8262822</c:v>
                </c:pt>
                <c:pt idx="5878">
                  <c:v>8213789</c:v>
                </c:pt>
                <c:pt idx="5879">
                  <c:v>8155036</c:v>
                </c:pt>
                <c:pt idx="5880">
                  <c:v>8213755</c:v>
                </c:pt>
                <c:pt idx="5881">
                  <c:v>8251552</c:v>
                </c:pt>
                <c:pt idx="5882">
                  <c:v>8238971</c:v>
                </c:pt>
                <c:pt idx="5883">
                  <c:v>8241449</c:v>
                </c:pt>
                <c:pt idx="5884">
                  <c:v>8437267</c:v>
                </c:pt>
                <c:pt idx="5885">
                  <c:v>8499565</c:v>
                </c:pt>
                <c:pt idx="5886">
                  <c:v>8571633</c:v>
                </c:pt>
                <c:pt idx="5887">
                  <c:v>8578713</c:v>
                </c:pt>
                <c:pt idx="5888">
                  <c:v>8774622</c:v>
                </c:pt>
                <c:pt idx="5889">
                  <c:v>8859481</c:v>
                </c:pt>
                <c:pt idx="5890">
                  <c:v>9033996</c:v>
                </c:pt>
                <c:pt idx="5891">
                  <c:v>9097552</c:v>
                </c:pt>
                <c:pt idx="5892">
                  <c:v>8906226</c:v>
                </c:pt>
                <c:pt idx="5893">
                  <c:v>8966916</c:v>
                </c:pt>
                <c:pt idx="5894">
                  <c:v>8932088</c:v>
                </c:pt>
                <c:pt idx="5895">
                  <c:v>8733118</c:v>
                </c:pt>
                <c:pt idx="5896">
                  <c:v>8898332</c:v>
                </c:pt>
                <c:pt idx="5897">
                  <c:v>8951555</c:v>
                </c:pt>
                <c:pt idx="5898">
                  <c:v>9152698</c:v>
                </c:pt>
                <c:pt idx="5899">
                  <c:v>9040603</c:v>
                </c:pt>
                <c:pt idx="5900">
                  <c:v>9023308</c:v>
                </c:pt>
                <c:pt idx="5901">
                  <c:v>9080284</c:v>
                </c:pt>
                <c:pt idx="5902">
                  <c:v>9253382</c:v>
                </c:pt>
                <c:pt idx="5903">
                  <c:v>9373298</c:v>
                </c:pt>
                <c:pt idx="5904">
                  <c:v>9569774</c:v>
                </c:pt>
                <c:pt idx="5905">
                  <c:v>9598907</c:v>
                </c:pt>
                <c:pt idx="5906">
                  <c:v>9543565</c:v>
                </c:pt>
                <c:pt idx="5907">
                  <c:v>9532332</c:v>
                </c:pt>
                <c:pt idx="5908">
                  <c:v>9477234</c:v>
                </c:pt>
                <c:pt idx="5909">
                  <c:v>9280603</c:v>
                </c:pt>
                <c:pt idx="5910">
                  <c:v>9159743</c:v>
                </c:pt>
                <c:pt idx="5911">
                  <c:v>9030702</c:v>
                </c:pt>
                <c:pt idx="5912">
                  <c:v>8877905</c:v>
                </c:pt>
                <c:pt idx="5913">
                  <c:v>8884287</c:v>
                </c:pt>
                <c:pt idx="5914">
                  <c:v>8951077</c:v>
                </c:pt>
                <c:pt idx="5915">
                  <c:v>8986815</c:v>
                </c:pt>
                <c:pt idx="5916">
                  <c:v>9126472</c:v>
                </c:pt>
                <c:pt idx="5917">
                  <c:v>9231965</c:v>
                </c:pt>
                <c:pt idx="5918">
                  <c:v>9068663</c:v>
                </c:pt>
                <c:pt idx="5919">
                  <c:v>9112134</c:v>
                </c:pt>
                <c:pt idx="5920">
                  <c:v>9179466</c:v>
                </c:pt>
                <c:pt idx="5921">
                  <c:v>9319093</c:v>
                </c:pt>
                <c:pt idx="5922">
                  <c:v>9401832</c:v>
                </c:pt>
                <c:pt idx="5923">
                  <c:v>9349363</c:v>
                </c:pt>
                <c:pt idx="5924">
                  <c:v>9493127</c:v>
                </c:pt>
                <c:pt idx="5925">
                  <c:v>9695507</c:v>
                </c:pt>
                <c:pt idx="5926">
                  <c:v>9637159</c:v>
                </c:pt>
                <c:pt idx="5927">
                  <c:v>9995600</c:v>
                </c:pt>
                <c:pt idx="5928">
                  <c:v>9960370</c:v>
                </c:pt>
                <c:pt idx="5929">
                  <c:v>9959574</c:v>
                </c:pt>
                <c:pt idx="5930">
                  <c:v>10087823</c:v>
                </c:pt>
                <c:pt idx="5931">
                  <c:v>10094998</c:v>
                </c:pt>
                <c:pt idx="5932">
                  <c:v>10100417</c:v>
                </c:pt>
                <c:pt idx="5933">
                  <c:v>10142010</c:v>
                </c:pt>
                <c:pt idx="5934">
                  <c:v>10037631</c:v>
                </c:pt>
                <c:pt idx="5935">
                  <c:v>10218745</c:v>
                </c:pt>
                <c:pt idx="5936">
                  <c:v>10340530</c:v>
                </c:pt>
                <c:pt idx="5937">
                  <c:v>10236206</c:v>
                </c:pt>
                <c:pt idx="5938">
                  <c:v>10116450</c:v>
                </c:pt>
                <c:pt idx="5939">
                  <c:v>9772741</c:v>
                </c:pt>
                <c:pt idx="5940">
                  <c:v>9490125</c:v>
                </c:pt>
                <c:pt idx="5941">
                  <c:v>9496309</c:v>
                </c:pt>
                <c:pt idx="5942">
                  <c:v>9401514</c:v>
                </c:pt>
                <c:pt idx="5943">
                  <c:v>9532515</c:v>
                </c:pt>
                <c:pt idx="5944">
                  <c:v>9577603</c:v>
                </c:pt>
                <c:pt idx="5945">
                  <c:v>9624571</c:v>
                </c:pt>
                <c:pt idx="5946">
                  <c:v>9707614</c:v>
                </c:pt>
                <c:pt idx="5947">
                  <c:v>9602573</c:v>
                </c:pt>
                <c:pt idx="5948">
                  <c:v>9533676</c:v>
                </c:pt>
                <c:pt idx="5949">
                  <c:v>9552231</c:v>
                </c:pt>
                <c:pt idx="5950">
                  <c:v>9662633</c:v>
                </c:pt>
                <c:pt idx="5951">
                  <c:v>9703918</c:v>
                </c:pt>
                <c:pt idx="5952">
                  <c:v>9957934</c:v>
                </c:pt>
                <c:pt idx="5953">
                  <c:v>9857187</c:v>
                </c:pt>
                <c:pt idx="5954">
                  <c:v>9782321</c:v>
                </c:pt>
                <c:pt idx="5955">
                  <c:v>9757166</c:v>
                </c:pt>
                <c:pt idx="5956">
                  <c:v>9873699</c:v>
                </c:pt>
                <c:pt idx="5957">
                  <c:v>9909289</c:v>
                </c:pt>
                <c:pt idx="5958">
                  <c:v>9966335</c:v>
                </c:pt>
                <c:pt idx="5959">
                  <c:v>10062161</c:v>
                </c:pt>
                <c:pt idx="5960">
                  <c:v>10268337</c:v>
                </c:pt>
                <c:pt idx="5961">
                  <c:v>9992494</c:v>
                </c:pt>
                <c:pt idx="5962">
                  <c:v>10015012</c:v>
                </c:pt>
                <c:pt idx="5963">
                  <c:v>10134913</c:v>
                </c:pt>
                <c:pt idx="5964">
                  <c:v>10125487</c:v>
                </c:pt>
                <c:pt idx="5965">
                  <c:v>10198796</c:v>
                </c:pt>
                <c:pt idx="5966">
                  <c:v>10135070</c:v>
                </c:pt>
                <c:pt idx="5967">
                  <c:v>10204721</c:v>
                </c:pt>
                <c:pt idx="5968">
                  <c:v>10601602</c:v>
                </c:pt>
                <c:pt idx="5969">
                  <c:v>10673763</c:v>
                </c:pt>
                <c:pt idx="5970">
                  <c:v>10894540</c:v>
                </c:pt>
                <c:pt idx="5971">
                  <c:v>10901138</c:v>
                </c:pt>
                <c:pt idx="5972">
                  <c:v>11099757</c:v>
                </c:pt>
                <c:pt idx="5973">
                  <c:v>11210402</c:v>
                </c:pt>
                <c:pt idx="5974">
                  <c:v>11219148</c:v>
                </c:pt>
                <c:pt idx="5975">
                  <c:v>11113531</c:v>
                </c:pt>
                <c:pt idx="5976">
                  <c:v>11099644</c:v>
                </c:pt>
                <c:pt idx="5977">
                  <c:v>11452673</c:v>
                </c:pt>
                <c:pt idx="5978">
                  <c:v>10713904</c:v>
                </c:pt>
                <c:pt idx="5979">
                  <c:v>10913031</c:v>
                </c:pt>
                <c:pt idx="5980">
                  <c:v>10730156</c:v>
                </c:pt>
                <c:pt idx="5981">
                  <c:v>11038708</c:v>
                </c:pt>
                <c:pt idx="5982">
                  <c:v>10755856</c:v>
                </c:pt>
                <c:pt idx="5983">
                  <c:v>10973348</c:v>
                </c:pt>
                <c:pt idx="5984">
                  <c:v>10900161</c:v>
                </c:pt>
                <c:pt idx="5985">
                  <c:v>10969602</c:v>
                </c:pt>
                <c:pt idx="5986">
                  <c:v>11131347</c:v>
                </c:pt>
                <c:pt idx="5987">
                  <c:v>11179730</c:v>
                </c:pt>
                <c:pt idx="5988">
                  <c:v>11366933</c:v>
                </c:pt>
                <c:pt idx="5989">
                  <c:v>11408758</c:v>
                </c:pt>
                <c:pt idx="5990">
                  <c:v>11378207</c:v>
                </c:pt>
                <c:pt idx="5991">
                  <c:v>11441401</c:v>
                </c:pt>
                <c:pt idx="5992">
                  <c:v>11596893</c:v>
                </c:pt>
                <c:pt idx="5993">
                  <c:v>11686593</c:v>
                </c:pt>
                <c:pt idx="5994">
                  <c:v>11996580</c:v>
                </c:pt>
                <c:pt idx="5995">
                  <c:v>12035879</c:v>
                </c:pt>
                <c:pt idx="5996">
                  <c:v>11969515</c:v>
                </c:pt>
                <c:pt idx="5997">
                  <c:v>12314831</c:v>
                </c:pt>
                <c:pt idx="5998">
                  <c:v>12583748</c:v>
                </c:pt>
                <c:pt idx="5999">
                  <c:v>12334159</c:v>
                </c:pt>
                <c:pt idx="6000">
                  <c:v>12403425</c:v>
                </c:pt>
                <c:pt idx="6001">
                  <c:v>12091032</c:v>
                </c:pt>
                <c:pt idx="6002">
                  <c:v>12051410</c:v>
                </c:pt>
                <c:pt idx="6003">
                  <c:v>11610523</c:v>
                </c:pt>
                <c:pt idx="6004">
                  <c:v>11554383</c:v>
                </c:pt>
                <c:pt idx="6005">
                  <c:v>11604638</c:v>
                </c:pt>
                <c:pt idx="6006">
                  <c:v>11746632</c:v>
                </c:pt>
                <c:pt idx="6007">
                  <c:v>12136588</c:v>
                </c:pt>
                <c:pt idx="6008">
                  <c:v>12032311</c:v>
                </c:pt>
                <c:pt idx="6009">
                  <c:v>12589604</c:v>
                </c:pt>
                <c:pt idx="6010">
                  <c:v>12160118</c:v>
                </c:pt>
                <c:pt idx="6011">
                  <c:v>12210992</c:v>
                </c:pt>
                <c:pt idx="6012">
                  <c:v>12380151</c:v>
                </c:pt>
                <c:pt idx="6013">
                  <c:v>12014964</c:v>
                </c:pt>
                <c:pt idx="6014">
                  <c:v>12045605</c:v>
                </c:pt>
                <c:pt idx="6015">
                  <c:v>12185300</c:v>
                </c:pt>
                <c:pt idx="6016">
                  <c:v>12274364</c:v>
                </c:pt>
                <c:pt idx="6017">
                  <c:v>12290071</c:v>
                </c:pt>
                <c:pt idx="6018">
                  <c:v>12003890</c:v>
                </c:pt>
                <c:pt idx="6019">
                  <c:v>12060462</c:v>
                </c:pt>
                <c:pt idx="6020">
                  <c:v>12395330</c:v>
                </c:pt>
                <c:pt idx="6021">
                  <c:v>12174221</c:v>
                </c:pt>
                <c:pt idx="6022">
                  <c:v>12234919</c:v>
                </c:pt>
                <c:pt idx="6023">
                  <c:v>12286879</c:v>
                </c:pt>
                <c:pt idx="6024">
                  <c:v>12247942</c:v>
                </c:pt>
                <c:pt idx="6025">
                  <c:v>12348344</c:v>
                </c:pt>
                <c:pt idx="6026">
                  <c:v>12488694</c:v>
                </c:pt>
                <c:pt idx="6027">
                  <c:v>12552885</c:v>
                </c:pt>
                <c:pt idx="6028">
                  <c:v>12386025</c:v>
                </c:pt>
                <c:pt idx="6029">
                  <c:v>12247744</c:v>
                </c:pt>
                <c:pt idx="6030">
                  <c:v>12327073</c:v>
                </c:pt>
                <c:pt idx="6031">
                  <c:v>12290184</c:v>
                </c:pt>
                <c:pt idx="6032">
                  <c:v>12734926</c:v>
                </c:pt>
                <c:pt idx="6033">
                  <c:v>12394186</c:v>
                </c:pt>
                <c:pt idx="6034">
                  <c:v>12024981</c:v>
                </c:pt>
                <c:pt idx="6035">
                  <c:v>12050648</c:v>
                </c:pt>
                <c:pt idx="6036">
                  <c:v>12096443</c:v>
                </c:pt>
                <c:pt idx="6037">
                  <c:v>12171805</c:v>
                </c:pt>
                <c:pt idx="6038">
                  <c:v>12224647</c:v>
                </c:pt>
                <c:pt idx="6039">
                  <c:v>11978311</c:v>
                </c:pt>
                <c:pt idx="6040">
                  <c:v>11476102</c:v>
                </c:pt>
                <c:pt idx="6041">
                  <c:v>11305302</c:v>
                </c:pt>
                <c:pt idx="6042">
                  <c:v>10825600</c:v>
                </c:pt>
                <c:pt idx="6043">
                  <c:v>10772533</c:v>
                </c:pt>
                <c:pt idx="6044">
                  <c:v>10670931</c:v>
                </c:pt>
                <c:pt idx="6045">
                  <c:v>10747157</c:v>
                </c:pt>
                <c:pt idx="6046">
                  <c:v>10702402</c:v>
                </c:pt>
                <c:pt idx="6047">
                  <c:v>10773599</c:v>
                </c:pt>
                <c:pt idx="6048">
                  <c:v>10795976</c:v>
                </c:pt>
                <c:pt idx="6049">
                  <c:v>11077105</c:v>
                </c:pt>
                <c:pt idx="6050">
                  <c:v>11244599</c:v>
                </c:pt>
                <c:pt idx="6051">
                  <c:v>11255259</c:v>
                </c:pt>
                <c:pt idx="6052">
                  <c:v>11228086</c:v>
                </c:pt>
                <c:pt idx="6053">
                  <c:v>10493748</c:v>
                </c:pt>
                <c:pt idx="6054">
                  <c:v>10506154</c:v>
                </c:pt>
                <c:pt idx="6055">
                  <c:v>10595665</c:v>
                </c:pt>
                <c:pt idx="6056">
                  <c:v>10441004</c:v>
                </c:pt>
                <c:pt idx="6057">
                  <c:v>10517304</c:v>
                </c:pt>
                <c:pt idx="6058">
                  <c:v>10748699</c:v>
                </c:pt>
                <c:pt idx="6059">
                  <c:v>11069872</c:v>
                </c:pt>
                <c:pt idx="6060">
                  <c:v>10834962</c:v>
                </c:pt>
                <c:pt idx="6061">
                  <c:v>11043666</c:v>
                </c:pt>
                <c:pt idx="6062">
                  <c:v>11316684</c:v>
                </c:pt>
                <c:pt idx="6063">
                  <c:v>11345613</c:v>
                </c:pt>
                <c:pt idx="6064">
                  <c:v>11563288</c:v>
                </c:pt>
                <c:pt idx="6065">
                  <c:v>11573837</c:v>
                </c:pt>
                <c:pt idx="6066">
                  <c:v>11527103</c:v>
                </c:pt>
                <c:pt idx="6067">
                  <c:v>11134587</c:v>
                </c:pt>
                <c:pt idx="6068">
                  <c:v>10500242</c:v>
                </c:pt>
                <c:pt idx="6069">
                  <c:v>10516191</c:v>
                </c:pt>
                <c:pt idx="6070">
                  <c:v>10515676</c:v>
                </c:pt>
                <c:pt idx="6071">
                  <c:v>10302439</c:v>
                </c:pt>
                <c:pt idx="6072">
                  <c:v>10351120</c:v>
                </c:pt>
                <c:pt idx="6073">
                  <c:v>10603640</c:v>
                </c:pt>
                <c:pt idx="6074">
                  <c:v>10595722</c:v>
                </c:pt>
                <c:pt idx="6075">
                  <c:v>10605104</c:v>
                </c:pt>
                <c:pt idx="6076">
                  <c:v>10595925</c:v>
                </c:pt>
                <c:pt idx="6077">
                  <c:v>10998708</c:v>
                </c:pt>
                <c:pt idx="6078">
                  <c:v>10974130</c:v>
                </c:pt>
                <c:pt idx="6079">
                  <c:v>11288617</c:v>
                </c:pt>
                <c:pt idx="6080">
                  <c:v>11503407</c:v>
                </c:pt>
                <c:pt idx="6081">
                  <c:v>11505506</c:v>
                </c:pt>
                <c:pt idx="6082">
                  <c:v>11852930</c:v>
                </c:pt>
                <c:pt idx="6083">
                  <c:v>11566520</c:v>
                </c:pt>
                <c:pt idx="6084">
                  <c:v>11478563</c:v>
                </c:pt>
                <c:pt idx="6085">
                  <c:v>11210646</c:v>
                </c:pt>
                <c:pt idx="6086">
                  <c:v>10680350</c:v>
                </c:pt>
                <c:pt idx="6087">
                  <c:v>10637114</c:v>
                </c:pt>
                <c:pt idx="6088">
                  <c:v>10281367</c:v>
                </c:pt>
                <c:pt idx="6089">
                  <c:v>9764398</c:v>
                </c:pt>
                <c:pt idx="6090">
                  <c:v>9557885</c:v>
                </c:pt>
                <c:pt idx="6091">
                  <c:v>9359039</c:v>
                </c:pt>
                <c:pt idx="6092">
                  <c:v>9442946</c:v>
                </c:pt>
                <c:pt idx="6093">
                  <c:v>9850176</c:v>
                </c:pt>
                <c:pt idx="6094">
                  <c:v>9970585</c:v>
                </c:pt>
                <c:pt idx="6095">
                  <c:v>10022673</c:v>
                </c:pt>
                <c:pt idx="6096">
                  <c:v>10003522</c:v>
                </c:pt>
                <c:pt idx="6097">
                  <c:v>10037390</c:v>
                </c:pt>
                <c:pt idx="6098">
                  <c:v>10121919</c:v>
                </c:pt>
                <c:pt idx="6099">
                  <c:v>10233366</c:v>
                </c:pt>
                <c:pt idx="6100">
                  <c:v>10261132</c:v>
                </c:pt>
                <c:pt idx="6101">
                  <c:v>10312383</c:v>
                </c:pt>
                <c:pt idx="6102">
                  <c:v>10574586</c:v>
                </c:pt>
                <c:pt idx="6103">
                  <c:v>10572767</c:v>
                </c:pt>
                <c:pt idx="6104">
                  <c:v>10683023</c:v>
                </c:pt>
                <c:pt idx="6105">
                  <c:v>10840606</c:v>
                </c:pt>
                <c:pt idx="6106">
                  <c:v>10764002</c:v>
                </c:pt>
                <c:pt idx="6107">
                  <c:v>10782588</c:v>
                </c:pt>
                <c:pt idx="6108">
                  <c:v>10514362</c:v>
                </c:pt>
                <c:pt idx="6109">
                  <c:v>10474140</c:v>
                </c:pt>
                <c:pt idx="6110">
                  <c:v>9936398</c:v>
                </c:pt>
                <c:pt idx="6111">
                  <c:v>9790562</c:v>
                </c:pt>
                <c:pt idx="6112">
                  <c:v>9954127</c:v>
                </c:pt>
                <c:pt idx="6113">
                  <c:v>9939950</c:v>
                </c:pt>
                <c:pt idx="6114">
                  <c:v>9962868</c:v>
                </c:pt>
                <c:pt idx="6115">
                  <c:v>9939724</c:v>
                </c:pt>
                <c:pt idx="6116">
                  <c:v>10051028</c:v>
                </c:pt>
                <c:pt idx="6117">
                  <c:v>9930787</c:v>
                </c:pt>
                <c:pt idx="6118">
                  <c:v>9835570</c:v>
                </c:pt>
                <c:pt idx="6119">
                  <c:v>9579354</c:v>
                </c:pt>
                <c:pt idx="6120">
                  <c:v>9407122</c:v>
                </c:pt>
                <c:pt idx="6121">
                  <c:v>9431327</c:v>
                </c:pt>
                <c:pt idx="6122">
                  <c:v>9551539</c:v>
                </c:pt>
                <c:pt idx="6123">
                  <c:v>9344041</c:v>
                </c:pt>
                <c:pt idx="6124">
                  <c:v>9295324</c:v>
                </c:pt>
                <c:pt idx="6125">
                  <c:v>9223992</c:v>
                </c:pt>
                <c:pt idx="6126">
                  <c:v>9203603</c:v>
                </c:pt>
                <c:pt idx="6127">
                  <c:v>9179511</c:v>
                </c:pt>
                <c:pt idx="6128">
                  <c:v>9017792</c:v>
                </c:pt>
                <c:pt idx="6129">
                  <c:v>8921734</c:v>
                </c:pt>
                <c:pt idx="6130">
                  <c:v>8910366</c:v>
                </c:pt>
                <c:pt idx="6131">
                  <c:v>8918210</c:v>
                </c:pt>
                <c:pt idx="6132">
                  <c:v>8740062</c:v>
                </c:pt>
                <c:pt idx="6133">
                  <c:v>8737153</c:v>
                </c:pt>
                <c:pt idx="6134">
                  <c:v>8683799</c:v>
                </c:pt>
                <c:pt idx="6135">
                  <c:v>8546554</c:v>
                </c:pt>
                <c:pt idx="6136">
                  <c:v>8491260</c:v>
                </c:pt>
                <c:pt idx="6137">
                  <c:v>8231769</c:v>
                </c:pt>
                <c:pt idx="6138">
                  <c:v>8163069</c:v>
                </c:pt>
                <c:pt idx="6139">
                  <c:v>8196565</c:v>
                </c:pt>
                <c:pt idx="6140">
                  <c:v>8336205</c:v>
                </c:pt>
                <c:pt idx="6141">
                  <c:v>8207838</c:v>
                </c:pt>
                <c:pt idx="6142">
                  <c:v>8282884</c:v>
                </c:pt>
                <c:pt idx="6143">
                  <c:v>8370696</c:v>
                </c:pt>
                <c:pt idx="6144">
                  <c:v>8345864</c:v>
                </c:pt>
                <c:pt idx="6145">
                  <c:v>8388101</c:v>
                </c:pt>
                <c:pt idx="6146">
                  <c:v>8416139</c:v>
                </c:pt>
                <c:pt idx="6147">
                  <c:v>8354749</c:v>
                </c:pt>
                <c:pt idx="6148">
                  <c:v>8454711</c:v>
                </c:pt>
                <c:pt idx="6149">
                  <c:v>8554041</c:v>
                </c:pt>
                <c:pt idx="6150">
                  <c:v>8450696</c:v>
                </c:pt>
                <c:pt idx="6151">
                  <c:v>8453448</c:v>
                </c:pt>
                <c:pt idx="6152">
                  <c:v>8555451</c:v>
                </c:pt>
                <c:pt idx="6153">
                  <c:v>8665592</c:v>
                </c:pt>
                <c:pt idx="6154">
                  <c:v>8585534</c:v>
                </c:pt>
                <c:pt idx="6155">
                  <c:v>8537858</c:v>
                </c:pt>
                <c:pt idx="6156">
                  <c:v>8408232</c:v>
                </c:pt>
                <c:pt idx="6157">
                  <c:v>8423097</c:v>
                </c:pt>
                <c:pt idx="6158">
                  <c:v>8475013</c:v>
                </c:pt>
                <c:pt idx="6159">
                  <c:v>8428891</c:v>
                </c:pt>
                <c:pt idx="6160">
                  <c:v>8457100</c:v>
                </c:pt>
                <c:pt idx="6161">
                  <c:v>8446378</c:v>
                </c:pt>
                <c:pt idx="6162">
                  <c:v>8348368</c:v>
                </c:pt>
                <c:pt idx="6163">
                  <c:v>8347474</c:v>
                </c:pt>
                <c:pt idx="6164">
                  <c:v>8345291</c:v>
                </c:pt>
                <c:pt idx="6165">
                  <c:v>8220522</c:v>
                </c:pt>
                <c:pt idx="6166">
                  <c:v>8266541</c:v>
                </c:pt>
                <c:pt idx="6167">
                  <c:v>8368452</c:v>
                </c:pt>
                <c:pt idx="6168">
                  <c:v>8503693</c:v>
                </c:pt>
                <c:pt idx="6169">
                  <c:v>8528885</c:v>
                </c:pt>
                <c:pt idx="6170">
                  <c:v>8666181</c:v>
                </c:pt>
                <c:pt idx="6171">
                  <c:v>8617844</c:v>
                </c:pt>
                <c:pt idx="6172">
                  <c:v>8652214</c:v>
                </c:pt>
                <c:pt idx="6173">
                  <c:v>8731678</c:v>
                </c:pt>
                <c:pt idx="6174">
                  <c:v>8888353</c:v>
                </c:pt>
                <c:pt idx="6175">
                  <c:v>8744137</c:v>
                </c:pt>
                <c:pt idx="6176">
                  <c:v>8500003</c:v>
                </c:pt>
                <c:pt idx="6177">
                  <c:v>8379574</c:v>
                </c:pt>
                <c:pt idx="6178">
                  <c:v>8387618</c:v>
                </c:pt>
                <c:pt idx="6179">
                  <c:v>8036077</c:v>
                </c:pt>
                <c:pt idx="6180">
                  <c:v>7742774</c:v>
                </c:pt>
                <c:pt idx="6181">
                  <c:v>7584250</c:v>
                </c:pt>
                <c:pt idx="6182">
                  <c:v>7612686</c:v>
                </c:pt>
                <c:pt idx="6183">
                  <c:v>7610678</c:v>
                </c:pt>
                <c:pt idx="6184">
                  <c:v>7629701</c:v>
                </c:pt>
                <c:pt idx="6185">
                  <c:v>7684492</c:v>
                </c:pt>
                <c:pt idx="6186">
                  <c:v>7784040</c:v>
                </c:pt>
                <c:pt idx="6187">
                  <c:v>7849005</c:v>
                </c:pt>
                <c:pt idx="6188">
                  <c:v>7986842</c:v>
                </c:pt>
                <c:pt idx="6189">
                  <c:v>7602636</c:v>
                </c:pt>
                <c:pt idx="6190">
                  <c:v>7613520</c:v>
                </c:pt>
                <c:pt idx="6191">
                  <c:v>7635862</c:v>
                </c:pt>
                <c:pt idx="6192">
                  <c:v>7659433</c:v>
                </c:pt>
                <c:pt idx="6193">
                  <c:v>7501607</c:v>
                </c:pt>
                <c:pt idx="6194">
                  <c:v>7572807</c:v>
                </c:pt>
                <c:pt idx="6195">
                  <c:v>7597197</c:v>
                </c:pt>
                <c:pt idx="6196">
                  <c:v>7609877</c:v>
                </c:pt>
                <c:pt idx="6197">
                  <c:v>7622644</c:v>
                </c:pt>
                <c:pt idx="6198">
                  <c:v>7726399</c:v>
                </c:pt>
                <c:pt idx="6199">
                  <c:v>7929124</c:v>
                </c:pt>
                <c:pt idx="6200">
                  <c:v>7845415</c:v>
                </c:pt>
                <c:pt idx="6201">
                  <c:v>7803813</c:v>
                </c:pt>
                <c:pt idx="6202">
                  <c:v>7838607</c:v>
                </c:pt>
                <c:pt idx="6203">
                  <c:v>7817025</c:v>
                </c:pt>
                <c:pt idx="6204">
                  <c:v>7799645</c:v>
                </c:pt>
                <c:pt idx="6205">
                  <c:v>7880836</c:v>
                </c:pt>
                <c:pt idx="6206">
                  <c:v>7936754</c:v>
                </c:pt>
                <c:pt idx="6207">
                  <c:v>7913164</c:v>
                </c:pt>
                <c:pt idx="6208">
                  <c:v>8082373</c:v>
                </c:pt>
                <c:pt idx="6209">
                  <c:v>8041654</c:v>
                </c:pt>
                <c:pt idx="6210">
                  <c:v>8058840</c:v>
                </c:pt>
                <c:pt idx="6211">
                  <c:v>8006253</c:v>
                </c:pt>
                <c:pt idx="6212">
                  <c:v>7858518</c:v>
                </c:pt>
                <c:pt idx="6213">
                  <c:v>7851476</c:v>
                </c:pt>
                <c:pt idx="6214">
                  <c:v>7769814</c:v>
                </c:pt>
                <c:pt idx="6215">
                  <c:v>7722084</c:v>
                </c:pt>
                <c:pt idx="6216">
                  <c:v>7644425</c:v>
                </c:pt>
                <c:pt idx="6217">
                  <c:v>8059705</c:v>
                </c:pt>
                <c:pt idx="6218">
                  <c:v>7683948</c:v>
                </c:pt>
                <c:pt idx="6219">
                  <c:v>7747630</c:v>
                </c:pt>
                <c:pt idx="6220">
                  <c:v>7885602</c:v>
                </c:pt>
                <c:pt idx="6221">
                  <c:v>7851787</c:v>
                </c:pt>
                <c:pt idx="6222">
                  <c:v>7790015</c:v>
                </c:pt>
                <c:pt idx="6223">
                  <c:v>7820094</c:v>
                </c:pt>
                <c:pt idx="6224">
                  <c:v>7714872</c:v>
                </c:pt>
                <c:pt idx="6225">
                  <c:v>7716750</c:v>
                </c:pt>
                <c:pt idx="6226">
                  <c:v>7833895</c:v>
                </c:pt>
                <c:pt idx="6227">
                  <c:v>7833849</c:v>
                </c:pt>
                <c:pt idx="6228">
                  <c:v>7752521</c:v>
                </c:pt>
                <c:pt idx="6229">
                  <c:v>7810372</c:v>
                </c:pt>
                <c:pt idx="6230">
                  <c:v>7849995</c:v>
                </c:pt>
                <c:pt idx="6231">
                  <c:v>7905532</c:v>
                </c:pt>
                <c:pt idx="6232">
                  <c:v>7950450</c:v>
                </c:pt>
                <c:pt idx="6233">
                  <c:v>7940048</c:v>
                </c:pt>
                <c:pt idx="6234">
                  <c:v>7956879</c:v>
                </c:pt>
                <c:pt idx="6235">
                  <c:v>7682672</c:v>
                </c:pt>
                <c:pt idx="6236">
                  <c:v>7685120</c:v>
                </c:pt>
                <c:pt idx="6237">
                  <c:v>7812711</c:v>
                </c:pt>
                <c:pt idx="6238">
                  <c:v>7831251</c:v>
                </c:pt>
                <c:pt idx="6239">
                  <c:v>7705278</c:v>
                </c:pt>
                <c:pt idx="6240">
                  <c:v>7717991</c:v>
                </c:pt>
                <c:pt idx="6241">
                  <c:v>7751020</c:v>
                </c:pt>
                <c:pt idx="6242">
                  <c:v>7732923</c:v>
                </c:pt>
                <c:pt idx="6243">
                  <c:v>7997811</c:v>
                </c:pt>
                <c:pt idx="6244">
                  <c:v>8034813</c:v>
                </c:pt>
                <c:pt idx="6245">
                  <c:v>8101839</c:v>
                </c:pt>
                <c:pt idx="6246">
                  <c:v>8309365</c:v>
                </c:pt>
                <c:pt idx="6247">
                  <c:v>8226224</c:v>
                </c:pt>
                <c:pt idx="6248">
                  <c:v>8186924</c:v>
                </c:pt>
                <c:pt idx="6249">
                  <c:v>8367695</c:v>
                </c:pt>
                <c:pt idx="6250">
                  <c:v>8330141</c:v>
                </c:pt>
                <c:pt idx="6251">
                  <c:v>8353476</c:v>
                </c:pt>
                <c:pt idx="6252">
                  <c:v>8556622</c:v>
                </c:pt>
                <c:pt idx="6253">
                  <c:v>8562723</c:v>
                </c:pt>
                <c:pt idx="6254">
                  <c:v>8843823</c:v>
                </c:pt>
                <c:pt idx="6255">
                  <c:v>8741067</c:v>
                </c:pt>
                <c:pt idx="6256">
                  <c:v>8894582</c:v>
                </c:pt>
                <c:pt idx="6257">
                  <c:v>8947966</c:v>
                </c:pt>
                <c:pt idx="6258">
                  <c:v>8763454</c:v>
                </c:pt>
                <c:pt idx="6259">
                  <c:v>8534236</c:v>
                </c:pt>
                <c:pt idx="6260">
                  <c:v>8481444</c:v>
                </c:pt>
                <c:pt idx="6261">
                  <c:v>8556473</c:v>
                </c:pt>
                <c:pt idx="6262">
                  <c:v>8539380</c:v>
                </c:pt>
                <c:pt idx="6263">
                  <c:v>8831451</c:v>
                </c:pt>
                <c:pt idx="6264">
                  <c:v>8943018</c:v>
                </c:pt>
                <c:pt idx="6265">
                  <c:v>8843030</c:v>
                </c:pt>
                <c:pt idx="6266">
                  <c:v>9027545</c:v>
                </c:pt>
                <c:pt idx="6267">
                  <c:v>9247270</c:v>
                </c:pt>
                <c:pt idx="6268">
                  <c:v>9328426</c:v>
                </c:pt>
                <c:pt idx="6269">
                  <c:v>9345331</c:v>
                </c:pt>
                <c:pt idx="6270">
                  <c:v>9363812</c:v>
                </c:pt>
                <c:pt idx="6271">
                  <c:v>9514620</c:v>
                </c:pt>
                <c:pt idx="6272">
                  <c:v>9327231</c:v>
                </c:pt>
                <c:pt idx="6273">
                  <c:v>9082395</c:v>
                </c:pt>
                <c:pt idx="6274">
                  <c:v>8812916</c:v>
                </c:pt>
                <c:pt idx="6275">
                  <c:v>8637635</c:v>
                </c:pt>
                <c:pt idx="6276">
                  <c:v>8650112</c:v>
                </c:pt>
                <c:pt idx="6277">
                  <c:v>8768757</c:v>
                </c:pt>
                <c:pt idx="6278">
                  <c:v>8753124</c:v>
                </c:pt>
                <c:pt idx="6279">
                  <c:v>8825158</c:v>
                </c:pt>
                <c:pt idx="6280">
                  <c:v>8991719</c:v>
                </c:pt>
                <c:pt idx="6281">
                  <c:v>9010373</c:v>
                </c:pt>
                <c:pt idx="6282">
                  <c:v>9068355</c:v>
                </c:pt>
                <c:pt idx="6283">
                  <c:v>9133654</c:v>
                </c:pt>
                <c:pt idx="6284">
                  <c:v>8959866</c:v>
                </c:pt>
                <c:pt idx="6285">
                  <c:v>9000828</c:v>
                </c:pt>
                <c:pt idx="6286">
                  <c:v>8996658</c:v>
                </c:pt>
                <c:pt idx="6287">
                  <c:v>8894269</c:v>
                </c:pt>
                <c:pt idx="6288">
                  <c:v>8797615</c:v>
                </c:pt>
                <c:pt idx="6289">
                  <c:v>8757284</c:v>
                </c:pt>
                <c:pt idx="6290">
                  <c:v>8652754</c:v>
                </c:pt>
                <c:pt idx="6291">
                  <c:v>8694544</c:v>
                </c:pt>
                <c:pt idx="6292">
                  <c:v>8715369</c:v>
                </c:pt>
                <c:pt idx="6293">
                  <c:v>8888259</c:v>
                </c:pt>
                <c:pt idx="6294">
                  <c:v>8787980</c:v>
                </c:pt>
                <c:pt idx="6295">
                  <c:v>8751477</c:v>
                </c:pt>
                <c:pt idx="6296">
                  <c:v>8640959</c:v>
                </c:pt>
                <c:pt idx="6297">
                  <c:v>8233683</c:v>
                </c:pt>
                <c:pt idx="6298">
                  <c:v>8215545</c:v>
                </c:pt>
                <c:pt idx="6299">
                  <c:v>8063510</c:v>
                </c:pt>
                <c:pt idx="6300">
                  <c:v>8018932</c:v>
                </c:pt>
                <c:pt idx="6301">
                  <c:v>7879288</c:v>
                </c:pt>
                <c:pt idx="6302">
                  <c:v>7924667</c:v>
                </c:pt>
                <c:pt idx="6303">
                  <c:v>7819474</c:v>
                </c:pt>
                <c:pt idx="6304">
                  <c:v>7778263</c:v>
                </c:pt>
                <c:pt idx="6305">
                  <c:v>7697146</c:v>
                </c:pt>
                <c:pt idx="6306">
                  <c:v>7608294</c:v>
                </c:pt>
                <c:pt idx="6307">
                  <c:v>7703451</c:v>
                </c:pt>
                <c:pt idx="6308">
                  <c:v>7685426</c:v>
                </c:pt>
                <c:pt idx="6309">
                  <c:v>7665119</c:v>
                </c:pt>
                <c:pt idx="6310">
                  <c:v>7617151</c:v>
                </c:pt>
                <c:pt idx="6311">
                  <c:v>7569751</c:v>
                </c:pt>
                <c:pt idx="6312">
                  <c:v>7662283</c:v>
                </c:pt>
                <c:pt idx="6313">
                  <c:v>7609776</c:v>
                </c:pt>
                <c:pt idx="6314">
                  <c:v>7644483</c:v>
                </c:pt>
                <c:pt idx="6315">
                  <c:v>7639270</c:v>
                </c:pt>
                <c:pt idx="6316">
                  <c:v>7844871</c:v>
                </c:pt>
                <c:pt idx="6317">
                  <c:v>7932629</c:v>
                </c:pt>
                <c:pt idx="6318">
                  <c:v>7897047</c:v>
                </c:pt>
                <c:pt idx="6319">
                  <c:v>7660808</c:v>
                </c:pt>
                <c:pt idx="6320">
                  <c:v>7676995</c:v>
                </c:pt>
                <c:pt idx="6321">
                  <c:v>7707873</c:v>
                </c:pt>
                <c:pt idx="6322">
                  <c:v>7941383</c:v>
                </c:pt>
                <c:pt idx="6323">
                  <c:v>7999089</c:v>
                </c:pt>
                <c:pt idx="6324">
                  <c:v>7933192</c:v>
                </c:pt>
                <c:pt idx="6325">
                  <c:v>8032609</c:v>
                </c:pt>
                <c:pt idx="6326">
                  <c:v>8004401</c:v>
                </c:pt>
                <c:pt idx="6327">
                  <c:v>8034597</c:v>
                </c:pt>
                <c:pt idx="6328">
                  <c:v>8156746</c:v>
                </c:pt>
                <c:pt idx="6329">
                  <c:v>8260573</c:v>
                </c:pt>
                <c:pt idx="6330">
                  <c:v>8088142</c:v>
                </c:pt>
                <c:pt idx="6331">
                  <c:v>8112705</c:v>
                </c:pt>
                <c:pt idx="6332">
                  <c:v>8114649</c:v>
                </c:pt>
                <c:pt idx="6333">
                  <c:v>8145586</c:v>
                </c:pt>
                <c:pt idx="6334">
                  <c:v>8166117</c:v>
                </c:pt>
                <c:pt idx="6335">
                  <c:v>8118113</c:v>
                </c:pt>
                <c:pt idx="6336">
                  <c:v>8057102</c:v>
                </c:pt>
                <c:pt idx="6337">
                  <c:v>8170137</c:v>
                </c:pt>
                <c:pt idx="6338">
                  <c:v>8124450</c:v>
                </c:pt>
                <c:pt idx="6339">
                  <c:v>8153165</c:v>
                </c:pt>
                <c:pt idx="6340">
                  <c:v>8160622</c:v>
                </c:pt>
                <c:pt idx="6341">
                  <c:v>8286101</c:v>
                </c:pt>
                <c:pt idx="6342">
                  <c:v>8605049</c:v>
                </c:pt>
                <c:pt idx="6343">
                  <c:v>8846084</c:v>
                </c:pt>
                <c:pt idx="6344">
                  <c:v>8959756</c:v>
                </c:pt>
                <c:pt idx="6345">
                  <c:v>8754142</c:v>
                </c:pt>
                <c:pt idx="6346">
                  <c:v>8688853</c:v>
                </c:pt>
                <c:pt idx="6347">
                  <c:v>8831896</c:v>
                </c:pt>
                <c:pt idx="6348">
                  <c:v>8960362</c:v>
                </c:pt>
                <c:pt idx="6349">
                  <c:v>8888250</c:v>
                </c:pt>
                <c:pt idx="6350">
                  <c:v>8928034</c:v>
                </c:pt>
                <c:pt idx="6351">
                  <c:v>8860465</c:v>
                </c:pt>
                <c:pt idx="6352">
                  <c:v>8666782</c:v>
                </c:pt>
                <c:pt idx="6353">
                  <c:v>8623408</c:v>
                </c:pt>
                <c:pt idx="6354">
                  <c:v>8640707</c:v>
                </c:pt>
                <c:pt idx="6355">
                  <c:v>8511596</c:v>
                </c:pt>
                <c:pt idx="6356">
                  <c:v>8544798</c:v>
                </c:pt>
                <c:pt idx="6357">
                  <c:v>8788674</c:v>
                </c:pt>
                <c:pt idx="6358">
                  <c:v>8847173</c:v>
                </c:pt>
                <c:pt idx="6359">
                  <c:v>8861594</c:v>
                </c:pt>
                <c:pt idx="6360">
                  <c:v>8828022</c:v>
                </c:pt>
                <c:pt idx="6361">
                  <c:v>8683379</c:v>
                </c:pt>
                <c:pt idx="6362">
                  <c:v>8693955</c:v>
                </c:pt>
                <c:pt idx="6363">
                  <c:v>8717031</c:v>
                </c:pt>
                <c:pt idx="6364">
                  <c:v>8717044</c:v>
                </c:pt>
                <c:pt idx="6365">
                  <c:v>8818293</c:v>
                </c:pt>
                <c:pt idx="6366">
                  <c:v>8973673</c:v>
                </c:pt>
                <c:pt idx="6367">
                  <c:v>8974764</c:v>
                </c:pt>
                <c:pt idx="6368">
                  <c:v>8930851</c:v>
                </c:pt>
                <c:pt idx="6369">
                  <c:v>8949786</c:v>
                </c:pt>
                <c:pt idx="6370">
                  <c:v>8939622</c:v>
                </c:pt>
                <c:pt idx="6371">
                  <c:v>9001003</c:v>
                </c:pt>
                <c:pt idx="6372">
                  <c:v>9092727</c:v>
                </c:pt>
                <c:pt idx="6373">
                  <c:v>8978820</c:v>
                </c:pt>
                <c:pt idx="6374">
                  <c:v>8894947</c:v>
                </c:pt>
                <c:pt idx="6375">
                  <c:v>8511599</c:v>
                </c:pt>
                <c:pt idx="6376">
                  <c:v>8680870</c:v>
                </c:pt>
                <c:pt idx="6377">
                  <c:v>8644008</c:v>
                </c:pt>
                <c:pt idx="6378">
                  <c:v>8527281</c:v>
                </c:pt>
                <c:pt idx="6379">
                  <c:v>8378340</c:v>
                </c:pt>
                <c:pt idx="6380">
                  <c:v>8193529</c:v>
                </c:pt>
                <c:pt idx="6381">
                  <c:v>7630841</c:v>
                </c:pt>
                <c:pt idx="6382">
                  <c:v>6990643</c:v>
                </c:pt>
                <c:pt idx="6383">
                  <c:v>6999321</c:v>
                </c:pt>
                <c:pt idx="6384">
                  <c:v>6853392</c:v>
                </c:pt>
                <c:pt idx="6385">
                  <c:v>6579579</c:v>
                </c:pt>
                <c:pt idx="6386">
                  <c:v>6490790</c:v>
                </c:pt>
                <c:pt idx="6387">
                  <c:v>6057559</c:v>
                </c:pt>
                <c:pt idx="6388">
                  <c:v>6056918</c:v>
                </c:pt>
                <c:pt idx="6389">
                  <c:v>6177648</c:v>
                </c:pt>
                <c:pt idx="6390">
                  <c:v>6356556</c:v>
                </c:pt>
                <c:pt idx="6391">
                  <c:v>6651938</c:v>
                </c:pt>
                <c:pt idx="6392">
                  <c:v>6777577</c:v>
                </c:pt>
                <c:pt idx="6393">
                  <c:v>6796540</c:v>
                </c:pt>
                <c:pt idx="6394">
                  <c:v>7080711</c:v>
                </c:pt>
                <c:pt idx="6395">
                  <c:v>6869664</c:v>
                </c:pt>
                <c:pt idx="6396">
                  <c:v>7035873</c:v>
                </c:pt>
                <c:pt idx="6397">
                  <c:v>7210121</c:v>
                </c:pt>
                <c:pt idx="6398">
                  <c:v>7100642</c:v>
                </c:pt>
                <c:pt idx="6399">
                  <c:v>7089870</c:v>
                </c:pt>
                <c:pt idx="6400">
                  <c:v>7142826</c:v>
                </c:pt>
                <c:pt idx="6401">
                  <c:v>7030283</c:v>
                </c:pt>
                <c:pt idx="6402">
                  <c:v>6754526</c:v>
                </c:pt>
                <c:pt idx="6403">
                  <c:v>6726855</c:v>
                </c:pt>
                <c:pt idx="6404">
                  <c:v>6678208</c:v>
                </c:pt>
                <c:pt idx="6405">
                  <c:v>6664550</c:v>
                </c:pt>
                <c:pt idx="6406">
                  <c:v>6536736</c:v>
                </c:pt>
                <c:pt idx="6407">
                  <c:v>6591265</c:v>
                </c:pt>
                <c:pt idx="6408">
                  <c:v>6634697</c:v>
                </c:pt>
                <c:pt idx="6409">
                  <c:v>6799162</c:v>
                </c:pt>
                <c:pt idx="6410">
                  <c:v>6805399</c:v>
                </c:pt>
                <c:pt idx="6411">
                  <c:v>6818351</c:v>
                </c:pt>
                <c:pt idx="6412">
                  <c:v>7079419</c:v>
                </c:pt>
                <c:pt idx="6413">
                  <c:v>7067650</c:v>
                </c:pt>
                <c:pt idx="6414">
                  <c:v>6865856</c:v>
                </c:pt>
                <c:pt idx="6415">
                  <c:v>6906828</c:v>
                </c:pt>
                <c:pt idx="6416">
                  <c:v>6757697</c:v>
                </c:pt>
                <c:pt idx="6417">
                  <c:v>6744261</c:v>
                </c:pt>
                <c:pt idx="6418">
                  <c:v>6946619</c:v>
                </c:pt>
                <c:pt idx="6419">
                  <c:v>7093200</c:v>
                </c:pt>
                <c:pt idx="6420">
                  <c:v>7109575</c:v>
                </c:pt>
                <c:pt idx="6421">
                  <c:v>7218724</c:v>
                </c:pt>
                <c:pt idx="6422">
                  <c:v>7198103</c:v>
                </c:pt>
                <c:pt idx="6423">
                  <c:v>7222160</c:v>
                </c:pt>
                <c:pt idx="6424">
                  <c:v>7313942</c:v>
                </c:pt>
                <c:pt idx="6425">
                  <c:v>7296151</c:v>
                </c:pt>
                <c:pt idx="6426">
                  <c:v>7345074</c:v>
                </c:pt>
                <c:pt idx="6427">
                  <c:v>7332165</c:v>
                </c:pt>
                <c:pt idx="6428">
                  <c:v>7419513</c:v>
                </c:pt>
                <c:pt idx="6429">
                  <c:v>7442016</c:v>
                </c:pt>
                <c:pt idx="6430">
                  <c:v>7477133</c:v>
                </c:pt>
                <c:pt idx="6431">
                  <c:v>7550991</c:v>
                </c:pt>
                <c:pt idx="6432">
                  <c:v>7524635</c:v>
                </c:pt>
                <c:pt idx="6433">
                  <c:v>7578648</c:v>
                </c:pt>
                <c:pt idx="6434">
                  <c:v>7286467</c:v>
                </c:pt>
                <c:pt idx="6435">
                  <c:v>7332330</c:v>
                </c:pt>
                <c:pt idx="6436">
                  <c:v>7191667</c:v>
                </c:pt>
                <c:pt idx="6437">
                  <c:v>7055822</c:v>
                </c:pt>
                <c:pt idx="6438">
                  <c:v>7029036</c:v>
                </c:pt>
                <c:pt idx="6439">
                  <c:v>6914401</c:v>
                </c:pt>
                <c:pt idx="6440">
                  <c:v>7034408</c:v>
                </c:pt>
                <c:pt idx="6441">
                  <c:v>7049970</c:v>
                </c:pt>
                <c:pt idx="6442">
                  <c:v>7211567</c:v>
                </c:pt>
                <c:pt idx="6443">
                  <c:v>7199009</c:v>
                </c:pt>
                <c:pt idx="6444">
                  <c:v>7259074</c:v>
                </c:pt>
                <c:pt idx="6445">
                  <c:v>7134176</c:v>
                </c:pt>
                <c:pt idx="6446">
                  <c:v>7218548</c:v>
                </c:pt>
                <c:pt idx="6447">
                  <c:v>7213739</c:v>
                </c:pt>
                <c:pt idx="6448">
                  <c:v>7313511</c:v>
                </c:pt>
                <c:pt idx="6449">
                  <c:v>7226268</c:v>
                </c:pt>
                <c:pt idx="6450">
                  <c:v>7286844</c:v>
                </c:pt>
                <c:pt idx="6451">
                  <c:v>7390436</c:v>
                </c:pt>
                <c:pt idx="6452">
                  <c:v>7389672</c:v>
                </c:pt>
                <c:pt idx="6453">
                  <c:v>7435183</c:v>
                </c:pt>
                <c:pt idx="6454">
                  <c:v>7543757</c:v>
                </c:pt>
                <c:pt idx="6455">
                  <c:v>7491498</c:v>
                </c:pt>
                <c:pt idx="6456">
                  <c:v>7585225</c:v>
                </c:pt>
                <c:pt idx="6457">
                  <c:v>7616520</c:v>
                </c:pt>
                <c:pt idx="6458">
                  <c:v>7472196</c:v>
                </c:pt>
                <c:pt idx="6459">
                  <c:v>7467840</c:v>
                </c:pt>
                <c:pt idx="6460">
                  <c:v>7518416</c:v>
                </c:pt>
                <c:pt idx="6461">
                  <c:v>7658175</c:v>
                </c:pt>
                <c:pt idx="6462">
                  <c:v>7619300</c:v>
                </c:pt>
                <c:pt idx="6463">
                  <c:v>7537045</c:v>
                </c:pt>
                <c:pt idx="6464">
                  <c:v>7506470</c:v>
                </c:pt>
                <c:pt idx="6465">
                  <c:v>7624454</c:v>
                </c:pt>
                <c:pt idx="6466">
                  <c:v>7651680</c:v>
                </c:pt>
                <c:pt idx="6467">
                  <c:v>7685619</c:v>
                </c:pt>
                <c:pt idx="6468">
                  <c:v>7823224</c:v>
                </c:pt>
                <c:pt idx="6469">
                  <c:v>7695512</c:v>
                </c:pt>
                <c:pt idx="6470">
                  <c:v>7714283</c:v>
                </c:pt>
                <c:pt idx="6471">
                  <c:v>7785161</c:v>
                </c:pt>
                <c:pt idx="6472">
                  <c:v>7897337</c:v>
                </c:pt>
                <c:pt idx="6473">
                  <c:v>7665123</c:v>
                </c:pt>
                <c:pt idx="6474">
                  <c:v>7677888</c:v>
                </c:pt>
                <c:pt idx="6475">
                  <c:v>7756358</c:v>
                </c:pt>
                <c:pt idx="6476">
                  <c:v>7753694</c:v>
                </c:pt>
                <c:pt idx="6477">
                  <c:v>7845105</c:v>
                </c:pt>
                <c:pt idx="6478">
                  <c:v>7717407</c:v>
                </c:pt>
                <c:pt idx="6479">
                  <c:v>7757422</c:v>
                </c:pt>
                <c:pt idx="6480">
                  <c:v>7880471</c:v>
                </c:pt>
                <c:pt idx="6481">
                  <c:v>7925569</c:v>
                </c:pt>
                <c:pt idx="6482">
                  <c:v>8011802</c:v>
                </c:pt>
                <c:pt idx="6483">
                  <c:v>8101195</c:v>
                </c:pt>
                <c:pt idx="6484">
                  <c:v>8382811</c:v>
                </c:pt>
                <c:pt idx="6485">
                  <c:v>8424068</c:v>
                </c:pt>
                <c:pt idx="6486">
                  <c:v>8475653</c:v>
                </c:pt>
                <c:pt idx="6487">
                  <c:v>8427944</c:v>
                </c:pt>
                <c:pt idx="6488">
                  <c:v>8324590</c:v>
                </c:pt>
                <c:pt idx="6489">
                  <c:v>8329403</c:v>
                </c:pt>
                <c:pt idx="6490">
                  <c:v>8373962</c:v>
                </c:pt>
                <c:pt idx="6491">
                  <c:v>8413645</c:v>
                </c:pt>
                <c:pt idx="6492">
                  <c:v>8711538</c:v>
                </c:pt>
                <c:pt idx="6493">
                  <c:v>8678940</c:v>
                </c:pt>
                <c:pt idx="6494">
                  <c:v>8778922</c:v>
                </c:pt>
                <c:pt idx="6495">
                  <c:v>8921135</c:v>
                </c:pt>
                <c:pt idx="6496">
                  <c:v>8939638</c:v>
                </c:pt>
                <c:pt idx="6497">
                  <c:v>8999950</c:v>
                </c:pt>
                <c:pt idx="6498">
                  <c:v>8800527</c:v>
                </c:pt>
                <c:pt idx="6499">
                  <c:v>8852686</c:v>
                </c:pt>
                <c:pt idx="6500">
                  <c:v>8885610</c:v>
                </c:pt>
                <c:pt idx="6501">
                  <c:v>8834950</c:v>
                </c:pt>
                <c:pt idx="6502">
                  <c:v>8867431</c:v>
                </c:pt>
                <c:pt idx="6503">
                  <c:v>9148901</c:v>
                </c:pt>
                <c:pt idx="6504">
                  <c:v>9216310</c:v>
                </c:pt>
                <c:pt idx="6505">
                  <c:v>9302592</c:v>
                </c:pt>
                <c:pt idx="6506">
                  <c:v>9120217</c:v>
                </c:pt>
                <c:pt idx="6507">
                  <c:v>8938072</c:v>
                </c:pt>
                <c:pt idx="6508">
                  <c:v>8983761</c:v>
                </c:pt>
                <c:pt idx="6509">
                  <c:v>9130183</c:v>
                </c:pt>
                <c:pt idx="6510">
                  <c:v>9085425</c:v>
                </c:pt>
                <c:pt idx="6511">
                  <c:v>9209340</c:v>
                </c:pt>
                <c:pt idx="6512">
                  <c:v>9239574</c:v>
                </c:pt>
                <c:pt idx="6513">
                  <c:v>9205566</c:v>
                </c:pt>
                <c:pt idx="6514">
                  <c:v>9244214</c:v>
                </c:pt>
                <c:pt idx="6515">
                  <c:v>9437734</c:v>
                </c:pt>
                <c:pt idx="6516">
                  <c:v>9695005</c:v>
                </c:pt>
                <c:pt idx="6517">
                  <c:v>9733971</c:v>
                </c:pt>
                <c:pt idx="6518">
                  <c:v>10205002</c:v>
                </c:pt>
                <c:pt idx="6519">
                  <c:v>9669074</c:v>
                </c:pt>
                <c:pt idx="6520">
                  <c:v>9726848</c:v>
                </c:pt>
                <c:pt idx="6521">
                  <c:v>9860035</c:v>
                </c:pt>
                <c:pt idx="6522">
                  <c:v>9928745</c:v>
                </c:pt>
                <c:pt idx="6523">
                  <c:v>10281643</c:v>
                </c:pt>
                <c:pt idx="6524">
                  <c:v>10017393</c:v>
                </c:pt>
                <c:pt idx="6525">
                  <c:v>10158211</c:v>
                </c:pt>
                <c:pt idx="6526">
                  <c:v>10661369</c:v>
                </c:pt>
                <c:pt idx="6527">
                  <c:v>10488112</c:v>
                </c:pt>
                <c:pt idx="6528">
                  <c:v>10348302</c:v>
                </c:pt>
                <c:pt idx="6529">
                  <c:v>10756549</c:v>
                </c:pt>
                <c:pt idx="6530">
                  <c:v>9634813</c:v>
                </c:pt>
                <c:pt idx="6531">
                  <c:v>9536828</c:v>
                </c:pt>
                <c:pt idx="6532">
                  <c:v>9687122</c:v>
                </c:pt>
                <c:pt idx="6533">
                  <c:v>9648088</c:v>
                </c:pt>
                <c:pt idx="6534">
                  <c:v>9777376</c:v>
                </c:pt>
                <c:pt idx="6535">
                  <c:v>10122530</c:v>
                </c:pt>
                <c:pt idx="6536">
                  <c:v>9713276</c:v>
                </c:pt>
                <c:pt idx="6537">
                  <c:v>9613517</c:v>
                </c:pt>
                <c:pt idx="6538">
                  <c:v>10315206</c:v>
                </c:pt>
                <c:pt idx="6539">
                  <c:v>10725164</c:v>
                </c:pt>
                <c:pt idx="6540">
                  <c:v>10560359</c:v>
                </c:pt>
                <c:pt idx="6541">
                  <c:v>10331756</c:v>
                </c:pt>
                <c:pt idx="6542">
                  <c:v>10148593</c:v>
                </c:pt>
                <c:pt idx="6543">
                  <c:v>9907864</c:v>
                </c:pt>
                <c:pt idx="6544">
                  <c:v>10196865</c:v>
                </c:pt>
                <c:pt idx="6545">
                  <c:v>10162280</c:v>
                </c:pt>
                <c:pt idx="6546">
                  <c:v>9931325</c:v>
                </c:pt>
                <c:pt idx="6547">
                  <c:v>10357285</c:v>
                </c:pt>
                <c:pt idx="6548">
                  <c:v>10375599</c:v>
                </c:pt>
                <c:pt idx="6549">
                  <c:v>10349501</c:v>
                </c:pt>
                <c:pt idx="6550">
                  <c:v>10749247</c:v>
                </c:pt>
                <c:pt idx="6551">
                  <c:v>10400748</c:v>
                </c:pt>
                <c:pt idx="6552">
                  <c:v>11389635</c:v>
                </c:pt>
                <c:pt idx="6553">
                  <c:v>11854155</c:v>
                </c:pt>
                <c:pt idx="6554">
                  <c:v>10905576</c:v>
                </c:pt>
                <c:pt idx="6555">
                  <c:v>10492487</c:v>
                </c:pt>
                <c:pt idx="6556">
                  <c:v>10715556</c:v>
                </c:pt>
                <c:pt idx="6557">
                  <c:v>10273810</c:v>
                </c:pt>
                <c:pt idx="6558">
                  <c:v>9849985</c:v>
                </c:pt>
                <c:pt idx="6559">
                  <c:v>9409611</c:v>
                </c:pt>
                <c:pt idx="6560">
                  <c:v>9386194</c:v>
                </c:pt>
                <c:pt idx="6561">
                  <c:v>9907625</c:v>
                </c:pt>
                <c:pt idx="6562">
                  <c:v>9714322</c:v>
                </c:pt>
                <c:pt idx="6563">
                  <c:v>9339167</c:v>
                </c:pt>
                <c:pt idx="6564">
                  <c:v>9533075</c:v>
                </c:pt>
                <c:pt idx="6565">
                  <c:v>9026116</c:v>
                </c:pt>
                <c:pt idx="6566">
                  <c:v>9001234</c:v>
                </c:pt>
                <c:pt idx="6567">
                  <c:v>9362758</c:v>
                </c:pt>
                <c:pt idx="6568">
                  <c:v>9197692</c:v>
                </c:pt>
                <c:pt idx="6569">
                  <c:v>9284972</c:v>
                </c:pt>
                <c:pt idx="6570">
                  <c:v>9125290</c:v>
                </c:pt>
                <c:pt idx="6571">
                  <c:v>9043665</c:v>
                </c:pt>
                <c:pt idx="6572">
                  <c:v>9072239</c:v>
                </c:pt>
                <c:pt idx="6573">
                  <c:v>9688997</c:v>
                </c:pt>
                <c:pt idx="6574">
                  <c:v>10208742</c:v>
                </c:pt>
                <c:pt idx="6575">
                  <c:v>9227830</c:v>
                </c:pt>
                <c:pt idx="6576">
                  <c:v>9596609</c:v>
                </c:pt>
                <c:pt idx="6577">
                  <c:v>9653615</c:v>
                </c:pt>
                <c:pt idx="6578">
                  <c:v>9678010</c:v>
                </c:pt>
                <c:pt idx="6579">
                  <c:v>9485697</c:v>
                </c:pt>
                <c:pt idx="6580">
                  <c:v>9991952</c:v>
                </c:pt>
                <c:pt idx="6581">
                  <c:v>10414862</c:v>
                </c:pt>
                <c:pt idx="6582">
                  <c:v>9462978</c:v>
                </c:pt>
                <c:pt idx="6583">
                  <c:v>9489661</c:v>
                </c:pt>
                <c:pt idx="6584">
                  <c:v>9918471</c:v>
                </c:pt>
                <c:pt idx="6585">
                  <c:v>9973391</c:v>
                </c:pt>
                <c:pt idx="6586">
                  <c:v>10131791</c:v>
                </c:pt>
                <c:pt idx="6587">
                  <c:v>10076570</c:v>
                </c:pt>
                <c:pt idx="6588">
                  <c:v>10496837</c:v>
                </c:pt>
                <c:pt idx="6589">
                  <c:v>10720421</c:v>
                </c:pt>
                <c:pt idx="6590">
                  <c:v>10562392</c:v>
                </c:pt>
                <c:pt idx="6591">
                  <c:v>10743943</c:v>
                </c:pt>
                <c:pt idx="6592">
                  <c:v>10950602</c:v>
                </c:pt>
                <c:pt idx="6593">
                  <c:v>11107883</c:v>
                </c:pt>
                <c:pt idx="6594">
                  <c:v>11745281</c:v>
                </c:pt>
                <c:pt idx="6595">
                  <c:v>12012215</c:v>
                </c:pt>
                <c:pt idx="6596">
                  <c:v>11616117</c:v>
                </c:pt>
                <c:pt idx="6597">
                  <c:v>11924409</c:v>
                </c:pt>
                <c:pt idx="6598">
                  <c:v>10614275</c:v>
                </c:pt>
                <c:pt idx="6599">
                  <c:v>10556430</c:v>
                </c:pt>
                <c:pt idx="6600">
                  <c:v>10423170</c:v>
                </c:pt>
                <c:pt idx="6601">
                  <c:v>10673175</c:v>
                </c:pt>
                <c:pt idx="6602">
                  <c:v>10897724</c:v>
                </c:pt>
                <c:pt idx="6603">
                  <c:v>10743710</c:v>
                </c:pt>
                <c:pt idx="6604">
                  <c:v>10636904</c:v>
                </c:pt>
                <c:pt idx="6605">
                  <c:v>11068606</c:v>
                </c:pt>
                <c:pt idx="6606">
                  <c:v>11278409</c:v>
                </c:pt>
                <c:pt idx="6607">
                  <c:v>11705014</c:v>
                </c:pt>
                <c:pt idx="6608">
                  <c:v>10904966</c:v>
                </c:pt>
                <c:pt idx="6609">
                  <c:v>10813502</c:v>
                </c:pt>
                <c:pt idx="6610">
                  <c:v>11284492</c:v>
                </c:pt>
                <c:pt idx="6611">
                  <c:v>11235448</c:v>
                </c:pt>
                <c:pt idx="6612">
                  <c:v>11526651</c:v>
                </c:pt>
                <c:pt idx="6613">
                  <c:v>11632719</c:v>
                </c:pt>
                <c:pt idx="6614">
                  <c:v>11805784</c:v>
                </c:pt>
                <c:pt idx="6615">
                  <c:v>11607893</c:v>
                </c:pt>
                <c:pt idx="6616">
                  <c:v>11656019</c:v>
                </c:pt>
                <c:pt idx="6617">
                  <c:v>11126996</c:v>
                </c:pt>
                <c:pt idx="6618">
                  <c:v>11034791</c:v>
                </c:pt>
                <c:pt idx="6619">
                  <c:v>11076706</c:v>
                </c:pt>
                <c:pt idx="6620">
                  <c:v>10774969</c:v>
                </c:pt>
                <c:pt idx="6621">
                  <c:v>10830106</c:v>
                </c:pt>
                <c:pt idx="6622">
                  <c:v>11169468</c:v>
                </c:pt>
                <c:pt idx="6623">
                  <c:v>11464016</c:v>
                </c:pt>
                <c:pt idx="6624">
                  <c:v>11972315</c:v>
                </c:pt>
                <c:pt idx="6625">
                  <c:v>11925602</c:v>
                </c:pt>
                <c:pt idx="6626">
                  <c:v>12306124</c:v>
                </c:pt>
                <c:pt idx="6627">
                  <c:v>12460090</c:v>
                </c:pt>
                <c:pt idx="6628">
                  <c:v>11968193</c:v>
                </c:pt>
                <c:pt idx="6629">
                  <c:v>11411810</c:v>
                </c:pt>
                <c:pt idx="6630">
                  <c:v>11361998</c:v>
                </c:pt>
                <c:pt idx="6631">
                  <c:v>10863421</c:v>
                </c:pt>
                <c:pt idx="6632">
                  <c:v>10245892</c:v>
                </c:pt>
                <c:pt idx="6633">
                  <c:v>10242070</c:v>
                </c:pt>
                <c:pt idx="6634">
                  <c:v>10733797</c:v>
                </c:pt>
                <c:pt idx="6635">
                  <c:v>10597295</c:v>
                </c:pt>
                <c:pt idx="6636">
                  <c:v>10841544</c:v>
                </c:pt>
                <c:pt idx="6637">
                  <c:v>10976597</c:v>
                </c:pt>
                <c:pt idx="6638">
                  <c:v>10839076</c:v>
                </c:pt>
                <c:pt idx="6639">
                  <c:v>11303518</c:v>
                </c:pt>
                <c:pt idx="6640">
                  <c:v>11104889</c:v>
                </c:pt>
                <c:pt idx="6641">
                  <c:v>11002126</c:v>
                </c:pt>
                <c:pt idx="6642">
                  <c:v>10797160</c:v>
                </c:pt>
                <c:pt idx="6643">
                  <c:v>10660182</c:v>
                </c:pt>
                <c:pt idx="6644">
                  <c:v>10836660</c:v>
                </c:pt>
                <c:pt idx="6645">
                  <c:v>11462519</c:v>
                </c:pt>
                <c:pt idx="6646">
                  <c:v>11146578</c:v>
                </c:pt>
                <c:pt idx="6647">
                  <c:v>11164777</c:v>
                </c:pt>
                <c:pt idx="6648">
                  <c:v>11042955</c:v>
                </c:pt>
                <c:pt idx="6649">
                  <c:v>10843197</c:v>
                </c:pt>
                <c:pt idx="6650">
                  <c:v>10898458</c:v>
                </c:pt>
                <c:pt idx="6651">
                  <c:v>10980621</c:v>
                </c:pt>
                <c:pt idx="6652">
                  <c:v>10144738</c:v>
                </c:pt>
                <c:pt idx="6653">
                  <c:v>10010720</c:v>
                </c:pt>
                <c:pt idx="6654">
                  <c:v>9754444</c:v>
                </c:pt>
                <c:pt idx="6655">
                  <c:v>9206838</c:v>
                </c:pt>
                <c:pt idx="6656">
                  <c:v>9474471</c:v>
                </c:pt>
                <c:pt idx="6657">
                  <c:v>9460551</c:v>
                </c:pt>
                <c:pt idx="6658">
                  <c:v>9407493</c:v>
                </c:pt>
                <c:pt idx="6659">
                  <c:v>9202369</c:v>
                </c:pt>
                <c:pt idx="6660">
                  <c:v>9252605</c:v>
                </c:pt>
                <c:pt idx="6661">
                  <c:v>9422414</c:v>
                </c:pt>
                <c:pt idx="6662">
                  <c:v>9338659</c:v>
                </c:pt>
                <c:pt idx="6663">
                  <c:v>9496705</c:v>
                </c:pt>
                <c:pt idx="6664">
                  <c:v>9607415</c:v>
                </c:pt>
                <c:pt idx="6665">
                  <c:v>9580960</c:v>
                </c:pt>
                <c:pt idx="6666">
                  <c:v>9626571</c:v>
                </c:pt>
                <c:pt idx="6667">
                  <c:v>9784241</c:v>
                </c:pt>
                <c:pt idx="6668">
                  <c:v>9756851</c:v>
                </c:pt>
                <c:pt idx="6669">
                  <c:v>9545109</c:v>
                </c:pt>
                <c:pt idx="6670">
                  <c:v>9501527</c:v>
                </c:pt>
                <c:pt idx="6671">
                  <c:v>9456558</c:v>
                </c:pt>
                <c:pt idx="6672">
                  <c:v>9522483</c:v>
                </c:pt>
                <c:pt idx="6673">
                  <c:v>9780512</c:v>
                </c:pt>
                <c:pt idx="6674">
                  <c:v>9770623</c:v>
                </c:pt>
                <c:pt idx="6675">
                  <c:v>10216462</c:v>
                </c:pt>
                <c:pt idx="6676">
                  <c:v>9441447</c:v>
                </c:pt>
                <c:pt idx="6677">
                  <c:v>9623957</c:v>
                </c:pt>
                <c:pt idx="6678">
                  <c:v>9705361</c:v>
                </c:pt>
                <c:pt idx="6679">
                  <c:v>9613794</c:v>
                </c:pt>
              </c:numCache>
            </c:numRef>
          </c:val>
          <c:smooth val="0"/>
          <c:extLst>
            <c:ext xmlns:c16="http://schemas.microsoft.com/office/drawing/2014/chart" uri="{C3380CC4-5D6E-409C-BE32-E72D297353CC}">
              <c16:uniqueId val="{00000001-544D-467A-B52D-5305FCE11764}"/>
            </c:ext>
          </c:extLst>
        </c:ser>
        <c:dLbls>
          <c:showLegendKey val="0"/>
          <c:showVal val="0"/>
          <c:showCatName val="0"/>
          <c:showSerName val="0"/>
          <c:showPercent val="0"/>
          <c:showBubbleSize val="0"/>
        </c:dLbls>
        <c:smooth val="0"/>
        <c:axId val="892144640"/>
        <c:axId val="892150528"/>
      </c:lineChart>
      <c:dateAx>
        <c:axId val="892144640"/>
        <c:scaling>
          <c:orientation val="minMax"/>
          <c:min val="43834"/>
        </c:scaling>
        <c:delete val="0"/>
        <c:axPos val="b"/>
        <c:numFmt formatCode="yyyy\-mm" sourceLinked="0"/>
        <c:majorTickMark val="out"/>
        <c:minorTickMark val="none"/>
        <c:tickLblPos val="low"/>
        <c:spPr>
          <a:ln/>
        </c:spPr>
        <c:txPr>
          <a:bodyPr rot="-5400000"/>
          <a:lstStyle/>
          <a:p>
            <a:pPr>
              <a:defRPr/>
            </a:pPr>
            <a:endParaRPr lang="zh-CN"/>
          </a:p>
        </c:txPr>
        <c:crossAx val="892150528"/>
        <c:crosses val="autoZero"/>
        <c:auto val="1"/>
        <c:lblOffset val="100"/>
        <c:baseTimeUnit val="days"/>
      </c:dateAx>
      <c:valAx>
        <c:axId val="892150528"/>
        <c:scaling>
          <c:orientation val="minMax"/>
        </c:scaling>
        <c:delete val="0"/>
        <c:axPos val="l"/>
        <c:numFmt formatCode="#,##0_ ;[Red]\-#,##0\ " sourceLinked="0"/>
        <c:majorTickMark val="out"/>
        <c:minorTickMark val="none"/>
        <c:tickLblPos val="nextTo"/>
        <c:spPr>
          <a:ln/>
        </c:spPr>
        <c:crossAx val="892144640"/>
        <c:crosses val="autoZero"/>
        <c:crossBetween val="between"/>
        <c:dispUnits>
          <c:builtInUnit val="millions"/>
        </c:dispUnits>
      </c:valAx>
      <c:spPr>
        <a:noFill/>
        <a:ln>
          <a:noFill/>
        </a:ln>
      </c:spPr>
    </c:plotArea>
    <c:plotVisOnly val="1"/>
    <c:dispBlanksAs val="gap"/>
    <c:showDLblsOverMax val="0"/>
  </c:chart>
  <c:spPr>
    <a:noFill/>
    <a:ln>
      <a:noFill/>
    </a:ln>
  </c:spPr>
  <c:txPr>
    <a:bodyPr/>
    <a:lstStyle/>
    <a:p>
      <a:pPr>
        <a:defRPr sz="700">
          <a:latin typeface="+mn-lt"/>
          <a:ea typeface="+mn-ea"/>
          <a:cs typeface="+mn-ea"/>
          <a:sym typeface="+mn-lt"/>
        </a:defRPr>
      </a:pPr>
      <a:endParaRPr lang="zh-CN"/>
    </a:p>
  </c:txPr>
  <c:externalData r:id="rId2">
    <c:autoUpdate val="0"/>
  </c:externalData>
  <c:userShapes r:id="rId3"/>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9.5250392830513855E-2"/>
          <c:y val="0.15186205890930302"/>
          <c:w val="0.88954356010518254"/>
          <c:h val="0.58646593137509195"/>
        </c:manualLayout>
      </c:layout>
      <c:barChart>
        <c:barDir val="col"/>
        <c:grouping val="clustered"/>
        <c:varyColors val="0"/>
        <c:ser>
          <c:idx val="0"/>
          <c:order val="0"/>
          <c:tx>
            <c:strRef>
              <c:f>【杠杆与融资风险】强制平仓规模【资金与仓位】待入市保证金!$D$7</c:f>
              <c:strCache>
                <c:ptCount val="1"/>
                <c:pt idx="0">
                  <c:v>未收款中实际已强制平仓金额</c:v>
                </c:pt>
              </c:strCache>
            </c:strRef>
          </c:tx>
          <c:spPr>
            <a:solidFill>
              <a:sysClr val="window" lastClr="FFFFFF">
                <a:lumMod val="85000"/>
              </a:sysClr>
            </a:solidFill>
          </c:spPr>
          <c:invertIfNegative val="0"/>
          <c:cat>
            <c:numRef>
              <c:f>【杠杆与融资风险】强制平仓规模【资金与仓位】待入市保证金!$B$8:$B$6687</c:f>
              <c:numCache>
                <c:formatCode>m/d/yyyy</c:formatCode>
                <c:ptCount val="6680"/>
                <c:pt idx="0">
                  <c:v>46199</c:v>
                </c:pt>
                <c:pt idx="1">
                  <c:v>46198</c:v>
                </c:pt>
                <c:pt idx="2">
                  <c:v>46197</c:v>
                </c:pt>
                <c:pt idx="3">
                  <c:v>46196</c:v>
                </c:pt>
                <c:pt idx="4">
                  <c:v>46195</c:v>
                </c:pt>
                <c:pt idx="5">
                  <c:v>46192</c:v>
                </c:pt>
                <c:pt idx="6">
                  <c:v>46191</c:v>
                </c:pt>
                <c:pt idx="7">
                  <c:v>46190</c:v>
                </c:pt>
                <c:pt idx="8">
                  <c:v>46189</c:v>
                </c:pt>
                <c:pt idx="9">
                  <c:v>46188</c:v>
                </c:pt>
                <c:pt idx="10">
                  <c:v>46185</c:v>
                </c:pt>
                <c:pt idx="11">
                  <c:v>46184</c:v>
                </c:pt>
                <c:pt idx="12">
                  <c:v>46183</c:v>
                </c:pt>
                <c:pt idx="13">
                  <c:v>46182</c:v>
                </c:pt>
                <c:pt idx="14">
                  <c:v>46181</c:v>
                </c:pt>
                <c:pt idx="15">
                  <c:v>46178</c:v>
                </c:pt>
                <c:pt idx="16">
                  <c:v>46177</c:v>
                </c:pt>
                <c:pt idx="17">
                  <c:v>46175</c:v>
                </c:pt>
                <c:pt idx="18">
                  <c:v>46174</c:v>
                </c:pt>
                <c:pt idx="19">
                  <c:v>46171</c:v>
                </c:pt>
                <c:pt idx="20">
                  <c:v>46170</c:v>
                </c:pt>
                <c:pt idx="21">
                  <c:v>46169</c:v>
                </c:pt>
                <c:pt idx="22">
                  <c:v>46168</c:v>
                </c:pt>
                <c:pt idx="23">
                  <c:v>46164</c:v>
                </c:pt>
                <c:pt idx="24">
                  <c:v>46163</c:v>
                </c:pt>
                <c:pt idx="25">
                  <c:v>46162</c:v>
                </c:pt>
                <c:pt idx="26">
                  <c:v>46161</c:v>
                </c:pt>
                <c:pt idx="27">
                  <c:v>46160</c:v>
                </c:pt>
                <c:pt idx="28">
                  <c:v>46157</c:v>
                </c:pt>
                <c:pt idx="29">
                  <c:v>46156</c:v>
                </c:pt>
                <c:pt idx="30">
                  <c:v>46155</c:v>
                </c:pt>
                <c:pt idx="31">
                  <c:v>46154</c:v>
                </c:pt>
                <c:pt idx="32">
                  <c:v>46153</c:v>
                </c:pt>
                <c:pt idx="33">
                  <c:v>46150</c:v>
                </c:pt>
                <c:pt idx="34">
                  <c:v>46149</c:v>
                </c:pt>
                <c:pt idx="35">
                  <c:v>46148</c:v>
                </c:pt>
                <c:pt idx="36">
                  <c:v>46146</c:v>
                </c:pt>
                <c:pt idx="37">
                  <c:v>46142</c:v>
                </c:pt>
                <c:pt idx="38">
                  <c:v>46141</c:v>
                </c:pt>
                <c:pt idx="39">
                  <c:v>46140</c:v>
                </c:pt>
                <c:pt idx="40">
                  <c:v>46139</c:v>
                </c:pt>
                <c:pt idx="41">
                  <c:v>46136</c:v>
                </c:pt>
                <c:pt idx="42">
                  <c:v>46135</c:v>
                </c:pt>
                <c:pt idx="43">
                  <c:v>46134</c:v>
                </c:pt>
                <c:pt idx="44">
                  <c:v>46133</c:v>
                </c:pt>
                <c:pt idx="45">
                  <c:v>46132</c:v>
                </c:pt>
                <c:pt idx="46">
                  <c:v>46129</c:v>
                </c:pt>
                <c:pt idx="47">
                  <c:v>46128</c:v>
                </c:pt>
                <c:pt idx="48">
                  <c:v>46127</c:v>
                </c:pt>
                <c:pt idx="49">
                  <c:v>46126</c:v>
                </c:pt>
                <c:pt idx="50">
                  <c:v>46125</c:v>
                </c:pt>
                <c:pt idx="51">
                  <c:v>46122</c:v>
                </c:pt>
                <c:pt idx="52">
                  <c:v>46121</c:v>
                </c:pt>
                <c:pt idx="53">
                  <c:v>46120</c:v>
                </c:pt>
                <c:pt idx="54">
                  <c:v>46119</c:v>
                </c:pt>
                <c:pt idx="55">
                  <c:v>46118</c:v>
                </c:pt>
                <c:pt idx="56">
                  <c:v>46115</c:v>
                </c:pt>
                <c:pt idx="57">
                  <c:v>46114</c:v>
                </c:pt>
                <c:pt idx="58">
                  <c:v>46113</c:v>
                </c:pt>
                <c:pt idx="59">
                  <c:v>46112</c:v>
                </c:pt>
                <c:pt idx="60">
                  <c:v>46111</c:v>
                </c:pt>
                <c:pt idx="61">
                  <c:v>46108</c:v>
                </c:pt>
                <c:pt idx="62">
                  <c:v>46107</c:v>
                </c:pt>
                <c:pt idx="63">
                  <c:v>46106</c:v>
                </c:pt>
                <c:pt idx="64">
                  <c:v>46105</c:v>
                </c:pt>
                <c:pt idx="65">
                  <c:v>46104</c:v>
                </c:pt>
                <c:pt idx="66">
                  <c:v>46101</c:v>
                </c:pt>
                <c:pt idx="67">
                  <c:v>46100</c:v>
                </c:pt>
                <c:pt idx="68">
                  <c:v>46099</c:v>
                </c:pt>
                <c:pt idx="69">
                  <c:v>46098</c:v>
                </c:pt>
                <c:pt idx="70">
                  <c:v>46097</c:v>
                </c:pt>
                <c:pt idx="71">
                  <c:v>46094</c:v>
                </c:pt>
                <c:pt idx="72">
                  <c:v>46093</c:v>
                </c:pt>
                <c:pt idx="73">
                  <c:v>46092</c:v>
                </c:pt>
                <c:pt idx="74">
                  <c:v>46091</c:v>
                </c:pt>
                <c:pt idx="75">
                  <c:v>46090</c:v>
                </c:pt>
                <c:pt idx="76">
                  <c:v>46087</c:v>
                </c:pt>
                <c:pt idx="77">
                  <c:v>46086</c:v>
                </c:pt>
                <c:pt idx="78">
                  <c:v>46085</c:v>
                </c:pt>
                <c:pt idx="79">
                  <c:v>46084</c:v>
                </c:pt>
                <c:pt idx="80">
                  <c:v>46080</c:v>
                </c:pt>
                <c:pt idx="81">
                  <c:v>46079</c:v>
                </c:pt>
                <c:pt idx="82">
                  <c:v>46078</c:v>
                </c:pt>
                <c:pt idx="83">
                  <c:v>46077</c:v>
                </c:pt>
                <c:pt idx="84">
                  <c:v>46076</c:v>
                </c:pt>
                <c:pt idx="85">
                  <c:v>46073</c:v>
                </c:pt>
                <c:pt idx="86">
                  <c:v>46072</c:v>
                </c:pt>
                <c:pt idx="87">
                  <c:v>46066</c:v>
                </c:pt>
                <c:pt idx="88">
                  <c:v>46065</c:v>
                </c:pt>
                <c:pt idx="89">
                  <c:v>46064</c:v>
                </c:pt>
                <c:pt idx="90">
                  <c:v>46063</c:v>
                </c:pt>
                <c:pt idx="91">
                  <c:v>46062</c:v>
                </c:pt>
                <c:pt idx="92">
                  <c:v>46059</c:v>
                </c:pt>
                <c:pt idx="93">
                  <c:v>46058</c:v>
                </c:pt>
                <c:pt idx="94">
                  <c:v>46057</c:v>
                </c:pt>
                <c:pt idx="95">
                  <c:v>46056</c:v>
                </c:pt>
                <c:pt idx="96">
                  <c:v>46055</c:v>
                </c:pt>
                <c:pt idx="97">
                  <c:v>46052</c:v>
                </c:pt>
                <c:pt idx="98">
                  <c:v>46051</c:v>
                </c:pt>
                <c:pt idx="99">
                  <c:v>46050</c:v>
                </c:pt>
                <c:pt idx="100">
                  <c:v>46049</c:v>
                </c:pt>
                <c:pt idx="101">
                  <c:v>46048</c:v>
                </c:pt>
                <c:pt idx="102">
                  <c:v>46045</c:v>
                </c:pt>
                <c:pt idx="103">
                  <c:v>46044</c:v>
                </c:pt>
                <c:pt idx="104">
                  <c:v>46043</c:v>
                </c:pt>
                <c:pt idx="105">
                  <c:v>46042</c:v>
                </c:pt>
                <c:pt idx="106">
                  <c:v>46041</c:v>
                </c:pt>
                <c:pt idx="107">
                  <c:v>46038</c:v>
                </c:pt>
                <c:pt idx="108">
                  <c:v>46037</c:v>
                </c:pt>
                <c:pt idx="109">
                  <c:v>46036</c:v>
                </c:pt>
                <c:pt idx="110">
                  <c:v>46035</c:v>
                </c:pt>
                <c:pt idx="111">
                  <c:v>46034</c:v>
                </c:pt>
                <c:pt idx="112">
                  <c:v>46031</c:v>
                </c:pt>
                <c:pt idx="113">
                  <c:v>46030</c:v>
                </c:pt>
                <c:pt idx="114">
                  <c:v>46029</c:v>
                </c:pt>
                <c:pt idx="115">
                  <c:v>46028</c:v>
                </c:pt>
                <c:pt idx="116">
                  <c:v>46027</c:v>
                </c:pt>
                <c:pt idx="117">
                  <c:v>46024</c:v>
                </c:pt>
                <c:pt idx="118">
                  <c:v>46022</c:v>
                </c:pt>
                <c:pt idx="119">
                  <c:v>46021</c:v>
                </c:pt>
                <c:pt idx="120">
                  <c:v>46020</c:v>
                </c:pt>
                <c:pt idx="121">
                  <c:v>46017</c:v>
                </c:pt>
                <c:pt idx="122">
                  <c:v>46015</c:v>
                </c:pt>
                <c:pt idx="123">
                  <c:v>46014</c:v>
                </c:pt>
                <c:pt idx="124">
                  <c:v>46013</c:v>
                </c:pt>
                <c:pt idx="125">
                  <c:v>46010</c:v>
                </c:pt>
                <c:pt idx="126">
                  <c:v>46009</c:v>
                </c:pt>
                <c:pt idx="127">
                  <c:v>46008</c:v>
                </c:pt>
                <c:pt idx="128">
                  <c:v>46007</c:v>
                </c:pt>
                <c:pt idx="129">
                  <c:v>46006</c:v>
                </c:pt>
                <c:pt idx="130">
                  <c:v>46003</c:v>
                </c:pt>
                <c:pt idx="131">
                  <c:v>46002</c:v>
                </c:pt>
                <c:pt idx="132">
                  <c:v>46001</c:v>
                </c:pt>
                <c:pt idx="133">
                  <c:v>46000</c:v>
                </c:pt>
                <c:pt idx="134">
                  <c:v>45999</c:v>
                </c:pt>
                <c:pt idx="135">
                  <c:v>45996</c:v>
                </c:pt>
                <c:pt idx="136">
                  <c:v>45995</c:v>
                </c:pt>
                <c:pt idx="137">
                  <c:v>45994</c:v>
                </c:pt>
                <c:pt idx="138">
                  <c:v>45993</c:v>
                </c:pt>
                <c:pt idx="139">
                  <c:v>45992</c:v>
                </c:pt>
                <c:pt idx="140">
                  <c:v>45989</c:v>
                </c:pt>
                <c:pt idx="141">
                  <c:v>45988</c:v>
                </c:pt>
                <c:pt idx="142">
                  <c:v>45987</c:v>
                </c:pt>
                <c:pt idx="143">
                  <c:v>45986</c:v>
                </c:pt>
                <c:pt idx="144">
                  <c:v>45985</c:v>
                </c:pt>
                <c:pt idx="145">
                  <c:v>45982</c:v>
                </c:pt>
                <c:pt idx="146">
                  <c:v>45981</c:v>
                </c:pt>
                <c:pt idx="147">
                  <c:v>45980</c:v>
                </c:pt>
                <c:pt idx="148">
                  <c:v>45979</c:v>
                </c:pt>
                <c:pt idx="149">
                  <c:v>45978</c:v>
                </c:pt>
                <c:pt idx="150">
                  <c:v>45975</c:v>
                </c:pt>
                <c:pt idx="151">
                  <c:v>45974</c:v>
                </c:pt>
                <c:pt idx="152">
                  <c:v>45973</c:v>
                </c:pt>
                <c:pt idx="153">
                  <c:v>45972</c:v>
                </c:pt>
                <c:pt idx="154">
                  <c:v>45971</c:v>
                </c:pt>
                <c:pt idx="155">
                  <c:v>45968</c:v>
                </c:pt>
                <c:pt idx="156">
                  <c:v>45967</c:v>
                </c:pt>
                <c:pt idx="157">
                  <c:v>45966</c:v>
                </c:pt>
                <c:pt idx="158">
                  <c:v>45965</c:v>
                </c:pt>
                <c:pt idx="159">
                  <c:v>45964</c:v>
                </c:pt>
                <c:pt idx="160">
                  <c:v>45961</c:v>
                </c:pt>
                <c:pt idx="161">
                  <c:v>45960</c:v>
                </c:pt>
                <c:pt idx="162">
                  <c:v>45959</c:v>
                </c:pt>
                <c:pt idx="163">
                  <c:v>45958</c:v>
                </c:pt>
                <c:pt idx="164">
                  <c:v>45957</c:v>
                </c:pt>
                <c:pt idx="165">
                  <c:v>45954</c:v>
                </c:pt>
                <c:pt idx="166">
                  <c:v>45953</c:v>
                </c:pt>
                <c:pt idx="167">
                  <c:v>45952</c:v>
                </c:pt>
                <c:pt idx="168">
                  <c:v>45951</c:v>
                </c:pt>
                <c:pt idx="169">
                  <c:v>45950</c:v>
                </c:pt>
                <c:pt idx="170">
                  <c:v>45947</c:v>
                </c:pt>
                <c:pt idx="171">
                  <c:v>45946</c:v>
                </c:pt>
                <c:pt idx="172">
                  <c:v>45945</c:v>
                </c:pt>
                <c:pt idx="173">
                  <c:v>45944</c:v>
                </c:pt>
                <c:pt idx="174">
                  <c:v>45943</c:v>
                </c:pt>
                <c:pt idx="175">
                  <c:v>45940</c:v>
                </c:pt>
                <c:pt idx="176">
                  <c:v>45932</c:v>
                </c:pt>
                <c:pt idx="177">
                  <c:v>45931</c:v>
                </c:pt>
                <c:pt idx="178">
                  <c:v>45930</c:v>
                </c:pt>
                <c:pt idx="179">
                  <c:v>45929</c:v>
                </c:pt>
                <c:pt idx="180">
                  <c:v>45926</c:v>
                </c:pt>
                <c:pt idx="181">
                  <c:v>45925</c:v>
                </c:pt>
                <c:pt idx="182">
                  <c:v>45924</c:v>
                </c:pt>
                <c:pt idx="183">
                  <c:v>45923</c:v>
                </c:pt>
                <c:pt idx="184">
                  <c:v>45922</c:v>
                </c:pt>
                <c:pt idx="185">
                  <c:v>45919</c:v>
                </c:pt>
                <c:pt idx="186">
                  <c:v>45918</c:v>
                </c:pt>
                <c:pt idx="187">
                  <c:v>45917</c:v>
                </c:pt>
                <c:pt idx="188">
                  <c:v>45916</c:v>
                </c:pt>
                <c:pt idx="189">
                  <c:v>45915</c:v>
                </c:pt>
                <c:pt idx="190">
                  <c:v>45912</c:v>
                </c:pt>
                <c:pt idx="191">
                  <c:v>45911</c:v>
                </c:pt>
                <c:pt idx="192">
                  <c:v>45910</c:v>
                </c:pt>
                <c:pt idx="193">
                  <c:v>45909</c:v>
                </c:pt>
                <c:pt idx="194">
                  <c:v>45908</c:v>
                </c:pt>
                <c:pt idx="195">
                  <c:v>45905</c:v>
                </c:pt>
                <c:pt idx="196">
                  <c:v>45904</c:v>
                </c:pt>
                <c:pt idx="197">
                  <c:v>45903</c:v>
                </c:pt>
                <c:pt idx="198">
                  <c:v>45902</c:v>
                </c:pt>
                <c:pt idx="199">
                  <c:v>45901</c:v>
                </c:pt>
                <c:pt idx="200">
                  <c:v>45898</c:v>
                </c:pt>
                <c:pt idx="201">
                  <c:v>45897</c:v>
                </c:pt>
                <c:pt idx="202">
                  <c:v>45896</c:v>
                </c:pt>
                <c:pt idx="203">
                  <c:v>45895</c:v>
                </c:pt>
                <c:pt idx="204">
                  <c:v>45894</c:v>
                </c:pt>
                <c:pt idx="205">
                  <c:v>45891</c:v>
                </c:pt>
                <c:pt idx="206">
                  <c:v>45890</c:v>
                </c:pt>
                <c:pt idx="207">
                  <c:v>45889</c:v>
                </c:pt>
                <c:pt idx="208">
                  <c:v>45888</c:v>
                </c:pt>
                <c:pt idx="209">
                  <c:v>45887</c:v>
                </c:pt>
                <c:pt idx="210">
                  <c:v>45883</c:v>
                </c:pt>
                <c:pt idx="211">
                  <c:v>45882</c:v>
                </c:pt>
                <c:pt idx="212">
                  <c:v>45881</c:v>
                </c:pt>
                <c:pt idx="213">
                  <c:v>45880</c:v>
                </c:pt>
                <c:pt idx="214">
                  <c:v>45877</c:v>
                </c:pt>
                <c:pt idx="215">
                  <c:v>45876</c:v>
                </c:pt>
                <c:pt idx="216">
                  <c:v>45875</c:v>
                </c:pt>
                <c:pt idx="217">
                  <c:v>45874</c:v>
                </c:pt>
                <c:pt idx="218">
                  <c:v>45873</c:v>
                </c:pt>
                <c:pt idx="219">
                  <c:v>45870</c:v>
                </c:pt>
                <c:pt idx="220">
                  <c:v>45869</c:v>
                </c:pt>
                <c:pt idx="221">
                  <c:v>45868</c:v>
                </c:pt>
                <c:pt idx="222">
                  <c:v>45867</c:v>
                </c:pt>
                <c:pt idx="223">
                  <c:v>45866</c:v>
                </c:pt>
                <c:pt idx="224">
                  <c:v>45863</c:v>
                </c:pt>
                <c:pt idx="225">
                  <c:v>45862</c:v>
                </c:pt>
                <c:pt idx="226">
                  <c:v>45861</c:v>
                </c:pt>
                <c:pt idx="227">
                  <c:v>45860</c:v>
                </c:pt>
                <c:pt idx="228">
                  <c:v>45859</c:v>
                </c:pt>
                <c:pt idx="229">
                  <c:v>45856</c:v>
                </c:pt>
                <c:pt idx="230">
                  <c:v>45855</c:v>
                </c:pt>
                <c:pt idx="231">
                  <c:v>45854</c:v>
                </c:pt>
                <c:pt idx="232">
                  <c:v>45853</c:v>
                </c:pt>
                <c:pt idx="233">
                  <c:v>45852</c:v>
                </c:pt>
                <c:pt idx="234">
                  <c:v>45849</c:v>
                </c:pt>
                <c:pt idx="235">
                  <c:v>45848</c:v>
                </c:pt>
                <c:pt idx="236">
                  <c:v>45847</c:v>
                </c:pt>
                <c:pt idx="237">
                  <c:v>45846</c:v>
                </c:pt>
                <c:pt idx="238">
                  <c:v>45845</c:v>
                </c:pt>
                <c:pt idx="239">
                  <c:v>45842</c:v>
                </c:pt>
                <c:pt idx="240">
                  <c:v>45841</c:v>
                </c:pt>
                <c:pt idx="241">
                  <c:v>45840</c:v>
                </c:pt>
                <c:pt idx="242">
                  <c:v>45839</c:v>
                </c:pt>
                <c:pt idx="243">
                  <c:v>45838</c:v>
                </c:pt>
                <c:pt idx="244">
                  <c:v>45835</c:v>
                </c:pt>
                <c:pt idx="245">
                  <c:v>45834</c:v>
                </c:pt>
                <c:pt idx="246">
                  <c:v>45833</c:v>
                </c:pt>
                <c:pt idx="247">
                  <c:v>45832</c:v>
                </c:pt>
                <c:pt idx="248">
                  <c:v>45831</c:v>
                </c:pt>
                <c:pt idx="249">
                  <c:v>45828</c:v>
                </c:pt>
                <c:pt idx="250">
                  <c:v>45827</c:v>
                </c:pt>
                <c:pt idx="251">
                  <c:v>45826</c:v>
                </c:pt>
                <c:pt idx="252">
                  <c:v>45825</c:v>
                </c:pt>
                <c:pt idx="253">
                  <c:v>45824</c:v>
                </c:pt>
                <c:pt idx="254">
                  <c:v>45821</c:v>
                </c:pt>
                <c:pt idx="255">
                  <c:v>45820</c:v>
                </c:pt>
                <c:pt idx="256">
                  <c:v>45819</c:v>
                </c:pt>
                <c:pt idx="257">
                  <c:v>45818</c:v>
                </c:pt>
                <c:pt idx="258">
                  <c:v>45817</c:v>
                </c:pt>
                <c:pt idx="259">
                  <c:v>45813</c:v>
                </c:pt>
                <c:pt idx="260">
                  <c:v>45812</c:v>
                </c:pt>
                <c:pt idx="261">
                  <c:v>45810</c:v>
                </c:pt>
                <c:pt idx="262">
                  <c:v>45807</c:v>
                </c:pt>
                <c:pt idx="263">
                  <c:v>45806</c:v>
                </c:pt>
                <c:pt idx="264">
                  <c:v>45805</c:v>
                </c:pt>
                <c:pt idx="265">
                  <c:v>45804</c:v>
                </c:pt>
                <c:pt idx="266">
                  <c:v>45803</c:v>
                </c:pt>
                <c:pt idx="267">
                  <c:v>45800</c:v>
                </c:pt>
                <c:pt idx="268">
                  <c:v>45799</c:v>
                </c:pt>
                <c:pt idx="269">
                  <c:v>45798</c:v>
                </c:pt>
                <c:pt idx="270">
                  <c:v>45797</c:v>
                </c:pt>
                <c:pt idx="271">
                  <c:v>45796</c:v>
                </c:pt>
                <c:pt idx="272">
                  <c:v>45793</c:v>
                </c:pt>
                <c:pt idx="273">
                  <c:v>45792</c:v>
                </c:pt>
                <c:pt idx="274">
                  <c:v>45791</c:v>
                </c:pt>
                <c:pt idx="275">
                  <c:v>45790</c:v>
                </c:pt>
                <c:pt idx="276">
                  <c:v>45789</c:v>
                </c:pt>
                <c:pt idx="277">
                  <c:v>45786</c:v>
                </c:pt>
                <c:pt idx="278">
                  <c:v>45785</c:v>
                </c:pt>
                <c:pt idx="279">
                  <c:v>45784</c:v>
                </c:pt>
                <c:pt idx="280">
                  <c:v>45779</c:v>
                </c:pt>
                <c:pt idx="281">
                  <c:v>45777</c:v>
                </c:pt>
                <c:pt idx="282">
                  <c:v>45776</c:v>
                </c:pt>
                <c:pt idx="283">
                  <c:v>45775</c:v>
                </c:pt>
                <c:pt idx="284">
                  <c:v>45772</c:v>
                </c:pt>
                <c:pt idx="285">
                  <c:v>45771</c:v>
                </c:pt>
                <c:pt idx="286">
                  <c:v>45770</c:v>
                </c:pt>
                <c:pt idx="287">
                  <c:v>45769</c:v>
                </c:pt>
                <c:pt idx="288">
                  <c:v>45768</c:v>
                </c:pt>
                <c:pt idx="289">
                  <c:v>45765</c:v>
                </c:pt>
                <c:pt idx="290">
                  <c:v>45764</c:v>
                </c:pt>
                <c:pt idx="291">
                  <c:v>45763</c:v>
                </c:pt>
                <c:pt idx="292">
                  <c:v>45762</c:v>
                </c:pt>
                <c:pt idx="293">
                  <c:v>45761</c:v>
                </c:pt>
                <c:pt idx="294">
                  <c:v>45758</c:v>
                </c:pt>
                <c:pt idx="295">
                  <c:v>45757</c:v>
                </c:pt>
                <c:pt idx="296">
                  <c:v>45756</c:v>
                </c:pt>
                <c:pt idx="297">
                  <c:v>45755</c:v>
                </c:pt>
                <c:pt idx="298">
                  <c:v>45754</c:v>
                </c:pt>
                <c:pt idx="299">
                  <c:v>45751</c:v>
                </c:pt>
                <c:pt idx="300">
                  <c:v>45750</c:v>
                </c:pt>
                <c:pt idx="301">
                  <c:v>45749</c:v>
                </c:pt>
                <c:pt idx="302">
                  <c:v>45748</c:v>
                </c:pt>
                <c:pt idx="303">
                  <c:v>45747</c:v>
                </c:pt>
                <c:pt idx="304">
                  <c:v>45744</c:v>
                </c:pt>
                <c:pt idx="305">
                  <c:v>45743</c:v>
                </c:pt>
                <c:pt idx="306">
                  <c:v>45742</c:v>
                </c:pt>
                <c:pt idx="307">
                  <c:v>45741</c:v>
                </c:pt>
                <c:pt idx="308">
                  <c:v>45740</c:v>
                </c:pt>
                <c:pt idx="309">
                  <c:v>45737</c:v>
                </c:pt>
                <c:pt idx="310">
                  <c:v>45736</c:v>
                </c:pt>
                <c:pt idx="311">
                  <c:v>45735</c:v>
                </c:pt>
                <c:pt idx="312">
                  <c:v>45734</c:v>
                </c:pt>
                <c:pt idx="313">
                  <c:v>45733</c:v>
                </c:pt>
                <c:pt idx="314">
                  <c:v>45730</c:v>
                </c:pt>
                <c:pt idx="315">
                  <c:v>45729</c:v>
                </c:pt>
                <c:pt idx="316">
                  <c:v>45728</c:v>
                </c:pt>
                <c:pt idx="317">
                  <c:v>45727</c:v>
                </c:pt>
                <c:pt idx="318">
                  <c:v>45726</c:v>
                </c:pt>
                <c:pt idx="319">
                  <c:v>45723</c:v>
                </c:pt>
                <c:pt idx="320">
                  <c:v>45722</c:v>
                </c:pt>
                <c:pt idx="321">
                  <c:v>45721</c:v>
                </c:pt>
                <c:pt idx="322">
                  <c:v>45720</c:v>
                </c:pt>
                <c:pt idx="323">
                  <c:v>45716</c:v>
                </c:pt>
                <c:pt idx="324">
                  <c:v>45715</c:v>
                </c:pt>
                <c:pt idx="325">
                  <c:v>45714</c:v>
                </c:pt>
                <c:pt idx="326">
                  <c:v>45713</c:v>
                </c:pt>
                <c:pt idx="327">
                  <c:v>45712</c:v>
                </c:pt>
                <c:pt idx="328">
                  <c:v>45709</c:v>
                </c:pt>
                <c:pt idx="329">
                  <c:v>45708</c:v>
                </c:pt>
                <c:pt idx="330">
                  <c:v>45707</c:v>
                </c:pt>
                <c:pt idx="331">
                  <c:v>45706</c:v>
                </c:pt>
                <c:pt idx="332">
                  <c:v>45705</c:v>
                </c:pt>
                <c:pt idx="333">
                  <c:v>45702</c:v>
                </c:pt>
                <c:pt idx="334">
                  <c:v>45701</c:v>
                </c:pt>
                <c:pt idx="335">
                  <c:v>45700</c:v>
                </c:pt>
                <c:pt idx="336">
                  <c:v>45699</c:v>
                </c:pt>
                <c:pt idx="337">
                  <c:v>45698</c:v>
                </c:pt>
                <c:pt idx="338">
                  <c:v>45695</c:v>
                </c:pt>
                <c:pt idx="339">
                  <c:v>45694</c:v>
                </c:pt>
                <c:pt idx="340">
                  <c:v>45693</c:v>
                </c:pt>
                <c:pt idx="341">
                  <c:v>45692</c:v>
                </c:pt>
                <c:pt idx="342">
                  <c:v>45691</c:v>
                </c:pt>
                <c:pt idx="343">
                  <c:v>45688</c:v>
                </c:pt>
                <c:pt idx="344">
                  <c:v>45681</c:v>
                </c:pt>
                <c:pt idx="345">
                  <c:v>45680</c:v>
                </c:pt>
                <c:pt idx="346">
                  <c:v>45679</c:v>
                </c:pt>
                <c:pt idx="347">
                  <c:v>45678</c:v>
                </c:pt>
                <c:pt idx="348">
                  <c:v>45677</c:v>
                </c:pt>
                <c:pt idx="349">
                  <c:v>45674</c:v>
                </c:pt>
                <c:pt idx="350">
                  <c:v>45673</c:v>
                </c:pt>
                <c:pt idx="351">
                  <c:v>45672</c:v>
                </c:pt>
                <c:pt idx="352">
                  <c:v>45671</c:v>
                </c:pt>
                <c:pt idx="353">
                  <c:v>45670</c:v>
                </c:pt>
                <c:pt idx="354">
                  <c:v>45667</c:v>
                </c:pt>
                <c:pt idx="355">
                  <c:v>45666</c:v>
                </c:pt>
                <c:pt idx="356">
                  <c:v>45665</c:v>
                </c:pt>
                <c:pt idx="357">
                  <c:v>45664</c:v>
                </c:pt>
                <c:pt idx="358">
                  <c:v>45663</c:v>
                </c:pt>
                <c:pt idx="359">
                  <c:v>45660</c:v>
                </c:pt>
                <c:pt idx="360">
                  <c:v>45659</c:v>
                </c:pt>
                <c:pt idx="361">
                  <c:v>45657</c:v>
                </c:pt>
                <c:pt idx="362">
                  <c:v>45656</c:v>
                </c:pt>
                <c:pt idx="363">
                  <c:v>45653</c:v>
                </c:pt>
                <c:pt idx="364">
                  <c:v>45652</c:v>
                </c:pt>
                <c:pt idx="365">
                  <c:v>45650</c:v>
                </c:pt>
                <c:pt idx="366">
                  <c:v>45649</c:v>
                </c:pt>
                <c:pt idx="367">
                  <c:v>45646</c:v>
                </c:pt>
                <c:pt idx="368">
                  <c:v>45645</c:v>
                </c:pt>
                <c:pt idx="369">
                  <c:v>45644</c:v>
                </c:pt>
                <c:pt idx="370">
                  <c:v>45643</c:v>
                </c:pt>
                <c:pt idx="371">
                  <c:v>45642</c:v>
                </c:pt>
                <c:pt idx="372">
                  <c:v>45639</c:v>
                </c:pt>
                <c:pt idx="373">
                  <c:v>45638</c:v>
                </c:pt>
                <c:pt idx="374">
                  <c:v>45637</c:v>
                </c:pt>
                <c:pt idx="375">
                  <c:v>45636</c:v>
                </c:pt>
                <c:pt idx="376">
                  <c:v>45635</c:v>
                </c:pt>
                <c:pt idx="377">
                  <c:v>45632</c:v>
                </c:pt>
                <c:pt idx="378">
                  <c:v>45631</c:v>
                </c:pt>
                <c:pt idx="379">
                  <c:v>45630</c:v>
                </c:pt>
                <c:pt idx="380">
                  <c:v>45629</c:v>
                </c:pt>
                <c:pt idx="381">
                  <c:v>45628</c:v>
                </c:pt>
                <c:pt idx="382">
                  <c:v>45625</c:v>
                </c:pt>
                <c:pt idx="383">
                  <c:v>45624</c:v>
                </c:pt>
                <c:pt idx="384">
                  <c:v>45623</c:v>
                </c:pt>
                <c:pt idx="385">
                  <c:v>45622</c:v>
                </c:pt>
                <c:pt idx="386">
                  <c:v>45621</c:v>
                </c:pt>
                <c:pt idx="387">
                  <c:v>45618</c:v>
                </c:pt>
                <c:pt idx="388">
                  <c:v>45617</c:v>
                </c:pt>
                <c:pt idx="389">
                  <c:v>45616</c:v>
                </c:pt>
                <c:pt idx="390">
                  <c:v>45615</c:v>
                </c:pt>
                <c:pt idx="391">
                  <c:v>45614</c:v>
                </c:pt>
                <c:pt idx="392">
                  <c:v>45611</c:v>
                </c:pt>
                <c:pt idx="393">
                  <c:v>45610</c:v>
                </c:pt>
                <c:pt idx="394">
                  <c:v>45609</c:v>
                </c:pt>
                <c:pt idx="395">
                  <c:v>45608</c:v>
                </c:pt>
                <c:pt idx="396">
                  <c:v>45607</c:v>
                </c:pt>
                <c:pt idx="397">
                  <c:v>45604</c:v>
                </c:pt>
                <c:pt idx="398">
                  <c:v>45603</c:v>
                </c:pt>
                <c:pt idx="399">
                  <c:v>45602</c:v>
                </c:pt>
                <c:pt idx="400">
                  <c:v>45601</c:v>
                </c:pt>
                <c:pt idx="401">
                  <c:v>45600</c:v>
                </c:pt>
                <c:pt idx="402">
                  <c:v>45597</c:v>
                </c:pt>
                <c:pt idx="403">
                  <c:v>45596</c:v>
                </c:pt>
                <c:pt idx="404">
                  <c:v>45595</c:v>
                </c:pt>
                <c:pt idx="405">
                  <c:v>45594</c:v>
                </c:pt>
                <c:pt idx="406">
                  <c:v>45593</c:v>
                </c:pt>
                <c:pt idx="407">
                  <c:v>45590</c:v>
                </c:pt>
                <c:pt idx="408">
                  <c:v>45589</c:v>
                </c:pt>
                <c:pt idx="409">
                  <c:v>45588</c:v>
                </c:pt>
                <c:pt idx="410">
                  <c:v>45587</c:v>
                </c:pt>
                <c:pt idx="411">
                  <c:v>45586</c:v>
                </c:pt>
                <c:pt idx="412">
                  <c:v>45583</c:v>
                </c:pt>
                <c:pt idx="413">
                  <c:v>45582</c:v>
                </c:pt>
                <c:pt idx="414">
                  <c:v>45581</c:v>
                </c:pt>
                <c:pt idx="415">
                  <c:v>45580</c:v>
                </c:pt>
                <c:pt idx="416">
                  <c:v>45579</c:v>
                </c:pt>
                <c:pt idx="417">
                  <c:v>45576</c:v>
                </c:pt>
                <c:pt idx="418">
                  <c:v>45575</c:v>
                </c:pt>
                <c:pt idx="419">
                  <c:v>45573</c:v>
                </c:pt>
                <c:pt idx="420">
                  <c:v>45572</c:v>
                </c:pt>
                <c:pt idx="421">
                  <c:v>45569</c:v>
                </c:pt>
                <c:pt idx="422">
                  <c:v>45567</c:v>
                </c:pt>
                <c:pt idx="423">
                  <c:v>45565</c:v>
                </c:pt>
                <c:pt idx="424">
                  <c:v>45562</c:v>
                </c:pt>
                <c:pt idx="425">
                  <c:v>45561</c:v>
                </c:pt>
                <c:pt idx="426">
                  <c:v>45560</c:v>
                </c:pt>
                <c:pt idx="427">
                  <c:v>45559</c:v>
                </c:pt>
                <c:pt idx="428">
                  <c:v>45558</c:v>
                </c:pt>
                <c:pt idx="429">
                  <c:v>45555</c:v>
                </c:pt>
                <c:pt idx="430">
                  <c:v>45554</c:v>
                </c:pt>
                <c:pt idx="431">
                  <c:v>45548</c:v>
                </c:pt>
                <c:pt idx="432">
                  <c:v>45547</c:v>
                </c:pt>
                <c:pt idx="433">
                  <c:v>45546</c:v>
                </c:pt>
                <c:pt idx="434">
                  <c:v>45545</c:v>
                </c:pt>
                <c:pt idx="435">
                  <c:v>45544</c:v>
                </c:pt>
                <c:pt idx="436">
                  <c:v>45541</c:v>
                </c:pt>
                <c:pt idx="437">
                  <c:v>45540</c:v>
                </c:pt>
                <c:pt idx="438">
                  <c:v>45539</c:v>
                </c:pt>
                <c:pt idx="439">
                  <c:v>45538</c:v>
                </c:pt>
                <c:pt idx="440">
                  <c:v>45537</c:v>
                </c:pt>
                <c:pt idx="441">
                  <c:v>45534</c:v>
                </c:pt>
                <c:pt idx="442">
                  <c:v>45533</c:v>
                </c:pt>
                <c:pt idx="443">
                  <c:v>45532</c:v>
                </c:pt>
                <c:pt idx="444">
                  <c:v>45531</c:v>
                </c:pt>
                <c:pt idx="445">
                  <c:v>45530</c:v>
                </c:pt>
                <c:pt idx="446">
                  <c:v>45527</c:v>
                </c:pt>
                <c:pt idx="447">
                  <c:v>45526</c:v>
                </c:pt>
                <c:pt idx="448">
                  <c:v>45525</c:v>
                </c:pt>
                <c:pt idx="449">
                  <c:v>45524</c:v>
                </c:pt>
                <c:pt idx="450">
                  <c:v>45523</c:v>
                </c:pt>
                <c:pt idx="451">
                  <c:v>45520</c:v>
                </c:pt>
                <c:pt idx="452">
                  <c:v>45518</c:v>
                </c:pt>
                <c:pt idx="453">
                  <c:v>45517</c:v>
                </c:pt>
                <c:pt idx="454">
                  <c:v>45516</c:v>
                </c:pt>
                <c:pt idx="455">
                  <c:v>45513</c:v>
                </c:pt>
                <c:pt idx="456">
                  <c:v>45512</c:v>
                </c:pt>
                <c:pt idx="457">
                  <c:v>45511</c:v>
                </c:pt>
                <c:pt idx="458">
                  <c:v>45510</c:v>
                </c:pt>
                <c:pt idx="459">
                  <c:v>45509</c:v>
                </c:pt>
                <c:pt idx="460">
                  <c:v>45506</c:v>
                </c:pt>
                <c:pt idx="461">
                  <c:v>45505</c:v>
                </c:pt>
                <c:pt idx="462">
                  <c:v>45504</c:v>
                </c:pt>
                <c:pt idx="463">
                  <c:v>45503</c:v>
                </c:pt>
                <c:pt idx="464">
                  <c:v>45502</c:v>
                </c:pt>
                <c:pt idx="465">
                  <c:v>45499</c:v>
                </c:pt>
                <c:pt idx="466">
                  <c:v>45498</c:v>
                </c:pt>
                <c:pt idx="467">
                  <c:v>45497</c:v>
                </c:pt>
                <c:pt idx="468">
                  <c:v>45496</c:v>
                </c:pt>
                <c:pt idx="469">
                  <c:v>45495</c:v>
                </c:pt>
                <c:pt idx="470">
                  <c:v>45492</c:v>
                </c:pt>
                <c:pt idx="471">
                  <c:v>45491</c:v>
                </c:pt>
                <c:pt idx="472">
                  <c:v>45490</c:v>
                </c:pt>
                <c:pt idx="473">
                  <c:v>45489</c:v>
                </c:pt>
                <c:pt idx="474">
                  <c:v>45488</c:v>
                </c:pt>
                <c:pt idx="475">
                  <c:v>45485</c:v>
                </c:pt>
                <c:pt idx="476">
                  <c:v>45484</c:v>
                </c:pt>
                <c:pt idx="477">
                  <c:v>45483</c:v>
                </c:pt>
                <c:pt idx="478">
                  <c:v>45482</c:v>
                </c:pt>
                <c:pt idx="479">
                  <c:v>45481</c:v>
                </c:pt>
                <c:pt idx="480">
                  <c:v>45478</c:v>
                </c:pt>
                <c:pt idx="481">
                  <c:v>45477</c:v>
                </c:pt>
                <c:pt idx="482">
                  <c:v>45476</c:v>
                </c:pt>
                <c:pt idx="483">
                  <c:v>45475</c:v>
                </c:pt>
                <c:pt idx="484">
                  <c:v>45474</c:v>
                </c:pt>
                <c:pt idx="485">
                  <c:v>45471</c:v>
                </c:pt>
                <c:pt idx="486">
                  <c:v>45470</c:v>
                </c:pt>
                <c:pt idx="487">
                  <c:v>45469</c:v>
                </c:pt>
                <c:pt idx="488">
                  <c:v>45468</c:v>
                </c:pt>
                <c:pt idx="489">
                  <c:v>45467</c:v>
                </c:pt>
                <c:pt idx="490">
                  <c:v>45464</c:v>
                </c:pt>
                <c:pt idx="491">
                  <c:v>45463</c:v>
                </c:pt>
                <c:pt idx="492">
                  <c:v>45462</c:v>
                </c:pt>
                <c:pt idx="493">
                  <c:v>45461</c:v>
                </c:pt>
                <c:pt idx="494">
                  <c:v>45460</c:v>
                </c:pt>
                <c:pt idx="495">
                  <c:v>45457</c:v>
                </c:pt>
                <c:pt idx="496">
                  <c:v>45456</c:v>
                </c:pt>
                <c:pt idx="497">
                  <c:v>45455</c:v>
                </c:pt>
                <c:pt idx="498">
                  <c:v>45454</c:v>
                </c:pt>
                <c:pt idx="499">
                  <c:v>45453</c:v>
                </c:pt>
                <c:pt idx="500">
                  <c:v>45450</c:v>
                </c:pt>
                <c:pt idx="501">
                  <c:v>45448</c:v>
                </c:pt>
                <c:pt idx="502">
                  <c:v>45447</c:v>
                </c:pt>
                <c:pt idx="503">
                  <c:v>45446</c:v>
                </c:pt>
                <c:pt idx="504">
                  <c:v>45443</c:v>
                </c:pt>
                <c:pt idx="505">
                  <c:v>45442</c:v>
                </c:pt>
                <c:pt idx="506">
                  <c:v>45441</c:v>
                </c:pt>
                <c:pt idx="507">
                  <c:v>45440</c:v>
                </c:pt>
                <c:pt idx="508">
                  <c:v>45439</c:v>
                </c:pt>
                <c:pt idx="509">
                  <c:v>45436</c:v>
                </c:pt>
                <c:pt idx="510">
                  <c:v>45435</c:v>
                </c:pt>
                <c:pt idx="511">
                  <c:v>45434</c:v>
                </c:pt>
                <c:pt idx="512">
                  <c:v>45433</c:v>
                </c:pt>
                <c:pt idx="513">
                  <c:v>45432</c:v>
                </c:pt>
                <c:pt idx="514">
                  <c:v>45429</c:v>
                </c:pt>
                <c:pt idx="515">
                  <c:v>45428</c:v>
                </c:pt>
                <c:pt idx="516">
                  <c:v>45426</c:v>
                </c:pt>
                <c:pt idx="517">
                  <c:v>45425</c:v>
                </c:pt>
                <c:pt idx="518">
                  <c:v>45422</c:v>
                </c:pt>
                <c:pt idx="519">
                  <c:v>45421</c:v>
                </c:pt>
                <c:pt idx="520">
                  <c:v>45420</c:v>
                </c:pt>
                <c:pt idx="521">
                  <c:v>45419</c:v>
                </c:pt>
                <c:pt idx="522">
                  <c:v>45415</c:v>
                </c:pt>
                <c:pt idx="523">
                  <c:v>45414</c:v>
                </c:pt>
                <c:pt idx="524">
                  <c:v>45412</c:v>
                </c:pt>
                <c:pt idx="525">
                  <c:v>45411</c:v>
                </c:pt>
                <c:pt idx="526">
                  <c:v>45408</c:v>
                </c:pt>
                <c:pt idx="527">
                  <c:v>45407</c:v>
                </c:pt>
                <c:pt idx="528">
                  <c:v>45406</c:v>
                </c:pt>
                <c:pt idx="529">
                  <c:v>45405</c:v>
                </c:pt>
                <c:pt idx="530">
                  <c:v>45404</c:v>
                </c:pt>
                <c:pt idx="531">
                  <c:v>45401</c:v>
                </c:pt>
                <c:pt idx="532">
                  <c:v>45400</c:v>
                </c:pt>
                <c:pt idx="533">
                  <c:v>45399</c:v>
                </c:pt>
                <c:pt idx="534">
                  <c:v>45398</c:v>
                </c:pt>
                <c:pt idx="535">
                  <c:v>45397</c:v>
                </c:pt>
                <c:pt idx="536">
                  <c:v>45394</c:v>
                </c:pt>
                <c:pt idx="537">
                  <c:v>45393</c:v>
                </c:pt>
                <c:pt idx="538">
                  <c:v>45391</c:v>
                </c:pt>
                <c:pt idx="539">
                  <c:v>45390</c:v>
                </c:pt>
                <c:pt idx="540">
                  <c:v>45387</c:v>
                </c:pt>
                <c:pt idx="541">
                  <c:v>45386</c:v>
                </c:pt>
                <c:pt idx="542">
                  <c:v>45385</c:v>
                </c:pt>
                <c:pt idx="543">
                  <c:v>45384</c:v>
                </c:pt>
                <c:pt idx="544">
                  <c:v>45383</c:v>
                </c:pt>
                <c:pt idx="545">
                  <c:v>45380</c:v>
                </c:pt>
                <c:pt idx="546">
                  <c:v>45379</c:v>
                </c:pt>
                <c:pt idx="547">
                  <c:v>45378</c:v>
                </c:pt>
                <c:pt idx="548">
                  <c:v>45377</c:v>
                </c:pt>
                <c:pt idx="549">
                  <c:v>45376</c:v>
                </c:pt>
                <c:pt idx="550">
                  <c:v>45373</c:v>
                </c:pt>
                <c:pt idx="551">
                  <c:v>45372</c:v>
                </c:pt>
                <c:pt idx="552">
                  <c:v>45371</c:v>
                </c:pt>
                <c:pt idx="553">
                  <c:v>45370</c:v>
                </c:pt>
                <c:pt idx="554">
                  <c:v>45369</c:v>
                </c:pt>
                <c:pt idx="555">
                  <c:v>45366</c:v>
                </c:pt>
                <c:pt idx="556">
                  <c:v>45365</c:v>
                </c:pt>
                <c:pt idx="557">
                  <c:v>45364</c:v>
                </c:pt>
                <c:pt idx="558">
                  <c:v>45363</c:v>
                </c:pt>
                <c:pt idx="559">
                  <c:v>45362</c:v>
                </c:pt>
                <c:pt idx="560">
                  <c:v>45359</c:v>
                </c:pt>
                <c:pt idx="561">
                  <c:v>45358</c:v>
                </c:pt>
                <c:pt idx="562">
                  <c:v>45357</c:v>
                </c:pt>
                <c:pt idx="563">
                  <c:v>45356</c:v>
                </c:pt>
                <c:pt idx="564">
                  <c:v>45355</c:v>
                </c:pt>
                <c:pt idx="565">
                  <c:v>45351</c:v>
                </c:pt>
                <c:pt idx="566">
                  <c:v>45350</c:v>
                </c:pt>
                <c:pt idx="567">
                  <c:v>45349</c:v>
                </c:pt>
                <c:pt idx="568">
                  <c:v>45348</c:v>
                </c:pt>
                <c:pt idx="569">
                  <c:v>45345</c:v>
                </c:pt>
                <c:pt idx="570">
                  <c:v>45344</c:v>
                </c:pt>
                <c:pt idx="571">
                  <c:v>45343</c:v>
                </c:pt>
                <c:pt idx="572">
                  <c:v>45342</c:v>
                </c:pt>
                <c:pt idx="573">
                  <c:v>45341</c:v>
                </c:pt>
                <c:pt idx="574">
                  <c:v>45338</c:v>
                </c:pt>
                <c:pt idx="575">
                  <c:v>45337</c:v>
                </c:pt>
                <c:pt idx="576">
                  <c:v>45336</c:v>
                </c:pt>
                <c:pt idx="577">
                  <c:v>45335</c:v>
                </c:pt>
                <c:pt idx="578">
                  <c:v>45330</c:v>
                </c:pt>
                <c:pt idx="579">
                  <c:v>45329</c:v>
                </c:pt>
                <c:pt idx="580">
                  <c:v>45328</c:v>
                </c:pt>
                <c:pt idx="581">
                  <c:v>45327</c:v>
                </c:pt>
                <c:pt idx="582">
                  <c:v>45324</c:v>
                </c:pt>
                <c:pt idx="583">
                  <c:v>45323</c:v>
                </c:pt>
                <c:pt idx="584">
                  <c:v>45322</c:v>
                </c:pt>
                <c:pt idx="585">
                  <c:v>45321</c:v>
                </c:pt>
                <c:pt idx="586">
                  <c:v>45320</c:v>
                </c:pt>
                <c:pt idx="587">
                  <c:v>45317</c:v>
                </c:pt>
                <c:pt idx="588">
                  <c:v>45316</c:v>
                </c:pt>
                <c:pt idx="589">
                  <c:v>45315</c:v>
                </c:pt>
                <c:pt idx="590">
                  <c:v>45314</c:v>
                </c:pt>
                <c:pt idx="591">
                  <c:v>45313</c:v>
                </c:pt>
                <c:pt idx="592">
                  <c:v>45310</c:v>
                </c:pt>
                <c:pt idx="593">
                  <c:v>45309</c:v>
                </c:pt>
                <c:pt idx="594">
                  <c:v>45308</c:v>
                </c:pt>
                <c:pt idx="595">
                  <c:v>45307</c:v>
                </c:pt>
                <c:pt idx="596">
                  <c:v>45306</c:v>
                </c:pt>
                <c:pt idx="597">
                  <c:v>45303</c:v>
                </c:pt>
                <c:pt idx="598">
                  <c:v>45302</c:v>
                </c:pt>
                <c:pt idx="599">
                  <c:v>45301</c:v>
                </c:pt>
                <c:pt idx="600">
                  <c:v>45300</c:v>
                </c:pt>
                <c:pt idx="601">
                  <c:v>45299</c:v>
                </c:pt>
                <c:pt idx="602">
                  <c:v>45296</c:v>
                </c:pt>
                <c:pt idx="603">
                  <c:v>45295</c:v>
                </c:pt>
                <c:pt idx="604">
                  <c:v>45294</c:v>
                </c:pt>
                <c:pt idx="605">
                  <c:v>45293</c:v>
                </c:pt>
                <c:pt idx="606">
                  <c:v>45289</c:v>
                </c:pt>
                <c:pt idx="607">
                  <c:v>45288</c:v>
                </c:pt>
                <c:pt idx="608">
                  <c:v>45287</c:v>
                </c:pt>
                <c:pt idx="609">
                  <c:v>45286</c:v>
                </c:pt>
                <c:pt idx="610">
                  <c:v>45282</c:v>
                </c:pt>
                <c:pt idx="611">
                  <c:v>45281</c:v>
                </c:pt>
                <c:pt idx="612">
                  <c:v>45280</c:v>
                </c:pt>
                <c:pt idx="613">
                  <c:v>45279</c:v>
                </c:pt>
                <c:pt idx="614">
                  <c:v>45278</c:v>
                </c:pt>
                <c:pt idx="615">
                  <c:v>45275</c:v>
                </c:pt>
                <c:pt idx="616">
                  <c:v>45274</c:v>
                </c:pt>
                <c:pt idx="617">
                  <c:v>45273</c:v>
                </c:pt>
                <c:pt idx="618">
                  <c:v>45272</c:v>
                </c:pt>
                <c:pt idx="619">
                  <c:v>45271</c:v>
                </c:pt>
                <c:pt idx="620">
                  <c:v>45268</c:v>
                </c:pt>
                <c:pt idx="621">
                  <c:v>45267</c:v>
                </c:pt>
                <c:pt idx="622">
                  <c:v>45266</c:v>
                </c:pt>
                <c:pt idx="623">
                  <c:v>45265</c:v>
                </c:pt>
                <c:pt idx="624">
                  <c:v>45264</c:v>
                </c:pt>
                <c:pt idx="625">
                  <c:v>45261</c:v>
                </c:pt>
                <c:pt idx="626">
                  <c:v>45260</c:v>
                </c:pt>
                <c:pt idx="627">
                  <c:v>45259</c:v>
                </c:pt>
                <c:pt idx="628">
                  <c:v>45258</c:v>
                </c:pt>
                <c:pt idx="629">
                  <c:v>45257</c:v>
                </c:pt>
                <c:pt idx="630">
                  <c:v>45254</c:v>
                </c:pt>
                <c:pt idx="631">
                  <c:v>45253</c:v>
                </c:pt>
                <c:pt idx="632">
                  <c:v>45252</c:v>
                </c:pt>
                <c:pt idx="633">
                  <c:v>45251</c:v>
                </c:pt>
                <c:pt idx="634">
                  <c:v>45250</c:v>
                </c:pt>
                <c:pt idx="635">
                  <c:v>45247</c:v>
                </c:pt>
                <c:pt idx="636">
                  <c:v>45246</c:v>
                </c:pt>
                <c:pt idx="637">
                  <c:v>45245</c:v>
                </c:pt>
                <c:pt idx="638">
                  <c:v>45244</c:v>
                </c:pt>
                <c:pt idx="639">
                  <c:v>45243</c:v>
                </c:pt>
                <c:pt idx="640">
                  <c:v>45240</c:v>
                </c:pt>
                <c:pt idx="641">
                  <c:v>45239</c:v>
                </c:pt>
                <c:pt idx="642">
                  <c:v>45238</c:v>
                </c:pt>
                <c:pt idx="643">
                  <c:v>45237</c:v>
                </c:pt>
                <c:pt idx="644">
                  <c:v>45236</c:v>
                </c:pt>
                <c:pt idx="645">
                  <c:v>45233</c:v>
                </c:pt>
                <c:pt idx="646">
                  <c:v>45232</c:v>
                </c:pt>
                <c:pt idx="647">
                  <c:v>45231</c:v>
                </c:pt>
                <c:pt idx="648">
                  <c:v>45230</c:v>
                </c:pt>
                <c:pt idx="649">
                  <c:v>45229</c:v>
                </c:pt>
                <c:pt idx="650">
                  <c:v>45226</c:v>
                </c:pt>
                <c:pt idx="651">
                  <c:v>45225</c:v>
                </c:pt>
                <c:pt idx="652">
                  <c:v>45224</c:v>
                </c:pt>
                <c:pt idx="653">
                  <c:v>45223</c:v>
                </c:pt>
                <c:pt idx="654">
                  <c:v>45222</c:v>
                </c:pt>
                <c:pt idx="655">
                  <c:v>45219</c:v>
                </c:pt>
                <c:pt idx="656">
                  <c:v>45218</c:v>
                </c:pt>
                <c:pt idx="657">
                  <c:v>45217</c:v>
                </c:pt>
                <c:pt idx="658">
                  <c:v>45216</c:v>
                </c:pt>
                <c:pt idx="659">
                  <c:v>45215</c:v>
                </c:pt>
                <c:pt idx="660">
                  <c:v>45212</c:v>
                </c:pt>
                <c:pt idx="661">
                  <c:v>45211</c:v>
                </c:pt>
                <c:pt idx="662">
                  <c:v>45210</c:v>
                </c:pt>
                <c:pt idx="663">
                  <c:v>45209</c:v>
                </c:pt>
                <c:pt idx="664">
                  <c:v>45205</c:v>
                </c:pt>
                <c:pt idx="665">
                  <c:v>45204</c:v>
                </c:pt>
                <c:pt idx="666">
                  <c:v>45203</c:v>
                </c:pt>
                <c:pt idx="667">
                  <c:v>45196</c:v>
                </c:pt>
                <c:pt idx="668">
                  <c:v>45195</c:v>
                </c:pt>
                <c:pt idx="669">
                  <c:v>45194</c:v>
                </c:pt>
                <c:pt idx="670">
                  <c:v>45191</c:v>
                </c:pt>
                <c:pt idx="671">
                  <c:v>45190</c:v>
                </c:pt>
                <c:pt idx="672">
                  <c:v>45189</c:v>
                </c:pt>
                <c:pt idx="673">
                  <c:v>45188</c:v>
                </c:pt>
                <c:pt idx="674">
                  <c:v>45187</c:v>
                </c:pt>
                <c:pt idx="675">
                  <c:v>45184</c:v>
                </c:pt>
                <c:pt idx="676">
                  <c:v>45183</c:v>
                </c:pt>
                <c:pt idx="677">
                  <c:v>45182</c:v>
                </c:pt>
                <c:pt idx="678">
                  <c:v>45181</c:v>
                </c:pt>
                <c:pt idx="679">
                  <c:v>45180</c:v>
                </c:pt>
                <c:pt idx="680">
                  <c:v>45177</c:v>
                </c:pt>
                <c:pt idx="681">
                  <c:v>45176</c:v>
                </c:pt>
                <c:pt idx="682">
                  <c:v>45175</c:v>
                </c:pt>
                <c:pt idx="683">
                  <c:v>45174</c:v>
                </c:pt>
                <c:pt idx="684">
                  <c:v>45173</c:v>
                </c:pt>
                <c:pt idx="685">
                  <c:v>45170</c:v>
                </c:pt>
                <c:pt idx="686">
                  <c:v>45169</c:v>
                </c:pt>
                <c:pt idx="687">
                  <c:v>45168</c:v>
                </c:pt>
                <c:pt idx="688">
                  <c:v>45167</c:v>
                </c:pt>
                <c:pt idx="689">
                  <c:v>45166</c:v>
                </c:pt>
                <c:pt idx="690">
                  <c:v>45163</c:v>
                </c:pt>
                <c:pt idx="691">
                  <c:v>45162</c:v>
                </c:pt>
                <c:pt idx="692">
                  <c:v>45161</c:v>
                </c:pt>
                <c:pt idx="693">
                  <c:v>45160</c:v>
                </c:pt>
                <c:pt idx="694">
                  <c:v>45159</c:v>
                </c:pt>
                <c:pt idx="695">
                  <c:v>45156</c:v>
                </c:pt>
                <c:pt idx="696">
                  <c:v>45155</c:v>
                </c:pt>
                <c:pt idx="697">
                  <c:v>45154</c:v>
                </c:pt>
                <c:pt idx="698">
                  <c:v>45152</c:v>
                </c:pt>
                <c:pt idx="699">
                  <c:v>45149</c:v>
                </c:pt>
                <c:pt idx="700">
                  <c:v>45148</c:v>
                </c:pt>
                <c:pt idx="701">
                  <c:v>45147</c:v>
                </c:pt>
                <c:pt idx="702">
                  <c:v>45146</c:v>
                </c:pt>
                <c:pt idx="703">
                  <c:v>45145</c:v>
                </c:pt>
                <c:pt idx="704">
                  <c:v>45142</c:v>
                </c:pt>
                <c:pt idx="705">
                  <c:v>45141</c:v>
                </c:pt>
                <c:pt idx="706">
                  <c:v>45140</c:v>
                </c:pt>
                <c:pt idx="707">
                  <c:v>45139</c:v>
                </c:pt>
                <c:pt idx="708">
                  <c:v>45138</c:v>
                </c:pt>
                <c:pt idx="709">
                  <c:v>45135</c:v>
                </c:pt>
                <c:pt idx="710">
                  <c:v>45134</c:v>
                </c:pt>
                <c:pt idx="711">
                  <c:v>45133</c:v>
                </c:pt>
                <c:pt idx="712">
                  <c:v>45132</c:v>
                </c:pt>
                <c:pt idx="713">
                  <c:v>45131</c:v>
                </c:pt>
                <c:pt idx="714">
                  <c:v>45128</c:v>
                </c:pt>
                <c:pt idx="715">
                  <c:v>45127</c:v>
                </c:pt>
                <c:pt idx="716">
                  <c:v>45126</c:v>
                </c:pt>
                <c:pt idx="717">
                  <c:v>45125</c:v>
                </c:pt>
                <c:pt idx="718">
                  <c:v>45124</c:v>
                </c:pt>
                <c:pt idx="719">
                  <c:v>45121</c:v>
                </c:pt>
                <c:pt idx="720">
                  <c:v>45120</c:v>
                </c:pt>
                <c:pt idx="721">
                  <c:v>45119</c:v>
                </c:pt>
                <c:pt idx="722">
                  <c:v>45118</c:v>
                </c:pt>
                <c:pt idx="723">
                  <c:v>45117</c:v>
                </c:pt>
                <c:pt idx="724">
                  <c:v>45114</c:v>
                </c:pt>
                <c:pt idx="725">
                  <c:v>45113</c:v>
                </c:pt>
                <c:pt idx="726">
                  <c:v>45112</c:v>
                </c:pt>
                <c:pt idx="727">
                  <c:v>45111</c:v>
                </c:pt>
                <c:pt idx="728">
                  <c:v>45110</c:v>
                </c:pt>
                <c:pt idx="729">
                  <c:v>45107</c:v>
                </c:pt>
                <c:pt idx="730">
                  <c:v>45106</c:v>
                </c:pt>
                <c:pt idx="731">
                  <c:v>45105</c:v>
                </c:pt>
                <c:pt idx="732">
                  <c:v>45104</c:v>
                </c:pt>
                <c:pt idx="733">
                  <c:v>45103</c:v>
                </c:pt>
                <c:pt idx="734">
                  <c:v>45100</c:v>
                </c:pt>
                <c:pt idx="735">
                  <c:v>45099</c:v>
                </c:pt>
                <c:pt idx="736">
                  <c:v>45098</c:v>
                </c:pt>
                <c:pt idx="737">
                  <c:v>45097</c:v>
                </c:pt>
                <c:pt idx="738">
                  <c:v>45096</c:v>
                </c:pt>
                <c:pt idx="739">
                  <c:v>45093</c:v>
                </c:pt>
                <c:pt idx="740">
                  <c:v>45092</c:v>
                </c:pt>
                <c:pt idx="741">
                  <c:v>45091</c:v>
                </c:pt>
                <c:pt idx="742">
                  <c:v>45090</c:v>
                </c:pt>
                <c:pt idx="743">
                  <c:v>45089</c:v>
                </c:pt>
                <c:pt idx="744">
                  <c:v>45086</c:v>
                </c:pt>
                <c:pt idx="745">
                  <c:v>45085</c:v>
                </c:pt>
                <c:pt idx="746">
                  <c:v>45084</c:v>
                </c:pt>
                <c:pt idx="747">
                  <c:v>45082</c:v>
                </c:pt>
                <c:pt idx="748">
                  <c:v>45079</c:v>
                </c:pt>
                <c:pt idx="749">
                  <c:v>45078</c:v>
                </c:pt>
                <c:pt idx="750">
                  <c:v>45077</c:v>
                </c:pt>
                <c:pt idx="751">
                  <c:v>45076</c:v>
                </c:pt>
                <c:pt idx="752">
                  <c:v>45072</c:v>
                </c:pt>
                <c:pt idx="753">
                  <c:v>45071</c:v>
                </c:pt>
                <c:pt idx="754">
                  <c:v>45070</c:v>
                </c:pt>
                <c:pt idx="755">
                  <c:v>45069</c:v>
                </c:pt>
                <c:pt idx="756">
                  <c:v>45068</c:v>
                </c:pt>
                <c:pt idx="757">
                  <c:v>45065</c:v>
                </c:pt>
                <c:pt idx="758">
                  <c:v>45064</c:v>
                </c:pt>
                <c:pt idx="759">
                  <c:v>45063</c:v>
                </c:pt>
                <c:pt idx="760">
                  <c:v>45062</c:v>
                </c:pt>
                <c:pt idx="761">
                  <c:v>45061</c:v>
                </c:pt>
                <c:pt idx="762">
                  <c:v>45058</c:v>
                </c:pt>
                <c:pt idx="763">
                  <c:v>45057</c:v>
                </c:pt>
                <c:pt idx="764">
                  <c:v>45056</c:v>
                </c:pt>
                <c:pt idx="765">
                  <c:v>45055</c:v>
                </c:pt>
                <c:pt idx="766">
                  <c:v>45054</c:v>
                </c:pt>
                <c:pt idx="767">
                  <c:v>45050</c:v>
                </c:pt>
                <c:pt idx="768">
                  <c:v>45049</c:v>
                </c:pt>
                <c:pt idx="769">
                  <c:v>45048</c:v>
                </c:pt>
                <c:pt idx="770">
                  <c:v>45044</c:v>
                </c:pt>
                <c:pt idx="771">
                  <c:v>45043</c:v>
                </c:pt>
                <c:pt idx="772">
                  <c:v>45042</c:v>
                </c:pt>
                <c:pt idx="773">
                  <c:v>45041</c:v>
                </c:pt>
                <c:pt idx="774">
                  <c:v>45040</c:v>
                </c:pt>
                <c:pt idx="775">
                  <c:v>45037</c:v>
                </c:pt>
                <c:pt idx="776">
                  <c:v>45036</c:v>
                </c:pt>
                <c:pt idx="777">
                  <c:v>45035</c:v>
                </c:pt>
                <c:pt idx="778">
                  <c:v>45034</c:v>
                </c:pt>
                <c:pt idx="779">
                  <c:v>45033</c:v>
                </c:pt>
                <c:pt idx="780">
                  <c:v>45030</c:v>
                </c:pt>
                <c:pt idx="781">
                  <c:v>45029</c:v>
                </c:pt>
                <c:pt idx="782">
                  <c:v>45028</c:v>
                </c:pt>
                <c:pt idx="783">
                  <c:v>45027</c:v>
                </c:pt>
                <c:pt idx="784">
                  <c:v>45026</c:v>
                </c:pt>
                <c:pt idx="785">
                  <c:v>45023</c:v>
                </c:pt>
                <c:pt idx="786">
                  <c:v>45022</c:v>
                </c:pt>
                <c:pt idx="787">
                  <c:v>45021</c:v>
                </c:pt>
                <c:pt idx="788">
                  <c:v>45020</c:v>
                </c:pt>
                <c:pt idx="789">
                  <c:v>45019</c:v>
                </c:pt>
                <c:pt idx="790">
                  <c:v>45016</c:v>
                </c:pt>
                <c:pt idx="791">
                  <c:v>45015</c:v>
                </c:pt>
                <c:pt idx="792">
                  <c:v>45014</c:v>
                </c:pt>
                <c:pt idx="793">
                  <c:v>45013</c:v>
                </c:pt>
                <c:pt idx="794">
                  <c:v>45012</c:v>
                </c:pt>
                <c:pt idx="795">
                  <c:v>45009</c:v>
                </c:pt>
                <c:pt idx="796">
                  <c:v>45008</c:v>
                </c:pt>
                <c:pt idx="797">
                  <c:v>45007</c:v>
                </c:pt>
                <c:pt idx="798">
                  <c:v>45006</c:v>
                </c:pt>
                <c:pt idx="799">
                  <c:v>45005</c:v>
                </c:pt>
                <c:pt idx="800">
                  <c:v>45002</c:v>
                </c:pt>
                <c:pt idx="801">
                  <c:v>45001</c:v>
                </c:pt>
                <c:pt idx="802">
                  <c:v>45000</c:v>
                </c:pt>
                <c:pt idx="803">
                  <c:v>44999</c:v>
                </c:pt>
                <c:pt idx="804">
                  <c:v>44998</c:v>
                </c:pt>
                <c:pt idx="805">
                  <c:v>44995</c:v>
                </c:pt>
                <c:pt idx="806">
                  <c:v>44994</c:v>
                </c:pt>
                <c:pt idx="807">
                  <c:v>44993</c:v>
                </c:pt>
                <c:pt idx="808">
                  <c:v>44992</c:v>
                </c:pt>
                <c:pt idx="809">
                  <c:v>44991</c:v>
                </c:pt>
                <c:pt idx="810">
                  <c:v>44988</c:v>
                </c:pt>
                <c:pt idx="811">
                  <c:v>44987</c:v>
                </c:pt>
                <c:pt idx="812">
                  <c:v>44985</c:v>
                </c:pt>
                <c:pt idx="813">
                  <c:v>44984</c:v>
                </c:pt>
                <c:pt idx="814">
                  <c:v>44981</c:v>
                </c:pt>
                <c:pt idx="815">
                  <c:v>44980</c:v>
                </c:pt>
                <c:pt idx="816">
                  <c:v>44979</c:v>
                </c:pt>
                <c:pt idx="817">
                  <c:v>44978</c:v>
                </c:pt>
                <c:pt idx="818">
                  <c:v>44977</c:v>
                </c:pt>
                <c:pt idx="819">
                  <c:v>44974</c:v>
                </c:pt>
                <c:pt idx="820">
                  <c:v>44973</c:v>
                </c:pt>
                <c:pt idx="821">
                  <c:v>44972</c:v>
                </c:pt>
                <c:pt idx="822">
                  <c:v>44971</c:v>
                </c:pt>
                <c:pt idx="823">
                  <c:v>44970</c:v>
                </c:pt>
                <c:pt idx="824">
                  <c:v>44967</c:v>
                </c:pt>
                <c:pt idx="825">
                  <c:v>44966</c:v>
                </c:pt>
                <c:pt idx="826">
                  <c:v>44965</c:v>
                </c:pt>
                <c:pt idx="827">
                  <c:v>44964</c:v>
                </c:pt>
                <c:pt idx="828">
                  <c:v>44963</c:v>
                </c:pt>
                <c:pt idx="829">
                  <c:v>44960</c:v>
                </c:pt>
                <c:pt idx="830">
                  <c:v>44959</c:v>
                </c:pt>
                <c:pt idx="831">
                  <c:v>44958</c:v>
                </c:pt>
                <c:pt idx="832">
                  <c:v>44957</c:v>
                </c:pt>
                <c:pt idx="833">
                  <c:v>44956</c:v>
                </c:pt>
                <c:pt idx="834">
                  <c:v>44953</c:v>
                </c:pt>
                <c:pt idx="835">
                  <c:v>44952</c:v>
                </c:pt>
                <c:pt idx="836">
                  <c:v>44951</c:v>
                </c:pt>
                <c:pt idx="837">
                  <c:v>44946</c:v>
                </c:pt>
                <c:pt idx="838">
                  <c:v>44945</c:v>
                </c:pt>
                <c:pt idx="839">
                  <c:v>44944</c:v>
                </c:pt>
                <c:pt idx="840">
                  <c:v>44943</c:v>
                </c:pt>
                <c:pt idx="841">
                  <c:v>44942</c:v>
                </c:pt>
                <c:pt idx="842">
                  <c:v>44939</c:v>
                </c:pt>
                <c:pt idx="843">
                  <c:v>44938</c:v>
                </c:pt>
                <c:pt idx="844">
                  <c:v>44937</c:v>
                </c:pt>
                <c:pt idx="845">
                  <c:v>44936</c:v>
                </c:pt>
                <c:pt idx="846">
                  <c:v>44935</c:v>
                </c:pt>
                <c:pt idx="847">
                  <c:v>44932</c:v>
                </c:pt>
                <c:pt idx="848">
                  <c:v>44931</c:v>
                </c:pt>
                <c:pt idx="849">
                  <c:v>44930</c:v>
                </c:pt>
                <c:pt idx="850">
                  <c:v>44929</c:v>
                </c:pt>
                <c:pt idx="851">
                  <c:v>44928</c:v>
                </c:pt>
                <c:pt idx="852">
                  <c:v>44925</c:v>
                </c:pt>
                <c:pt idx="853">
                  <c:v>44924</c:v>
                </c:pt>
                <c:pt idx="854">
                  <c:v>44923</c:v>
                </c:pt>
                <c:pt idx="855">
                  <c:v>44922</c:v>
                </c:pt>
                <c:pt idx="856">
                  <c:v>44921</c:v>
                </c:pt>
                <c:pt idx="857">
                  <c:v>44918</c:v>
                </c:pt>
                <c:pt idx="858">
                  <c:v>44917</c:v>
                </c:pt>
                <c:pt idx="859">
                  <c:v>44916</c:v>
                </c:pt>
                <c:pt idx="860">
                  <c:v>44915</c:v>
                </c:pt>
                <c:pt idx="861">
                  <c:v>44914</c:v>
                </c:pt>
                <c:pt idx="862">
                  <c:v>44911</c:v>
                </c:pt>
                <c:pt idx="863">
                  <c:v>44910</c:v>
                </c:pt>
                <c:pt idx="864">
                  <c:v>44909</c:v>
                </c:pt>
                <c:pt idx="865">
                  <c:v>44908</c:v>
                </c:pt>
                <c:pt idx="866">
                  <c:v>44907</c:v>
                </c:pt>
                <c:pt idx="867">
                  <c:v>44904</c:v>
                </c:pt>
                <c:pt idx="868">
                  <c:v>44903</c:v>
                </c:pt>
                <c:pt idx="869">
                  <c:v>44902</c:v>
                </c:pt>
                <c:pt idx="870">
                  <c:v>44901</c:v>
                </c:pt>
                <c:pt idx="871">
                  <c:v>44900</c:v>
                </c:pt>
                <c:pt idx="872">
                  <c:v>44897</c:v>
                </c:pt>
                <c:pt idx="873">
                  <c:v>44896</c:v>
                </c:pt>
                <c:pt idx="874">
                  <c:v>44895</c:v>
                </c:pt>
                <c:pt idx="875">
                  <c:v>44894</c:v>
                </c:pt>
                <c:pt idx="876">
                  <c:v>44893</c:v>
                </c:pt>
                <c:pt idx="877">
                  <c:v>44890</c:v>
                </c:pt>
                <c:pt idx="878">
                  <c:v>44889</c:v>
                </c:pt>
                <c:pt idx="879">
                  <c:v>44888</c:v>
                </c:pt>
                <c:pt idx="880">
                  <c:v>44887</c:v>
                </c:pt>
                <c:pt idx="881">
                  <c:v>44886</c:v>
                </c:pt>
                <c:pt idx="882">
                  <c:v>44883</c:v>
                </c:pt>
                <c:pt idx="883">
                  <c:v>44882</c:v>
                </c:pt>
                <c:pt idx="884">
                  <c:v>44881</c:v>
                </c:pt>
                <c:pt idx="885">
                  <c:v>44880</c:v>
                </c:pt>
                <c:pt idx="886">
                  <c:v>44879</c:v>
                </c:pt>
                <c:pt idx="887">
                  <c:v>44876</c:v>
                </c:pt>
                <c:pt idx="888">
                  <c:v>44875</c:v>
                </c:pt>
                <c:pt idx="889">
                  <c:v>44874</c:v>
                </c:pt>
                <c:pt idx="890">
                  <c:v>44873</c:v>
                </c:pt>
                <c:pt idx="891">
                  <c:v>44872</c:v>
                </c:pt>
                <c:pt idx="892">
                  <c:v>44869</c:v>
                </c:pt>
                <c:pt idx="893">
                  <c:v>44868</c:v>
                </c:pt>
                <c:pt idx="894">
                  <c:v>44867</c:v>
                </c:pt>
                <c:pt idx="895">
                  <c:v>44866</c:v>
                </c:pt>
                <c:pt idx="896">
                  <c:v>44865</c:v>
                </c:pt>
                <c:pt idx="897">
                  <c:v>44862</c:v>
                </c:pt>
                <c:pt idx="898">
                  <c:v>44861</c:v>
                </c:pt>
                <c:pt idx="899">
                  <c:v>44860</c:v>
                </c:pt>
                <c:pt idx="900">
                  <c:v>44859</c:v>
                </c:pt>
                <c:pt idx="901">
                  <c:v>44858</c:v>
                </c:pt>
                <c:pt idx="902">
                  <c:v>44855</c:v>
                </c:pt>
                <c:pt idx="903">
                  <c:v>44854</c:v>
                </c:pt>
                <c:pt idx="904">
                  <c:v>44853</c:v>
                </c:pt>
                <c:pt idx="905">
                  <c:v>44852</c:v>
                </c:pt>
                <c:pt idx="906">
                  <c:v>44851</c:v>
                </c:pt>
                <c:pt idx="907">
                  <c:v>44848</c:v>
                </c:pt>
                <c:pt idx="908">
                  <c:v>44847</c:v>
                </c:pt>
                <c:pt idx="909">
                  <c:v>44846</c:v>
                </c:pt>
                <c:pt idx="910">
                  <c:v>44845</c:v>
                </c:pt>
                <c:pt idx="911">
                  <c:v>44841</c:v>
                </c:pt>
                <c:pt idx="912">
                  <c:v>44840</c:v>
                </c:pt>
                <c:pt idx="913">
                  <c:v>44839</c:v>
                </c:pt>
                <c:pt idx="914">
                  <c:v>44838</c:v>
                </c:pt>
                <c:pt idx="915">
                  <c:v>44834</c:v>
                </c:pt>
                <c:pt idx="916">
                  <c:v>44833</c:v>
                </c:pt>
                <c:pt idx="917">
                  <c:v>44832</c:v>
                </c:pt>
                <c:pt idx="918">
                  <c:v>44831</c:v>
                </c:pt>
                <c:pt idx="919">
                  <c:v>44830</c:v>
                </c:pt>
                <c:pt idx="920">
                  <c:v>44827</c:v>
                </c:pt>
                <c:pt idx="921">
                  <c:v>44826</c:v>
                </c:pt>
                <c:pt idx="922">
                  <c:v>44825</c:v>
                </c:pt>
                <c:pt idx="923">
                  <c:v>44824</c:v>
                </c:pt>
                <c:pt idx="924">
                  <c:v>44823</c:v>
                </c:pt>
                <c:pt idx="925">
                  <c:v>44820</c:v>
                </c:pt>
                <c:pt idx="926">
                  <c:v>44819</c:v>
                </c:pt>
                <c:pt idx="927">
                  <c:v>44818</c:v>
                </c:pt>
                <c:pt idx="928">
                  <c:v>44817</c:v>
                </c:pt>
                <c:pt idx="929">
                  <c:v>44812</c:v>
                </c:pt>
                <c:pt idx="930">
                  <c:v>44811</c:v>
                </c:pt>
                <c:pt idx="931">
                  <c:v>44810</c:v>
                </c:pt>
                <c:pt idx="932">
                  <c:v>44809</c:v>
                </c:pt>
                <c:pt idx="933">
                  <c:v>44806</c:v>
                </c:pt>
                <c:pt idx="934">
                  <c:v>44805</c:v>
                </c:pt>
                <c:pt idx="935">
                  <c:v>44804</c:v>
                </c:pt>
                <c:pt idx="936">
                  <c:v>44803</c:v>
                </c:pt>
                <c:pt idx="937">
                  <c:v>44802</c:v>
                </c:pt>
                <c:pt idx="938">
                  <c:v>44799</c:v>
                </c:pt>
                <c:pt idx="939">
                  <c:v>44798</c:v>
                </c:pt>
                <c:pt idx="940">
                  <c:v>44797</c:v>
                </c:pt>
                <c:pt idx="941">
                  <c:v>44796</c:v>
                </c:pt>
                <c:pt idx="942">
                  <c:v>44795</c:v>
                </c:pt>
                <c:pt idx="943">
                  <c:v>44792</c:v>
                </c:pt>
                <c:pt idx="944">
                  <c:v>44791</c:v>
                </c:pt>
                <c:pt idx="945">
                  <c:v>44790</c:v>
                </c:pt>
                <c:pt idx="946">
                  <c:v>44789</c:v>
                </c:pt>
                <c:pt idx="947">
                  <c:v>44785</c:v>
                </c:pt>
                <c:pt idx="948">
                  <c:v>44784</c:v>
                </c:pt>
                <c:pt idx="949">
                  <c:v>44783</c:v>
                </c:pt>
                <c:pt idx="950">
                  <c:v>44782</c:v>
                </c:pt>
                <c:pt idx="951">
                  <c:v>44781</c:v>
                </c:pt>
                <c:pt idx="952">
                  <c:v>44778</c:v>
                </c:pt>
                <c:pt idx="953">
                  <c:v>44777</c:v>
                </c:pt>
                <c:pt idx="954">
                  <c:v>44776</c:v>
                </c:pt>
                <c:pt idx="955">
                  <c:v>44775</c:v>
                </c:pt>
                <c:pt idx="956">
                  <c:v>44774</c:v>
                </c:pt>
                <c:pt idx="957">
                  <c:v>44771</c:v>
                </c:pt>
                <c:pt idx="958">
                  <c:v>44770</c:v>
                </c:pt>
                <c:pt idx="959">
                  <c:v>44769</c:v>
                </c:pt>
                <c:pt idx="960">
                  <c:v>44768</c:v>
                </c:pt>
                <c:pt idx="961">
                  <c:v>44767</c:v>
                </c:pt>
                <c:pt idx="962">
                  <c:v>44764</c:v>
                </c:pt>
                <c:pt idx="963">
                  <c:v>44763</c:v>
                </c:pt>
                <c:pt idx="964">
                  <c:v>44762</c:v>
                </c:pt>
                <c:pt idx="965">
                  <c:v>44761</c:v>
                </c:pt>
                <c:pt idx="966">
                  <c:v>44760</c:v>
                </c:pt>
                <c:pt idx="967">
                  <c:v>44757</c:v>
                </c:pt>
                <c:pt idx="968">
                  <c:v>44756</c:v>
                </c:pt>
                <c:pt idx="969">
                  <c:v>44755</c:v>
                </c:pt>
                <c:pt idx="970">
                  <c:v>44754</c:v>
                </c:pt>
                <c:pt idx="971">
                  <c:v>44753</c:v>
                </c:pt>
                <c:pt idx="972">
                  <c:v>44750</c:v>
                </c:pt>
                <c:pt idx="973">
                  <c:v>44749</c:v>
                </c:pt>
                <c:pt idx="974">
                  <c:v>44748</c:v>
                </c:pt>
                <c:pt idx="975">
                  <c:v>44747</c:v>
                </c:pt>
                <c:pt idx="976">
                  <c:v>44746</c:v>
                </c:pt>
                <c:pt idx="977">
                  <c:v>44743</c:v>
                </c:pt>
                <c:pt idx="978">
                  <c:v>44742</c:v>
                </c:pt>
                <c:pt idx="979">
                  <c:v>44741</c:v>
                </c:pt>
                <c:pt idx="980">
                  <c:v>44740</c:v>
                </c:pt>
                <c:pt idx="981">
                  <c:v>44739</c:v>
                </c:pt>
                <c:pt idx="982">
                  <c:v>44736</c:v>
                </c:pt>
                <c:pt idx="983">
                  <c:v>44735</c:v>
                </c:pt>
                <c:pt idx="984">
                  <c:v>44734</c:v>
                </c:pt>
                <c:pt idx="985">
                  <c:v>44733</c:v>
                </c:pt>
                <c:pt idx="986">
                  <c:v>44732</c:v>
                </c:pt>
                <c:pt idx="987">
                  <c:v>44729</c:v>
                </c:pt>
                <c:pt idx="988">
                  <c:v>44728</c:v>
                </c:pt>
                <c:pt idx="989">
                  <c:v>44727</c:v>
                </c:pt>
                <c:pt idx="990">
                  <c:v>44726</c:v>
                </c:pt>
                <c:pt idx="991">
                  <c:v>44725</c:v>
                </c:pt>
                <c:pt idx="992">
                  <c:v>44722</c:v>
                </c:pt>
                <c:pt idx="993">
                  <c:v>44721</c:v>
                </c:pt>
                <c:pt idx="994">
                  <c:v>44720</c:v>
                </c:pt>
                <c:pt idx="995">
                  <c:v>44719</c:v>
                </c:pt>
                <c:pt idx="996">
                  <c:v>44715</c:v>
                </c:pt>
                <c:pt idx="997">
                  <c:v>44714</c:v>
                </c:pt>
                <c:pt idx="998">
                  <c:v>44712</c:v>
                </c:pt>
                <c:pt idx="999">
                  <c:v>44711</c:v>
                </c:pt>
                <c:pt idx="1000">
                  <c:v>44708</c:v>
                </c:pt>
                <c:pt idx="1001">
                  <c:v>44707</c:v>
                </c:pt>
                <c:pt idx="1002">
                  <c:v>44706</c:v>
                </c:pt>
                <c:pt idx="1003">
                  <c:v>44705</c:v>
                </c:pt>
                <c:pt idx="1004">
                  <c:v>44704</c:v>
                </c:pt>
                <c:pt idx="1005">
                  <c:v>44701</c:v>
                </c:pt>
                <c:pt idx="1006">
                  <c:v>44700</c:v>
                </c:pt>
                <c:pt idx="1007">
                  <c:v>44699</c:v>
                </c:pt>
                <c:pt idx="1008">
                  <c:v>44698</c:v>
                </c:pt>
                <c:pt idx="1009">
                  <c:v>44697</c:v>
                </c:pt>
                <c:pt idx="1010">
                  <c:v>44694</c:v>
                </c:pt>
                <c:pt idx="1011">
                  <c:v>44693</c:v>
                </c:pt>
                <c:pt idx="1012">
                  <c:v>44692</c:v>
                </c:pt>
                <c:pt idx="1013">
                  <c:v>44691</c:v>
                </c:pt>
                <c:pt idx="1014">
                  <c:v>44690</c:v>
                </c:pt>
                <c:pt idx="1015">
                  <c:v>44687</c:v>
                </c:pt>
                <c:pt idx="1016">
                  <c:v>44685</c:v>
                </c:pt>
                <c:pt idx="1017">
                  <c:v>44684</c:v>
                </c:pt>
                <c:pt idx="1018">
                  <c:v>44683</c:v>
                </c:pt>
                <c:pt idx="1019">
                  <c:v>44680</c:v>
                </c:pt>
                <c:pt idx="1020">
                  <c:v>44679</c:v>
                </c:pt>
                <c:pt idx="1021">
                  <c:v>44678</c:v>
                </c:pt>
                <c:pt idx="1022">
                  <c:v>44677</c:v>
                </c:pt>
                <c:pt idx="1023">
                  <c:v>44676</c:v>
                </c:pt>
                <c:pt idx="1024">
                  <c:v>44673</c:v>
                </c:pt>
                <c:pt idx="1025">
                  <c:v>44672</c:v>
                </c:pt>
                <c:pt idx="1026">
                  <c:v>44671</c:v>
                </c:pt>
                <c:pt idx="1027">
                  <c:v>44670</c:v>
                </c:pt>
                <c:pt idx="1028">
                  <c:v>44669</c:v>
                </c:pt>
                <c:pt idx="1029">
                  <c:v>44666</c:v>
                </c:pt>
                <c:pt idx="1030">
                  <c:v>44665</c:v>
                </c:pt>
                <c:pt idx="1031">
                  <c:v>44664</c:v>
                </c:pt>
                <c:pt idx="1032">
                  <c:v>44663</c:v>
                </c:pt>
                <c:pt idx="1033">
                  <c:v>44662</c:v>
                </c:pt>
                <c:pt idx="1034">
                  <c:v>44659</c:v>
                </c:pt>
                <c:pt idx="1035">
                  <c:v>44658</c:v>
                </c:pt>
                <c:pt idx="1036">
                  <c:v>44657</c:v>
                </c:pt>
                <c:pt idx="1037">
                  <c:v>44656</c:v>
                </c:pt>
                <c:pt idx="1038">
                  <c:v>44655</c:v>
                </c:pt>
                <c:pt idx="1039">
                  <c:v>44652</c:v>
                </c:pt>
                <c:pt idx="1040">
                  <c:v>44651</c:v>
                </c:pt>
                <c:pt idx="1041">
                  <c:v>44650</c:v>
                </c:pt>
                <c:pt idx="1042">
                  <c:v>44649</c:v>
                </c:pt>
                <c:pt idx="1043">
                  <c:v>44648</c:v>
                </c:pt>
                <c:pt idx="1044">
                  <c:v>44645</c:v>
                </c:pt>
                <c:pt idx="1045">
                  <c:v>44644</c:v>
                </c:pt>
                <c:pt idx="1046">
                  <c:v>44643</c:v>
                </c:pt>
                <c:pt idx="1047">
                  <c:v>44642</c:v>
                </c:pt>
                <c:pt idx="1048">
                  <c:v>44641</c:v>
                </c:pt>
                <c:pt idx="1049">
                  <c:v>44638</c:v>
                </c:pt>
                <c:pt idx="1050">
                  <c:v>44637</c:v>
                </c:pt>
                <c:pt idx="1051">
                  <c:v>44636</c:v>
                </c:pt>
                <c:pt idx="1052">
                  <c:v>44635</c:v>
                </c:pt>
                <c:pt idx="1053">
                  <c:v>44634</c:v>
                </c:pt>
                <c:pt idx="1054">
                  <c:v>44631</c:v>
                </c:pt>
                <c:pt idx="1055">
                  <c:v>44630</c:v>
                </c:pt>
                <c:pt idx="1056">
                  <c:v>44628</c:v>
                </c:pt>
                <c:pt idx="1057">
                  <c:v>44627</c:v>
                </c:pt>
                <c:pt idx="1058">
                  <c:v>44624</c:v>
                </c:pt>
                <c:pt idx="1059">
                  <c:v>44623</c:v>
                </c:pt>
                <c:pt idx="1060">
                  <c:v>44622</c:v>
                </c:pt>
                <c:pt idx="1061">
                  <c:v>44620</c:v>
                </c:pt>
                <c:pt idx="1062">
                  <c:v>44617</c:v>
                </c:pt>
                <c:pt idx="1063">
                  <c:v>44616</c:v>
                </c:pt>
                <c:pt idx="1064">
                  <c:v>44615</c:v>
                </c:pt>
                <c:pt idx="1065">
                  <c:v>44614</c:v>
                </c:pt>
                <c:pt idx="1066">
                  <c:v>44613</c:v>
                </c:pt>
                <c:pt idx="1067">
                  <c:v>44610</c:v>
                </c:pt>
                <c:pt idx="1068">
                  <c:v>44609</c:v>
                </c:pt>
                <c:pt idx="1069">
                  <c:v>44608</c:v>
                </c:pt>
                <c:pt idx="1070">
                  <c:v>44607</c:v>
                </c:pt>
                <c:pt idx="1071">
                  <c:v>44606</c:v>
                </c:pt>
                <c:pt idx="1072">
                  <c:v>44603</c:v>
                </c:pt>
                <c:pt idx="1073">
                  <c:v>44602</c:v>
                </c:pt>
                <c:pt idx="1074">
                  <c:v>44601</c:v>
                </c:pt>
                <c:pt idx="1075">
                  <c:v>44600</c:v>
                </c:pt>
                <c:pt idx="1076">
                  <c:v>44599</c:v>
                </c:pt>
                <c:pt idx="1077">
                  <c:v>44596</c:v>
                </c:pt>
                <c:pt idx="1078">
                  <c:v>44595</c:v>
                </c:pt>
                <c:pt idx="1079">
                  <c:v>44589</c:v>
                </c:pt>
                <c:pt idx="1080">
                  <c:v>44588</c:v>
                </c:pt>
                <c:pt idx="1081">
                  <c:v>44587</c:v>
                </c:pt>
                <c:pt idx="1082">
                  <c:v>44586</c:v>
                </c:pt>
                <c:pt idx="1083">
                  <c:v>44585</c:v>
                </c:pt>
                <c:pt idx="1084">
                  <c:v>44582</c:v>
                </c:pt>
                <c:pt idx="1085">
                  <c:v>44581</c:v>
                </c:pt>
                <c:pt idx="1086">
                  <c:v>44580</c:v>
                </c:pt>
                <c:pt idx="1087">
                  <c:v>44579</c:v>
                </c:pt>
                <c:pt idx="1088">
                  <c:v>44578</c:v>
                </c:pt>
                <c:pt idx="1089">
                  <c:v>44575</c:v>
                </c:pt>
                <c:pt idx="1090">
                  <c:v>44574</c:v>
                </c:pt>
                <c:pt idx="1091">
                  <c:v>44573</c:v>
                </c:pt>
                <c:pt idx="1092">
                  <c:v>44572</c:v>
                </c:pt>
                <c:pt idx="1093">
                  <c:v>44571</c:v>
                </c:pt>
                <c:pt idx="1094">
                  <c:v>44568</c:v>
                </c:pt>
                <c:pt idx="1095">
                  <c:v>44567</c:v>
                </c:pt>
                <c:pt idx="1096">
                  <c:v>44566</c:v>
                </c:pt>
                <c:pt idx="1097">
                  <c:v>44565</c:v>
                </c:pt>
                <c:pt idx="1098">
                  <c:v>44564</c:v>
                </c:pt>
                <c:pt idx="1099">
                  <c:v>44561</c:v>
                </c:pt>
                <c:pt idx="1100">
                  <c:v>44560</c:v>
                </c:pt>
                <c:pt idx="1101">
                  <c:v>44559</c:v>
                </c:pt>
                <c:pt idx="1102">
                  <c:v>44558</c:v>
                </c:pt>
                <c:pt idx="1103">
                  <c:v>44557</c:v>
                </c:pt>
                <c:pt idx="1104">
                  <c:v>44554</c:v>
                </c:pt>
                <c:pt idx="1105">
                  <c:v>44553</c:v>
                </c:pt>
                <c:pt idx="1106">
                  <c:v>44552</c:v>
                </c:pt>
                <c:pt idx="1107">
                  <c:v>44551</c:v>
                </c:pt>
                <c:pt idx="1108">
                  <c:v>44550</c:v>
                </c:pt>
                <c:pt idx="1109">
                  <c:v>44547</c:v>
                </c:pt>
                <c:pt idx="1110">
                  <c:v>44546</c:v>
                </c:pt>
                <c:pt idx="1111">
                  <c:v>44545</c:v>
                </c:pt>
                <c:pt idx="1112">
                  <c:v>44544</c:v>
                </c:pt>
                <c:pt idx="1113">
                  <c:v>44543</c:v>
                </c:pt>
                <c:pt idx="1114">
                  <c:v>44540</c:v>
                </c:pt>
                <c:pt idx="1115">
                  <c:v>44539</c:v>
                </c:pt>
                <c:pt idx="1116">
                  <c:v>44538</c:v>
                </c:pt>
                <c:pt idx="1117">
                  <c:v>44537</c:v>
                </c:pt>
                <c:pt idx="1118">
                  <c:v>44536</c:v>
                </c:pt>
                <c:pt idx="1119">
                  <c:v>44533</c:v>
                </c:pt>
                <c:pt idx="1120">
                  <c:v>44532</c:v>
                </c:pt>
                <c:pt idx="1121">
                  <c:v>44531</c:v>
                </c:pt>
                <c:pt idx="1122">
                  <c:v>44530</c:v>
                </c:pt>
                <c:pt idx="1123">
                  <c:v>44529</c:v>
                </c:pt>
                <c:pt idx="1124">
                  <c:v>44526</c:v>
                </c:pt>
                <c:pt idx="1125">
                  <c:v>44525</c:v>
                </c:pt>
                <c:pt idx="1126">
                  <c:v>44524</c:v>
                </c:pt>
                <c:pt idx="1127">
                  <c:v>44523</c:v>
                </c:pt>
                <c:pt idx="1128">
                  <c:v>44522</c:v>
                </c:pt>
                <c:pt idx="1129">
                  <c:v>44519</c:v>
                </c:pt>
                <c:pt idx="1130">
                  <c:v>44518</c:v>
                </c:pt>
                <c:pt idx="1131">
                  <c:v>44517</c:v>
                </c:pt>
                <c:pt idx="1132">
                  <c:v>44516</c:v>
                </c:pt>
                <c:pt idx="1133">
                  <c:v>44515</c:v>
                </c:pt>
                <c:pt idx="1134">
                  <c:v>44512</c:v>
                </c:pt>
                <c:pt idx="1135">
                  <c:v>44511</c:v>
                </c:pt>
                <c:pt idx="1136">
                  <c:v>44510</c:v>
                </c:pt>
                <c:pt idx="1137">
                  <c:v>44509</c:v>
                </c:pt>
                <c:pt idx="1138">
                  <c:v>44508</c:v>
                </c:pt>
                <c:pt idx="1139">
                  <c:v>44505</c:v>
                </c:pt>
                <c:pt idx="1140">
                  <c:v>44504</c:v>
                </c:pt>
                <c:pt idx="1141">
                  <c:v>44503</c:v>
                </c:pt>
                <c:pt idx="1142">
                  <c:v>44502</c:v>
                </c:pt>
                <c:pt idx="1143">
                  <c:v>44501</c:v>
                </c:pt>
                <c:pt idx="1144">
                  <c:v>44498</c:v>
                </c:pt>
                <c:pt idx="1145">
                  <c:v>44497</c:v>
                </c:pt>
                <c:pt idx="1146">
                  <c:v>44496</c:v>
                </c:pt>
                <c:pt idx="1147">
                  <c:v>44495</c:v>
                </c:pt>
                <c:pt idx="1148">
                  <c:v>44494</c:v>
                </c:pt>
                <c:pt idx="1149">
                  <c:v>44491</c:v>
                </c:pt>
                <c:pt idx="1150">
                  <c:v>44490</c:v>
                </c:pt>
                <c:pt idx="1151">
                  <c:v>44489</c:v>
                </c:pt>
                <c:pt idx="1152">
                  <c:v>44488</c:v>
                </c:pt>
                <c:pt idx="1153">
                  <c:v>44487</c:v>
                </c:pt>
                <c:pt idx="1154">
                  <c:v>44484</c:v>
                </c:pt>
                <c:pt idx="1155">
                  <c:v>44483</c:v>
                </c:pt>
                <c:pt idx="1156">
                  <c:v>44482</c:v>
                </c:pt>
                <c:pt idx="1157">
                  <c:v>44481</c:v>
                </c:pt>
                <c:pt idx="1158">
                  <c:v>44477</c:v>
                </c:pt>
                <c:pt idx="1159">
                  <c:v>44476</c:v>
                </c:pt>
                <c:pt idx="1160">
                  <c:v>44475</c:v>
                </c:pt>
                <c:pt idx="1161">
                  <c:v>44474</c:v>
                </c:pt>
                <c:pt idx="1162">
                  <c:v>44470</c:v>
                </c:pt>
                <c:pt idx="1163">
                  <c:v>44469</c:v>
                </c:pt>
                <c:pt idx="1164">
                  <c:v>44468</c:v>
                </c:pt>
                <c:pt idx="1165">
                  <c:v>44467</c:v>
                </c:pt>
                <c:pt idx="1166">
                  <c:v>44466</c:v>
                </c:pt>
                <c:pt idx="1167">
                  <c:v>44463</c:v>
                </c:pt>
                <c:pt idx="1168">
                  <c:v>44462</c:v>
                </c:pt>
                <c:pt idx="1169">
                  <c:v>44456</c:v>
                </c:pt>
                <c:pt idx="1170">
                  <c:v>44455</c:v>
                </c:pt>
                <c:pt idx="1171">
                  <c:v>44454</c:v>
                </c:pt>
                <c:pt idx="1172">
                  <c:v>44453</c:v>
                </c:pt>
                <c:pt idx="1173">
                  <c:v>44452</c:v>
                </c:pt>
                <c:pt idx="1174">
                  <c:v>44449</c:v>
                </c:pt>
                <c:pt idx="1175">
                  <c:v>44448</c:v>
                </c:pt>
                <c:pt idx="1176">
                  <c:v>44447</c:v>
                </c:pt>
                <c:pt idx="1177">
                  <c:v>44446</c:v>
                </c:pt>
                <c:pt idx="1178">
                  <c:v>44445</c:v>
                </c:pt>
                <c:pt idx="1179">
                  <c:v>44442</c:v>
                </c:pt>
                <c:pt idx="1180">
                  <c:v>44441</c:v>
                </c:pt>
                <c:pt idx="1181">
                  <c:v>44440</c:v>
                </c:pt>
                <c:pt idx="1182">
                  <c:v>44439</c:v>
                </c:pt>
                <c:pt idx="1183">
                  <c:v>44438</c:v>
                </c:pt>
                <c:pt idx="1184">
                  <c:v>44435</c:v>
                </c:pt>
                <c:pt idx="1185">
                  <c:v>44434</c:v>
                </c:pt>
                <c:pt idx="1186">
                  <c:v>44433</c:v>
                </c:pt>
                <c:pt idx="1187">
                  <c:v>44432</c:v>
                </c:pt>
                <c:pt idx="1188">
                  <c:v>44431</c:v>
                </c:pt>
                <c:pt idx="1189">
                  <c:v>44428</c:v>
                </c:pt>
                <c:pt idx="1190">
                  <c:v>44427</c:v>
                </c:pt>
                <c:pt idx="1191">
                  <c:v>44426</c:v>
                </c:pt>
                <c:pt idx="1192">
                  <c:v>44425</c:v>
                </c:pt>
                <c:pt idx="1193">
                  <c:v>44421</c:v>
                </c:pt>
                <c:pt idx="1194">
                  <c:v>44420</c:v>
                </c:pt>
                <c:pt idx="1195">
                  <c:v>44419</c:v>
                </c:pt>
                <c:pt idx="1196">
                  <c:v>44418</c:v>
                </c:pt>
                <c:pt idx="1197">
                  <c:v>44417</c:v>
                </c:pt>
                <c:pt idx="1198">
                  <c:v>44414</c:v>
                </c:pt>
                <c:pt idx="1199">
                  <c:v>44413</c:v>
                </c:pt>
                <c:pt idx="1200">
                  <c:v>44412</c:v>
                </c:pt>
                <c:pt idx="1201">
                  <c:v>44411</c:v>
                </c:pt>
                <c:pt idx="1202">
                  <c:v>44410</c:v>
                </c:pt>
                <c:pt idx="1203">
                  <c:v>44407</c:v>
                </c:pt>
                <c:pt idx="1204">
                  <c:v>44406</c:v>
                </c:pt>
                <c:pt idx="1205">
                  <c:v>44405</c:v>
                </c:pt>
                <c:pt idx="1206">
                  <c:v>44404</c:v>
                </c:pt>
                <c:pt idx="1207">
                  <c:v>44403</c:v>
                </c:pt>
                <c:pt idx="1208">
                  <c:v>44400</c:v>
                </c:pt>
                <c:pt idx="1209">
                  <c:v>44399</c:v>
                </c:pt>
                <c:pt idx="1210">
                  <c:v>44398</c:v>
                </c:pt>
                <c:pt idx="1211">
                  <c:v>44397</c:v>
                </c:pt>
                <c:pt idx="1212">
                  <c:v>44396</c:v>
                </c:pt>
                <c:pt idx="1213">
                  <c:v>44393</c:v>
                </c:pt>
                <c:pt idx="1214">
                  <c:v>44392</c:v>
                </c:pt>
                <c:pt idx="1215">
                  <c:v>44391</c:v>
                </c:pt>
                <c:pt idx="1216">
                  <c:v>44390</c:v>
                </c:pt>
                <c:pt idx="1217">
                  <c:v>44389</c:v>
                </c:pt>
                <c:pt idx="1218">
                  <c:v>44386</c:v>
                </c:pt>
                <c:pt idx="1219">
                  <c:v>44385</c:v>
                </c:pt>
                <c:pt idx="1220">
                  <c:v>44384</c:v>
                </c:pt>
                <c:pt idx="1221">
                  <c:v>44383</c:v>
                </c:pt>
                <c:pt idx="1222">
                  <c:v>44382</c:v>
                </c:pt>
                <c:pt idx="1223">
                  <c:v>44379</c:v>
                </c:pt>
                <c:pt idx="1224">
                  <c:v>44378</c:v>
                </c:pt>
                <c:pt idx="1225">
                  <c:v>44377</c:v>
                </c:pt>
                <c:pt idx="1226">
                  <c:v>44376</c:v>
                </c:pt>
                <c:pt idx="1227">
                  <c:v>44375</c:v>
                </c:pt>
                <c:pt idx="1228">
                  <c:v>44372</c:v>
                </c:pt>
                <c:pt idx="1229">
                  <c:v>44371</c:v>
                </c:pt>
                <c:pt idx="1230">
                  <c:v>44370</c:v>
                </c:pt>
                <c:pt idx="1231">
                  <c:v>44369</c:v>
                </c:pt>
                <c:pt idx="1232">
                  <c:v>44368</c:v>
                </c:pt>
                <c:pt idx="1233">
                  <c:v>44365</c:v>
                </c:pt>
                <c:pt idx="1234">
                  <c:v>44364</c:v>
                </c:pt>
                <c:pt idx="1235">
                  <c:v>44363</c:v>
                </c:pt>
                <c:pt idx="1236">
                  <c:v>44362</c:v>
                </c:pt>
                <c:pt idx="1237">
                  <c:v>44361</c:v>
                </c:pt>
                <c:pt idx="1238">
                  <c:v>44358</c:v>
                </c:pt>
                <c:pt idx="1239">
                  <c:v>44357</c:v>
                </c:pt>
                <c:pt idx="1240">
                  <c:v>44356</c:v>
                </c:pt>
                <c:pt idx="1241">
                  <c:v>44355</c:v>
                </c:pt>
                <c:pt idx="1242">
                  <c:v>44354</c:v>
                </c:pt>
                <c:pt idx="1243">
                  <c:v>44351</c:v>
                </c:pt>
                <c:pt idx="1244">
                  <c:v>44350</c:v>
                </c:pt>
                <c:pt idx="1245">
                  <c:v>44349</c:v>
                </c:pt>
                <c:pt idx="1246">
                  <c:v>44348</c:v>
                </c:pt>
                <c:pt idx="1247">
                  <c:v>44347</c:v>
                </c:pt>
                <c:pt idx="1248">
                  <c:v>44344</c:v>
                </c:pt>
                <c:pt idx="1249">
                  <c:v>44343</c:v>
                </c:pt>
                <c:pt idx="1250">
                  <c:v>44342</c:v>
                </c:pt>
                <c:pt idx="1251">
                  <c:v>44341</c:v>
                </c:pt>
                <c:pt idx="1252">
                  <c:v>44340</c:v>
                </c:pt>
                <c:pt idx="1253">
                  <c:v>44337</c:v>
                </c:pt>
                <c:pt idx="1254">
                  <c:v>44336</c:v>
                </c:pt>
                <c:pt idx="1255">
                  <c:v>44334</c:v>
                </c:pt>
                <c:pt idx="1256">
                  <c:v>44333</c:v>
                </c:pt>
                <c:pt idx="1257">
                  <c:v>44330</c:v>
                </c:pt>
                <c:pt idx="1258">
                  <c:v>44329</c:v>
                </c:pt>
                <c:pt idx="1259">
                  <c:v>44328</c:v>
                </c:pt>
                <c:pt idx="1260">
                  <c:v>44327</c:v>
                </c:pt>
                <c:pt idx="1261">
                  <c:v>44326</c:v>
                </c:pt>
                <c:pt idx="1262">
                  <c:v>44323</c:v>
                </c:pt>
                <c:pt idx="1263">
                  <c:v>44322</c:v>
                </c:pt>
                <c:pt idx="1264">
                  <c:v>44320</c:v>
                </c:pt>
                <c:pt idx="1265">
                  <c:v>44319</c:v>
                </c:pt>
                <c:pt idx="1266">
                  <c:v>44316</c:v>
                </c:pt>
                <c:pt idx="1267">
                  <c:v>44315</c:v>
                </c:pt>
                <c:pt idx="1268">
                  <c:v>44314</c:v>
                </c:pt>
                <c:pt idx="1269">
                  <c:v>44313</c:v>
                </c:pt>
                <c:pt idx="1270">
                  <c:v>44312</c:v>
                </c:pt>
                <c:pt idx="1271">
                  <c:v>44309</c:v>
                </c:pt>
                <c:pt idx="1272">
                  <c:v>44308</c:v>
                </c:pt>
                <c:pt idx="1273">
                  <c:v>44307</c:v>
                </c:pt>
                <c:pt idx="1274">
                  <c:v>44306</c:v>
                </c:pt>
                <c:pt idx="1275">
                  <c:v>44305</c:v>
                </c:pt>
                <c:pt idx="1276">
                  <c:v>44302</c:v>
                </c:pt>
                <c:pt idx="1277">
                  <c:v>44301</c:v>
                </c:pt>
                <c:pt idx="1278">
                  <c:v>44300</c:v>
                </c:pt>
                <c:pt idx="1279">
                  <c:v>44299</c:v>
                </c:pt>
                <c:pt idx="1280">
                  <c:v>44298</c:v>
                </c:pt>
                <c:pt idx="1281">
                  <c:v>44295</c:v>
                </c:pt>
                <c:pt idx="1282">
                  <c:v>44294</c:v>
                </c:pt>
                <c:pt idx="1283">
                  <c:v>44293</c:v>
                </c:pt>
                <c:pt idx="1284">
                  <c:v>44292</c:v>
                </c:pt>
                <c:pt idx="1285">
                  <c:v>44291</c:v>
                </c:pt>
                <c:pt idx="1286">
                  <c:v>44288</c:v>
                </c:pt>
                <c:pt idx="1287">
                  <c:v>44287</c:v>
                </c:pt>
                <c:pt idx="1288">
                  <c:v>44286</c:v>
                </c:pt>
                <c:pt idx="1289">
                  <c:v>44285</c:v>
                </c:pt>
                <c:pt idx="1290">
                  <c:v>44284</c:v>
                </c:pt>
                <c:pt idx="1291">
                  <c:v>44281</c:v>
                </c:pt>
                <c:pt idx="1292">
                  <c:v>44280</c:v>
                </c:pt>
                <c:pt idx="1293">
                  <c:v>44279</c:v>
                </c:pt>
                <c:pt idx="1294">
                  <c:v>44278</c:v>
                </c:pt>
                <c:pt idx="1295">
                  <c:v>44277</c:v>
                </c:pt>
                <c:pt idx="1296">
                  <c:v>44274</c:v>
                </c:pt>
                <c:pt idx="1297">
                  <c:v>44273</c:v>
                </c:pt>
                <c:pt idx="1298">
                  <c:v>44272</c:v>
                </c:pt>
                <c:pt idx="1299">
                  <c:v>44271</c:v>
                </c:pt>
                <c:pt idx="1300">
                  <c:v>44270</c:v>
                </c:pt>
                <c:pt idx="1301">
                  <c:v>44267</c:v>
                </c:pt>
                <c:pt idx="1302">
                  <c:v>44266</c:v>
                </c:pt>
                <c:pt idx="1303">
                  <c:v>44265</c:v>
                </c:pt>
                <c:pt idx="1304">
                  <c:v>44264</c:v>
                </c:pt>
                <c:pt idx="1305">
                  <c:v>44263</c:v>
                </c:pt>
                <c:pt idx="1306">
                  <c:v>44260</c:v>
                </c:pt>
                <c:pt idx="1307">
                  <c:v>44259</c:v>
                </c:pt>
                <c:pt idx="1308">
                  <c:v>44258</c:v>
                </c:pt>
                <c:pt idx="1309">
                  <c:v>44257</c:v>
                </c:pt>
                <c:pt idx="1310">
                  <c:v>44253</c:v>
                </c:pt>
                <c:pt idx="1311">
                  <c:v>44252</c:v>
                </c:pt>
                <c:pt idx="1312">
                  <c:v>44251</c:v>
                </c:pt>
                <c:pt idx="1313">
                  <c:v>44250</c:v>
                </c:pt>
                <c:pt idx="1314">
                  <c:v>44249</c:v>
                </c:pt>
                <c:pt idx="1315">
                  <c:v>44246</c:v>
                </c:pt>
                <c:pt idx="1316">
                  <c:v>44245</c:v>
                </c:pt>
                <c:pt idx="1317">
                  <c:v>44244</c:v>
                </c:pt>
                <c:pt idx="1318">
                  <c:v>44243</c:v>
                </c:pt>
                <c:pt idx="1319">
                  <c:v>44242</c:v>
                </c:pt>
                <c:pt idx="1320">
                  <c:v>44237</c:v>
                </c:pt>
                <c:pt idx="1321">
                  <c:v>44236</c:v>
                </c:pt>
                <c:pt idx="1322">
                  <c:v>44235</c:v>
                </c:pt>
                <c:pt idx="1323">
                  <c:v>44232</c:v>
                </c:pt>
                <c:pt idx="1324">
                  <c:v>44231</c:v>
                </c:pt>
                <c:pt idx="1325">
                  <c:v>44230</c:v>
                </c:pt>
                <c:pt idx="1326">
                  <c:v>44229</c:v>
                </c:pt>
                <c:pt idx="1327">
                  <c:v>44228</c:v>
                </c:pt>
                <c:pt idx="1328">
                  <c:v>44225</c:v>
                </c:pt>
                <c:pt idx="1329">
                  <c:v>44224</c:v>
                </c:pt>
                <c:pt idx="1330">
                  <c:v>44223</c:v>
                </c:pt>
                <c:pt idx="1331">
                  <c:v>44222</c:v>
                </c:pt>
                <c:pt idx="1332">
                  <c:v>44221</c:v>
                </c:pt>
                <c:pt idx="1333">
                  <c:v>44218</c:v>
                </c:pt>
                <c:pt idx="1334">
                  <c:v>44217</c:v>
                </c:pt>
                <c:pt idx="1335">
                  <c:v>44216</c:v>
                </c:pt>
                <c:pt idx="1336">
                  <c:v>44215</c:v>
                </c:pt>
                <c:pt idx="1337">
                  <c:v>44214</c:v>
                </c:pt>
                <c:pt idx="1338">
                  <c:v>44211</c:v>
                </c:pt>
                <c:pt idx="1339">
                  <c:v>44210</c:v>
                </c:pt>
                <c:pt idx="1340">
                  <c:v>44209</c:v>
                </c:pt>
                <c:pt idx="1341">
                  <c:v>44208</c:v>
                </c:pt>
                <c:pt idx="1342">
                  <c:v>44207</c:v>
                </c:pt>
                <c:pt idx="1343">
                  <c:v>44204</c:v>
                </c:pt>
                <c:pt idx="1344">
                  <c:v>44203</c:v>
                </c:pt>
                <c:pt idx="1345">
                  <c:v>44202</c:v>
                </c:pt>
                <c:pt idx="1346">
                  <c:v>44201</c:v>
                </c:pt>
                <c:pt idx="1347">
                  <c:v>44200</c:v>
                </c:pt>
                <c:pt idx="1348">
                  <c:v>44196</c:v>
                </c:pt>
                <c:pt idx="1349">
                  <c:v>44195</c:v>
                </c:pt>
                <c:pt idx="1350">
                  <c:v>44194</c:v>
                </c:pt>
                <c:pt idx="1351">
                  <c:v>44193</c:v>
                </c:pt>
                <c:pt idx="1352">
                  <c:v>44189</c:v>
                </c:pt>
                <c:pt idx="1353">
                  <c:v>44188</c:v>
                </c:pt>
                <c:pt idx="1354">
                  <c:v>44187</c:v>
                </c:pt>
                <c:pt idx="1355">
                  <c:v>44186</c:v>
                </c:pt>
                <c:pt idx="1356">
                  <c:v>44183</c:v>
                </c:pt>
                <c:pt idx="1357">
                  <c:v>44182</c:v>
                </c:pt>
                <c:pt idx="1358">
                  <c:v>44181</c:v>
                </c:pt>
                <c:pt idx="1359">
                  <c:v>44180</c:v>
                </c:pt>
                <c:pt idx="1360">
                  <c:v>44179</c:v>
                </c:pt>
                <c:pt idx="1361">
                  <c:v>44176</c:v>
                </c:pt>
                <c:pt idx="1362">
                  <c:v>44175</c:v>
                </c:pt>
                <c:pt idx="1363">
                  <c:v>44174</c:v>
                </c:pt>
                <c:pt idx="1364">
                  <c:v>44173</c:v>
                </c:pt>
                <c:pt idx="1365">
                  <c:v>44172</c:v>
                </c:pt>
                <c:pt idx="1366">
                  <c:v>44169</c:v>
                </c:pt>
                <c:pt idx="1367">
                  <c:v>44168</c:v>
                </c:pt>
                <c:pt idx="1368">
                  <c:v>44167</c:v>
                </c:pt>
                <c:pt idx="1369">
                  <c:v>44166</c:v>
                </c:pt>
                <c:pt idx="1370">
                  <c:v>44165</c:v>
                </c:pt>
                <c:pt idx="1371">
                  <c:v>44162</c:v>
                </c:pt>
                <c:pt idx="1372">
                  <c:v>44161</c:v>
                </c:pt>
                <c:pt idx="1373">
                  <c:v>44160</c:v>
                </c:pt>
                <c:pt idx="1374">
                  <c:v>44159</c:v>
                </c:pt>
                <c:pt idx="1375">
                  <c:v>44158</c:v>
                </c:pt>
                <c:pt idx="1376">
                  <c:v>44155</c:v>
                </c:pt>
                <c:pt idx="1377">
                  <c:v>44154</c:v>
                </c:pt>
                <c:pt idx="1378">
                  <c:v>44153</c:v>
                </c:pt>
                <c:pt idx="1379">
                  <c:v>44152</c:v>
                </c:pt>
                <c:pt idx="1380">
                  <c:v>44151</c:v>
                </c:pt>
                <c:pt idx="1381">
                  <c:v>44148</c:v>
                </c:pt>
                <c:pt idx="1382">
                  <c:v>44147</c:v>
                </c:pt>
                <c:pt idx="1383">
                  <c:v>44146</c:v>
                </c:pt>
                <c:pt idx="1384">
                  <c:v>44145</c:v>
                </c:pt>
                <c:pt idx="1385">
                  <c:v>44144</c:v>
                </c:pt>
                <c:pt idx="1386">
                  <c:v>44141</c:v>
                </c:pt>
                <c:pt idx="1387">
                  <c:v>44140</c:v>
                </c:pt>
                <c:pt idx="1388">
                  <c:v>44139</c:v>
                </c:pt>
                <c:pt idx="1389">
                  <c:v>44138</c:v>
                </c:pt>
                <c:pt idx="1390">
                  <c:v>44137</c:v>
                </c:pt>
                <c:pt idx="1391">
                  <c:v>44134</c:v>
                </c:pt>
                <c:pt idx="1392">
                  <c:v>44133</c:v>
                </c:pt>
                <c:pt idx="1393">
                  <c:v>44132</c:v>
                </c:pt>
                <c:pt idx="1394">
                  <c:v>44131</c:v>
                </c:pt>
                <c:pt idx="1395">
                  <c:v>44130</c:v>
                </c:pt>
                <c:pt idx="1396">
                  <c:v>44127</c:v>
                </c:pt>
                <c:pt idx="1397">
                  <c:v>44126</c:v>
                </c:pt>
                <c:pt idx="1398">
                  <c:v>44125</c:v>
                </c:pt>
                <c:pt idx="1399">
                  <c:v>44124</c:v>
                </c:pt>
                <c:pt idx="1400">
                  <c:v>44123</c:v>
                </c:pt>
                <c:pt idx="1401">
                  <c:v>44120</c:v>
                </c:pt>
                <c:pt idx="1402">
                  <c:v>44119</c:v>
                </c:pt>
                <c:pt idx="1403">
                  <c:v>44118</c:v>
                </c:pt>
                <c:pt idx="1404">
                  <c:v>44117</c:v>
                </c:pt>
                <c:pt idx="1405">
                  <c:v>44116</c:v>
                </c:pt>
                <c:pt idx="1406">
                  <c:v>44112</c:v>
                </c:pt>
                <c:pt idx="1407">
                  <c:v>44111</c:v>
                </c:pt>
                <c:pt idx="1408">
                  <c:v>44110</c:v>
                </c:pt>
                <c:pt idx="1409">
                  <c:v>44109</c:v>
                </c:pt>
                <c:pt idx="1410">
                  <c:v>44103</c:v>
                </c:pt>
                <c:pt idx="1411">
                  <c:v>44102</c:v>
                </c:pt>
                <c:pt idx="1412">
                  <c:v>44099</c:v>
                </c:pt>
                <c:pt idx="1413">
                  <c:v>44098</c:v>
                </c:pt>
                <c:pt idx="1414">
                  <c:v>44097</c:v>
                </c:pt>
                <c:pt idx="1415">
                  <c:v>44096</c:v>
                </c:pt>
                <c:pt idx="1416">
                  <c:v>44095</c:v>
                </c:pt>
                <c:pt idx="1417">
                  <c:v>44092</c:v>
                </c:pt>
                <c:pt idx="1418">
                  <c:v>44091</c:v>
                </c:pt>
                <c:pt idx="1419">
                  <c:v>44090</c:v>
                </c:pt>
                <c:pt idx="1420">
                  <c:v>44089</c:v>
                </c:pt>
                <c:pt idx="1421">
                  <c:v>44088</c:v>
                </c:pt>
                <c:pt idx="1422">
                  <c:v>44085</c:v>
                </c:pt>
                <c:pt idx="1423">
                  <c:v>44084</c:v>
                </c:pt>
                <c:pt idx="1424">
                  <c:v>44083</c:v>
                </c:pt>
                <c:pt idx="1425">
                  <c:v>44082</c:v>
                </c:pt>
                <c:pt idx="1426">
                  <c:v>44081</c:v>
                </c:pt>
                <c:pt idx="1427">
                  <c:v>44078</c:v>
                </c:pt>
                <c:pt idx="1428">
                  <c:v>44077</c:v>
                </c:pt>
                <c:pt idx="1429">
                  <c:v>44076</c:v>
                </c:pt>
                <c:pt idx="1430">
                  <c:v>44075</c:v>
                </c:pt>
                <c:pt idx="1431">
                  <c:v>44074</c:v>
                </c:pt>
                <c:pt idx="1432">
                  <c:v>44071</c:v>
                </c:pt>
                <c:pt idx="1433">
                  <c:v>44070</c:v>
                </c:pt>
                <c:pt idx="1434">
                  <c:v>44069</c:v>
                </c:pt>
                <c:pt idx="1435">
                  <c:v>44068</c:v>
                </c:pt>
                <c:pt idx="1436">
                  <c:v>44067</c:v>
                </c:pt>
                <c:pt idx="1437">
                  <c:v>44064</c:v>
                </c:pt>
                <c:pt idx="1438">
                  <c:v>44063</c:v>
                </c:pt>
                <c:pt idx="1439">
                  <c:v>44062</c:v>
                </c:pt>
                <c:pt idx="1440">
                  <c:v>44061</c:v>
                </c:pt>
                <c:pt idx="1441">
                  <c:v>44057</c:v>
                </c:pt>
                <c:pt idx="1442">
                  <c:v>44056</c:v>
                </c:pt>
                <c:pt idx="1443">
                  <c:v>44055</c:v>
                </c:pt>
                <c:pt idx="1444">
                  <c:v>44054</c:v>
                </c:pt>
                <c:pt idx="1445">
                  <c:v>44053</c:v>
                </c:pt>
                <c:pt idx="1446">
                  <c:v>44050</c:v>
                </c:pt>
                <c:pt idx="1447">
                  <c:v>44049</c:v>
                </c:pt>
                <c:pt idx="1448">
                  <c:v>44048</c:v>
                </c:pt>
                <c:pt idx="1449">
                  <c:v>44047</c:v>
                </c:pt>
                <c:pt idx="1450">
                  <c:v>44046</c:v>
                </c:pt>
                <c:pt idx="1451">
                  <c:v>44043</c:v>
                </c:pt>
                <c:pt idx="1452">
                  <c:v>44042</c:v>
                </c:pt>
                <c:pt idx="1453">
                  <c:v>44041</c:v>
                </c:pt>
                <c:pt idx="1454">
                  <c:v>44040</c:v>
                </c:pt>
                <c:pt idx="1455">
                  <c:v>44039</c:v>
                </c:pt>
                <c:pt idx="1456">
                  <c:v>44036</c:v>
                </c:pt>
                <c:pt idx="1457">
                  <c:v>44035</c:v>
                </c:pt>
                <c:pt idx="1458">
                  <c:v>44034</c:v>
                </c:pt>
                <c:pt idx="1459">
                  <c:v>44033</c:v>
                </c:pt>
                <c:pt idx="1460">
                  <c:v>44032</c:v>
                </c:pt>
                <c:pt idx="1461">
                  <c:v>44029</c:v>
                </c:pt>
                <c:pt idx="1462">
                  <c:v>44028</c:v>
                </c:pt>
                <c:pt idx="1463">
                  <c:v>44027</c:v>
                </c:pt>
                <c:pt idx="1464">
                  <c:v>44026</c:v>
                </c:pt>
                <c:pt idx="1465">
                  <c:v>44025</c:v>
                </c:pt>
                <c:pt idx="1466">
                  <c:v>44022</c:v>
                </c:pt>
                <c:pt idx="1467">
                  <c:v>44021</c:v>
                </c:pt>
                <c:pt idx="1468">
                  <c:v>44020</c:v>
                </c:pt>
                <c:pt idx="1469">
                  <c:v>44019</c:v>
                </c:pt>
                <c:pt idx="1470">
                  <c:v>44018</c:v>
                </c:pt>
                <c:pt idx="1471">
                  <c:v>44015</c:v>
                </c:pt>
                <c:pt idx="1472">
                  <c:v>44014</c:v>
                </c:pt>
                <c:pt idx="1473">
                  <c:v>44013</c:v>
                </c:pt>
                <c:pt idx="1474">
                  <c:v>44012</c:v>
                </c:pt>
                <c:pt idx="1475">
                  <c:v>44011</c:v>
                </c:pt>
                <c:pt idx="1476">
                  <c:v>44008</c:v>
                </c:pt>
                <c:pt idx="1477">
                  <c:v>44007</c:v>
                </c:pt>
                <c:pt idx="1478">
                  <c:v>44006</c:v>
                </c:pt>
                <c:pt idx="1479">
                  <c:v>44005</c:v>
                </c:pt>
                <c:pt idx="1480">
                  <c:v>44004</c:v>
                </c:pt>
                <c:pt idx="1481">
                  <c:v>44001</c:v>
                </c:pt>
                <c:pt idx="1482">
                  <c:v>44000</c:v>
                </c:pt>
                <c:pt idx="1483">
                  <c:v>43999</c:v>
                </c:pt>
                <c:pt idx="1484">
                  <c:v>43998</c:v>
                </c:pt>
                <c:pt idx="1485">
                  <c:v>43997</c:v>
                </c:pt>
                <c:pt idx="1486">
                  <c:v>43994</c:v>
                </c:pt>
                <c:pt idx="1487">
                  <c:v>43993</c:v>
                </c:pt>
                <c:pt idx="1488">
                  <c:v>43992</c:v>
                </c:pt>
                <c:pt idx="1489">
                  <c:v>43991</c:v>
                </c:pt>
                <c:pt idx="1490">
                  <c:v>43990</c:v>
                </c:pt>
                <c:pt idx="1491">
                  <c:v>43987</c:v>
                </c:pt>
                <c:pt idx="1492">
                  <c:v>43986</c:v>
                </c:pt>
                <c:pt idx="1493">
                  <c:v>43985</c:v>
                </c:pt>
                <c:pt idx="1494">
                  <c:v>43984</c:v>
                </c:pt>
                <c:pt idx="1495">
                  <c:v>43983</c:v>
                </c:pt>
                <c:pt idx="1496">
                  <c:v>43980</c:v>
                </c:pt>
                <c:pt idx="1497">
                  <c:v>43979</c:v>
                </c:pt>
                <c:pt idx="1498">
                  <c:v>43978</c:v>
                </c:pt>
                <c:pt idx="1499">
                  <c:v>43977</c:v>
                </c:pt>
                <c:pt idx="1500">
                  <c:v>43976</c:v>
                </c:pt>
                <c:pt idx="1501">
                  <c:v>43973</c:v>
                </c:pt>
                <c:pt idx="1502">
                  <c:v>43972</c:v>
                </c:pt>
                <c:pt idx="1503">
                  <c:v>43971</c:v>
                </c:pt>
                <c:pt idx="1504">
                  <c:v>43970</c:v>
                </c:pt>
                <c:pt idx="1505">
                  <c:v>43969</c:v>
                </c:pt>
                <c:pt idx="1506">
                  <c:v>43966</c:v>
                </c:pt>
                <c:pt idx="1507">
                  <c:v>43965</c:v>
                </c:pt>
                <c:pt idx="1508">
                  <c:v>43964</c:v>
                </c:pt>
                <c:pt idx="1509">
                  <c:v>43963</c:v>
                </c:pt>
                <c:pt idx="1510">
                  <c:v>43962</c:v>
                </c:pt>
                <c:pt idx="1511">
                  <c:v>43959</c:v>
                </c:pt>
                <c:pt idx="1512">
                  <c:v>43958</c:v>
                </c:pt>
                <c:pt idx="1513">
                  <c:v>43957</c:v>
                </c:pt>
                <c:pt idx="1514">
                  <c:v>43955</c:v>
                </c:pt>
                <c:pt idx="1515">
                  <c:v>43950</c:v>
                </c:pt>
                <c:pt idx="1516">
                  <c:v>43949</c:v>
                </c:pt>
                <c:pt idx="1517">
                  <c:v>43948</c:v>
                </c:pt>
                <c:pt idx="1518">
                  <c:v>43945</c:v>
                </c:pt>
                <c:pt idx="1519">
                  <c:v>43944</c:v>
                </c:pt>
                <c:pt idx="1520">
                  <c:v>43943</c:v>
                </c:pt>
                <c:pt idx="1521">
                  <c:v>43942</c:v>
                </c:pt>
                <c:pt idx="1522">
                  <c:v>43941</c:v>
                </c:pt>
                <c:pt idx="1523">
                  <c:v>43938</c:v>
                </c:pt>
                <c:pt idx="1524">
                  <c:v>43937</c:v>
                </c:pt>
                <c:pt idx="1525">
                  <c:v>43935</c:v>
                </c:pt>
                <c:pt idx="1526">
                  <c:v>43934</c:v>
                </c:pt>
                <c:pt idx="1527">
                  <c:v>43931</c:v>
                </c:pt>
                <c:pt idx="1528">
                  <c:v>43930</c:v>
                </c:pt>
                <c:pt idx="1529">
                  <c:v>43929</c:v>
                </c:pt>
                <c:pt idx="1530">
                  <c:v>43928</c:v>
                </c:pt>
                <c:pt idx="1531">
                  <c:v>43927</c:v>
                </c:pt>
                <c:pt idx="1532">
                  <c:v>43924</c:v>
                </c:pt>
                <c:pt idx="1533">
                  <c:v>43923</c:v>
                </c:pt>
                <c:pt idx="1534">
                  <c:v>43922</c:v>
                </c:pt>
                <c:pt idx="1535">
                  <c:v>43921</c:v>
                </c:pt>
                <c:pt idx="1536">
                  <c:v>43920</c:v>
                </c:pt>
                <c:pt idx="1537">
                  <c:v>43917</c:v>
                </c:pt>
                <c:pt idx="1538">
                  <c:v>43916</c:v>
                </c:pt>
                <c:pt idx="1539">
                  <c:v>43915</c:v>
                </c:pt>
                <c:pt idx="1540">
                  <c:v>43914</c:v>
                </c:pt>
                <c:pt idx="1541">
                  <c:v>43913</c:v>
                </c:pt>
                <c:pt idx="1542">
                  <c:v>43910</c:v>
                </c:pt>
                <c:pt idx="1543">
                  <c:v>43909</c:v>
                </c:pt>
                <c:pt idx="1544">
                  <c:v>43908</c:v>
                </c:pt>
                <c:pt idx="1545">
                  <c:v>43907</c:v>
                </c:pt>
                <c:pt idx="1546">
                  <c:v>43906</c:v>
                </c:pt>
                <c:pt idx="1547">
                  <c:v>43903</c:v>
                </c:pt>
                <c:pt idx="1548">
                  <c:v>43902</c:v>
                </c:pt>
                <c:pt idx="1549">
                  <c:v>43901</c:v>
                </c:pt>
                <c:pt idx="1550">
                  <c:v>43900</c:v>
                </c:pt>
                <c:pt idx="1551">
                  <c:v>43899</c:v>
                </c:pt>
                <c:pt idx="1552">
                  <c:v>43896</c:v>
                </c:pt>
                <c:pt idx="1553">
                  <c:v>43895</c:v>
                </c:pt>
                <c:pt idx="1554">
                  <c:v>43894</c:v>
                </c:pt>
                <c:pt idx="1555">
                  <c:v>43893</c:v>
                </c:pt>
                <c:pt idx="1556">
                  <c:v>43892</c:v>
                </c:pt>
                <c:pt idx="1557">
                  <c:v>43889</c:v>
                </c:pt>
                <c:pt idx="1558">
                  <c:v>43888</c:v>
                </c:pt>
                <c:pt idx="1559">
                  <c:v>43887</c:v>
                </c:pt>
                <c:pt idx="1560">
                  <c:v>43886</c:v>
                </c:pt>
                <c:pt idx="1561">
                  <c:v>43885</c:v>
                </c:pt>
                <c:pt idx="1562">
                  <c:v>43882</c:v>
                </c:pt>
                <c:pt idx="1563">
                  <c:v>43881</c:v>
                </c:pt>
                <c:pt idx="1564">
                  <c:v>43880</c:v>
                </c:pt>
                <c:pt idx="1565">
                  <c:v>43879</c:v>
                </c:pt>
                <c:pt idx="1566">
                  <c:v>43878</c:v>
                </c:pt>
                <c:pt idx="1567">
                  <c:v>43875</c:v>
                </c:pt>
                <c:pt idx="1568">
                  <c:v>43874</c:v>
                </c:pt>
                <c:pt idx="1569">
                  <c:v>43873</c:v>
                </c:pt>
                <c:pt idx="1570">
                  <c:v>43872</c:v>
                </c:pt>
                <c:pt idx="1571">
                  <c:v>43871</c:v>
                </c:pt>
                <c:pt idx="1572">
                  <c:v>43868</c:v>
                </c:pt>
                <c:pt idx="1573">
                  <c:v>43867</c:v>
                </c:pt>
                <c:pt idx="1574">
                  <c:v>43866</c:v>
                </c:pt>
                <c:pt idx="1575">
                  <c:v>43865</c:v>
                </c:pt>
                <c:pt idx="1576">
                  <c:v>43864</c:v>
                </c:pt>
                <c:pt idx="1577">
                  <c:v>43861</c:v>
                </c:pt>
                <c:pt idx="1578">
                  <c:v>43860</c:v>
                </c:pt>
                <c:pt idx="1579">
                  <c:v>43859</c:v>
                </c:pt>
                <c:pt idx="1580">
                  <c:v>43858</c:v>
                </c:pt>
                <c:pt idx="1581">
                  <c:v>43853</c:v>
                </c:pt>
                <c:pt idx="1582">
                  <c:v>43852</c:v>
                </c:pt>
                <c:pt idx="1583">
                  <c:v>43851</c:v>
                </c:pt>
                <c:pt idx="1584">
                  <c:v>43850</c:v>
                </c:pt>
                <c:pt idx="1585">
                  <c:v>43847</c:v>
                </c:pt>
                <c:pt idx="1586">
                  <c:v>43846</c:v>
                </c:pt>
                <c:pt idx="1587">
                  <c:v>43845</c:v>
                </c:pt>
                <c:pt idx="1588">
                  <c:v>43844</c:v>
                </c:pt>
                <c:pt idx="1589">
                  <c:v>43843</c:v>
                </c:pt>
                <c:pt idx="1590">
                  <c:v>43840</c:v>
                </c:pt>
                <c:pt idx="1591">
                  <c:v>43839</c:v>
                </c:pt>
                <c:pt idx="1592">
                  <c:v>43838</c:v>
                </c:pt>
                <c:pt idx="1593">
                  <c:v>43837</c:v>
                </c:pt>
                <c:pt idx="1594">
                  <c:v>43836</c:v>
                </c:pt>
                <c:pt idx="1595">
                  <c:v>43833</c:v>
                </c:pt>
                <c:pt idx="1596">
                  <c:v>43832</c:v>
                </c:pt>
                <c:pt idx="1597">
                  <c:v>43830</c:v>
                </c:pt>
                <c:pt idx="1598">
                  <c:v>43829</c:v>
                </c:pt>
                <c:pt idx="1599">
                  <c:v>43826</c:v>
                </c:pt>
                <c:pt idx="1600">
                  <c:v>43825</c:v>
                </c:pt>
                <c:pt idx="1601">
                  <c:v>43823</c:v>
                </c:pt>
                <c:pt idx="1602">
                  <c:v>43822</c:v>
                </c:pt>
                <c:pt idx="1603">
                  <c:v>43819</c:v>
                </c:pt>
                <c:pt idx="1604">
                  <c:v>43818</c:v>
                </c:pt>
                <c:pt idx="1605">
                  <c:v>43817</c:v>
                </c:pt>
                <c:pt idx="1606">
                  <c:v>43816</c:v>
                </c:pt>
                <c:pt idx="1607">
                  <c:v>43815</c:v>
                </c:pt>
                <c:pt idx="1608">
                  <c:v>43812</c:v>
                </c:pt>
                <c:pt idx="1609">
                  <c:v>43811</c:v>
                </c:pt>
                <c:pt idx="1610">
                  <c:v>43810</c:v>
                </c:pt>
                <c:pt idx="1611">
                  <c:v>43809</c:v>
                </c:pt>
                <c:pt idx="1612">
                  <c:v>43808</c:v>
                </c:pt>
                <c:pt idx="1613">
                  <c:v>43805</c:v>
                </c:pt>
                <c:pt idx="1614">
                  <c:v>43804</c:v>
                </c:pt>
                <c:pt idx="1615">
                  <c:v>43803</c:v>
                </c:pt>
                <c:pt idx="1616">
                  <c:v>43802</c:v>
                </c:pt>
                <c:pt idx="1617">
                  <c:v>43801</c:v>
                </c:pt>
                <c:pt idx="1618">
                  <c:v>43798</c:v>
                </c:pt>
                <c:pt idx="1619">
                  <c:v>43797</c:v>
                </c:pt>
                <c:pt idx="1620">
                  <c:v>43796</c:v>
                </c:pt>
                <c:pt idx="1621">
                  <c:v>43795</c:v>
                </c:pt>
                <c:pt idx="1622">
                  <c:v>43794</c:v>
                </c:pt>
                <c:pt idx="1623">
                  <c:v>43791</c:v>
                </c:pt>
                <c:pt idx="1624">
                  <c:v>43790</c:v>
                </c:pt>
                <c:pt idx="1625">
                  <c:v>43789</c:v>
                </c:pt>
                <c:pt idx="1626">
                  <c:v>43788</c:v>
                </c:pt>
                <c:pt idx="1627">
                  <c:v>43787</c:v>
                </c:pt>
                <c:pt idx="1628">
                  <c:v>43784</c:v>
                </c:pt>
                <c:pt idx="1629">
                  <c:v>43783</c:v>
                </c:pt>
                <c:pt idx="1630">
                  <c:v>43782</c:v>
                </c:pt>
                <c:pt idx="1631">
                  <c:v>43781</c:v>
                </c:pt>
                <c:pt idx="1632">
                  <c:v>43780</c:v>
                </c:pt>
                <c:pt idx="1633">
                  <c:v>43777</c:v>
                </c:pt>
                <c:pt idx="1634">
                  <c:v>43776</c:v>
                </c:pt>
                <c:pt idx="1635">
                  <c:v>43775</c:v>
                </c:pt>
                <c:pt idx="1636">
                  <c:v>43774</c:v>
                </c:pt>
                <c:pt idx="1637">
                  <c:v>43773</c:v>
                </c:pt>
                <c:pt idx="1638">
                  <c:v>43770</c:v>
                </c:pt>
                <c:pt idx="1639">
                  <c:v>43769</c:v>
                </c:pt>
                <c:pt idx="1640">
                  <c:v>43768</c:v>
                </c:pt>
                <c:pt idx="1641">
                  <c:v>43767</c:v>
                </c:pt>
                <c:pt idx="1642">
                  <c:v>43766</c:v>
                </c:pt>
                <c:pt idx="1643">
                  <c:v>43763</c:v>
                </c:pt>
                <c:pt idx="1644">
                  <c:v>43762</c:v>
                </c:pt>
                <c:pt idx="1645">
                  <c:v>43761</c:v>
                </c:pt>
                <c:pt idx="1646">
                  <c:v>43760</c:v>
                </c:pt>
                <c:pt idx="1647">
                  <c:v>43759</c:v>
                </c:pt>
                <c:pt idx="1648">
                  <c:v>43756</c:v>
                </c:pt>
                <c:pt idx="1649">
                  <c:v>43755</c:v>
                </c:pt>
                <c:pt idx="1650">
                  <c:v>43754</c:v>
                </c:pt>
                <c:pt idx="1651">
                  <c:v>43753</c:v>
                </c:pt>
                <c:pt idx="1652">
                  <c:v>43752</c:v>
                </c:pt>
                <c:pt idx="1653">
                  <c:v>43749</c:v>
                </c:pt>
                <c:pt idx="1654">
                  <c:v>43748</c:v>
                </c:pt>
                <c:pt idx="1655">
                  <c:v>43746</c:v>
                </c:pt>
                <c:pt idx="1656">
                  <c:v>43745</c:v>
                </c:pt>
                <c:pt idx="1657">
                  <c:v>43742</c:v>
                </c:pt>
                <c:pt idx="1658">
                  <c:v>43740</c:v>
                </c:pt>
                <c:pt idx="1659">
                  <c:v>43739</c:v>
                </c:pt>
                <c:pt idx="1660">
                  <c:v>43738</c:v>
                </c:pt>
                <c:pt idx="1661">
                  <c:v>43735</c:v>
                </c:pt>
                <c:pt idx="1662">
                  <c:v>43734</c:v>
                </c:pt>
                <c:pt idx="1663">
                  <c:v>43733</c:v>
                </c:pt>
                <c:pt idx="1664">
                  <c:v>43732</c:v>
                </c:pt>
                <c:pt idx="1665">
                  <c:v>43731</c:v>
                </c:pt>
                <c:pt idx="1666">
                  <c:v>43728</c:v>
                </c:pt>
                <c:pt idx="1667">
                  <c:v>43727</c:v>
                </c:pt>
                <c:pt idx="1668">
                  <c:v>43726</c:v>
                </c:pt>
                <c:pt idx="1669">
                  <c:v>43725</c:v>
                </c:pt>
                <c:pt idx="1670">
                  <c:v>43724</c:v>
                </c:pt>
                <c:pt idx="1671">
                  <c:v>43719</c:v>
                </c:pt>
                <c:pt idx="1672">
                  <c:v>43718</c:v>
                </c:pt>
                <c:pt idx="1673">
                  <c:v>43717</c:v>
                </c:pt>
                <c:pt idx="1674">
                  <c:v>43714</c:v>
                </c:pt>
                <c:pt idx="1675">
                  <c:v>43713</c:v>
                </c:pt>
                <c:pt idx="1676">
                  <c:v>43712</c:v>
                </c:pt>
                <c:pt idx="1677">
                  <c:v>43711</c:v>
                </c:pt>
                <c:pt idx="1678">
                  <c:v>43710</c:v>
                </c:pt>
                <c:pt idx="1679">
                  <c:v>43707</c:v>
                </c:pt>
                <c:pt idx="1680">
                  <c:v>43706</c:v>
                </c:pt>
                <c:pt idx="1681">
                  <c:v>43705</c:v>
                </c:pt>
                <c:pt idx="1682">
                  <c:v>43704</c:v>
                </c:pt>
                <c:pt idx="1683">
                  <c:v>43703</c:v>
                </c:pt>
                <c:pt idx="1684">
                  <c:v>43700</c:v>
                </c:pt>
                <c:pt idx="1685">
                  <c:v>43699</c:v>
                </c:pt>
                <c:pt idx="1686">
                  <c:v>43698</c:v>
                </c:pt>
                <c:pt idx="1687">
                  <c:v>43697</c:v>
                </c:pt>
                <c:pt idx="1688">
                  <c:v>43696</c:v>
                </c:pt>
                <c:pt idx="1689">
                  <c:v>43693</c:v>
                </c:pt>
                <c:pt idx="1690">
                  <c:v>43691</c:v>
                </c:pt>
                <c:pt idx="1691">
                  <c:v>43690</c:v>
                </c:pt>
                <c:pt idx="1692">
                  <c:v>43689</c:v>
                </c:pt>
                <c:pt idx="1693">
                  <c:v>43686</c:v>
                </c:pt>
                <c:pt idx="1694">
                  <c:v>43685</c:v>
                </c:pt>
                <c:pt idx="1695">
                  <c:v>43684</c:v>
                </c:pt>
                <c:pt idx="1696">
                  <c:v>43683</c:v>
                </c:pt>
                <c:pt idx="1697">
                  <c:v>43682</c:v>
                </c:pt>
                <c:pt idx="1698">
                  <c:v>43679</c:v>
                </c:pt>
                <c:pt idx="1699">
                  <c:v>43678</c:v>
                </c:pt>
                <c:pt idx="1700">
                  <c:v>43677</c:v>
                </c:pt>
                <c:pt idx="1701">
                  <c:v>43676</c:v>
                </c:pt>
                <c:pt idx="1702">
                  <c:v>43675</c:v>
                </c:pt>
                <c:pt idx="1703">
                  <c:v>43672</c:v>
                </c:pt>
                <c:pt idx="1704">
                  <c:v>43671</c:v>
                </c:pt>
                <c:pt idx="1705">
                  <c:v>43670</c:v>
                </c:pt>
                <c:pt idx="1706">
                  <c:v>43669</c:v>
                </c:pt>
                <c:pt idx="1707">
                  <c:v>43668</c:v>
                </c:pt>
                <c:pt idx="1708">
                  <c:v>43665</c:v>
                </c:pt>
                <c:pt idx="1709">
                  <c:v>43664</c:v>
                </c:pt>
                <c:pt idx="1710">
                  <c:v>43663</c:v>
                </c:pt>
                <c:pt idx="1711">
                  <c:v>43662</c:v>
                </c:pt>
                <c:pt idx="1712">
                  <c:v>43661</c:v>
                </c:pt>
                <c:pt idx="1713">
                  <c:v>43658</c:v>
                </c:pt>
                <c:pt idx="1714">
                  <c:v>43657</c:v>
                </c:pt>
                <c:pt idx="1715">
                  <c:v>43656</c:v>
                </c:pt>
                <c:pt idx="1716">
                  <c:v>43655</c:v>
                </c:pt>
                <c:pt idx="1717">
                  <c:v>43654</c:v>
                </c:pt>
                <c:pt idx="1718">
                  <c:v>43651</c:v>
                </c:pt>
                <c:pt idx="1719">
                  <c:v>43650</c:v>
                </c:pt>
                <c:pt idx="1720">
                  <c:v>43649</c:v>
                </c:pt>
                <c:pt idx="1721">
                  <c:v>43648</c:v>
                </c:pt>
                <c:pt idx="1722">
                  <c:v>43647</c:v>
                </c:pt>
                <c:pt idx="1723">
                  <c:v>43644</c:v>
                </c:pt>
                <c:pt idx="1724">
                  <c:v>43643</c:v>
                </c:pt>
                <c:pt idx="1725">
                  <c:v>43642</c:v>
                </c:pt>
                <c:pt idx="1726">
                  <c:v>43641</c:v>
                </c:pt>
                <c:pt idx="1727">
                  <c:v>43640</c:v>
                </c:pt>
                <c:pt idx="1728">
                  <c:v>43637</c:v>
                </c:pt>
                <c:pt idx="1729">
                  <c:v>43636</c:v>
                </c:pt>
                <c:pt idx="1730">
                  <c:v>43635</c:v>
                </c:pt>
                <c:pt idx="1731">
                  <c:v>43634</c:v>
                </c:pt>
                <c:pt idx="1732">
                  <c:v>43633</c:v>
                </c:pt>
                <c:pt idx="1733">
                  <c:v>43630</c:v>
                </c:pt>
                <c:pt idx="1734">
                  <c:v>43629</c:v>
                </c:pt>
                <c:pt idx="1735">
                  <c:v>43628</c:v>
                </c:pt>
                <c:pt idx="1736">
                  <c:v>43627</c:v>
                </c:pt>
                <c:pt idx="1737">
                  <c:v>43626</c:v>
                </c:pt>
                <c:pt idx="1738">
                  <c:v>43623</c:v>
                </c:pt>
                <c:pt idx="1739">
                  <c:v>43621</c:v>
                </c:pt>
                <c:pt idx="1740">
                  <c:v>43620</c:v>
                </c:pt>
                <c:pt idx="1741">
                  <c:v>43619</c:v>
                </c:pt>
                <c:pt idx="1742">
                  <c:v>43616</c:v>
                </c:pt>
                <c:pt idx="1743">
                  <c:v>43615</c:v>
                </c:pt>
                <c:pt idx="1744">
                  <c:v>43614</c:v>
                </c:pt>
                <c:pt idx="1745">
                  <c:v>43613</c:v>
                </c:pt>
                <c:pt idx="1746">
                  <c:v>43612</c:v>
                </c:pt>
                <c:pt idx="1747">
                  <c:v>43609</c:v>
                </c:pt>
                <c:pt idx="1748">
                  <c:v>43608</c:v>
                </c:pt>
                <c:pt idx="1749">
                  <c:v>43607</c:v>
                </c:pt>
                <c:pt idx="1750">
                  <c:v>43606</c:v>
                </c:pt>
                <c:pt idx="1751">
                  <c:v>43605</c:v>
                </c:pt>
                <c:pt idx="1752">
                  <c:v>43602</c:v>
                </c:pt>
                <c:pt idx="1753">
                  <c:v>43601</c:v>
                </c:pt>
                <c:pt idx="1754">
                  <c:v>43600</c:v>
                </c:pt>
                <c:pt idx="1755">
                  <c:v>43599</c:v>
                </c:pt>
                <c:pt idx="1756">
                  <c:v>43598</c:v>
                </c:pt>
                <c:pt idx="1757">
                  <c:v>43595</c:v>
                </c:pt>
                <c:pt idx="1758">
                  <c:v>43594</c:v>
                </c:pt>
                <c:pt idx="1759">
                  <c:v>43593</c:v>
                </c:pt>
                <c:pt idx="1760">
                  <c:v>43592</c:v>
                </c:pt>
                <c:pt idx="1761">
                  <c:v>43588</c:v>
                </c:pt>
                <c:pt idx="1762">
                  <c:v>43587</c:v>
                </c:pt>
                <c:pt idx="1763">
                  <c:v>43585</c:v>
                </c:pt>
                <c:pt idx="1764">
                  <c:v>43584</c:v>
                </c:pt>
                <c:pt idx="1765">
                  <c:v>43581</c:v>
                </c:pt>
                <c:pt idx="1766">
                  <c:v>43580</c:v>
                </c:pt>
                <c:pt idx="1767">
                  <c:v>43579</c:v>
                </c:pt>
                <c:pt idx="1768">
                  <c:v>43578</c:v>
                </c:pt>
                <c:pt idx="1769">
                  <c:v>43577</c:v>
                </c:pt>
                <c:pt idx="1770">
                  <c:v>43574</c:v>
                </c:pt>
                <c:pt idx="1771">
                  <c:v>43573</c:v>
                </c:pt>
                <c:pt idx="1772">
                  <c:v>43572</c:v>
                </c:pt>
                <c:pt idx="1773">
                  <c:v>43571</c:v>
                </c:pt>
                <c:pt idx="1774">
                  <c:v>43570</c:v>
                </c:pt>
                <c:pt idx="1775">
                  <c:v>43567</c:v>
                </c:pt>
                <c:pt idx="1776">
                  <c:v>43566</c:v>
                </c:pt>
                <c:pt idx="1777">
                  <c:v>43565</c:v>
                </c:pt>
                <c:pt idx="1778">
                  <c:v>43564</c:v>
                </c:pt>
                <c:pt idx="1779">
                  <c:v>43563</c:v>
                </c:pt>
                <c:pt idx="1780">
                  <c:v>43560</c:v>
                </c:pt>
                <c:pt idx="1781">
                  <c:v>43559</c:v>
                </c:pt>
                <c:pt idx="1782">
                  <c:v>43558</c:v>
                </c:pt>
                <c:pt idx="1783">
                  <c:v>43557</c:v>
                </c:pt>
                <c:pt idx="1784">
                  <c:v>43556</c:v>
                </c:pt>
                <c:pt idx="1785">
                  <c:v>43553</c:v>
                </c:pt>
                <c:pt idx="1786">
                  <c:v>43552</c:v>
                </c:pt>
                <c:pt idx="1787">
                  <c:v>43551</c:v>
                </c:pt>
                <c:pt idx="1788">
                  <c:v>43550</c:v>
                </c:pt>
                <c:pt idx="1789">
                  <c:v>43549</c:v>
                </c:pt>
                <c:pt idx="1790">
                  <c:v>43546</c:v>
                </c:pt>
                <c:pt idx="1791">
                  <c:v>43545</c:v>
                </c:pt>
                <c:pt idx="1792">
                  <c:v>43544</c:v>
                </c:pt>
                <c:pt idx="1793">
                  <c:v>43543</c:v>
                </c:pt>
                <c:pt idx="1794">
                  <c:v>43542</c:v>
                </c:pt>
                <c:pt idx="1795">
                  <c:v>43539</c:v>
                </c:pt>
                <c:pt idx="1796">
                  <c:v>43538</c:v>
                </c:pt>
                <c:pt idx="1797">
                  <c:v>43537</c:v>
                </c:pt>
                <c:pt idx="1798">
                  <c:v>43536</c:v>
                </c:pt>
                <c:pt idx="1799">
                  <c:v>43535</c:v>
                </c:pt>
                <c:pt idx="1800">
                  <c:v>43532</c:v>
                </c:pt>
                <c:pt idx="1801">
                  <c:v>43531</c:v>
                </c:pt>
                <c:pt idx="1802">
                  <c:v>43530</c:v>
                </c:pt>
                <c:pt idx="1803">
                  <c:v>43529</c:v>
                </c:pt>
                <c:pt idx="1804">
                  <c:v>43528</c:v>
                </c:pt>
                <c:pt idx="1805">
                  <c:v>43524</c:v>
                </c:pt>
                <c:pt idx="1806">
                  <c:v>43523</c:v>
                </c:pt>
                <c:pt idx="1807">
                  <c:v>43522</c:v>
                </c:pt>
                <c:pt idx="1808">
                  <c:v>43521</c:v>
                </c:pt>
                <c:pt idx="1809">
                  <c:v>43518</c:v>
                </c:pt>
                <c:pt idx="1810">
                  <c:v>43517</c:v>
                </c:pt>
                <c:pt idx="1811">
                  <c:v>43516</c:v>
                </c:pt>
                <c:pt idx="1812">
                  <c:v>43515</c:v>
                </c:pt>
                <c:pt idx="1813">
                  <c:v>43514</c:v>
                </c:pt>
                <c:pt idx="1814">
                  <c:v>43511</c:v>
                </c:pt>
                <c:pt idx="1815">
                  <c:v>43510</c:v>
                </c:pt>
                <c:pt idx="1816">
                  <c:v>43509</c:v>
                </c:pt>
                <c:pt idx="1817">
                  <c:v>43508</c:v>
                </c:pt>
                <c:pt idx="1818">
                  <c:v>43507</c:v>
                </c:pt>
                <c:pt idx="1819">
                  <c:v>43504</c:v>
                </c:pt>
                <c:pt idx="1820">
                  <c:v>43503</c:v>
                </c:pt>
                <c:pt idx="1821">
                  <c:v>43497</c:v>
                </c:pt>
                <c:pt idx="1822">
                  <c:v>43496</c:v>
                </c:pt>
                <c:pt idx="1823">
                  <c:v>43495</c:v>
                </c:pt>
                <c:pt idx="1824">
                  <c:v>43494</c:v>
                </c:pt>
                <c:pt idx="1825">
                  <c:v>43493</c:v>
                </c:pt>
                <c:pt idx="1826">
                  <c:v>43490</c:v>
                </c:pt>
                <c:pt idx="1827">
                  <c:v>43489</c:v>
                </c:pt>
                <c:pt idx="1828">
                  <c:v>43488</c:v>
                </c:pt>
                <c:pt idx="1829">
                  <c:v>43487</c:v>
                </c:pt>
                <c:pt idx="1830">
                  <c:v>43486</c:v>
                </c:pt>
                <c:pt idx="1831">
                  <c:v>43483</c:v>
                </c:pt>
                <c:pt idx="1832">
                  <c:v>43482</c:v>
                </c:pt>
                <c:pt idx="1833">
                  <c:v>43481</c:v>
                </c:pt>
                <c:pt idx="1834">
                  <c:v>43480</c:v>
                </c:pt>
                <c:pt idx="1835">
                  <c:v>43479</c:v>
                </c:pt>
                <c:pt idx="1836">
                  <c:v>43476</c:v>
                </c:pt>
                <c:pt idx="1837">
                  <c:v>43475</c:v>
                </c:pt>
                <c:pt idx="1838">
                  <c:v>43474</c:v>
                </c:pt>
                <c:pt idx="1839">
                  <c:v>43473</c:v>
                </c:pt>
                <c:pt idx="1840">
                  <c:v>43472</c:v>
                </c:pt>
                <c:pt idx="1841">
                  <c:v>43469</c:v>
                </c:pt>
                <c:pt idx="1842">
                  <c:v>43468</c:v>
                </c:pt>
                <c:pt idx="1843">
                  <c:v>43467</c:v>
                </c:pt>
                <c:pt idx="1844">
                  <c:v>43465</c:v>
                </c:pt>
                <c:pt idx="1845">
                  <c:v>43462</c:v>
                </c:pt>
                <c:pt idx="1846">
                  <c:v>43461</c:v>
                </c:pt>
                <c:pt idx="1847">
                  <c:v>43460</c:v>
                </c:pt>
                <c:pt idx="1848">
                  <c:v>43458</c:v>
                </c:pt>
                <c:pt idx="1849">
                  <c:v>43455</c:v>
                </c:pt>
                <c:pt idx="1850">
                  <c:v>43454</c:v>
                </c:pt>
                <c:pt idx="1851">
                  <c:v>43453</c:v>
                </c:pt>
                <c:pt idx="1852">
                  <c:v>43452</c:v>
                </c:pt>
                <c:pt idx="1853">
                  <c:v>43451</c:v>
                </c:pt>
                <c:pt idx="1854">
                  <c:v>43448</c:v>
                </c:pt>
                <c:pt idx="1855">
                  <c:v>43447</c:v>
                </c:pt>
                <c:pt idx="1856">
                  <c:v>43446</c:v>
                </c:pt>
                <c:pt idx="1857">
                  <c:v>43445</c:v>
                </c:pt>
                <c:pt idx="1858">
                  <c:v>43444</c:v>
                </c:pt>
                <c:pt idx="1859">
                  <c:v>43441</c:v>
                </c:pt>
                <c:pt idx="1860">
                  <c:v>43440</c:v>
                </c:pt>
                <c:pt idx="1861">
                  <c:v>43439</c:v>
                </c:pt>
                <c:pt idx="1862">
                  <c:v>43438</c:v>
                </c:pt>
                <c:pt idx="1863">
                  <c:v>43437</c:v>
                </c:pt>
                <c:pt idx="1864">
                  <c:v>43434</c:v>
                </c:pt>
                <c:pt idx="1865">
                  <c:v>43433</c:v>
                </c:pt>
                <c:pt idx="1866">
                  <c:v>43432</c:v>
                </c:pt>
                <c:pt idx="1867">
                  <c:v>43431</c:v>
                </c:pt>
                <c:pt idx="1868">
                  <c:v>43430</c:v>
                </c:pt>
                <c:pt idx="1869">
                  <c:v>43427</c:v>
                </c:pt>
                <c:pt idx="1870">
                  <c:v>43426</c:v>
                </c:pt>
                <c:pt idx="1871">
                  <c:v>43425</c:v>
                </c:pt>
                <c:pt idx="1872">
                  <c:v>43424</c:v>
                </c:pt>
                <c:pt idx="1873">
                  <c:v>43423</c:v>
                </c:pt>
                <c:pt idx="1874">
                  <c:v>43420</c:v>
                </c:pt>
                <c:pt idx="1875">
                  <c:v>43419</c:v>
                </c:pt>
                <c:pt idx="1876">
                  <c:v>43418</c:v>
                </c:pt>
                <c:pt idx="1877">
                  <c:v>43417</c:v>
                </c:pt>
                <c:pt idx="1878">
                  <c:v>43416</c:v>
                </c:pt>
                <c:pt idx="1879">
                  <c:v>43413</c:v>
                </c:pt>
                <c:pt idx="1880">
                  <c:v>43412</c:v>
                </c:pt>
                <c:pt idx="1881">
                  <c:v>43411</c:v>
                </c:pt>
                <c:pt idx="1882">
                  <c:v>43410</c:v>
                </c:pt>
                <c:pt idx="1883">
                  <c:v>43409</c:v>
                </c:pt>
                <c:pt idx="1884">
                  <c:v>43406</c:v>
                </c:pt>
                <c:pt idx="1885">
                  <c:v>43405</c:v>
                </c:pt>
                <c:pt idx="1886">
                  <c:v>43404</c:v>
                </c:pt>
                <c:pt idx="1887">
                  <c:v>43403</c:v>
                </c:pt>
                <c:pt idx="1888">
                  <c:v>43402</c:v>
                </c:pt>
                <c:pt idx="1889">
                  <c:v>43399</c:v>
                </c:pt>
                <c:pt idx="1890">
                  <c:v>43398</c:v>
                </c:pt>
                <c:pt idx="1891">
                  <c:v>43397</c:v>
                </c:pt>
                <c:pt idx="1892">
                  <c:v>43396</c:v>
                </c:pt>
                <c:pt idx="1893">
                  <c:v>43395</c:v>
                </c:pt>
                <c:pt idx="1894">
                  <c:v>43392</c:v>
                </c:pt>
                <c:pt idx="1895">
                  <c:v>43391</c:v>
                </c:pt>
                <c:pt idx="1896">
                  <c:v>43390</c:v>
                </c:pt>
                <c:pt idx="1897">
                  <c:v>43389</c:v>
                </c:pt>
                <c:pt idx="1898">
                  <c:v>43388</c:v>
                </c:pt>
                <c:pt idx="1899">
                  <c:v>43385</c:v>
                </c:pt>
                <c:pt idx="1900">
                  <c:v>43384</c:v>
                </c:pt>
                <c:pt idx="1901">
                  <c:v>43383</c:v>
                </c:pt>
                <c:pt idx="1902">
                  <c:v>43381</c:v>
                </c:pt>
                <c:pt idx="1903">
                  <c:v>43378</c:v>
                </c:pt>
                <c:pt idx="1904">
                  <c:v>43377</c:v>
                </c:pt>
                <c:pt idx="1905">
                  <c:v>43375</c:v>
                </c:pt>
                <c:pt idx="1906">
                  <c:v>43374</c:v>
                </c:pt>
                <c:pt idx="1907">
                  <c:v>43371</c:v>
                </c:pt>
                <c:pt idx="1908">
                  <c:v>43370</c:v>
                </c:pt>
                <c:pt idx="1909">
                  <c:v>43364</c:v>
                </c:pt>
                <c:pt idx="1910">
                  <c:v>43363</c:v>
                </c:pt>
                <c:pt idx="1911">
                  <c:v>43362</c:v>
                </c:pt>
                <c:pt idx="1912">
                  <c:v>43361</c:v>
                </c:pt>
                <c:pt idx="1913">
                  <c:v>43360</c:v>
                </c:pt>
                <c:pt idx="1914">
                  <c:v>43357</c:v>
                </c:pt>
                <c:pt idx="1915">
                  <c:v>43356</c:v>
                </c:pt>
                <c:pt idx="1916">
                  <c:v>43355</c:v>
                </c:pt>
                <c:pt idx="1917">
                  <c:v>43354</c:v>
                </c:pt>
                <c:pt idx="1918">
                  <c:v>43353</c:v>
                </c:pt>
                <c:pt idx="1919">
                  <c:v>43350</c:v>
                </c:pt>
                <c:pt idx="1920">
                  <c:v>43349</c:v>
                </c:pt>
                <c:pt idx="1921">
                  <c:v>43348</c:v>
                </c:pt>
                <c:pt idx="1922">
                  <c:v>43347</c:v>
                </c:pt>
                <c:pt idx="1923">
                  <c:v>43346</c:v>
                </c:pt>
                <c:pt idx="1924">
                  <c:v>43343</c:v>
                </c:pt>
                <c:pt idx="1925">
                  <c:v>43342</c:v>
                </c:pt>
                <c:pt idx="1926">
                  <c:v>43341</c:v>
                </c:pt>
                <c:pt idx="1927">
                  <c:v>43340</c:v>
                </c:pt>
                <c:pt idx="1928">
                  <c:v>43339</c:v>
                </c:pt>
                <c:pt idx="1929">
                  <c:v>43336</c:v>
                </c:pt>
                <c:pt idx="1930">
                  <c:v>43335</c:v>
                </c:pt>
                <c:pt idx="1931">
                  <c:v>43334</c:v>
                </c:pt>
                <c:pt idx="1932">
                  <c:v>43333</c:v>
                </c:pt>
                <c:pt idx="1933">
                  <c:v>43332</c:v>
                </c:pt>
                <c:pt idx="1934">
                  <c:v>43329</c:v>
                </c:pt>
                <c:pt idx="1935">
                  <c:v>43328</c:v>
                </c:pt>
                <c:pt idx="1936">
                  <c:v>43326</c:v>
                </c:pt>
                <c:pt idx="1937">
                  <c:v>43325</c:v>
                </c:pt>
                <c:pt idx="1938">
                  <c:v>43322</c:v>
                </c:pt>
                <c:pt idx="1939">
                  <c:v>43321</c:v>
                </c:pt>
                <c:pt idx="1940">
                  <c:v>43320</c:v>
                </c:pt>
                <c:pt idx="1941">
                  <c:v>43319</c:v>
                </c:pt>
                <c:pt idx="1942">
                  <c:v>43318</c:v>
                </c:pt>
                <c:pt idx="1943">
                  <c:v>43315</c:v>
                </c:pt>
                <c:pt idx="1944">
                  <c:v>43314</c:v>
                </c:pt>
                <c:pt idx="1945">
                  <c:v>43313</c:v>
                </c:pt>
                <c:pt idx="1946">
                  <c:v>43312</c:v>
                </c:pt>
                <c:pt idx="1947">
                  <c:v>43311</c:v>
                </c:pt>
                <c:pt idx="1948">
                  <c:v>43308</c:v>
                </c:pt>
                <c:pt idx="1949">
                  <c:v>43307</c:v>
                </c:pt>
                <c:pt idx="1950">
                  <c:v>43306</c:v>
                </c:pt>
                <c:pt idx="1951">
                  <c:v>43305</c:v>
                </c:pt>
                <c:pt idx="1952">
                  <c:v>43304</c:v>
                </c:pt>
                <c:pt idx="1953">
                  <c:v>43301</c:v>
                </c:pt>
                <c:pt idx="1954">
                  <c:v>43300</c:v>
                </c:pt>
                <c:pt idx="1955">
                  <c:v>43299</c:v>
                </c:pt>
                <c:pt idx="1956">
                  <c:v>43298</c:v>
                </c:pt>
                <c:pt idx="1957">
                  <c:v>43297</c:v>
                </c:pt>
                <c:pt idx="1958">
                  <c:v>43294</c:v>
                </c:pt>
                <c:pt idx="1959">
                  <c:v>43293</c:v>
                </c:pt>
                <c:pt idx="1960">
                  <c:v>43292</c:v>
                </c:pt>
                <c:pt idx="1961">
                  <c:v>43291</c:v>
                </c:pt>
                <c:pt idx="1962">
                  <c:v>43290</c:v>
                </c:pt>
                <c:pt idx="1963">
                  <c:v>43287</c:v>
                </c:pt>
                <c:pt idx="1964">
                  <c:v>43286</c:v>
                </c:pt>
                <c:pt idx="1965">
                  <c:v>43285</c:v>
                </c:pt>
                <c:pt idx="1966">
                  <c:v>43284</c:v>
                </c:pt>
                <c:pt idx="1967">
                  <c:v>43283</c:v>
                </c:pt>
                <c:pt idx="1968">
                  <c:v>43280</c:v>
                </c:pt>
                <c:pt idx="1969">
                  <c:v>43279</c:v>
                </c:pt>
                <c:pt idx="1970">
                  <c:v>43278</c:v>
                </c:pt>
                <c:pt idx="1971">
                  <c:v>43277</c:v>
                </c:pt>
                <c:pt idx="1972">
                  <c:v>43276</c:v>
                </c:pt>
                <c:pt idx="1973">
                  <c:v>43273</c:v>
                </c:pt>
                <c:pt idx="1974">
                  <c:v>43272</c:v>
                </c:pt>
                <c:pt idx="1975">
                  <c:v>43271</c:v>
                </c:pt>
                <c:pt idx="1976">
                  <c:v>43270</c:v>
                </c:pt>
                <c:pt idx="1977">
                  <c:v>43269</c:v>
                </c:pt>
                <c:pt idx="1978">
                  <c:v>43266</c:v>
                </c:pt>
                <c:pt idx="1979">
                  <c:v>43265</c:v>
                </c:pt>
                <c:pt idx="1980">
                  <c:v>43263</c:v>
                </c:pt>
                <c:pt idx="1981">
                  <c:v>43262</c:v>
                </c:pt>
                <c:pt idx="1982">
                  <c:v>43259</c:v>
                </c:pt>
                <c:pt idx="1983">
                  <c:v>43258</c:v>
                </c:pt>
                <c:pt idx="1984">
                  <c:v>43256</c:v>
                </c:pt>
                <c:pt idx="1985">
                  <c:v>43255</c:v>
                </c:pt>
                <c:pt idx="1986">
                  <c:v>43252</c:v>
                </c:pt>
                <c:pt idx="1987">
                  <c:v>43251</c:v>
                </c:pt>
                <c:pt idx="1988">
                  <c:v>43250</c:v>
                </c:pt>
                <c:pt idx="1989">
                  <c:v>43249</c:v>
                </c:pt>
                <c:pt idx="1990">
                  <c:v>43248</c:v>
                </c:pt>
                <c:pt idx="1991">
                  <c:v>43245</c:v>
                </c:pt>
                <c:pt idx="1992">
                  <c:v>43244</c:v>
                </c:pt>
                <c:pt idx="1993">
                  <c:v>43243</c:v>
                </c:pt>
                <c:pt idx="1994">
                  <c:v>43241</c:v>
                </c:pt>
                <c:pt idx="1995">
                  <c:v>43238</c:v>
                </c:pt>
                <c:pt idx="1996">
                  <c:v>43237</c:v>
                </c:pt>
                <c:pt idx="1997">
                  <c:v>43236</c:v>
                </c:pt>
                <c:pt idx="1998">
                  <c:v>43235</c:v>
                </c:pt>
                <c:pt idx="1999">
                  <c:v>43234</c:v>
                </c:pt>
                <c:pt idx="2000">
                  <c:v>43231</c:v>
                </c:pt>
                <c:pt idx="2001">
                  <c:v>43230</c:v>
                </c:pt>
                <c:pt idx="2002">
                  <c:v>43229</c:v>
                </c:pt>
                <c:pt idx="2003">
                  <c:v>43228</c:v>
                </c:pt>
                <c:pt idx="2004">
                  <c:v>43224</c:v>
                </c:pt>
                <c:pt idx="2005">
                  <c:v>43223</c:v>
                </c:pt>
                <c:pt idx="2006">
                  <c:v>43222</c:v>
                </c:pt>
                <c:pt idx="2007">
                  <c:v>43220</c:v>
                </c:pt>
                <c:pt idx="2008">
                  <c:v>43217</c:v>
                </c:pt>
                <c:pt idx="2009">
                  <c:v>43216</c:v>
                </c:pt>
                <c:pt idx="2010">
                  <c:v>43215</c:v>
                </c:pt>
                <c:pt idx="2011">
                  <c:v>43214</c:v>
                </c:pt>
                <c:pt idx="2012">
                  <c:v>43213</c:v>
                </c:pt>
                <c:pt idx="2013">
                  <c:v>43210</c:v>
                </c:pt>
                <c:pt idx="2014">
                  <c:v>43209</c:v>
                </c:pt>
                <c:pt idx="2015">
                  <c:v>43208</c:v>
                </c:pt>
                <c:pt idx="2016">
                  <c:v>43207</c:v>
                </c:pt>
                <c:pt idx="2017">
                  <c:v>43206</c:v>
                </c:pt>
                <c:pt idx="2018">
                  <c:v>43203</c:v>
                </c:pt>
                <c:pt idx="2019">
                  <c:v>43202</c:v>
                </c:pt>
                <c:pt idx="2020">
                  <c:v>43201</c:v>
                </c:pt>
                <c:pt idx="2021">
                  <c:v>43200</c:v>
                </c:pt>
                <c:pt idx="2022">
                  <c:v>43199</c:v>
                </c:pt>
                <c:pt idx="2023">
                  <c:v>43196</c:v>
                </c:pt>
                <c:pt idx="2024">
                  <c:v>43195</c:v>
                </c:pt>
                <c:pt idx="2025">
                  <c:v>43194</c:v>
                </c:pt>
                <c:pt idx="2026">
                  <c:v>43193</c:v>
                </c:pt>
                <c:pt idx="2027">
                  <c:v>43192</c:v>
                </c:pt>
                <c:pt idx="2028">
                  <c:v>43189</c:v>
                </c:pt>
                <c:pt idx="2029">
                  <c:v>43188</c:v>
                </c:pt>
                <c:pt idx="2030">
                  <c:v>43187</c:v>
                </c:pt>
                <c:pt idx="2031">
                  <c:v>43186</c:v>
                </c:pt>
                <c:pt idx="2032">
                  <c:v>43185</c:v>
                </c:pt>
                <c:pt idx="2033">
                  <c:v>43182</c:v>
                </c:pt>
                <c:pt idx="2034">
                  <c:v>43181</c:v>
                </c:pt>
                <c:pt idx="2035">
                  <c:v>43180</c:v>
                </c:pt>
                <c:pt idx="2036">
                  <c:v>43179</c:v>
                </c:pt>
                <c:pt idx="2037">
                  <c:v>43178</c:v>
                </c:pt>
                <c:pt idx="2038">
                  <c:v>43175</c:v>
                </c:pt>
                <c:pt idx="2039">
                  <c:v>43174</c:v>
                </c:pt>
                <c:pt idx="2040">
                  <c:v>43173</c:v>
                </c:pt>
                <c:pt idx="2041">
                  <c:v>43172</c:v>
                </c:pt>
                <c:pt idx="2042">
                  <c:v>43171</c:v>
                </c:pt>
                <c:pt idx="2043">
                  <c:v>43168</c:v>
                </c:pt>
                <c:pt idx="2044">
                  <c:v>43167</c:v>
                </c:pt>
                <c:pt idx="2045">
                  <c:v>43166</c:v>
                </c:pt>
                <c:pt idx="2046">
                  <c:v>43165</c:v>
                </c:pt>
                <c:pt idx="2047">
                  <c:v>43164</c:v>
                </c:pt>
                <c:pt idx="2048">
                  <c:v>43161</c:v>
                </c:pt>
                <c:pt idx="2049">
                  <c:v>43159</c:v>
                </c:pt>
                <c:pt idx="2050">
                  <c:v>43158</c:v>
                </c:pt>
                <c:pt idx="2051">
                  <c:v>43157</c:v>
                </c:pt>
                <c:pt idx="2052">
                  <c:v>43154</c:v>
                </c:pt>
                <c:pt idx="2053">
                  <c:v>43153</c:v>
                </c:pt>
                <c:pt idx="2054">
                  <c:v>43152</c:v>
                </c:pt>
                <c:pt idx="2055">
                  <c:v>43151</c:v>
                </c:pt>
                <c:pt idx="2056">
                  <c:v>43150</c:v>
                </c:pt>
                <c:pt idx="2057">
                  <c:v>43145</c:v>
                </c:pt>
                <c:pt idx="2058">
                  <c:v>43144</c:v>
                </c:pt>
                <c:pt idx="2059">
                  <c:v>43143</c:v>
                </c:pt>
                <c:pt idx="2060">
                  <c:v>43140</c:v>
                </c:pt>
                <c:pt idx="2061">
                  <c:v>43139</c:v>
                </c:pt>
                <c:pt idx="2062">
                  <c:v>43138</c:v>
                </c:pt>
                <c:pt idx="2063">
                  <c:v>43137</c:v>
                </c:pt>
                <c:pt idx="2064">
                  <c:v>43136</c:v>
                </c:pt>
                <c:pt idx="2065">
                  <c:v>43133</c:v>
                </c:pt>
                <c:pt idx="2066">
                  <c:v>43132</c:v>
                </c:pt>
                <c:pt idx="2067">
                  <c:v>43131</c:v>
                </c:pt>
                <c:pt idx="2068">
                  <c:v>43130</c:v>
                </c:pt>
                <c:pt idx="2069">
                  <c:v>43129</c:v>
                </c:pt>
                <c:pt idx="2070">
                  <c:v>43126</c:v>
                </c:pt>
                <c:pt idx="2071">
                  <c:v>43125</c:v>
                </c:pt>
                <c:pt idx="2072">
                  <c:v>43124</c:v>
                </c:pt>
                <c:pt idx="2073">
                  <c:v>43123</c:v>
                </c:pt>
                <c:pt idx="2074">
                  <c:v>43122</c:v>
                </c:pt>
                <c:pt idx="2075">
                  <c:v>43119</c:v>
                </c:pt>
                <c:pt idx="2076">
                  <c:v>43118</c:v>
                </c:pt>
                <c:pt idx="2077">
                  <c:v>43117</c:v>
                </c:pt>
                <c:pt idx="2078">
                  <c:v>43116</c:v>
                </c:pt>
                <c:pt idx="2079">
                  <c:v>43115</c:v>
                </c:pt>
                <c:pt idx="2080">
                  <c:v>43112</c:v>
                </c:pt>
                <c:pt idx="2081">
                  <c:v>43111</c:v>
                </c:pt>
                <c:pt idx="2082">
                  <c:v>43110</c:v>
                </c:pt>
                <c:pt idx="2083">
                  <c:v>43109</c:v>
                </c:pt>
                <c:pt idx="2084">
                  <c:v>43108</c:v>
                </c:pt>
                <c:pt idx="2085">
                  <c:v>43105</c:v>
                </c:pt>
                <c:pt idx="2086">
                  <c:v>43104</c:v>
                </c:pt>
                <c:pt idx="2087">
                  <c:v>43103</c:v>
                </c:pt>
                <c:pt idx="2088">
                  <c:v>43102</c:v>
                </c:pt>
                <c:pt idx="2089">
                  <c:v>43098</c:v>
                </c:pt>
                <c:pt idx="2090">
                  <c:v>43097</c:v>
                </c:pt>
                <c:pt idx="2091">
                  <c:v>43096</c:v>
                </c:pt>
                <c:pt idx="2092">
                  <c:v>43095</c:v>
                </c:pt>
                <c:pt idx="2093">
                  <c:v>43091</c:v>
                </c:pt>
                <c:pt idx="2094">
                  <c:v>43090</c:v>
                </c:pt>
                <c:pt idx="2095">
                  <c:v>43089</c:v>
                </c:pt>
                <c:pt idx="2096">
                  <c:v>43088</c:v>
                </c:pt>
                <c:pt idx="2097">
                  <c:v>43087</c:v>
                </c:pt>
                <c:pt idx="2098">
                  <c:v>43084</c:v>
                </c:pt>
                <c:pt idx="2099">
                  <c:v>43083</c:v>
                </c:pt>
                <c:pt idx="2100">
                  <c:v>43082</c:v>
                </c:pt>
                <c:pt idx="2101">
                  <c:v>43081</c:v>
                </c:pt>
                <c:pt idx="2102">
                  <c:v>43080</c:v>
                </c:pt>
                <c:pt idx="2103">
                  <c:v>43077</c:v>
                </c:pt>
                <c:pt idx="2104">
                  <c:v>43076</c:v>
                </c:pt>
                <c:pt idx="2105">
                  <c:v>43075</c:v>
                </c:pt>
                <c:pt idx="2106">
                  <c:v>43074</c:v>
                </c:pt>
                <c:pt idx="2107">
                  <c:v>43073</c:v>
                </c:pt>
                <c:pt idx="2108">
                  <c:v>43070</c:v>
                </c:pt>
                <c:pt idx="2109">
                  <c:v>43069</c:v>
                </c:pt>
                <c:pt idx="2110">
                  <c:v>43068</c:v>
                </c:pt>
                <c:pt idx="2111">
                  <c:v>43067</c:v>
                </c:pt>
                <c:pt idx="2112">
                  <c:v>43066</c:v>
                </c:pt>
                <c:pt idx="2113">
                  <c:v>43063</c:v>
                </c:pt>
                <c:pt idx="2114">
                  <c:v>43062</c:v>
                </c:pt>
                <c:pt idx="2115">
                  <c:v>43061</c:v>
                </c:pt>
                <c:pt idx="2116">
                  <c:v>43060</c:v>
                </c:pt>
                <c:pt idx="2117">
                  <c:v>43059</c:v>
                </c:pt>
                <c:pt idx="2118">
                  <c:v>43056</c:v>
                </c:pt>
                <c:pt idx="2119">
                  <c:v>43055</c:v>
                </c:pt>
                <c:pt idx="2120">
                  <c:v>43054</c:v>
                </c:pt>
                <c:pt idx="2121">
                  <c:v>43053</c:v>
                </c:pt>
                <c:pt idx="2122">
                  <c:v>43052</c:v>
                </c:pt>
                <c:pt idx="2123">
                  <c:v>43049</c:v>
                </c:pt>
                <c:pt idx="2124">
                  <c:v>43048</c:v>
                </c:pt>
                <c:pt idx="2125">
                  <c:v>43047</c:v>
                </c:pt>
                <c:pt idx="2126">
                  <c:v>43046</c:v>
                </c:pt>
                <c:pt idx="2127">
                  <c:v>43045</c:v>
                </c:pt>
                <c:pt idx="2128">
                  <c:v>43042</c:v>
                </c:pt>
                <c:pt idx="2129">
                  <c:v>43041</c:v>
                </c:pt>
                <c:pt idx="2130">
                  <c:v>43040</c:v>
                </c:pt>
                <c:pt idx="2131">
                  <c:v>43039</c:v>
                </c:pt>
                <c:pt idx="2132">
                  <c:v>43038</c:v>
                </c:pt>
                <c:pt idx="2133">
                  <c:v>43035</c:v>
                </c:pt>
                <c:pt idx="2134">
                  <c:v>43034</c:v>
                </c:pt>
                <c:pt idx="2135">
                  <c:v>43033</c:v>
                </c:pt>
                <c:pt idx="2136">
                  <c:v>43032</c:v>
                </c:pt>
                <c:pt idx="2137">
                  <c:v>43031</c:v>
                </c:pt>
                <c:pt idx="2138">
                  <c:v>43028</c:v>
                </c:pt>
                <c:pt idx="2139">
                  <c:v>43027</c:v>
                </c:pt>
                <c:pt idx="2140">
                  <c:v>43026</c:v>
                </c:pt>
                <c:pt idx="2141">
                  <c:v>43025</c:v>
                </c:pt>
                <c:pt idx="2142">
                  <c:v>43024</c:v>
                </c:pt>
                <c:pt idx="2143">
                  <c:v>43021</c:v>
                </c:pt>
                <c:pt idx="2144">
                  <c:v>43020</c:v>
                </c:pt>
                <c:pt idx="2145">
                  <c:v>43019</c:v>
                </c:pt>
                <c:pt idx="2146">
                  <c:v>43018</c:v>
                </c:pt>
                <c:pt idx="2147">
                  <c:v>43007</c:v>
                </c:pt>
                <c:pt idx="2148">
                  <c:v>43006</c:v>
                </c:pt>
                <c:pt idx="2149">
                  <c:v>43005</c:v>
                </c:pt>
                <c:pt idx="2150">
                  <c:v>43004</c:v>
                </c:pt>
                <c:pt idx="2151">
                  <c:v>43003</c:v>
                </c:pt>
                <c:pt idx="2152">
                  <c:v>43000</c:v>
                </c:pt>
                <c:pt idx="2153">
                  <c:v>42999</c:v>
                </c:pt>
                <c:pt idx="2154">
                  <c:v>42998</c:v>
                </c:pt>
                <c:pt idx="2155">
                  <c:v>42997</c:v>
                </c:pt>
                <c:pt idx="2156">
                  <c:v>42996</c:v>
                </c:pt>
                <c:pt idx="2157">
                  <c:v>42993</c:v>
                </c:pt>
                <c:pt idx="2158">
                  <c:v>42992</c:v>
                </c:pt>
                <c:pt idx="2159">
                  <c:v>42991</c:v>
                </c:pt>
                <c:pt idx="2160">
                  <c:v>42990</c:v>
                </c:pt>
                <c:pt idx="2161">
                  <c:v>42989</c:v>
                </c:pt>
                <c:pt idx="2162">
                  <c:v>42986</c:v>
                </c:pt>
                <c:pt idx="2163">
                  <c:v>42985</c:v>
                </c:pt>
                <c:pt idx="2164">
                  <c:v>42984</c:v>
                </c:pt>
                <c:pt idx="2165">
                  <c:v>42983</c:v>
                </c:pt>
                <c:pt idx="2166">
                  <c:v>42982</c:v>
                </c:pt>
                <c:pt idx="2167">
                  <c:v>42979</c:v>
                </c:pt>
                <c:pt idx="2168">
                  <c:v>42978</c:v>
                </c:pt>
                <c:pt idx="2169">
                  <c:v>42977</c:v>
                </c:pt>
                <c:pt idx="2170">
                  <c:v>42976</c:v>
                </c:pt>
                <c:pt idx="2171">
                  <c:v>42975</c:v>
                </c:pt>
                <c:pt idx="2172">
                  <c:v>42972</c:v>
                </c:pt>
                <c:pt idx="2173">
                  <c:v>42971</c:v>
                </c:pt>
                <c:pt idx="2174">
                  <c:v>42970</c:v>
                </c:pt>
                <c:pt idx="2175">
                  <c:v>42969</c:v>
                </c:pt>
                <c:pt idx="2176">
                  <c:v>42968</c:v>
                </c:pt>
                <c:pt idx="2177">
                  <c:v>42965</c:v>
                </c:pt>
                <c:pt idx="2178">
                  <c:v>42964</c:v>
                </c:pt>
                <c:pt idx="2179">
                  <c:v>42963</c:v>
                </c:pt>
                <c:pt idx="2180">
                  <c:v>42961</c:v>
                </c:pt>
                <c:pt idx="2181">
                  <c:v>42958</c:v>
                </c:pt>
                <c:pt idx="2182">
                  <c:v>42957</c:v>
                </c:pt>
                <c:pt idx="2183">
                  <c:v>42956</c:v>
                </c:pt>
                <c:pt idx="2184">
                  <c:v>42955</c:v>
                </c:pt>
                <c:pt idx="2185">
                  <c:v>42954</c:v>
                </c:pt>
                <c:pt idx="2186">
                  <c:v>42951</c:v>
                </c:pt>
                <c:pt idx="2187">
                  <c:v>42950</c:v>
                </c:pt>
                <c:pt idx="2188">
                  <c:v>42949</c:v>
                </c:pt>
                <c:pt idx="2189">
                  <c:v>42948</c:v>
                </c:pt>
                <c:pt idx="2190">
                  <c:v>42947</c:v>
                </c:pt>
                <c:pt idx="2191">
                  <c:v>42944</c:v>
                </c:pt>
                <c:pt idx="2192">
                  <c:v>42943</c:v>
                </c:pt>
                <c:pt idx="2193">
                  <c:v>42942</c:v>
                </c:pt>
                <c:pt idx="2194">
                  <c:v>42941</c:v>
                </c:pt>
                <c:pt idx="2195">
                  <c:v>42940</c:v>
                </c:pt>
                <c:pt idx="2196">
                  <c:v>42937</c:v>
                </c:pt>
                <c:pt idx="2197">
                  <c:v>42936</c:v>
                </c:pt>
                <c:pt idx="2198">
                  <c:v>42935</c:v>
                </c:pt>
                <c:pt idx="2199">
                  <c:v>42934</c:v>
                </c:pt>
                <c:pt idx="2200">
                  <c:v>42933</c:v>
                </c:pt>
                <c:pt idx="2201">
                  <c:v>42930</c:v>
                </c:pt>
                <c:pt idx="2202">
                  <c:v>42929</c:v>
                </c:pt>
                <c:pt idx="2203">
                  <c:v>42928</c:v>
                </c:pt>
                <c:pt idx="2204">
                  <c:v>42927</c:v>
                </c:pt>
                <c:pt idx="2205">
                  <c:v>42926</c:v>
                </c:pt>
                <c:pt idx="2206">
                  <c:v>42923</c:v>
                </c:pt>
                <c:pt idx="2207">
                  <c:v>42922</c:v>
                </c:pt>
                <c:pt idx="2208">
                  <c:v>42921</c:v>
                </c:pt>
                <c:pt idx="2209">
                  <c:v>42920</c:v>
                </c:pt>
                <c:pt idx="2210">
                  <c:v>42919</c:v>
                </c:pt>
                <c:pt idx="2211">
                  <c:v>42916</c:v>
                </c:pt>
                <c:pt idx="2212">
                  <c:v>42915</c:v>
                </c:pt>
                <c:pt idx="2213">
                  <c:v>42914</c:v>
                </c:pt>
                <c:pt idx="2214">
                  <c:v>42913</c:v>
                </c:pt>
                <c:pt idx="2215">
                  <c:v>42912</c:v>
                </c:pt>
                <c:pt idx="2216">
                  <c:v>42909</c:v>
                </c:pt>
                <c:pt idx="2217">
                  <c:v>42908</c:v>
                </c:pt>
                <c:pt idx="2218">
                  <c:v>42907</c:v>
                </c:pt>
                <c:pt idx="2219">
                  <c:v>42906</c:v>
                </c:pt>
                <c:pt idx="2220">
                  <c:v>42905</c:v>
                </c:pt>
                <c:pt idx="2221">
                  <c:v>42902</c:v>
                </c:pt>
                <c:pt idx="2222">
                  <c:v>42901</c:v>
                </c:pt>
                <c:pt idx="2223">
                  <c:v>42900</c:v>
                </c:pt>
                <c:pt idx="2224">
                  <c:v>42899</c:v>
                </c:pt>
                <c:pt idx="2225">
                  <c:v>42898</c:v>
                </c:pt>
                <c:pt idx="2226">
                  <c:v>42895</c:v>
                </c:pt>
                <c:pt idx="2227">
                  <c:v>42894</c:v>
                </c:pt>
                <c:pt idx="2228">
                  <c:v>42893</c:v>
                </c:pt>
                <c:pt idx="2229">
                  <c:v>42891</c:v>
                </c:pt>
                <c:pt idx="2230">
                  <c:v>42888</c:v>
                </c:pt>
                <c:pt idx="2231">
                  <c:v>42887</c:v>
                </c:pt>
                <c:pt idx="2232">
                  <c:v>42886</c:v>
                </c:pt>
                <c:pt idx="2233">
                  <c:v>42885</c:v>
                </c:pt>
                <c:pt idx="2234">
                  <c:v>42884</c:v>
                </c:pt>
                <c:pt idx="2235">
                  <c:v>42881</c:v>
                </c:pt>
                <c:pt idx="2236">
                  <c:v>42880</c:v>
                </c:pt>
                <c:pt idx="2237">
                  <c:v>42879</c:v>
                </c:pt>
                <c:pt idx="2238">
                  <c:v>42878</c:v>
                </c:pt>
                <c:pt idx="2239">
                  <c:v>42877</c:v>
                </c:pt>
                <c:pt idx="2240">
                  <c:v>42874</c:v>
                </c:pt>
                <c:pt idx="2241">
                  <c:v>42873</c:v>
                </c:pt>
                <c:pt idx="2242">
                  <c:v>42872</c:v>
                </c:pt>
                <c:pt idx="2243">
                  <c:v>42871</c:v>
                </c:pt>
                <c:pt idx="2244">
                  <c:v>42870</c:v>
                </c:pt>
                <c:pt idx="2245">
                  <c:v>42867</c:v>
                </c:pt>
                <c:pt idx="2246">
                  <c:v>42866</c:v>
                </c:pt>
                <c:pt idx="2247">
                  <c:v>42865</c:v>
                </c:pt>
                <c:pt idx="2248">
                  <c:v>42863</c:v>
                </c:pt>
                <c:pt idx="2249">
                  <c:v>42859</c:v>
                </c:pt>
                <c:pt idx="2250">
                  <c:v>42857</c:v>
                </c:pt>
                <c:pt idx="2251">
                  <c:v>42853</c:v>
                </c:pt>
                <c:pt idx="2252">
                  <c:v>42852</c:v>
                </c:pt>
                <c:pt idx="2253">
                  <c:v>42851</c:v>
                </c:pt>
                <c:pt idx="2254">
                  <c:v>42850</c:v>
                </c:pt>
                <c:pt idx="2255">
                  <c:v>42849</c:v>
                </c:pt>
                <c:pt idx="2256">
                  <c:v>42846</c:v>
                </c:pt>
                <c:pt idx="2257">
                  <c:v>42845</c:v>
                </c:pt>
                <c:pt idx="2258">
                  <c:v>42844</c:v>
                </c:pt>
                <c:pt idx="2259">
                  <c:v>42843</c:v>
                </c:pt>
                <c:pt idx="2260">
                  <c:v>42842</c:v>
                </c:pt>
                <c:pt idx="2261">
                  <c:v>42839</c:v>
                </c:pt>
                <c:pt idx="2262">
                  <c:v>42838</c:v>
                </c:pt>
                <c:pt idx="2263">
                  <c:v>42837</c:v>
                </c:pt>
                <c:pt idx="2264">
                  <c:v>42836</c:v>
                </c:pt>
                <c:pt idx="2265">
                  <c:v>42835</c:v>
                </c:pt>
                <c:pt idx="2266">
                  <c:v>42832</c:v>
                </c:pt>
                <c:pt idx="2267">
                  <c:v>42831</c:v>
                </c:pt>
                <c:pt idx="2268">
                  <c:v>42830</c:v>
                </c:pt>
                <c:pt idx="2269">
                  <c:v>42829</c:v>
                </c:pt>
                <c:pt idx="2270">
                  <c:v>42828</c:v>
                </c:pt>
                <c:pt idx="2271">
                  <c:v>42825</c:v>
                </c:pt>
                <c:pt idx="2272">
                  <c:v>42824</c:v>
                </c:pt>
                <c:pt idx="2273">
                  <c:v>42823</c:v>
                </c:pt>
                <c:pt idx="2274">
                  <c:v>42822</c:v>
                </c:pt>
                <c:pt idx="2275">
                  <c:v>42821</c:v>
                </c:pt>
                <c:pt idx="2276">
                  <c:v>42818</c:v>
                </c:pt>
                <c:pt idx="2277">
                  <c:v>42817</c:v>
                </c:pt>
                <c:pt idx="2278">
                  <c:v>42816</c:v>
                </c:pt>
                <c:pt idx="2279">
                  <c:v>42815</c:v>
                </c:pt>
                <c:pt idx="2280">
                  <c:v>42814</c:v>
                </c:pt>
                <c:pt idx="2281">
                  <c:v>42811</c:v>
                </c:pt>
                <c:pt idx="2282">
                  <c:v>42810</c:v>
                </c:pt>
                <c:pt idx="2283">
                  <c:v>42809</c:v>
                </c:pt>
                <c:pt idx="2284">
                  <c:v>42808</c:v>
                </c:pt>
                <c:pt idx="2285">
                  <c:v>42807</c:v>
                </c:pt>
                <c:pt idx="2286">
                  <c:v>42804</c:v>
                </c:pt>
                <c:pt idx="2287">
                  <c:v>42803</c:v>
                </c:pt>
                <c:pt idx="2288">
                  <c:v>42802</c:v>
                </c:pt>
                <c:pt idx="2289">
                  <c:v>42801</c:v>
                </c:pt>
                <c:pt idx="2290">
                  <c:v>42800</c:v>
                </c:pt>
                <c:pt idx="2291">
                  <c:v>42797</c:v>
                </c:pt>
                <c:pt idx="2292">
                  <c:v>42796</c:v>
                </c:pt>
                <c:pt idx="2293">
                  <c:v>42794</c:v>
                </c:pt>
                <c:pt idx="2294">
                  <c:v>42793</c:v>
                </c:pt>
                <c:pt idx="2295">
                  <c:v>42790</c:v>
                </c:pt>
                <c:pt idx="2296">
                  <c:v>42789</c:v>
                </c:pt>
                <c:pt idx="2297">
                  <c:v>42788</c:v>
                </c:pt>
                <c:pt idx="2298">
                  <c:v>42787</c:v>
                </c:pt>
                <c:pt idx="2299">
                  <c:v>42786</c:v>
                </c:pt>
                <c:pt idx="2300">
                  <c:v>42783</c:v>
                </c:pt>
                <c:pt idx="2301">
                  <c:v>42782</c:v>
                </c:pt>
                <c:pt idx="2302">
                  <c:v>42781</c:v>
                </c:pt>
                <c:pt idx="2303">
                  <c:v>42780</c:v>
                </c:pt>
                <c:pt idx="2304">
                  <c:v>42779</c:v>
                </c:pt>
                <c:pt idx="2305">
                  <c:v>42776</c:v>
                </c:pt>
                <c:pt idx="2306">
                  <c:v>42775</c:v>
                </c:pt>
                <c:pt idx="2307">
                  <c:v>42774</c:v>
                </c:pt>
                <c:pt idx="2308">
                  <c:v>42773</c:v>
                </c:pt>
                <c:pt idx="2309">
                  <c:v>42772</c:v>
                </c:pt>
                <c:pt idx="2310">
                  <c:v>42769</c:v>
                </c:pt>
                <c:pt idx="2311">
                  <c:v>42768</c:v>
                </c:pt>
                <c:pt idx="2312">
                  <c:v>42767</c:v>
                </c:pt>
                <c:pt idx="2313">
                  <c:v>42766</c:v>
                </c:pt>
                <c:pt idx="2314">
                  <c:v>42761</c:v>
                </c:pt>
                <c:pt idx="2315">
                  <c:v>42760</c:v>
                </c:pt>
                <c:pt idx="2316">
                  <c:v>42759</c:v>
                </c:pt>
                <c:pt idx="2317">
                  <c:v>42758</c:v>
                </c:pt>
                <c:pt idx="2318">
                  <c:v>42755</c:v>
                </c:pt>
                <c:pt idx="2319">
                  <c:v>42754</c:v>
                </c:pt>
                <c:pt idx="2320">
                  <c:v>42753</c:v>
                </c:pt>
                <c:pt idx="2321">
                  <c:v>42752</c:v>
                </c:pt>
                <c:pt idx="2322">
                  <c:v>42751</c:v>
                </c:pt>
                <c:pt idx="2323">
                  <c:v>42748</c:v>
                </c:pt>
                <c:pt idx="2324">
                  <c:v>42747</c:v>
                </c:pt>
                <c:pt idx="2325">
                  <c:v>42746</c:v>
                </c:pt>
                <c:pt idx="2326">
                  <c:v>42745</c:v>
                </c:pt>
                <c:pt idx="2327">
                  <c:v>42744</c:v>
                </c:pt>
                <c:pt idx="2328">
                  <c:v>42741</c:v>
                </c:pt>
                <c:pt idx="2329">
                  <c:v>42740</c:v>
                </c:pt>
                <c:pt idx="2330">
                  <c:v>42739</c:v>
                </c:pt>
                <c:pt idx="2331">
                  <c:v>42738</c:v>
                </c:pt>
                <c:pt idx="2332">
                  <c:v>42737</c:v>
                </c:pt>
                <c:pt idx="2333">
                  <c:v>42734</c:v>
                </c:pt>
                <c:pt idx="2334">
                  <c:v>42733</c:v>
                </c:pt>
                <c:pt idx="2335">
                  <c:v>42732</c:v>
                </c:pt>
                <c:pt idx="2336">
                  <c:v>42731</c:v>
                </c:pt>
                <c:pt idx="2337">
                  <c:v>42730</c:v>
                </c:pt>
                <c:pt idx="2338">
                  <c:v>42727</c:v>
                </c:pt>
                <c:pt idx="2339">
                  <c:v>42726</c:v>
                </c:pt>
                <c:pt idx="2340">
                  <c:v>42725</c:v>
                </c:pt>
                <c:pt idx="2341">
                  <c:v>42724</c:v>
                </c:pt>
                <c:pt idx="2342">
                  <c:v>42723</c:v>
                </c:pt>
                <c:pt idx="2343">
                  <c:v>42720</c:v>
                </c:pt>
                <c:pt idx="2344">
                  <c:v>42719</c:v>
                </c:pt>
                <c:pt idx="2345">
                  <c:v>42718</c:v>
                </c:pt>
                <c:pt idx="2346">
                  <c:v>42717</c:v>
                </c:pt>
                <c:pt idx="2347">
                  <c:v>42716</c:v>
                </c:pt>
                <c:pt idx="2348">
                  <c:v>42713</c:v>
                </c:pt>
                <c:pt idx="2349">
                  <c:v>42712</c:v>
                </c:pt>
                <c:pt idx="2350">
                  <c:v>42711</c:v>
                </c:pt>
                <c:pt idx="2351">
                  <c:v>42710</c:v>
                </c:pt>
                <c:pt idx="2352">
                  <c:v>42709</c:v>
                </c:pt>
                <c:pt idx="2353">
                  <c:v>42706</c:v>
                </c:pt>
                <c:pt idx="2354">
                  <c:v>42705</c:v>
                </c:pt>
                <c:pt idx="2355">
                  <c:v>42704</c:v>
                </c:pt>
                <c:pt idx="2356">
                  <c:v>42703</c:v>
                </c:pt>
                <c:pt idx="2357">
                  <c:v>42702</c:v>
                </c:pt>
                <c:pt idx="2358">
                  <c:v>42699</c:v>
                </c:pt>
                <c:pt idx="2359">
                  <c:v>42698</c:v>
                </c:pt>
                <c:pt idx="2360">
                  <c:v>42697</c:v>
                </c:pt>
                <c:pt idx="2361">
                  <c:v>42696</c:v>
                </c:pt>
                <c:pt idx="2362">
                  <c:v>42695</c:v>
                </c:pt>
                <c:pt idx="2363">
                  <c:v>42692</c:v>
                </c:pt>
                <c:pt idx="2364">
                  <c:v>42691</c:v>
                </c:pt>
                <c:pt idx="2365">
                  <c:v>42690</c:v>
                </c:pt>
                <c:pt idx="2366">
                  <c:v>42689</c:v>
                </c:pt>
                <c:pt idx="2367">
                  <c:v>42688</c:v>
                </c:pt>
                <c:pt idx="2368">
                  <c:v>42685</c:v>
                </c:pt>
                <c:pt idx="2369">
                  <c:v>42684</c:v>
                </c:pt>
                <c:pt idx="2370">
                  <c:v>42683</c:v>
                </c:pt>
                <c:pt idx="2371">
                  <c:v>42682</c:v>
                </c:pt>
                <c:pt idx="2372">
                  <c:v>42681</c:v>
                </c:pt>
                <c:pt idx="2373">
                  <c:v>42678</c:v>
                </c:pt>
                <c:pt idx="2374">
                  <c:v>42677</c:v>
                </c:pt>
                <c:pt idx="2375">
                  <c:v>42676</c:v>
                </c:pt>
                <c:pt idx="2376">
                  <c:v>42675</c:v>
                </c:pt>
                <c:pt idx="2377">
                  <c:v>42674</c:v>
                </c:pt>
                <c:pt idx="2378">
                  <c:v>42671</c:v>
                </c:pt>
                <c:pt idx="2379">
                  <c:v>42670</c:v>
                </c:pt>
                <c:pt idx="2380">
                  <c:v>42669</c:v>
                </c:pt>
                <c:pt idx="2381">
                  <c:v>42668</c:v>
                </c:pt>
                <c:pt idx="2382">
                  <c:v>42667</c:v>
                </c:pt>
                <c:pt idx="2383">
                  <c:v>42664</c:v>
                </c:pt>
                <c:pt idx="2384">
                  <c:v>42663</c:v>
                </c:pt>
                <c:pt idx="2385">
                  <c:v>42662</c:v>
                </c:pt>
                <c:pt idx="2386">
                  <c:v>42661</c:v>
                </c:pt>
                <c:pt idx="2387">
                  <c:v>42660</c:v>
                </c:pt>
                <c:pt idx="2388">
                  <c:v>42657</c:v>
                </c:pt>
                <c:pt idx="2389">
                  <c:v>42656</c:v>
                </c:pt>
                <c:pt idx="2390">
                  <c:v>42655</c:v>
                </c:pt>
                <c:pt idx="2391">
                  <c:v>42654</c:v>
                </c:pt>
                <c:pt idx="2392">
                  <c:v>42653</c:v>
                </c:pt>
                <c:pt idx="2393">
                  <c:v>42650</c:v>
                </c:pt>
                <c:pt idx="2394">
                  <c:v>42649</c:v>
                </c:pt>
                <c:pt idx="2395">
                  <c:v>42648</c:v>
                </c:pt>
                <c:pt idx="2396">
                  <c:v>42647</c:v>
                </c:pt>
                <c:pt idx="2397">
                  <c:v>42643</c:v>
                </c:pt>
                <c:pt idx="2398">
                  <c:v>42642</c:v>
                </c:pt>
                <c:pt idx="2399">
                  <c:v>42641</c:v>
                </c:pt>
                <c:pt idx="2400">
                  <c:v>42640</c:v>
                </c:pt>
                <c:pt idx="2401">
                  <c:v>42639</c:v>
                </c:pt>
                <c:pt idx="2402">
                  <c:v>42636</c:v>
                </c:pt>
                <c:pt idx="2403">
                  <c:v>42635</c:v>
                </c:pt>
                <c:pt idx="2404">
                  <c:v>42634</c:v>
                </c:pt>
                <c:pt idx="2405">
                  <c:v>42633</c:v>
                </c:pt>
                <c:pt idx="2406">
                  <c:v>42632</c:v>
                </c:pt>
                <c:pt idx="2407">
                  <c:v>42626</c:v>
                </c:pt>
                <c:pt idx="2408">
                  <c:v>42625</c:v>
                </c:pt>
                <c:pt idx="2409">
                  <c:v>42622</c:v>
                </c:pt>
                <c:pt idx="2410">
                  <c:v>42621</c:v>
                </c:pt>
                <c:pt idx="2411">
                  <c:v>42620</c:v>
                </c:pt>
                <c:pt idx="2412">
                  <c:v>42619</c:v>
                </c:pt>
                <c:pt idx="2413">
                  <c:v>42618</c:v>
                </c:pt>
                <c:pt idx="2414">
                  <c:v>42615</c:v>
                </c:pt>
                <c:pt idx="2415">
                  <c:v>42614</c:v>
                </c:pt>
                <c:pt idx="2416">
                  <c:v>42613</c:v>
                </c:pt>
                <c:pt idx="2417">
                  <c:v>42612</c:v>
                </c:pt>
                <c:pt idx="2418">
                  <c:v>42611</c:v>
                </c:pt>
                <c:pt idx="2419">
                  <c:v>42608</c:v>
                </c:pt>
                <c:pt idx="2420">
                  <c:v>42607</c:v>
                </c:pt>
                <c:pt idx="2421">
                  <c:v>42606</c:v>
                </c:pt>
                <c:pt idx="2422">
                  <c:v>42605</c:v>
                </c:pt>
                <c:pt idx="2423">
                  <c:v>42604</c:v>
                </c:pt>
                <c:pt idx="2424">
                  <c:v>42601</c:v>
                </c:pt>
                <c:pt idx="2425">
                  <c:v>42600</c:v>
                </c:pt>
                <c:pt idx="2426">
                  <c:v>42599</c:v>
                </c:pt>
                <c:pt idx="2427">
                  <c:v>42598</c:v>
                </c:pt>
                <c:pt idx="2428">
                  <c:v>42594</c:v>
                </c:pt>
                <c:pt idx="2429">
                  <c:v>42593</c:v>
                </c:pt>
                <c:pt idx="2430">
                  <c:v>42592</c:v>
                </c:pt>
                <c:pt idx="2431">
                  <c:v>42591</c:v>
                </c:pt>
                <c:pt idx="2432">
                  <c:v>42590</c:v>
                </c:pt>
                <c:pt idx="2433">
                  <c:v>42587</c:v>
                </c:pt>
                <c:pt idx="2434">
                  <c:v>42586</c:v>
                </c:pt>
                <c:pt idx="2435">
                  <c:v>42585</c:v>
                </c:pt>
                <c:pt idx="2436">
                  <c:v>42584</c:v>
                </c:pt>
                <c:pt idx="2437">
                  <c:v>42583</c:v>
                </c:pt>
                <c:pt idx="2438">
                  <c:v>42580</c:v>
                </c:pt>
                <c:pt idx="2439">
                  <c:v>42579</c:v>
                </c:pt>
                <c:pt idx="2440">
                  <c:v>42578</c:v>
                </c:pt>
                <c:pt idx="2441">
                  <c:v>42577</c:v>
                </c:pt>
                <c:pt idx="2442">
                  <c:v>42576</c:v>
                </c:pt>
                <c:pt idx="2443">
                  <c:v>42573</c:v>
                </c:pt>
                <c:pt idx="2444">
                  <c:v>42572</c:v>
                </c:pt>
                <c:pt idx="2445">
                  <c:v>42571</c:v>
                </c:pt>
                <c:pt idx="2446">
                  <c:v>42570</c:v>
                </c:pt>
                <c:pt idx="2447">
                  <c:v>42569</c:v>
                </c:pt>
                <c:pt idx="2448">
                  <c:v>42566</c:v>
                </c:pt>
                <c:pt idx="2449">
                  <c:v>42565</c:v>
                </c:pt>
                <c:pt idx="2450">
                  <c:v>42564</c:v>
                </c:pt>
                <c:pt idx="2451">
                  <c:v>42563</c:v>
                </c:pt>
                <c:pt idx="2452">
                  <c:v>42562</c:v>
                </c:pt>
                <c:pt idx="2453">
                  <c:v>42559</c:v>
                </c:pt>
                <c:pt idx="2454">
                  <c:v>42558</c:v>
                </c:pt>
                <c:pt idx="2455">
                  <c:v>42557</c:v>
                </c:pt>
                <c:pt idx="2456">
                  <c:v>42556</c:v>
                </c:pt>
                <c:pt idx="2457">
                  <c:v>42555</c:v>
                </c:pt>
                <c:pt idx="2458">
                  <c:v>42552</c:v>
                </c:pt>
                <c:pt idx="2459">
                  <c:v>42551</c:v>
                </c:pt>
                <c:pt idx="2460">
                  <c:v>42550</c:v>
                </c:pt>
                <c:pt idx="2461">
                  <c:v>42549</c:v>
                </c:pt>
                <c:pt idx="2462">
                  <c:v>42548</c:v>
                </c:pt>
                <c:pt idx="2463">
                  <c:v>42545</c:v>
                </c:pt>
                <c:pt idx="2464">
                  <c:v>42544</c:v>
                </c:pt>
                <c:pt idx="2465">
                  <c:v>42543</c:v>
                </c:pt>
                <c:pt idx="2466">
                  <c:v>42542</c:v>
                </c:pt>
                <c:pt idx="2467">
                  <c:v>42541</c:v>
                </c:pt>
                <c:pt idx="2468">
                  <c:v>42538</c:v>
                </c:pt>
                <c:pt idx="2469">
                  <c:v>42537</c:v>
                </c:pt>
                <c:pt idx="2470">
                  <c:v>42536</c:v>
                </c:pt>
                <c:pt idx="2471">
                  <c:v>42535</c:v>
                </c:pt>
                <c:pt idx="2472">
                  <c:v>42534</c:v>
                </c:pt>
                <c:pt idx="2473">
                  <c:v>42531</c:v>
                </c:pt>
                <c:pt idx="2474">
                  <c:v>42530</c:v>
                </c:pt>
                <c:pt idx="2475">
                  <c:v>42529</c:v>
                </c:pt>
                <c:pt idx="2476">
                  <c:v>42528</c:v>
                </c:pt>
                <c:pt idx="2477">
                  <c:v>42524</c:v>
                </c:pt>
                <c:pt idx="2478">
                  <c:v>42523</c:v>
                </c:pt>
                <c:pt idx="2479">
                  <c:v>42522</c:v>
                </c:pt>
                <c:pt idx="2480">
                  <c:v>42521</c:v>
                </c:pt>
                <c:pt idx="2481">
                  <c:v>42520</c:v>
                </c:pt>
                <c:pt idx="2482">
                  <c:v>42517</c:v>
                </c:pt>
                <c:pt idx="2483">
                  <c:v>42516</c:v>
                </c:pt>
                <c:pt idx="2484">
                  <c:v>42515</c:v>
                </c:pt>
                <c:pt idx="2485">
                  <c:v>42514</c:v>
                </c:pt>
                <c:pt idx="2486">
                  <c:v>42513</c:v>
                </c:pt>
                <c:pt idx="2487">
                  <c:v>42510</c:v>
                </c:pt>
                <c:pt idx="2488">
                  <c:v>42509</c:v>
                </c:pt>
                <c:pt idx="2489">
                  <c:v>42508</c:v>
                </c:pt>
                <c:pt idx="2490">
                  <c:v>42507</c:v>
                </c:pt>
                <c:pt idx="2491">
                  <c:v>42506</c:v>
                </c:pt>
                <c:pt idx="2492">
                  <c:v>42503</c:v>
                </c:pt>
                <c:pt idx="2493">
                  <c:v>42502</c:v>
                </c:pt>
                <c:pt idx="2494">
                  <c:v>42501</c:v>
                </c:pt>
                <c:pt idx="2495">
                  <c:v>42500</c:v>
                </c:pt>
                <c:pt idx="2496">
                  <c:v>42499</c:v>
                </c:pt>
                <c:pt idx="2497">
                  <c:v>42494</c:v>
                </c:pt>
                <c:pt idx="2498">
                  <c:v>42493</c:v>
                </c:pt>
                <c:pt idx="2499">
                  <c:v>42492</c:v>
                </c:pt>
                <c:pt idx="2500">
                  <c:v>42489</c:v>
                </c:pt>
                <c:pt idx="2501">
                  <c:v>42488</c:v>
                </c:pt>
                <c:pt idx="2502">
                  <c:v>42487</c:v>
                </c:pt>
                <c:pt idx="2503">
                  <c:v>42486</c:v>
                </c:pt>
                <c:pt idx="2504">
                  <c:v>42485</c:v>
                </c:pt>
                <c:pt idx="2505">
                  <c:v>42482</c:v>
                </c:pt>
                <c:pt idx="2506">
                  <c:v>42481</c:v>
                </c:pt>
                <c:pt idx="2507">
                  <c:v>42480</c:v>
                </c:pt>
                <c:pt idx="2508">
                  <c:v>42479</c:v>
                </c:pt>
                <c:pt idx="2509">
                  <c:v>42478</c:v>
                </c:pt>
                <c:pt idx="2510">
                  <c:v>42475</c:v>
                </c:pt>
                <c:pt idx="2511">
                  <c:v>42474</c:v>
                </c:pt>
                <c:pt idx="2512">
                  <c:v>42472</c:v>
                </c:pt>
                <c:pt idx="2513">
                  <c:v>42471</c:v>
                </c:pt>
                <c:pt idx="2514">
                  <c:v>42468</c:v>
                </c:pt>
                <c:pt idx="2515">
                  <c:v>42467</c:v>
                </c:pt>
                <c:pt idx="2516">
                  <c:v>42466</c:v>
                </c:pt>
                <c:pt idx="2517">
                  <c:v>42465</c:v>
                </c:pt>
                <c:pt idx="2518">
                  <c:v>42464</c:v>
                </c:pt>
                <c:pt idx="2519">
                  <c:v>42461</c:v>
                </c:pt>
                <c:pt idx="2520">
                  <c:v>42460</c:v>
                </c:pt>
                <c:pt idx="2521">
                  <c:v>42459</c:v>
                </c:pt>
                <c:pt idx="2522">
                  <c:v>42458</c:v>
                </c:pt>
                <c:pt idx="2523">
                  <c:v>42457</c:v>
                </c:pt>
                <c:pt idx="2524">
                  <c:v>42454</c:v>
                </c:pt>
                <c:pt idx="2525">
                  <c:v>42453</c:v>
                </c:pt>
                <c:pt idx="2526">
                  <c:v>42452</c:v>
                </c:pt>
                <c:pt idx="2527">
                  <c:v>42451</c:v>
                </c:pt>
                <c:pt idx="2528">
                  <c:v>42450</c:v>
                </c:pt>
                <c:pt idx="2529">
                  <c:v>42447</c:v>
                </c:pt>
                <c:pt idx="2530">
                  <c:v>42446</c:v>
                </c:pt>
                <c:pt idx="2531">
                  <c:v>42445</c:v>
                </c:pt>
                <c:pt idx="2532">
                  <c:v>42444</c:v>
                </c:pt>
                <c:pt idx="2533">
                  <c:v>42443</c:v>
                </c:pt>
                <c:pt idx="2534">
                  <c:v>42440</c:v>
                </c:pt>
                <c:pt idx="2535">
                  <c:v>42439</c:v>
                </c:pt>
                <c:pt idx="2536">
                  <c:v>42438</c:v>
                </c:pt>
                <c:pt idx="2537">
                  <c:v>42437</c:v>
                </c:pt>
                <c:pt idx="2538">
                  <c:v>42436</c:v>
                </c:pt>
                <c:pt idx="2539">
                  <c:v>42433</c:v>
                </c:pt>
                <c:pt idx="2540">
                  <c:v>42432</c:v>
                </c:pt>
                <c:pt idx="2541">
                  <c:v>42431</c:v>
                </c:pt>
                <c:pt idx="2542">
                  <c:v>42429</c:v>
                </c:pt>
                <c:pt idx="2543">
                  <c:v>42426</c:v>
                </c:pt>
                <c:pt idx="2544">
                  <c:v>42425</c:v>
                </c:pt>
                <c:pt idx="2545">
                  <c:v>42424</c:v>
                </c:pt>
                <c:pt idx="2546">
                  <c:v>42423</c:v>
                </c:pt>
                <c:pt idx="2547">
                  <c:v>42422</c:v>
                </c:pt>
                <c:pt idx="2548">
                  <c:v>42419</c:v>
                </c:pt>
                <c:pt idx="2549">
                  <c:v>42418</c:v>
                </c:pt>
                <c:pt idx="2550">
                  <c:v>42417</c:v>
                </c:pt>
                <c:pt idx="2551">
                  <c:v>42416</c:v>
                </c:pt>
                <c:pt idx="2552">
                  <c:v>42415</c:v>
                </c:pt>
                <c:pt idx="2553">
                  <c:v>42412</c:v>
                </c:pt>
                <c:pt idx="2554">
                  <c:v>42411</c:v>
                </c:pt>
                <c:pt idx="2555">
                  <c:v>42405</c:v>
                </c:pt>
                <c:pt idx="2556">
                  <c:v>42404</c:v>
                </c:pt>
                <c:pt idx="2557">
                  <c:v>42403</c:v>
                </c:pt>
                <c:pt idx="2558">
                  <c:v>42402</c:v>
                </c:pt>
                <c:pt idx="2559">
                  <c:v>42401</c:v>
                </c:pt>
                <c:pt idx="2560">
                  <c:v>42398</c:v>
                </c:pt>
                <c:pt idx="2561">
                  <c:v>42397</c:v>
                </c:pt>
                <c:pt idx="2562">
                  <c:v>42396</c:v>
                </c:pt>
                <c:pt idx="2563">
                  <c:v>42395</c:v>
                </c:pt>
                <c:pt idx="2564">
                  <c:v>42394</c:v>
                </c:pt>
                <c:pt idx="2565">
                  <c:v>42391</c:v>
                </c:pt>
                <c:pt idx="2566">
                  <c:v>42390</c:v>
                </c:pt>
                <c:pt idx="2567">
                  <c:v>42389</c:v>
                </c:pt>
                <c:pt idx="2568">
                  <c:v>42388</c:v>
                </c:pt>
                <c:pt idx="2569">
                  <c:v>42387</c:v>
                </c:pt>
                <c:pt idx="2570">
                  <c:v>42384</c:v>
                </c:pt>
                <c:pt idx="2571">
                  <c:v>42383</c:v>
                </c:pt>
                <c:pt idx="2572">
                  <c:v>42382</c:v>
                </c:pt>
                <c:pt idx="2573">
                  <c:v>42381</c:v>
                </c:pt>
                <c:pt idx="2574">
                  <c:v>42380</c:v>
                </c:pt>
                <c:pt idx="2575">
                  <c:v>42377</c:v>
                </c:pt>
                <c:pt idx="2576">
                  <c:v>42376</c:v>
                </c:pt>
                <c:pt idx="2577">
                  <c:v>42375</c:v>
                </c:pt>
                <c:pt idx="2578">
                  <c:v>42374</c:v>
                </c:pt>
                <c:pt idx="2579">
                  <c:v>42373</c:v>
                </c:pt>
                <c:pt idx="2580">
                  <c:v>42369</c:v>
                </c:pt>
                <c:pt idx="2581">
                  <c:v>42368</c:v>
                </c:pt>
                <c:pt idx="2582">
                  <c:v>42367</c:v>
                </c:pt>
                <c:pt idx="2583">
                  <c:v>42366</c:v>
                </c:pt>
                <c:pt idx="2584">
                  <c:v>42362</c:v>
                </c:pt>
                <c:pt idx="2585">
                  <c:v>42361</c:v>
                </c:pt>
                <c:pt idx="2586">
                  <c:v>42360</c:v>
                </c:pt>
                <c:pt idx="2587">
                  <c:v>42359</c:v>
                </c:pt>
                <c:pt idx="2588">
                  <c:v>42356</c:v>
                </c:pt>
                <c:pt idx="2589">
                  <c:v>42355</c:v>
                </c:pt>
                <c:pt idx="2590">
                  <c:v>42354</c:v>
                </c:pt>
                <c:pt idx="2591">
                  <c:v>42353</c:v>
                </c:pt>
                <c:pt idx="2592">
                  <c:v>42352</c:v>
                </c:pt>
                <c:pt idx="2593">
                  <c:v>42349</c:v>
                </c:pt>
                <c:pt idx="2594">
                  <c:v>42348</c:v>
                </c:pt>
                <c:pt idx="2595">
                  <c:v>42347</c:v>
                </c:pt>
                <c:pt idx="2596">
                  <c:v>42346</c:v>
                </c:pt>
                <c:pt idx="2597">
                  <c:v>42345</c:v>
                </c:pt>
                <c:pt idx="2598">
                  <c:v>42342</c:v>
                </c:pt>
                <c:pt idx="2599">
                  <c:v>42341</c:v>
                </c:pt>
                <c:pt idx="2600">
                  <c:v>42340</c:v>
                </c:pt>
                <c:pt idx="2601">
                  <c:v>42339</c:v>
                </c:pt>
                <c:pt idx="2602">
                  <c:v>42338</c:v>
                </c:pt>
                <c:pt idx="2603">
                  <c:v>42335</c:v>
                </c:pt>
                <c:pt idx="2604">
                  <c:v>42334</c:v>
                </c:pt>
                <c:pt idx="2605">
                  <c:v>42333</c:v>
                </c:pt>
                <c:pt idx="2606">
                  <c:v>42332</c:v>
                </c:pt>
                <c:pt idx="2607">
                  <c:v>42331</c:v>
                </c:pt>
                <c:pt idx="2608">
                  <c:v>42328</c:v>
                </c:pt>
                <c:pt idx="2609">
                  <c:v>42327</c:v>
                </c:pt>
                <c:pt idx="2610">
                  <c:v>42326</c:v>
                </c:pt>
                <c:pt idx="2611">
                  <c:v>42325</c:v>
                </c:pt>
                <c:pt idx="2612">
                  <c:v>42324</c:v>
                </c:pt>
                <c:pt idx="2613">
                  <c:v>42321</c:v>
                </c:pt>
                <c:pt idx="2614">
                  <c:v>42320</c:v>
                </c:pt>
                <c:pt idx="2615">
                  <c:v>42319</c:v>
                </c:pt>
                <c:pt idx="2616">
                  <c:v>42318</c:v>
                </c:pt>
                <c:pt idx="2617">
                  <c:v>42317</c:v>
                </c:pt>
                <c:pt idx="2618">
                  <c:v>42314</c:v>
                </c:pt>
                <c:pt idx="2619">
                  <c:v>42313</c:v>
                </c:pt>
                <c:pt idx="2620">
                  <c:v>42312</c:v>
                </c:pt>
                <c:pt idx="2621">
                  <c:v>42311</c:v>
                </c:pt>
                <c:pt idx="2622">
                  <c:v>42310</c:v>
                </c:pt>
                <c:pt idx="2623">
                  <c:v>42307</c:v>
                </c:pt>
                <c:pt idx="2624">
                  <c:v>42306</c:v>
                </c:pt>
                <c:pt idx="2625">
                  <c:v>42305</c:v>
                </c:pt>
                <c:pt idx="2626">
                  <c:v>42304</c:v>
                </c:pt>
                <c:pt idx="2627">
                  <c:v>42303</c:v>
                </c:pt>
                <c:pt idx="2628">
                  <c:v>42300</c:v>
                </c:pt>
                <c:pt idx="2629">
                  <c:v>42299</c:v>
                </c:pt>
                <c:pt idx="2630">
                  <c:v>42298</c:v>
                </c:pt>
                <c:pt idx="2631">
                  <c:v>42297</c:v>
                </c:pt>
                <c:pt idx="2632">
                  <c:v>42296</c:v>
                </c:pt>
                <c:pt idx="2633">
                  <c:v>42293</c:v>
                </c:pt>
                <c:pt idx="2634">
                  <c:v>42292</c:v>
                </c:pt>
                <c:pt idx="2635">
                  <c:v>42291</c:v>
                </c:pt>
                <c:pt idx="2636">
                  <c:v>42290</c:v>
                </c:pt>
                <c:pt idx="2637">
                  <c:v>42289</c:v>
                </c:pt>
                <c:pt idx="2638">
                  <c:v>42285</c:v>
                </c:pt>
                <c:pt idx="2639">
                  <c:v>42284</c:v>
                </c:pt>
                <c:pt idx="2640">
                  <c:v>42283</c:v>
                </c:pt>
                <c:pt idx="2641">
                  <c:v>42282</c:v>
                </c:pt>
                <c:pt idx="2642">
                  <c:v>42279</c:v>
                </c:pt>
                <c:pt idx="2643">
                  <c:v>42278</c:v>
                </c:pt>
                <c:pt idx="2644">
                  <c:v>42277</c:v>
                </c:pt>
                <c:pt idx="2645">
                  <c:v>42272</c:v>
                </c:pt>
                <c:pt idx="2646">
                  <c:v>42271</c:v>
                </c:pt>
                <c:pt idx="2647">
                  <c:v>42270</c:v>
                </c:pt>
                <c:pt idx="2648">
                  <c:v>42269</c:v>
                </c:pt>
                <c:pt idx="2649">
                  <c:v>42268</c:v>
                </c:pt>
                <c:pt idx="2650">
                  <c:v>42265</c:v>
                </c:pt>
                <c:pt idx="2651">
                  <c:v>42264</c:v>
                </c:pt>
                <c:pt idx="2652">
                  <c:v>42263</c:v>
                </c:pt>
                <c:pt idx="2653">
                  <c:v>42262</c:v>
                </c:pt>
                <c:pt idx="2654">
                  <c:v>42261</c:v>
                </c:pt>
                <c:pt idx="2655">
                  <c:v>42258</c:v>
                </c:pt>
                <c:pt idx="2656">
                  <c:v>42257</c:v>
                </c:pt>
                <c:pt idx="2657">
                  <c:v>42256</c:v>
                </c:pt>
                <c:pt idx="2658">
                  <c:v>42255</c:v>
                </c:pt>
                <c:pt idx="2659">
                  <c:v>42254</c:v>
                </c:pt>
                <c:pt idx="2660">
                  <c:v>42251</c:v>
                </c:pt>
                <c:pt idx="2661">
                  <c:v>42250</c:v>
                </c:pt>
                <c:pt idx="2662">
                  <c:v>42249</c:v>
                </c:pt>
                <c:pt idx="2663">
                  <c:v>42248</c:v>
                </c:pt>
                <c:pt idx="2664">
                  <c:v>42247</c:v>
                </c:pt>
                <c:pt idx="2665">
                  <c:v>42244</c:v>
                </c:pt>
                <c:pt idx="2666">
                  <c:v>42243</c:v>
                </c:pt>
                <c:pt idx="2667">
                  <c:v>42242</c:v>
                </c:pt>
                <c:pt idx="2668">
                  <c:v>42241</c:v>
                </c:pt>
                <c:pt idx="2669">
                  <c:v>42240</c:v>
                </c:pt>
                <c:pt idx="2670">
                  <c:v>42237</c:v>
                </c:pt>
                <c:pt idx="2671">
                  <c:v>42236</c:v>
                </c:pt>
                <c:pt idx="2672">
                  <c:v>42235</c:v>
                </c:pt>
                <c:pt idx="2673">
                  <c:v>42234</c:v>
                </c:pt>
                <c:pt idx="2674">
                  <c:v>42233</c:v>
                </c:pt>
                <c:pt idx="2675">
                  <c:v>42229</c:v>
                </c:pt>
                <c:pt idx="2676">
                  <c:v>42228</c:v>
                </c:pt>
                <c:pt idx="2677">
                  <c:v>42227</c:v>
                </c:pt>
                <c:pt idx="2678">
                  <c:v>42226</c:v>
                </c:pt>
                <c:pt idx="2679">
                  <c:v>42223</c:v>
                </c:pt>
                <c:pt idx="2680">
                  <c:v>42222</c:v>
                </c:pt>
                <c:pt idx="2681">
                  <c:v>42221</c:v>
                </c:pt>
                <c:pt idx="2682">
                  <c:v>42220</c:v>
                </c:pt>
                <c:pt idx="2683">
                  <c:v>42219</c:v>
                </c:pt>
                <c:pt idx="2684">
                  <c:v>42216</c:v>
                </c:pt>
                <c:pt idx="2685">
                  <c:v>42215</c:v>
                </c:pt>
                <c:pt idx="2686">
                  <c:v>42214</c:v>
                </c:pt>
                <c:pt idx="2687">
                  <c:v>42213</c:v>
                </c:pt>
                <c:pt idx="2688">
                  <c:v>42212</c:v>
                </c:pt>
                <c:pt idx="2689">
                  <c:v>42209</c:v>
                </c:pt>
                <c:pt idx="2690">
                  <c:v>42208</c:v>
                </c:pt>
                <c:pt idx="2691">
                  <c:v>42207</c:v>
                </c:pt>
                <c:pt idx="2692">
                  <c:v>42206</c:v>
                </c:pt>
                <c:pt idx="2693">
                  <c:v>42205</c:v>
                </c:pt>
                <c:pt idx="2694">
                  <c:v>42202</c:v>
                </c:pt>
                <c:pt idx="2695">
                  <c:v>42201</c:v>
                </c:pt>
                <c:pt idx="2696">
                  <c:v>42200</c:v>
                </c:pt>
                <c:pt idx="2697">
                  <c:v>42199</c:v>
                </c:pt>
                <c:pt idx="2698">
                  <c:v>42198</c:v>
                </c:pt>
                <c:pt idx="2699">
                  <c:v>42195</c:v>
                </c:pt>
                <c:pt idx="2700">
                  <c:v>42194</c:v>
                </c:pt>
                <c:pt idx="2701">
                  <c:v>42193</c:v>
                </c:pt>
                <c:pt idx="2702">
                  <c:v>42192</c:v>
                </c:pt>
                <c:pt idx="2703">
                  <c:v>42191</c:v>
                </c:pt>
                <c:pt idx="2704">
                  <c:v>42188</c:v>
                </c:pt>
                <c:pt idx="2705">
                  <c:v>42187</c:v>
                </c:pt>
                <c:pt idx="2706">
                  <c:v>42186</c:v>
                </c:pt>
                <c:pt idx="2707">
                  <c:v>42185</c:v>
                </c:pt>
                <c:pt idx="2708">
                  <c:v>42184</c:v>
                </c:pt>
                <c:pt idx="2709">
                  <c:v>42181</c:v>
                </c:pt>
                <c:pt idx="2710">
                  <c:v>42180</c:v>
                </c:pt>
                <c:pt idx="2711">
                  <c:v>42179</c:v>
                </c:pt>
                <c:pt idx="2712">
                  <c:v>42178</c:v>
                </c:pt>
                <c:pt idx="2713">
                  <c:v>42177</c:v>
                </c:pt>
                <c:pt idx="2714">
                  <c:v>42174</c:v>
                </c:pt>
                <c:pt idx="2715">
                  <c:v>42173</c:v>
                </c:pt>
                <c:pt idx="2716">
                  <c:v>42172</c:v>
                </c:pt>
                <c:pt idx="2717">
                  <c:v>42171</c:v>
                </c:pt>
                <c:pt idx="2718">
                  <c:v>42170</c:v>
                </c:pt>
                <c:pt idx="2719">
                  <c:v>42167</c:v>
                </c:pt>
                <c:pt idx="2720">
                  <c:v>42166</c:v>
                </c:pt>
                <c:pt idx="2721">
                  <c:v>42165</c:v>
                </c:pt>
                <c:pt idx="2722">
                  <c:v>42164</c:v>
                </c:pt>
                <c:pt idx="2723">
                  <c:v>42163</c:v>
                </c:pt>
                <c:pt idx="2724">
                  <c:v>42160</c:v>
                </c:pt>
                <c:pt idx="2725">
                  <c:v>42159</c:v>
                </c:pt>
                <c:pt idx="2726">
                  <c:v>42158</c:v>
                </c:pt>
                <c:pt idx="2727">
                  <c:v>42157</c:v>
                </c:pt>
                <c:pt idx="2728">
                  <c:v>42156</c:v>
                </c:pt>
                <c:pt idx="2729">
                  <c:v>42153</c:v>
                </c:pt>
                <c:pt idx="2730">
                  <c:v>42152</c:v>
                </c:pt>
                <c:pt idx="2731">
                  <c:v>42151</c:v>
                </c:pt>
                <c:pt idx="2732">
                  <c:v>42150</c:v>
                </c:pt>
                <c:pt idx="2733">
                  <c:v>42146</c:v>
                </c:pt>
                <c:pt idx="2734">
                  <c:v>42145</c:v>
                </c:pt>
                <c:pt idx="2735">
                  <c:v>42144</c:v>
                </c:pt>
                <c:pt idx="2736">
                  <c:v>42143</c:v>
                </c:pt>
                <c:pt idx="2737">
                  <c:v>42142</c:v>
                </c:pt>
                <c:pt idx="2738">
                  <c:v>42139</c:v>
                </c:pt>
                <c:pt idx="2739">
                  <c:v>42138</c:v>
                </c:pt>
                <c:pt idx="2740">
                  <c:v>42137</c:v>
                </c:pt>
                <c:pt idx="2741">
                  <c:v>42136</c:v>
                </c:pt>
                <c:pt idx="2742">
                  <c:v>42135</c:v>
                </c:pt>
                <c:pt idx="2743">
                  <c:v>42132</c:v>
                </c:pt>
                <c:pt idx="2744">
                  <c:v>42131</c:v>
                </c:pt>
                <c:pt idx="2745">
                  <c:v>42130</c:v>
                </c:pt>
                <c:pt idx="2746">
                  <c:v>42128</c:v>
                </c:pt>
                <c:pt idx="2747">
                  <c:v>42124</c:v>
                </c:pt>
                <c:pt idx="2748">
                  <c:v>42123</c:v>
                </c:pt>
                <c:pt idx="2749">
                  <c:v>42122</c:v>
                </c:pt>
                <c:pt idx="2750">
                  <c:v>42121</c:v>
                </c:pt>
                <c:pt idx="2751">
                  <c:v>42118</c:v>
                </c:pt>
                <c:pt idx="2752">
                  <c:v>42117</c:v>
                </c:pt>
                <c:pt idx="2753">
                  <c:v>42116</c:v>
                </c:pt>
                <c:pt idx="2754">
                  <c:v>42115</c:v>
                </c:pt>
                <c:pt idx="2755">
                  <c:v>42114</c:v>
                </c:pt>
                <c:pt idx="2756">
                  <c:v>42111</c:v>
                </c:pt>
                <c:pt idx="2757">
                  <c:v>42110</c:v>
                </c:pt>
                <c:pt idx="2758">
                  <c:v>42109</c:v>
                </c:pt>
                <c:pt idx="2759">
                  <c:v>42108</c:v>
                </c:pt>
                <c:pt idx="2760">
                  <c:v>42107</c:v>
                </c:pt>
                <c:pt idx="2761">
                  <c:v>42104</c:v>
                </c:pt>
                <c:pt idx="2762">
                  <c:v>42103</c:v>
                </c:pt>
                <c:pt idx="2763">
                  <c:v>42102</c:v>
                </c:pt>
                <c:pt idx="2764">
                  <c:v>42101</c:v>
                </c:pt>
                <c:pt idx="2765">
                  <c:v>42100</c:v>
                </c:pt>
                <c:pt idx="2766">
                  <c:v>42097</c:v>
                </c:pt>
                <c:pt idx="2767">
                  <c:v>42096</c:v>
                </c:pt>
                <c:pt idx="2768">
                  <c:v>42095</c:v>
                </c:pt>
                <c:pt idx="2769">
                  <c:v>42094</c:v>
                </c:pt>
                <c:pt idx="2770">
                  <c:v>42093</c:v>
                </c:pt>
                <c:pt idx="2771">
                  <c:v>42090</c:v>
                </c:pt>
                <c:pt idx="2772">
                  <c:v>42089</c:v>
                </c:pt>
                <c:pt idx="2773">
                  <c:v>42088</c:v>
                </c:pt>
                <c:pt idx="2774">
                  <c:v>42087</c:v>
                </c:pt>
                <c:pt idx="2775">
                  <c:v>42086</c:v>
                </c:pt>
                <c:pt idx="2776">
                  <c:v>42083</c:v>
                </c:pt>
                <c:pt idx="2777">
                  <c:v>42082</c:v>
                </c:pt>
                <c:pt idx="2778">
                  <c:v>42081</c:v>
                </c:pt>
                <c:pt idx="2779">
                  <c:v>42080</c:v>
                </c:pt>
                <c:pt idx="2780">
                  <c:v>42079</c:v>
                </c:pt>
                <c:pt idx="2781">
                  <c:v>42076</c:v>
                </c:pt>
                <c:pt idx="2782">
                  <c:v>42075</c:v>
                </c:pt>
                <c:pt idx="2783">
                  <c:v>42074</c:v>
                </c:pt>
                <c:pt idx="2784">
                  <c:v>42073</c:v>
                </c:pt>
                <c:pt idx="2785">
                  <c:v>42072</c:v>
                </c:pt>
                <c:pt idx="2786">
                  <c:v>42069</c:v>
                </c:pt>
                <c:pt idx="2787">
                  <c:v>42068</c:v>
                </c:pt>
                <c:pt idx="2788">
                  <c:v>42067</c:v>
                </c:pt>
                <c:pt idx="2789">
                  <c:v>42066</c:v>
                </c:pt>
                <c:pt idx="2790">
                  <c:v>42065</c:v>
                </c:pt>
                <c:pt idx="2791">
                  <c:v>42062</c:v>
                </c:pt>
                <c:pt idx="2792">
                  <c:v>42061</c:v>
                </c:pt>
                <c:pt idx="2793">
                  <c:v>42060</c:v>
                </c:pt>
                <c:pt idx="2794">
                  <c:v>42059</c:v>
                </c:pt>
                <c:pt idx="2795">
                  <c:v>42058</c:v>
                </c:pt>
                <c:pt idx="2796">
                  <c:v>42052</c:v>
                </c:pt>
                <c:pt idx="2797">
                  <c:v>42051</c:v>
                </c:pt>
                <c:pt idx="2798">
                  <c:v>42048</c:v>
                </c:pt>
                <c:pt idx="2799">
                  <c:v>42047</c:v>
                </c:pt>
                <c:pt idx="2800">
                  <c:v>42046</c:v>
                </c:pt>
                <c:pt idx="2801">
                  <c:v>42045</c:v>
                </c:pt>
                <c:pt idx="2802">
                  <c:v>42044</c:v>
                </c:pt>
                <c:pt idx="2803">
                  <c:v>42041</c:v>
                </c:pt>
                <c:pt idx="2804">
                  <c:v>42040</c:v>
                </c:pt>
                <c:pt idx="2805">
                  <c:v>42039</c:v>
                </c:pt>
                <c:pt idx="2806">
                  <c:v>42038</c:v>
                </c:pt>
                <c:pt idx="2807">
                  <c:v>42037</c:v>
                </c:pt>
                <c:pt idx="2808">
                  <c:v>42034</c:v>
                </c:pt>
                <c:pt idx="2809">
                  <c:v>42033</c:v>
                </c:pt>
                <c:pt idx="2810">
                  <c:v>42032</c:v>
                </c:pt>
                <c:pt idx="2811">
                  <c:v>42031</c:v>
                </c:pt>
                <c:pt idx="2812">
                  <c:v>42030</c:v>
                </c:pt>
                <c:pt idx="2813">
                  <c:v>42027</c:v>
                </c:pt>
                <c:pt idx="2814">
                  <c:v>42026</c:v>
                </c:pt>
                <c:pt idx="2815">
                  <c:v>42025</c:v>
                </c:pt>
                <c:pt idx="2816">
                  <c:v>42024</c:v>
                </c:pt>
                <c:pt idx="2817">
                  <c:v>42023</c:v>
                </c:pt>
                <c:pt idx="2818">
                  <c:v>42020</c:v>
                </c:pt>
                <c:pt idx="2819">
                  <c:v>42019</c:v>
                </c:pt>
                <c:pt idx="2820">
                  <c:v>42018</c:v>
                </c:pt>
                <c:pt idx="2821">
                  <c:v>42017</c:v>
                </c:pt>
                <c:pt idx="2822">
                  <c:v>42016</c:v>
                </c:pt>
                <c:pt idx="2823">
                  <c:v>42013</c:v>
                </c:pt>
                <c:pt idx="2824">
                  <c:v>42012</c:v>
                </c:pt>
                <c:pt idx="2825">
                  <c:v>42011</c:v>
                </c:pt>
                <c:pt idx="2826">
                  <c:v>42010</c:v>
                </c:pt>
                <c:pt idx="2827">
                  <c:v>42009</c:v>
                </c:pt>
                <c:pt idx="2828">
                  <c:v>42006</c:v>
                </c:pt>
                <c:pt idx="2829">
                  <c:v>42004</c:v>
                </c:pt>
                <c:pt idx="2830">
                  <c:v>42003</c:v>
                </c:pt>
                <c:pt idx="2831">
                  <c:v>42002</c:v>
                </c:pt>
                <c:pt idx="2832">
                  <c:v>41999</c:v>
                </c:pt>
                <c:pt idx="2833">
                  <c:v>41997</c:v>
                </c:pt>
                <c:pt idx="2834">
                  <c:v>41996</c:v>
                </c:pt>
                <c:pt idx="2835">
                  <c:v>41995</c:v>
                </c:pt>
                <c:pt idx="2836">
                  <c:v>41992</c:v>
                </c:pt>
                <c:pt idx="2837">
                  <c:v>41991</c:v>
                </c:pt>
                <c:pt idx="2838">
                  <c:v>41990</c:v>
                </c:pt>
                <c:pt idx="2839">
                  <c:v>41989</c:v>
                </c:pt>
                <c:pt idx="2840">
                  <c:v>41988</c:v>
                </c:pt>
                <c:pt idx="2841">
                  <c:v>41985</c:v>
                </c:pt>
                <c:pt idx="2842">
                  <c:v>41984</c:v>
                </c:pt>
                <c:pt idx="2843">
                  <c:v>41983</c:v>
                </c:pt>
                <c:pt idx="2844">
                  <c:v>41982</c:v>
                </c:pt>
                <c:pt idx="2845">
                  <c:v>41981</c:v>
                </c:pt>
                <c:pt idx="2846">
                  <c:v>41978</c:v>
                </c:pt>
                <c:pt idx="2847">
                  <c:v>41977</c:v>
                </c:pt>
                <c:pt idx="2848">
                  <c:v>41976</c:v>
                </c:pt>
                <c:pt idx="2849">
                  <c:v>41975</c:v>
                </c:pt>
                <c:pt idx="2850">
                  <c:v>41974</c:v>
                </c:pt>
                <c:pt idx="2851">
                  <c:v>41971</c:v>
                </c:pt>
                <c:pt idx="2852">
                  <c:v>41970</c:v>
                </c:pt>
                <c:pt idx="2853">
                  <c:v>41969</c:v>
                </c:pt>
                <c:pt idx="2854">
                  <c:v>41968</c:v>
                </c:pt>
                <c:pt idx="2855">
                  <c:v>41967</c:v>
                </c:pt>
                <c:pt idx="2856">
                  <c:v>41964</c:v>
                </c:pt>
                <c:pt idx="2857">
                  <c:v>41963</c:v>
                </c:pt>
                <c:pt idx="2858">
                  <c:v>41962</c:v>
                </c:pt>
                <c:pt idx="2859">
                  <c:v>41961</c:v>
                </c:pt>
                <c:pt idx="2860">
                  <c:v>41960</c:v>
                </c:pt>
                <c:pt idx="2861">
                  <c:v>41957</c:v>
                </c:pt>
                <c:pt idx="2862">
                  <c:v>41956</c:v>
                </c:pt>
                <c:pt idx="2863">
                  <c:v>41955</c:v>
                </c:pt>
                <c:pt idx="2864">
                  <c:v>41954</c:v>
                </c:pt>
                <c:pt idx="2865">
                  <c:v>41953</c:v>
                </c:pt>
                <c:pt idx="2866">
                  <c:v>41950</c:v>
                </c:pt>
                <c:pt idx="2867">
                  <c:v>41949</c:v>
                </c:pt>
                <c:pt idx="2868">
                  <c:v>41948</c:v>
                </c:pt>
                <c:pt idx="2869">
                  <c:v>41947</c:v>
                </c:pt>
                <c:pt idx="2870">
                  <c:v>41946</c:v>
                </c:pt>
                <c:pt idx="2871">
                  <c:v>41943</c:v>
                </c:pt>
                <c:pt idx="2872">
                  <c:v>41942</c:v>
                </c:pt>
                <c:pt idx="2873">
                  <c:v>41941</c:v>
                </c:pt>
                <c:pt idx="2874">
                  <c:v>41940</c:v>
                </c:pt>
                <c:pt idx="2875">
                  <c:v>41939</c:v>
                </c:pt>
                <c:pt idx="2876">
                  <c:v>41936</c:v>
                </c:pt>
                <c:pt idx="2877">
                  <c:v>41935</c:v>
                </c:pt>
                <c:pt idx="2878">
                  <c:v>41934</c:v>
                </c:pt>
                <c:pt idx="2879">
                  <c:v>41933</c:v>
                </c:pt>
                <c:pt idx="2880">
                  <c:v>41932</c:v>
                </c:pt>
                <c:pt idx="2881">
                  <c:v>41929</c:v>
                </c:pt>
                <c:pt idx="2882">
                  <c:v>41928</c:v>
                </c:pt>
                <c:pt idx="2883">
                  <c:v>41927</c:v>
                </c:pt>
                <c:pt idx="2884">
                  <c:v>41926</c:v>
                </c:pt>
                <c:pt idx="2885">
                  <c:v>41925</c:v>
                </c:pt>
                <c:pt idx="2886">
                  <c:v>41922</c:v>
                </c:pt>
                <c:pt idx="2887">
                  <c:v>41920</c:v>
                </c:pt>
                <c:pt idx="2888">
                  <c:v>41919</c:v>
                </c:pt>
                <c:pt idx="2889">
                  <c:v>41918</c:v>
                </c:pt>
                <c:pt idx="2890">
                  <c:v>41914</c:v>
                </c:pt>
                <c:pt idx="2891">
                  <c:v>41913</c:v>
                </c:pt>
                <c:pt idx="2892">
                  <c:v>41912</c:v>
                </c:pt>
                <c:pt idx="2893">
                  <c:v>41911</c:v>
                </c:pt>
                <c:pt idx="2894">
                  <c:v>41908</c:v>
                </c:pt>
                <c:pt idx="2895">
                  <c:v>41907</c:v>
                </c:pt>
                <c:pt idx="2896">
                  <c:v>41906</c:v>
                </c:pt>
                <c:pt idx="2897">
                  <c:v>41905</c:v>
                </c:pt>
                <c:pt idx="2898">
                  <c:v>41904</c:v>
                </c:pt>
                <c:pt idx="2899">
                  <c:v>41901</c:v>
                </c:pt>
                <c:pt idx="2900">
                  <c:v>41900</c:v>
                </c:pt>
                <c:pt idx="2901">
                  <c:v>41899</c:v>
                </c:pt>
                <c:pt idx="2902">
                  <c:v>41898</c:v>
                </c:pt>
                <c:pt idx="2903">
                  <c:v>41897</c:v>
                </c:pt>
                <c:pt idx="2904">
                  <c:v>41894</c:v>
                </c:pt>
                <c:pt idx="2905">
                  <c:v>41893</c:v>
                </c:pt>
                <c:pt idx="2906">
                  <c:v>41887</c:v>
                </c:pt>
                <c:pt idx="2907">
                  <c:v>41886</c:v>
                </c:pt>
                <c:pt idx="2908">
                  <c:v>41885</c:v>
                </c:pt>
                <c:pt idx="2909">
                  <c:v>41884</c:v>
                </c:pt>
                <c:pt idx="2910">
                  <c:v>41883</c:v>
                </c:pt>
                <c:pt idx="2911">
                  <c:v>41880</c:v>
                </c:pt>
                <c:pt idx="2912">
                  <c:v>41879</c:v>
                </c:pt>
                <c:pt idx="2913">
                  <c:v>41878</c:v>
                </c:pt>
                <c:pt idx="2914">
                  <c:v>41877</c:v>
                </c:pt>
                <c:pt idx="2915">
                  <c:v>41876</c:v>
                </c:pt>
                <c:pt idx="2916">
                  <c:v>41873</c:v>
                </c:pt>
                <c:pt idx="2917">
                  <c:v>41872</c:v>
                </c:pt>
                <c:pt idx="2918">
                  <c:v>41871</c:v>
                </c:pt>
                <c:pt idx="2919">
                  <c:v>41870</c:v>
                </c:pt>
                <c:pt idx="2920">
                  <c:v>41869</c:v>
                </c:pt>
                <c:pt idx="2921">
                  <c:v>41865</c:v>
                </c:pt>
                <c:pt idx="2922">
                  <c:v>41864</c:v>
                </c:pt>
                <c:pt idx="2923">
                  <c:v>41863</c:v>
                </c:pt>
                <c:pt idx="2924">
                  <c:v>41862</c:v>
                </c:pt>
                <c:pt idx="2925">
                  <c:v>41859</c:v>
                </c:pt>
                <c:pt idx="2926">
                  <c:v>41858</c:v>
                </c:pt>
                <c:pt idx="2927">
                  <c:v>41857</c:v>
                </c:pt>
                <c:pt idx="2928">
                  <c:v>41856</c:v>
                </c:pt>
                <c:pt idx="2929">
                  <c:v>41855</c:v>
                </c:pt>
                <c:pt idx="2930">
                  <c:v>41852</c:v>
                </c:pt>
                <c:pt idx="2931">
                  <c:v>41851</c:v>
                </c:pt>
                <c:pt idx="2932">
                  <c:v>41850</c:v>
                </c:pt>
                <c:pt idx="2933">
                  <c:v>41849</c:v>
                </c:pt>
                <c:pt idx="2934">
                  <c:v>41848</c:v>
                </c:pt>
                <c:pt idx="2935">
                  <c:v>41845</c:v>
                </c:pt>
                <c:pt idx="2936">
                  <c:v>41844</c:v>
                </c:pt>
                <c:pt idx="2937">
                  <c:v>41843</c:v>
                </c:pt>
                <c:pt idx="2938">
                  <c:v>41842</c:v>
                </c:pt>
                <c:pt idx="2939">
                  <c:v>41841</c:v>
                </c:pt>
                <c:pt idx="2940">
                  <c:v>41838</c:v>
                </c:pt>
                <c:pt idx="2941">
                  <c:v>41837</c:v>
                </c:pt>
                <c:pt idx="2942">
                  <c:v>41836</c:v>
                </c:pt>
                <c:pt idx="2943">
                  <c:v>41835</c:v>
                </c:pt>
                <c:pt idx="2944">
                  <c:v>41834</c:v>
                </c:pt>
                <c:pt idx="2945">
                  <c:v>41831</c:v>
                </c:pt>
                <c:pt idx="2946">
                  <c:v>41830</c:v>
                </c:pt>
                <c:pt idx="2947">
                  <c:v>41829</c:v>
                </c:pt>
                <c:pt idx="2948">
                  <c:v>41828</c:v>
                </c:pt>
                <c:pt idx="2949">
                  <c:v>41827</c:v>
                </c:pt>
                <c:pt idx="2950">
                  <c:v>41824</c:v>
                </c:pt>
                <c:pt idx="2951">
                  <c:v>41823</c:v>
                </c:pt>
                <c:pt idx="2952">
                  <c:v>41822</c:v>
                </c:pt>
                <c:pt idx="2953">
                  <c:v>41821</c:v>
                </c:pt>
                <c:pt idx="2954">
                  <c:v>41820</c:v>
                </c:pt>
                <c:pt idx="2955">
                  <c:v>41817</c:v>
                </c:pt>
                <c:pt idx="2956">
                  <c:v>41816</c:v>
                </c:pt>
                <c:pt idx="2957">
                  <c:v>41815</c:v>
                </c:pt>
                <c:pt idx="2958">
                  <c:v>41814</c:v>
                </c:pt>
                <c:pt idx="2959">
                  <c:v>41813</c:v>
                </c:pt>
                <c:pt idx="2960">
                  <c:v>41810</c:v>
                </c:pt>
                <c:pt idx="2961">
                  <c:v>41809</c:v>
                </c:pt>
                <c:pt idx="2962">
                  <c:v>41808</c:v>
                </c:pt>
                <c:pt idx="2963">
                  <c:v>41807</c:v>
                </c:pt>
                <c:pt idx="2964">
                  <c:v>41806</c:v>
                </c:pt>
                <c:pt idx="2965">
                  <c:v>41803</c:v>
                </c:pt>
                <c:pt idx="2966">
                  <c:v>41802</c:v>
                </c:pt>
                <c:pt idx="2967">
                  <c:v>41801</c:v>
                </c:pt>
                <c:pt idx="2968">
                  <c:v>41800</c:v>
                </c:pt>
                <c:pt idx="2969">
                  <c:v>41799</c:v>
                </c:pt>
                <c:pt idx="2970">
                  <c:v>41795</c:v>
                </c:pt>
                <c:pt idx="2971">
                  <c:v>41793</c:v>
                </c:pt>
                <c:pt idx="2972">
                  <c:v>41792</c:v>
                </c:pt>
                <c:pt idx="2973">
                  <c:v>41789</c:v>
                </c:pt>
                <c:pt idx="2974">
                  <c:v>41788</c:v>
                </c:pt>
                <c:pt idx="2975">
                  <c:v>41787</c:v>
                </c:pt>
                <c:pt idx="2976">
                  <c:v>41786</c:v>
                </c:pt>
                <c:pt idx="2977">
                  <c:v>41785</c:v>
                </c:pt>
                <c:pt idx="2978">
                  <c:v>41782</c:v>
                </c:pt>
                <c:pt idx="2979">
                  <c:v>41781</c:v>
                </c:pt>
                <c:pt idx="2980">
                  <c:v>41780</c:v>
                </c:pt>
                <c:pt idx="2981">
                  <c:v>41779</c:v>
                </c:pt>
                <c:pt idx="2982">
                  <c:v>41778</c:v>
                </c:pt>
                <c:pt idx="2983">
                  <c:v>41775</c:v>
                </c:pt>
                <c:pt idx="2984">
                  <c:v>41774</c:v>
                </c:pt>
                <c:pt idx="2985">
                  <c:v>41773</c:v>
                </c:pt>
                <c:pt idx="2986">
                  <c:v>41772</c:v>
                </c:pt>
                <c:pt idx="2987">
                  <c:v>41771</c:v>
                </c:pt>
                <c:pt idx="2988">
                  <c:v>41768</c:v>
                </c:pt>
                <c:pt idx="2989">
                  <c:v>41767</c:v>
                </c:pt>
                <c:pt idx="2990">
                  <c:v>41766</c:v>
                </c:pt>
                <c:pt idx="2991">
                  <c:v>41761</c:v>
                </c:pt>
                <c:pt idx="2992">
                  <c:v>41759</c:v>
                </c:pt>
                <c:pt idx="2993">
                  <c:v>41758</c:v>
                </c:pt>
                <c:pt idx="2994">
                  <c:v>41757</c:v>
                </c:pt>
                <c:pt idx="2995">
                  <c:v>41754</c:v>
                </c:pt>
                <c:pt idx="2996">
                  <c:v>41753</c:v>
                </c:pt>
                <c:pt idx="2997">
                  <c:v>41752</c:v>
                </c:pt>
                <c:pt idx="2998">
                  <c:v>41751</c:v>
                </c:pt>
                <c:pt idx="2999">
                  <c:v>41750</c:v>
                </c:pt>
                <c:pt idx="3000">
                  <c:v>41747</c:v>
                </c:pt>
                <c:pt idx="3001">
                  <c:v>41746</c:v>
                </c:pt>
                <c:pt idx="3002">
                  <c:v>41745</c:v>
                </c:pt>
                <c:pt idx="3003">
                  <c:v>41744</c:v>
                </c:pt>
                <c:pt idx="3004">
                  <c:v>41743</c:v>
                </c:pt>
                <c:pt idx="3005">
                  <c:v>41740</c:v>
                </c:pt>
                <c:pt idx="3006">
                  <c:v>41739</c:v>
                </c:pt>
                <c:pt idx="3007">
                  <c:v>41738</c:v>
                </c:pt>
                <c:pt idx="3008">
                  <c:v>41737</c:v>
                </c:pt>
                <c:pt idx="3009">
                  <c:v>41736</c:v>
                </c:pt>
                <c:pt idx="3010">
                  <c:v>41733</c:v>
                </c:pt>
                <c:pt idx="3011">
                  <c:v>41732</c:v>
                </c:pt>
                <c:pt idx="3012">
                  <c:v>41731</c:v>
                </c:pt>
                <c:pt idx="3013">
                  <c:v>41730</c:v>
                </c:pt>
                <c:pt idx="3014">
                  <c:v>41729</c:v>
                </c:pt>
                <c:pt idx="3015">
                  <c:v>41726</c:v>
                </c:pt>
                <c:pt idx="3016">
                  <c:v>41725</c:v>
                </c:pt>
                <c:pt idx="3017">
                  <c:v>41724</c:v>
                </c:pt>
                <c:pt idx="3018">
                  <c:v>41723</c:v>
                </c:pt>
                <c:pt idx="3019">
                  <c:v>41722</c:v>
                </c:pt>
                <c:pt idx="3020">
                  <c:v>41719</c:v>
                </c:pt>
                <c:pt idx="3021">
                  <c:v>41718</c:v>
                </c:pt>
                <c:pt idx="3022">
                  <c:v>41717</c:v>
                </c:pt>
                <c:pt idx="3023">
                  <c:v>41716</c:v>
                </c:pt>
                <c:pt idx="3024">
                  <c:v>41715</c:v>
                </c:pt>
                <c:pt idx="3025">
                  <c:v>41712</c:v>
                </c:pt>
                <c:pt idx="3026">
                  <c:v>41711</c:v>
                </c:pt>
                <c:pt idx="3027">
                  <c:v>41710</c:v>
                </c:pt>
                <c:pt idx="3028">
                  <c:v>41709</c:v>
                </c:pt>
                <c:pt idx="3029">
                  <c:v>41708</c:v>
                </c:pt>
                <c:pt idx="3030">
                  <c:v>41705</c:v>
                </c:pt>
                <c:pt idx="3031">
                  <c:v>41704</c:v>
                </c:pt>
                <c:pt idx="3032">
                  <c:v>41703</c:v>
                </c:pt>
                <c:pt idx="3033">
                  <c:v>41702</c:v>
                </c:pt>
                <c:pt idx="3034">
                  <c:v>41701</c:v>
                </c:pt>
                <c:pt idx="3035">
                  <c:v>41698</c:v>
                </c:pt>
                <c:pt idx="3036">
                  <c:v>41697</c:v>
                </c:pt>
                <c:pt idx="3037">
                  <c:v>41696</c:v>
                </c:pt>
                <c:pt idx="3038">
                  <c:v>41695</c:v>
                </c:pt>
                <c:pt idx="3039">
                  <c:v>41694</c:v>
                </c:pt>
                <c:pt idx="3040">
                  <c:v>41691</c:v>
                </c:pt>
                <c:pt idx="3041">
                  <c:v>41690</c:v>
                </c:pt>
                <c:pt idx="3042">
                  <c:v>41689</c:v>
                </c:pt>
                <c:pt idx="3043">
                  <c:v>41688</c:v>
                </c:pt>
                <c:pt idx="3044">
                  <c:v>41687</c:v>
                </c:pt>
                <c:pt idx="3045">
                  <c:v>41684</c:v>
                </c:pt>
                <c:pt idx="3046">
                  <c:v>41683</c:v>
                </c:pt>
                <c:pt idx="3047">
                  <c:v>41682</c:v>
                </c:pt>
                <c:pt idx="3048">
                  <c:v>41681</c:v>
                </c:pt>
                <c:pt idx="3049">
                  <c:v>41680</c:v>
                </c:pt>
                <c:pt idx="3050">
                  <c:v>41677</c:v>
                </c:pt>
                <c:pt idx="3051">
                  <c:v>41676</c:v>
                </c:pt>
                <c:pt idx="3052">
                  <c:v>41675</c:v>
                </c:pt>
                <c:pt idx="3053">
                  <c:v>41674</c:v>
                </c:pt>
                <c:pt idx="3054">
                  <c:v>41673</c:v>
                </c:pt>
                <c:pt idx="3055">
                  <c:v>41668</c:v>
                </c:pt>
                <c:pt idx="3056">
                  <c:v>41667</c:v>
                </c:pt>
                <c:pt idx="3057">
                  <c:v>41666</c:v>
                </c:pt>
                <c:pt idx="3058">
                  <c:v>41663</c:v>
                </c:pt>
                <c:pt idx="3059">
                  <c:v>41662</c:v>
                </c:pt>
                <c:pt idx="3060">
                  <c:v>41661</c:v>
                </c:pt>
                <c:pt idx="3061">
                  <c:v>41660</c:v>
                </c:pt>
                <c:pt idx="3062">
                  <c:v>41659</c:v>
                </c:pt>
                <c:pt idx="3063">
                  <c:v>41656</c:v>
                </c:pt>
                <c:pt idx="3064">
                  <c:v>41655</c:v>
                </c:pt>
                <c:pt idx="3065">
                  <c:v>41654</c:v>
                </c:pt>
                <c:pt idx="3066">
                  <c:v>41653</c:v>
                </c:pt>
                <c:pt idx="3067">
                  <c:v>41652</c:v>
                </c:pt>
                <c:pt idx="3068">
                  <c:v>41649</c:v>
                </c:pt>
                <c:pt idx="3069">
                  <c:v>41648</c:v>
                </c:pt>
                <c:pt idx="3070">
                  <c:v>41647</c:v>
                </c:pt>
                <c:pt idx="3071">
                  <c:v>41646</c:v>
                </c:pt>
                <c:pt idx="3072">
                  <c:v>41645</c:v>
                </c:pt>
                <c:pt idx="3073">
                  <c:v>41642</c:v>
                </c:pt>
                <c:pt idx="3074">
                  <c:v>41641</c:v>
                </c:pt>
                <c:pt idx="3075">
                  <c:v>41639</c:v>
                </c:pt>
                <c:pt idx="3076">
                  <c:v>41638</c:v>
                </c:pt>
                <c:pt idx="3077">
                  <c:v>41635</c:v>
                </c:pt>
                <c:pt idx="3078">
                  <c:v>41634</c:v>
                </c:pt>
                <c:pt idx="3079">
                  <c:v>41632</c:v>
                </c:pt>
                <c:pt idx="3080">
                  <c:v>41631</c:v>
                </c:pt>
                <c:pt idx="3081">
                  <c:v>41628</c:v>
                </c:pt>
                <c:pt idx="3082">
                  <c:v>41627</c:v>
                </c:pt>
                <c:pt idx="3083">
                  <c:v>41626</c:v>
                </c:pt>
                <c:pt idx="3084">
                  <c:v>41625</c:v>
                </c:pt>
                <c:pt idx="3085">
                  <c:v>41624</c:v>
                </c:pt>
                <c:pt idx="3086">
                  <c:v>41621</c:v>
                </c:pt>
                <c:pt idx="3087">
                  <c:v>41620</c:v>
                </c:pt>
                <c:pt idx="3088">
                  <c:v>41619</c:v>
                </c:pt>
                <c:pt idx="3089">
                  <c:v>41618</c:v>
                </c:pt>
                <c:pt idx="3090">
                  <c:v>41617</c:v>
                </c:pt>
                <c:pt idx="3091">
                  <c:v>41614</c:v>
                </c:pt>
                <c:pt idx="3092">
                  <c:v>41613</c:v>
                </c:pt>
                <c:pt idx="3093">
                  <c:v>41612</c:v>
                </c:pt>
                <c:pt idx="3094">
                  <c:v>41611</c:v>
                </c:pt>
                <c:pt idx="3095">
                  <c:v>41610</c:v>
                </c:pt>
                <c:pt idx="3096">
                  <c:v>41607</c:v>
                </c:pt>
                <c:pt idx="3097">
                  <c:v>41606</c:v>
                </c:pt>
                <c:pt idx="3098">
                  <c:v>41605</c:v>
                </c:pt>
                <c:pt idx="3099">
                  <c:v>41604</c:v>
                </c:pt>
                <c:pt idx="3100">
                  <c:v>41603</c:v>
                </c:pt>
                <c:pt idx="3101">
                  <c:v>41600</c:v>
                </c:pt>
                <c:pt idx="3102">
                  <c:v>41599</c:v>
                </c:pt>
                <c:pt idx="3103">
                  <c:v>41598</c:v>
                </c:pt>
                <c:pt idx="3104">
                  <c:v>41597</c:v>
                </c:pt>
                <c:pt idx="3105">
                  <c:v>41596</c:v>
                </c:pt>
                <c:pt idx="3106">
                  <c:v>41593</c:v>
                </c:pt>
                <c:pt idx="3107">
                  <c:v>41592</c:v>
                </c:pt>
                <c:pt idx="3108">
                  <c:v>41591</c:v>
                </c:pt>
                <c:pt idx="3109">
                  <c:v>41590</c:v>
                </c:pt>
                <c:pt idx="3110">
                  <c:v>41589</c:v>
                </c:pt>
                <c:pt idx="3111">
                  <c:v>41586</c:v>
                </c:pt>
                <c:pt idx="3112">
                  <c:v>41585</c:v>
                </c:pt>
                <c:pt idx="3113">
                  <c:v>41584</c:v>
                </c:pt>
                <c:pt idx="3114">
                  <c:v>41583</c:v>
                </c:pt>
                <c:pt idx="3115">
                  <c:v>41582</c:v>
                </c:pt>
                <c:pt idx="3116">
                  <c:v>41579</c:v>
                </c:pt>
                <c:pt idx="3117">
                  <c:v>41578</c:v>
                </c:pt>
                <c:pt idx="3118">
                  <c:v>41577</c:v>
                </c:pt>
                <c:pt idx="3119">
                  <c:v>41576</c:v>
                </c:pt>
                <c:pt idx="3120">
                  <c:v>41575</c:v>
                </c:pt>
                <c:pt idx="3121">
                  <c:v>41572</c:v>
                </c:pt>
                <c:pt idx="3122">
                  <c:v>41571</c:v>
                </c:pt>
                <c:pt idx="3123">
                  <c:v>41570</c:v>
                </c:pt>
                <c:pt idx="3124">
                  <c:v>41569</c:v>
                </c:pt>
                <c:pt idx="3125">
                  <c:v>41568</c:v>
                </c:pt>
                <c:pt idx="3126">
                  <c:v>41565</c:v>
                </c:pt>
                <c:pt idx="3127">
                  <c:v>41564</c:v>
                </c:pt>
                <c:pt idx="3128">
                  <c:v>41563</c:v>
                </c:pt>
                <c:pt idx="3129">
                  <c:v>41562</c:v>
                </c:pt>
                <c:pt idx="3130">
                  <c:v>41561</c:v>
                </c:pt>
                <c:pt idx="3131">
                  <c:v>41558</c:v>
                </c:pt>
                <c:pt idx="3132">
                  <c:v>41557</c:v>
                </c:pt>
                <c:pt idx="3133">
                  <c:v>41555</c:v>
                </c:pt>
                <c:pt idx="3134">
                  <c:v>41554</c:v>
                </c:pt>
                <c:pt idx="3135">
                  <c:v>41551</c:v>
                </c:pt>
                <c:pt idx="3136">
                  <c:v>41549</c:v>
                </c:pt>
                <c:pt idx="3137">
                  <c:v>41548</c:v>
                </c:pt>
                <c:pt idx="3138">
                  <c:v>41547</c:v>
                </c:pt>
                <c:pt idx="3139">
                  <c:v>41544</c:v>
                </c:pt>
                <c:pt idx="3140">
                  <c:v>41543</c:v>
                </c:pt>
                <c:pt idx="3141">
                  <c:v>41542</c:v>
                </c:pt>
                <c:pt idx="3142">
                  <c:v>41541</c:v>
                </c:pt>
                <c:pt idx="3143">
                  <c:v>41540</c:v>
                </c:pt>
                <c:pt idx="3144">
                  <c:v>41534</c:v>
                </c:pt>
                <c:pt idx="3145">
                  <c:v>41533</c:v>
                </c:pt>
                <c:pt idx="3146">
                  <c:v>41530</c:v>
                </c:pt>
                <c:pt idx="3147">
                  <c:v>41529</c:v>
                </c:pt>
                <c:pt idx="3148">
                  <c:v>41528</c:v>
                </c:pt>
                <c:pt idx="3149">
                  <c:v>41527</c:v>
                </c:pt>
                <c:pt idx="3150">
                  <c:v>41526</c:v>
                </c:pt>
                <c:pt idx="3151">
                  <c:v>41523</c:v>
                </c:pt>
                <c:pt idx="3152">
                  <c:v>41522</c:v>
                </c:pt>
                <c:pt idx="3153">
                  <c:v>41521</c:v>
                </c:pt>
                <c:pt idx="3154">
                  <c:v>41520</c:v>
                </c:pt>
                <c:pt idx="3155">
                  <c:v>41519</c:v>
                </c:pt>
                <c:pt idx="3156">
                  <c:v>41516</c:v>
                </c:pt>
                <c:pt idx="3157">
                  <c:v>41515</c:v>
                </c:pt>
                <c:pt idx="3158">
                  <c:v>41514</c:v>
                </c:pt>
                <c:pt idx="3159">
                  <c:v>41513</c:v>
                </c:pt>
                <c:pt idx="3160">
                  <c:v>41512</c:v>
                </c:pt>
                <c:pt idx="3161">
                  <c:v>41509</c:v>
                </c:pt>
                <c:pt idx="3162">
                  <c:v>41508</c:v>
                </c:pt>
                <c:pt idx="3163">
                  <c:v>41507</c:v>
                </c:pt>
                <c:pt idx="3164">
                  <c:v>41506</c:v>
                </c:pt>
                <c:pt idx="3165">
                  <c:v>41505</c:v>
                </c:pt>
                <c:pt idx="3166">
                  <c:v>41502</c:v>
                </c:pt>
                <c:pt idx="3167">
                  <c:v>41500</c:v>
                </c:pt>
                <c:pt idx="3168">
                  <c:v>41499</c:v>
                </c:pt>
                <c:pt idx="3169">
                  <c:v>41498</c:v>
                </c:pt>
                <c:pt idx="3170">
                  <c:v>41495</c:v>
                </c:pt>
                <c:pt idx="3171">
                  <c:v>41494</c:v>
                </c:pt>
                <c:pt idx="3172">
                  <c:v>41493</c:v>
                </c:pt>
                <c:pt idx="3173">
                  <c:v>41492</c:v>
                </c:pt>
                <c:pt idx="3174">
                  <c:v>41491</c:v>
                </c:pt>
                <c:pt idx="3175">
                  <c:v>41488</c:v>
                </c:pt>
                <c:pt idx="3176">
                  <c:v>41487</c:v>
                </c:pt>
                <c:pt idx="3177">
                  <c:v>41486</c:v>
                </c:pt>
                <c:pt idx="3178">
                  <c:v>41485</c:v>
                </c:pt>
                <c:pt idx="3179">
                  <c:v>41484</c:v>
                </c:pt>
                <c:pt idx="3180">
                  <c:v>41481</c:v>
                </c:pt>
                <c:pt idx="3181">
                  <c:v>41480</c:v>
                </c:pt>
                <c:pt idx="3182">
                  <c:v>41479</c:v>
                </c:pt>
                <c:pt idx="3183">
                  <c:v>41478</c:v>
                </c:pt>
                <c:pt idx="3184">
                  <c:v>41477</c:v>
                </c:pt>
                <c:pt idx="3185">
                  <c:v>41474</c:v>
                </c:pt>
                <c:pt idx="3186">
                  <c:v>41473</c:v>
                </c:pt>
                <c:pt idx="3187">
                  <c:v>41472</c:v>
                </c:pt>
                <c:pt idx="3188">
                  <c:v>41471</c:v>
                </c:pt>
                <c:pt idx="3189">
                  <c:v>41470</c:v>
                </c:pt>
                <c:pt idx="3190">
                  <c:v>41467</c:v>
                </c:pt>
                <c:pt idx="3191">
                  <c:v>41466</c:v>
                </c:pt>
                <c:pt idx="3192">
                  <c:v>41465</c:v>
                </c:pt>
                <c:pt idx="3193">
                  <c:v>41464</c:v>
                </c:pt>
                <c:pt idx="3194">
                  <c:v>41463</c:v>
                </c:pt>
                <c:pt idx="3195">
                  <c:v>41460</c:v>
                </c:pt>
                <c:pt idx="3196">
                  <c:v>41459</c:v>
                </c:pt>
                <c:pt idx="3197">
                  <c:v>41458</c:v>
                </c:pt>
                <c:pt idx="3198">
                  <c:v>41457</c:v>
                </c:pt>
                <c:pt idx="3199">
                  <c:v>41456</c:v>
                </c:pt>
                <c:pt idx="3200">
                  <c:v>41453</c:v>
                </c:pt>
                <c:pt idx="3201">
                  <c:v>41452</c:v>
                </c:pt>
                <c:pt idx="3202">
                  <c:v>41451</c:v>
                </c:pt>
                <c:pt idx="3203">
                  <c:v>41450</c:v>
                </c:pt>
                <c:pt idx="3204">
                  <c:v>41449</c:v>
                </c:pt>
                <c:pt idx="3205">
                  <c:v>41446</c:v>
                </c:pt>
                <c:pt idx="3206">
                  <c:v>41445</c:v>
                </c:pt>
                <c:pt idx="3207">
                  <c:v>41444</c:v>
                </c:pt>
                <c:pt idx="3208">
                  <c:v>41443</c:v>
                </c:pt>
                <c:pt idx="3209">
                  <c:v>41442</c:v>
                </c:pt>
                <c:pt idx="3210">
                  <c:v>41439</c:v>
                </c:pt>
                <c:pt idx="3211">
                  <c:v>41438</c:v>
                </c:pt>
                <c:pt idx="3212">
                  <c:v>41437</c:v>
                </c:pt>
                <c:pt idx="3213">
                  <c:v>41436</c:v>
                </c:pt>
                <c:pt idx="3214">
                  <c:v>41435</c:v>
                </c:pt>
                <c:pt idx="3215">
                  <c:v>41432</c:v>
                </c:pt>
                <c:pt idx="3216">
                  <c:v>41430</c:v>
                </c:pt>
                <c:pt idx="3217">
                  <c:v>41429</c:v>
                </c:pt>
                <c:pt idx="3218">
                  <c:v>41428</c:v>
                </c:pt>
                <c:pt idx="3219">
                  <c:v>41425</c:v>
                </c:pt>
                <c:pt idx="3220">
                  <c:v>41424</c:v>
                </c:pt>
                <c:pt idx="3221">
                  <c:v>41423</c:v>
                </c:pt>
                <c:pt idx="3222">
                  <c:v>41422</c:v>
                </c:pt>
                <c:pt idx="3223">
                  <c:v>41421</c:v>
                </c:pt>
                <c:pt idx="3224">
                  <c:v>41418</c:v>
                </c:pt>
                <c:pt idx="3225">
                  <c:v>41417</c:v>
                </c:pt>
                <c:pt idx="3226">
                  <c:v>41416</c:v>
                </c:pt>
                <c:pt idx="3227">
                  <c:v>41415</c:v>
                </c:pt>
                <c:pt idx="3228">
                  <c:v>41414</c:v>
                </c:pt>
                <c:pt idx="3229">
                  <c:v>41410</c:v>
                </c:pt>
                <c:pt idx="3230">
                  <c:v>41409</c:v>
                </c:pt>
                <c:pt idx="3231">
                  <c:v>41408</c:v>
                </c:pt>
                <c:pt idx="3232">
                  <c:v>41407</c:v>
                </c:pt>
                <c:pt idx="3233">
                  <c:v>41404</c:v>
                </c:pt>
                <c:pt idx="3234">
                  <c:v>41403</c:v>
                </c:pt>
                <c:pt idx="3235">
                  <c:v>41402</c:v>
                </c:pt>
                <c:pt idx="3236">
                  <c:v>41401</c:v>
                </c:pt>
                <c:pt idx="3237">
                  <c:v>41400</c:v>
                </c:pt>
                <c:pt idx="3238">
                  <c:v>41397</c:v>
                </c:pt>
                <c:pt idx="3239">
                  <c:v>41396</c:v>
                </c:pt>
                <c:pt idx="3240">
                  <c:v>41394</c:v>
                </c:pt>
                <c:pt idx="3241">
                  <c:v>41393</c:v>
                </c:pt>
                <c:pt idx="3242">
                  <c:v>41390</c:v>
                </c:pt>
                <c:pt idx="3243">
                  <c:v>41389</c:v>
                </c:pt>
                <c:pt idx="3244">
                  <c:v>41388</c:v>
                </c:pt>
                <c:pt idx="3245">
                  <c:v>41387</c:v>
                </c:pt>
                <c:pt idx="3246">
                  <c:v>41386</c:v>
                </c:pt>
                <c:pt idx="3247">
                  <c:v>41383</c:v>
                </c:pt>
                <c:pt idx="3248">
                  <c:v>41382</c:v>
                </c:pt>
                <c:pt idx="3249">
                  <c:v>41381</c:v>
                </c:pt>
                <c:pt idx="3250">
                  <c:v>41380</c:v>
                </c:pt>
                <c:pt idx="3251">
                  <c:v>41379</c:v>
                </c:pt>
                <c:pt idx="3252">
                  <c:v>41376</c:v>
                </c:pt>
                <c:pt idx="3253">
                  <c:v>41375</c:v>
                </c:pt>
                <c:pt idx="3254">
                  <c:v>41374</c:v>
                </c:pt>
                <c:pt idx="3255">
                  <c:v>41373</c:v>
                </c:pt>
                <c:pt idx="3256">
                  <c:v>41372</c:v>
                </c:pt>
                <c:pt idx="3257">
                  <c:v>41369</c:v>
                </c:pt>
                <c:pt idx="3258">
                  <c:v>41368</c:v>
                </c:pt>
                <c:pt idx="3259">
                  <c:v>41367</c:v>
                </c:pt>
                <c:pt idx="3260">
                  <c:v>41366</c:v>
                </c:pt>
                <c:pt idx="3261">
                  <c:v>41365</c:v>
                </c:pt>
                <c:pt idx="3262">
                  <c:v>41362</c:v>
                </c:pt>
                <c:pt idx="3263">
                  <c:v>41361</c:v>
                </c:pt>
                <c:pt idx="3264">
                  <c:v>41360</c:v>
                </c:pt>
                <c:pt idx="3265">
                  <c:v>41359</c:v>
                </c:pt>
                <c:pt idx="3266">
                  <c:v>41358</c:v>
                </c:pt>
                <c:pt idx="3267">
                  <c:v>41355</c:v>
                </c:pt>
                <c:pt idx="3268">
                  <c:v>41354</c:v>
                </c:pt>
                <c:pt idx="3269">
                  <c:v>41353</c:v>
                </c:pt>
                <c:pt idx="3270">
                  <c:v>41352</c:v>
                </c:pt>
                <c:pt idx="3271">
                  <c:v>41351</c:v>
                </c:pt>
                <c:pt idx="3272">
                  <c:v>41348</c:v>
                </c:pt>
                <c:pt idx="3273">
                  <c:v>41347</c:v>
                </c:pt>
                <c:pt idx="3274">
                  <c:v>41346</c:v>
                </c:pt>
                <c:pt idx="3275">
                  <c:v>41345</c:v>
                </c:pt>
                <c:pt idx="3276">
                  <c:v>41344</c:v>
                </c:pt>
                <c:pt idx="3277">
                  <c:v>41341</c:v>
                </c:pt>
                <c:pt idx="3278">
                  <c:v>41340</c:v>
                </c:pt>
                <c:pt idx="3279">
                  <c:v>41339</c:v>
                </c:pt>
                <c:pt idx="3280">
                  <c:v>41338</c:v>
                </c:pt>
                <c:pt idx="3281">
                  <c:v>41337</c:v>
                </c:pt>
                <c:pt idx="3282">
                  <c:v>41333</c:v>
                </c:pt>
                <c:pt idx="3283">
                  <c:v>41332</c:v>
                </c:pt>
                <c:pt idx="3284">
                  <c:v>41331</c:v>
                </c:pt>
                <c:pt idx="3285">
                  <c:v>41330</c:v>
                </c:pt>
                <c:pt idx="3286">
                  <c:v>41327</c:v>
                </c:pt>
                <c:pt idx="3287">
                  <c:v>41326</c:v>
                </c:pt>
                <c:pt idx="3288">
                  <c:v>41325</c:v>
                </c:pt>
                <c:pt idx="3289">
                  <c:v>41324</c:v>
                </c:pt>
                <c:pt idx="3290">
                  <c:v>41323</c:v>
                </c:pt>
                <c:pt idx="3291">
                  <c:v>41320</c:v>
                </c:pt>
                <c:pt idx="3292">
                  <c:v>41319</c:v>
                </c:pt>
                <c:pt idx="3293">
                  <c:v>41318</c:v>
                </c:pt>
                <c:pt idx="3294">
                  <c:v>41317</c:v>
                </c:pt>
                <c:pt idx="3295">
                  <c:v>41313</c:v>
                </c:pt>
                <c:pt idx="3296">
                  <c:v>41312</c:v>
                </c:pt>
                <c:pt idx="3297">
                  <c:v>41311</c:v>
                </c:pt>
                <c:pt idx="3298">
                  <c:v>41310</c:v>
                </c:pt>
                <c:pt idx="3299">
                  <c:v>41309</c:v>
                </c:pt>
                <c:pt idx="3300">
                  <c:v>41306</c:v>
                </c:pt>
                <c:pt idx="3301">
                  <c:v>41305</c:v>
                </c:pt>
                <c:pt idx="3302">
                  <c:v>41304</c:v>
                </c:pt>
                <c:pt idx="3303">
                  <c:v>41303</c:v>
                </c:pt>
                <c:pt idx="3304">
                  <c:v>41302</c:v>
                </c:pt>
                <c:pt idx="3305">
                  <c:v>41299</c:v>
                </c:pt>
                <c:pt idx="3306">
                  <c:v>41298</c:v>
                </c:pt>
                <c:pt idx="3307">
                  <c:v>41297</c:v>
                </c:pt>
                <c:pt idx="3308">
                  <c:v>41296</c:v>
                </c:pt>
                <c:pt idx="3309">
                  <c:v>41295</c:v>
                </c:pt>
                <c:pt idx="3310">
                  <c:v>41292</c:v>
                </c:pt>
                <c:pt idx="3311">
                  <c:v>41291</c:v>
                </c:pt>
                <c:pt idx="3312">
                  <c:v>41290</c:v>
                </c:pt>
                <c:pt idx="3313">
                  <c:v>41289</c:v>
                </c:pt>
                <c:pt idx="3314">
                  <c:v>41288</c:v>
                </c:pt>
                <c:pt idx="3315">
                  <c:v>41285</c:v>
                </c:pt>
                <c:pt idx="3316">
                  <c:v>41284</c:v>
                </c:pt>
                <c:pt idx="3317">
                  <c:v>41283</c:v>
                </c:pt>
                <c:pt idx="3318">
                  <c:v>41282</c:v>
                </c:pt>
                <c:pt idx="3319">
                  <c:v>41281</c:v>
                </c:pt>
                <c:pt idx="3320">
                  <c:v>41278</c:v>
                </c:pt>
                <c:pt idx="3321">
                  <c:v>41277</c:v>
                </c:pt>
                <c:pt idx="3322">
                  <c:v>41276</c:v>
                </c:pt>
                <c:pt idx="3323">
                  <c:v>41274</c:v>
                </c:pt>
                <c:pt idx="3324">
                  <c:v>41271</c:v>
                </c:pt>
                <c:pt idx="3325">
                  <c:v>41270</c:v>
                </c:pt>
                <c:pt idx="3326">
                  <c:v>41269</c:v>
                </c:pt>
                <c:pt idx="3327">
                  <c:v>41267</c:v>
                </c:pt>
                <c:pt idx="3328">
                  <c:v>41264</c:v>
                </c:pt>
                <c:pt idx="3329">
                  <c:v>41263</c:v>
                </c:pt>
                <c:pt idx="3330">
                  <c:v>41261</c:v>
                </c:pt>
                <c:pt idx="3331">
                  <c:v>41260</c:v>
                </c:pt>
                <c:pt idx="3332">
                  <c:v>41257</c:v>
                </c:pt>
                <c:pt idx="3333">
                  <c:v>41256</c:v>
                </c:pt>
                <c:pt idx="3334">
                  <c:v>41255</c:v>
                </c:pt>
                <c:pt idx="3335">
                  <c:v>41254</c:v>
                </c:pt>
                <c:pt idx="3336">
                  <c:v>41253</c:v>
                </c:pt>
                <c:pt idx="3337">
                  <c:v>41250</c:v>
                </c:pt>
                <c:pt idx="3338">
                  <c:v>41249</c:v>
                </c:pt>
                <c:pt idx="3339">
                  <c:v>41248</c:v>
                </c:pt>
                <c:pt idx="3340">
                  <c:v>41247</c:v>
                </c:pt>
                <c:pt idx="3341">
                  <c:v>41246</c:v>
                </c:pt>
                <c:pt idx="3342">
                  <c:v>41243</c:v>
                </c:pt>
                <c:pt idx="3343">
                  <c:v>41242</c:v>
                </c:pt>
                <c:pt idx="3344">
                  <c:v>41241</c:v>
                </c:pt>
                <c:pt idx="3345">
                  <c:v>41240</c:v>
                </c:pt>
                <c:pt idx="3346">
                  <c:v>41239</c:v>
                </c:pt>
                <c:pt idx="3347">
                  <c:v>41236</c:v>
                </c:pt>
                <c:pt idx="3348">
                  <c:v>41235</c:v>
                </c:pt>
                <c:pt idx="3349">
                  <c:v>41234</c:v>
                </c:pt>
                <c:pt idx="3350">
                  <c:v>41233</c:v>
                </c:pt>
                <c:pt idx="3351">
                  <c:v>41232</c:v>
                </c:pt>
                <c:pt idx="3352">
                  <c:v>41229</c:v>
                </c:pt>
                <c:pt idx="3353">
                  <c:v>41228</c:v>
                </c:pt>
                <c:pt idx="3354">
                  <c:v>41227</c:v>
                </c:pt>
                <c:pt idx="3355">
                  <c:v>41226</c:v>
                </c:pt>
                <c:pt idx="3356">
                  <c:v>41225</c:v>
                </c:pt>
                <c:pt idx="3357">
                  <c:v>41222</c:v>
                </c:pt>
                <c:pt idx="3358">
                  <c:v>41221</c:v>
                </c:pt>
                <c:pt idx="3359">
                  <c:v>41220</c:v>
                </c:pt>
                <c:pt idx="3360">
                  <c:v>41219</c:v>
                </c:pt>
                <c:pt idx="3361">
                  <c:v>41218</c:v>
                </c:pt>
                <c:pt idx="3362">
                  <c:v>41215</c:v>
                </c:pt>
                <c:pt idx="3363">
                  <c:v>41214</c:v>
                </c:pt>
                <c:pt idx="3364">
                  <c:v>41213</c:v>
                </c:pt>
                <c:pt idx="3365">
                  <c:v>41212</c:v>
                </c:pt>
                <c:pt idx="3366">
                  <c:v>41211</c:v>
                </c:pt>
                <c:pt idx="3367">
                  <c:v>41208</c:v>
                </c:pt>
                <c:pt idx="3368">
                  <c:v>41207</c:v>
                </c:pt>
                <c:pt idx="3369">
                  <c:v>41206</c:v>
                </c:pt>
                <c:pt idx="3370">
                  <c:v>41205</c:v>
                </c:pt>
                <c:pt idx="3371">
                  <c:v>41204</c:v>
                </c:pt>
                <c:pt idx="3372">
                  <c:v>41201</c:v>
                </c:pt>
                <c:pt idx="3373">
                  <c:v>41200</c:v>
                </c:pt>
                <c:pt idx="3374">
                  <c:v>41199</c:v>
                </c:pt>
                <c:pt idx="3375">
                  <c:v>41198</c:v>
                </c:pt>
                <c:pt idx="3376">
                  <c:v>41197</c:v>
                </c:pt>
                <c:pt idx="3377">
                  <c:v>41194</c:v>
                </c:pt>
                <c:pt idx="3378">
                  <c:v>41193</c:v>
                </c:pt>
                <c:pt idx="3379">
                  <c:v>41192</c:v>
                </c:pt>
                <c:pt idx="3380">
                  <c:v>41191</c:v>
                </c:pt>
                <c:pt idx="3381">
                  <c:v>41190</c:v>
                </c:pt>
                <c:pt idx="3382">
                  <c:v>41187</c:v>
                </c:pt>
                <c:pt idx="3383">
                  <c:v>41186</c:v>
                </c:pt>
                <c:pt idx="3384">
                  <c:v>41184</c:v>
                </c:pt>
                <c:pt idx="3385">
                  <c:v>41180</c:v>
                </c:pt>
                <c:pt idx="3386">
                  <c:v>41179</c:v>
                </c:pt>
                <c:pt idx="3387">
                  <c:v>41178</c:v>
                </c:pt>
                <c:pt idx="3388">
                  <c:v>41177</c:v>
                </c:pt>
                <c:pt idx="3389">
                  <c:v>41176</c:v>
                </c:pt>
                <c:pt idx="3390">
                  <c:v>41173</c:v>
                </c:pt>
                <c:pt idx="3391">
                  <c:v>41172</c:v>
                </c:pt>
                <c:pt idx="3392">
                  <c:v>41171</c:v>
                </c:pt>
                <c:pt idx="3393">
                  <c:v>41170</c:v>
                </c:pt>
                <c:pt idx="3394">
                  <c:v>41169</c:v>
                </c:pt>
                <c:pt idx="3395">
                  <c:v>41166</c:v>
                </c:pt>
                <c:pt idx="3396">
                  <c:v>41165</c:v>
                </c:pt>
                <c:pt idx="3397">
                  <c:v>41164</c:v>
                </c:pt>
                <c:pt idx="3398">
                  <c:v>41163</c:v>
                </c:pt>
                <c:pt idx="3399">
                  <c:v>41162</c:v>
                </c:pt>
                <c:pt idx="3400">
                  <c:v>41159</c:v>
                </c:pt>
                <c:pt idx="3401">
                  <c:v>41158</c:v>
                </c:pt>
                <c:pt idx="3402">
                  <c:v>41157</c:v>
                </c:pt>
                <c:pt idx="3403">
                  <c:v>41156</c:v>
                </c:pt>
                <c:pt idx="3404">
                  <c:v>41155</c:v>
                </c:pt>
                <c:pt idx="3405">
                  <c:v>41152</c:v>
                </c:pt>
                <c:pt idx="3406">
                  <c:v>41151</c:v>
                </c:pt>
                <c:pt idx="3407">
                  <c:v>41150</c:v>
                </c:pt>
                <c:pt idx="3408">
                  <c:v>41149</c:v>
                </c:pt>
                <c:pt idx="3409">
                  <c:v>41148</c:v>
                </c:pt>
                <c:pt idx="3410">
                  <c:v>41145</c:v>
                </c:pt>
                <c:pt idx="3411">
                  <c:v>41144</c:v>
                </c:pt>
                <c:pt idx="3412">
                  <c:v>41143</c:v>
                </c:pt>
                <c:pt idx="3413">
                  <c:v>41142</c:v>
                </c:pt>
                <c:pt idx="3414">
                  <c:v>41141</c:v>
                </c:pt>
                <c:pt idx="3415">
                  <c:v>41138</c:v>
                </c:pt>
                <c:pt idx="3416">
                  <c:v>41137</c:v>
                </c:pt>
                <c:pt idx="3417">
                  <c:v>41135</c:v>
                </c:pt>
                <c:pt idx="3418">
                  <c:v>41134</c:v>
                </c:pt>
                <c:pt idx="3419">
                  <c:v>41131</c:v>
                </c:pt>
                <c:pt idx="3420">
                  <c:v>41130</c:v>
                </c:pt>
                <c:pt idx="3421">
                  <c:v>41129</c:v>
                </c:pt>
                <c:pt idx="3422">
                  <c:v>41128</c:v>
                </c:pt>
                <c:pt idx="3423">
                  <c:v>41127</c:v>
                </c:pt>
                <c:pt idx="3424">
                  <c:v>41124</c:v>
                </c:pt>
                <c:pt idx="3425">
                  <c:v>41123</c:v>
                </c:pt>
                <c:pt idx="3426">
                  <c:v>41122</c:v>
                </c:pt>
                <c:pt idx="3427">
                  <c:v>41121</c:v>
                </c:pt>
                <c:pt idx="3428">
                  <c:v>41120</c:v>
                </c:pt>
                <c:pt idx="3429">
                  <c:v>41117</c:v>
                </c:pt>
                <c:pt idx="3430">
                  <c:v>41116</c:v>
                </c:pt>
                <c:pt idx="3431">
                  <c:v>41115</c:v>
                </c:pt>
                <c:pt idx="3432">
                  <c:v>41114</c:v>
                </c:pt>
                <c:pt idx="3433">
                  <c:v>41113</c:v>
                </c:pt>
                <c:pt idx="3434">
                  <c:v>41110</c:v>
                </c:pt>
                <c:pt idx="3435">
                  <c:v>41109</c:v>
                </c:pt>
                <c:pt idx="3436">
                  <c:v>41108</c:v>
                </c:pt>
                <c:pt idx="3437">
                  <c:v>41107</c:v>
                </c:pt>
                <c:pt idx="3438">
                  <c:v>41106</c:v>
                </c:pt>
                <c:pt idx="3439">
                  <c:v>41103</c:v>
                </c:pt>
                <c:pt idx="3440">
                  <c:v>41102</c:v>
                </c:pt>
                <c:pt idx="3441">
                  <c:v>41101</c:v>
                </c:pt>
                <c:pt idx="3442">
                  <c:v>41100</c:v>
                </c:pt>
                <c:pt idx="3443">
                  <c:v>41099</c:v>
                </c:pt>
                <c:pt idx="3444">
                  <c:v>41096</c:v>
                </c:pt>
                <c:pt idx="3445">
                  <c:v>41095</c:v>
                </c:pt>
                <c:pt idx="3446">
                  <c:v>41094</c:v>
                </c:pt>
                <c:pt idx="3447">
                  <c:v>41093</c:v>
                </c:pt>
                <c:pt idx="3448">
                  <c:v>41092</c:v>
                </c:pt>
                <c:pt idx="3449">
                  <c:v>41089</c:v>
                </c:pt>
                <c:pt idx="3450">
                  <c:v>41088</c:v>
                </c:pt>
                <c:pt idx="3451">
                  <c:v>41087</c:v>
                </c:pt>
                <c:pt idx="3452">
                  <c:v>41086</c:v>
                </c:pt>
                <c:pt idx="3453">
                  <c:v>41085</c:v>
                </c:pt>
                <c:pt idx="3454">
                  <c:v>41082</c:v>
                </c:pt>
                <c:pt idx="3455">
                  <c:v>41081</c:v>
                </c:pt>
                <c:pt idx="3456">
                  <c:v>41080</c:v>
                </c:pt>
                <c:pt idx="3457">
                  <c:v>41079</c:v>
                </c:pt>
                <c:pt idx="3458">
                  <c:v>41078</c:v>
                </c:pt>
                <c:pt idx="3459">
                  <c:v>41075</c:v>
                </c:pt>
                <c:pt idx="3460">
                  <c:v>41074</c:v>
                </c:pt>
                <c:pt idx="3461">
                  <c:v>41073</c:v>
                </c:pt>
                <c:pt idx="3462">
                  <c:v>41072</c:v>
                </c:pt>
                <c:pt idx="3463">
                  <c:v>41071</c:v>
                </c:pt>
                <c:pt idx="3464">
                  <c:v>41068</c:v>
                </c:pt>
                <c:pt idx="3465">
                  <c:v>41067</c:v>
                </c:pt>
                <c:pt idx="3466">
                  <c:v>41065</c:v>
                </c:pt>
                <c:pt idx="3467">
                  <c:v>41064</c:v>
                </c:pt>
                <c:pt idx="3468">
                  <c:v>41061</c:v>
                </c:pt>
                <c:pt idx="3469">
                  <c:v>41060</c:v>
                </c:pt>
                <c:pt idx="3470">
                  <c:v>41059</c:v>
                </c:pt>
                <c:pt idx="3471">
                  <c:v>41058</c:v>
                </c:pt>
                <c:pt idx="3472">
                  <c:v>41054</c:v>
                </c:pt>
                <c:pt idx="3473">
                  <c:v>41053</c:v>
                </c:pt>
                <c:pt idx="3474">
                  <c:v>41052</c:v>
                </c:pt>
                <c:pt idx="3475">
                  <c:v>41051</c:v>
                </c:pt>
                <c:pt idx="3476">
                  <c:v>41050</c:v>
                </c:pt>
                <c:pt idx="3477">
                  <c:v>41047</c:v>
                </c:pt>
                <c:pt idx="3478">
                  <c:v>41046</c:v>
                </c:pt>
                <c:pt idx="3479">
                  <c:v>41045</c:v>
                </c:pt>
                <c:pt idx="3480">
                  <c:v>41044</c:v>
                </c:pt>
                <c:pt idx="3481">
                  <c:v>41043</c:v>
                </c:pt>
                <c:pt idx="3482">
                  <c:v>41040</c:v>
                </c:pt>
                <c:pt idx="3483">
                  <c:v>41039</c:v>
                </c:pt>
                <c:pt idx="3484">
                  <c:v>41038</c:v>
                </c:pt>
                <c:pt idx="3485">
                  <c:v>41037</c:v>
                </c:pt>
                <c:pt idx="3486">
                  <c:v>41036</c:v>
                </c:pt>
                <c:pt idx="3487">
                  <c:v>41033</c:v>
                </c:pt>
                <c:pt idx="3488">
                  <c:v>41032</c:v>
                </c:pt>
                <c:pt idx="3489">
                  <c:v>41031</c:v>
                </c:pt>
                <c:pt idx="3490">
                  <c:v>41029</c:v>
                </c:pt>
                <c:pt idx="3491">
                  <c:v>41026</c:v>
                </c:pt>
                <c:pt idx="3492">
                  <c:v>41025</c:v>
                </c:pt>
                <c:pt idx="3493">
                  <c:v>41024</c:v>
                </c:pt>
                <c:pt idx="3494">
                  <c:v>41023</c:v>
                </c:pt>
                <c:pt idx="3495">
                  <c:v>41022</c:v>
                </c:pt>
                <c:pt idx="3496">
                  <c:v>41019</c:v>
                </c:pt>
                <c:pt idx="3497">
                  <c:v>41018</c:v>
                </c:pt>
                <c:pt idx="3498">
                  <c:v>41017</c:v>
                </c:pt>
                <c:pt idx="3499">
                  <c:v>41016</c:v>
                </c:pt>
                <c:pt idx="3500">
                  <c:v>41015</c:v>
                </c:pt>
                <c:pt idx="3501">
                  <c:v>41012</c:v>
                </c:pt>
                <c:pt idx="3502">
                  <c:v>41011</c:v>
                </c:pt>
                <c:pt idx="3503">
                  <c:v>41009</c:v>
                </c:pt>
                <c:pt idx="3504">
                  <c:v>41008</c:v>
                </c:pt>
                <c:pt idx="3505">
                  <c:v>41005</c:v>
                </c:pt>
                <c:pt idx="3506">
                  <c:v>41004</c:v>
                </c:pt>
                <c:pt idx="3507">
                  <c:v>41003</c:v>
                </c:pt>
                <c:pt idx="3508">
                  <c:v>41002</c:v>
                </c:pt>
                <c:pt idx="3509">
                  <c:v>41001</c:v>
                </c:pt>
                <c:pt idx="3510">
                  <c:v>40998</c:v>
                </c:pt>
                <c:pt idx="3511">
                  <c:v>40997</c:v>
                </c:pt>
                <c:pt idx="3512">
                  <c:v>40996</c:v>
                </c:pt>
                <c:pt idx="3513">
                  <c:v>40995</c:v>
                </c:pt>
                <c:pt idx="3514">
                  <c:v>40994</c:v>
                </c:pt>
                <c:pt idx="3515">
                  <c:v>40991</c:v>
                </c:pt>
                <c:pt idx="3516">
                  <c:v>40990</c:v>
                </c:pt>
                <c:pt idx="3517">
                  <c:v>40989</c:v>
                </c:pt>
                <c:pt idx="3518">
                  <c:v>40988</c:v>
                </c:pt>
                <c:pt idx="3519">
                  <c:v>40987</c:v>
                </c:pt>
                <c:pt idx="3520">
                  <c:v>40984</c:v>
                </c:pt>
                <c:pt idx="3521">
                  <c:v>40983</c:v>
                </c:pt>
                <c:pt idx="3522">
                  <c:v>40982</c:v>
                </c:pt>
                <c:pt idx="3523">
                  <c:v>40981</c:v>
                </c:pt>
                <c:pt idx="3524">
                  <c:v>40980</c:v>
                </c:pt>
                <c:pt idx="3525">
                  <c:v>40977</c:v>
                </c:pt>
                <c:pt idx="3526">
                  <c:v>40976</c:v>
                </c:pt>
                <c:pt idx="3527">
                  <c:v>40975</c:v>
                </c:pt>
                <c:pt idx="3528">
                  <c:v>40974</c:v>
                </c:pt>
                <c:pt idx="3529">
                  <c:v>40973</c:v>
                </c:pt>
                <c:pt idx="3530">
                  <c:v>40970</c:v>
                </c:pt>
                <c:pt idx="3531">
                  <c:v>40968</c:v>
                </c:pt>
                <c:pt idx="3532">
                  <c:v>40967</c:v>
                </c:pt>
                <c:pt idx="3533">
                  <c:v>40966</c:v>
                </c:pt>
                <c:pt idx="3534">
                  <c:v>40963</c:v>
                </c:pt>
                <c:pt idx="3535">
                  <c:v>40962</c:v>
                </c:pt>
                <c:pt idx="3536">
                  <c:v>40961</c:v>
                </c:pt>
                <c:pt idx="3537">
                  <c:v>40960</c:v>
                </c:pt>
                <c:pt idx="3538">
                  <c:v>40959</c:v>
                </c:pt>
                <c:pt idx="3539">
                  <c:v>40956</c:v>
                </c:pt>
                <c:pt idx="3540">
                  <c:v>40955</c:v>
                </c:pt>
                <c:pt idx="3541">
                  <c:v>40954</c:v>
                </c:pt>
                <c:pt idx="3542">
                  <c:v>40953</c:v>
                </c:pt>
                <c:pt idx="3543">
                  <c:v>40952</c:v>
                </c:pt>
                <c:pt idx="3544">
                  <c:v>40949</c:v>
                </c:pt>
                <c:pt idx="3545">
                  <c:v>40948</c:v>
                </c:pt>
                <c:pt idx="3546">
                  <c:v>40947</c:v>
                </c:pt>
                <c:pt idx="3547">
                  <c:v>40946</c:v>
                </c:pt>
                <c:pt idx="3548">
                  <c:v>40945</c:v>
                </c:pt>
                <c:pt idx="3549">
                  <c:v>40942</c:v>
                </c:pt>
                <c:pt idx="3550">
                  <c:v>40941</c:v>
                </c:pt>
                <c:pt idx="3551">
                  <c:v>40940</c:v>
                </c:pt>
                <c:pt idx="3552">
                  <c:v>40939</c:v>
                </c:pt>
                <c:pt idx="3553">
                  <c:v>40938</c:v>
                </c:pt>
                <c:pt idx="3554">
                  <c:v>40935</c:v>
                </c:pt>
                <c:pt idx="3555">
                  <c:v>40934</c:v>
                </c:pt>
                <c:pt idx="3556">
                  <c:v>40933</c:v>
                </c:pt>
                <c:pt idx="3557">
                  <c:v>40928</c:v>
                </c:pt>
                <c:pt idx="3558">
                  <c:v>40927</c:v>
                </c:pt>
                <c:pt idx="3559">
                  <c:v>40926</c:v>
                </c:pt>
                <c:pt idx="3560">
                  <c:v>40925</c:v>
                </c:pt>
                <c:pt idx="3561">
                  <c:v>40924</c:v>
                </c:pt>
                <c:pt idx="3562">
                  <c:v>40921</c:v>
                </c:pt>
                <c:pt idx="3563">
                  <c:v>40920</c:v>
                </c:pt>
                <c:pt idx="3564">
                  <c:v>40919</c:v>
                </c:pt>
                <c:pt idx="3565">
                  <c:v>40918</c:v>
                </c:pt>
                <c:pt idx="3566">
                  <c:v>40917</c:v>
                </c:pt>
                <c:pt idx="3567">
                  <c:v>40914</c:v>
                </c:pt>
                <c:pt idx="3568">
                  <c:v>40913</c:v>
                </c:pt>
                <c:pt idx="3569">
                  <c:v>40912</c:v>
                </c:pt>
                <c:pt idx="3570">
                  <c:v>40911</c:v>
                </c:pt>
                <c:pt idx="3571">
                  <c:v>40910</c:v>
                </c:pt>
                <c:pt idx="3572">
                  <c:v>40907</c:v>
                </c:pt>
                <c:pt idx="3573">
                  <c:v>40906</c:v>
                </c:pt>
                <c:pt idx="3574">
                  <c:v>40905</c:v>
                </c:pt>
                <c:pt idx="3575">
                  <c:v>40904</c:v>
                </c:pt>
                <c:pt idx="3576">
                  <c:v>40903</c:v>
                </c:pt>
                <c:pt idx="3577">
                  <c:v>40900</c:v>
                </c:pt>
                <c:pt idx="3578">
                  <c:v>40899</c:v>
                </c:pt>
                <c:pt idx="3579">
                  <c:v>40898</c:v>
                </c:pt>
                <c:pt idx="3580">
                  <c:v>40897</c:v>
                </c:pt>
                <c:pt idx="3581">
                  <c:v>40896</c:v>
                </c:pt>
                <c:pt idx="3582">
                  <c:v>40893</c:v>
                </c:pt>
                <c:pt idx="3583">
                  <c:v>40892</c:v>
                </c:pt>
                <c:pt idx="3584">
                  <c:v>40891</c:v>
                </c:pt>
                <c:pt idx="3585">
                  <c:v>40890</c:v>
                </c:pt>
                <c:pt idx="3586">
                  <c:v>40889</c:v>
                </c:pt>
                <c:pt idx="3587">
                  <c:v>40886</c:v>
                </c:pt>
                <c:pt idx="3588">
                  <c:v>40885</c:v>
                </c:pt>
                <c:pt idx="3589">
                  <c:v>40884</c:v>
                </c:pt>
                <c:pt idx="3590">
                  <c:v>40883</c:v>
                </c:pt>
                <c:pt idx="3591">
                  <c:v>40882</c:v>
                </c:pt>
                <c:pt idx="3592">
                  <c:v>40879</c:v>
                </c:pt>
                <c:pt idx="3593">
                  <c:v>40878</c:v>
                </c:pt>
                <c:pt idx="3594">
                  <c:v>40877</c:v>
                </c:pt>
                <c:pt idx="3595">
                  <c:v>40876</c:v>
                </c:pt>
                <c:pt idx="3596">
                  <c:v>40875</c:v>
                </c:pt>
                <c:pt idx="3597">
                  <c:v>40872</c:v>
                </c:pt>
                <c:pt idx="3598">
                  <c:v>40871</c:v>
                </c:pt>
                <c:pt idx="3599">
                  <c:v>40870</c:v>
                </c:pt>
                <c:pt idx="3600">
                  <c:v>40869</c:v>
                </c:pt>
                <c:pt idx="3601">
                  <c:v>40868</c:v>
                </c:pt>
                <c:pt idx="3602">
                  <c:v>40865</c:v>
                </c:pt>
                <c:pt idx="3603">
                  <c:v>40864</c:v>
                </c:pt>
                <c:pt idx="3604">
                  <c:v>40863</c:v>
                </c:pt>
                <c:pt idx="3605">
                  <c:v>40862</c:v>
                </c:pt>
                <c:pt idx="3606">
                  <c:v>40861</c:v>
                </c:pt>
                <c:pt idx="3607">
                  <c:v>40858</c:v>
                </c:pt>
                <c:pt idx="3608">
                  <c:v>40857</c:v>
                </c:pt>
                <c:pt idx="3609">
                  <c:v>40856</c:v>
                </c:pt>
                <c:pt idx="3610">
                  <c:v>40855</c:v>
                </c:pt>
                <c:pt idx="3611">
                  <c:v>40854</c:v>
                </c:pt>
                <c:pt idx="3612">
                  <c:v>40851</c:v>
                </c:pt>
                <c:pt idx="3613">
                  <c:v>40850</c:v>
                </c:pt>
                <c:pt idx="3614">
                  <c:v>40849</c:v>
                </c:pt>
                <c:pt idx="3615">
                  <c:v>40848</c:v>
                </c:pt>
                <c:pt idx="3616">
                  <c:v>40847</c:v>
                </c:pt>
                <c:pt idx="3617">
                  <c:v>40844</c:v>
                </c:pt>
                <c:pt idx="3618">
                  <c:v>40843</c:v>
                </c:pt>
                <c:pt idx="3619">
                  <c:v>40842</c:v>
                </c:pt>
                <c:pt idx="3620">
                  <c:v>40841</c:v>
                </c:pt>
                <c:pt idx="3621">
                  <c:v>40840</c:v>
                </c:pt>
                <c:pt idx="3622">
                  <c:v>40837</c:v>
                </c:pt>
                <c:pt idx="3623">
                  <c:v>40836</c:v>
                </c:pt>
                <c:pt idx="3624">
                  <c:v>40835</c:v>
                </c:pt>
                <c:pt idx="3625">
                  <c:v>40834</c:v>
                </c:pt>
                <c:pt idx="3626">
                  <c:v>40833</c:v>
                </c:pt>
                <c:pt idx="3627">
                  <c:v>40830</c:v>
                </c:pt>
                <c:pt idx="3628">
                  <c:v>40829</c:v>
                </c:pt>
                <c:pt idx="3629">
                  <c:v>40828</c:v>
                </c:pt>
                <c:pt idx="3630">
                  <c:v>40827</c:v>
                </c:pt>
                <c:pt idx="3631">
                  <c:v>40826</c:v>
                </c:pt>
                <c:pt idx="3632">
                  <c:v>40823</c:v>
                </c:pt>
                <c:pt idx="3633">
                  <c:v>40822</c:v>
                </c:pt>
                <c:pt idx="3634">
                  <c:v>40821</c:v>
                </c:pt>
                <c:pt idx="3635">
                  <c:v>40820</c:v>
                </c:pt>
                <c:pt idx="3636">
                  <c:v>40816</c:v>
                </c:pt>
                <c:pt idx="3637">
                  <c:v>40815</c:v>
                </c:pt>
                <c:pt idx="3638">
                  <c:v>40814</c:v>
                </c:pt>
                <c:pt idx="3639">
                  <c:v>40813</c:v>
                </c:pt>
                <c:pt idx="3640">
                  <c:v>40812</c:v>
                </c:pt>
                <c:pt idx="3641">
                  <c:v>40809</c:v>
                </c:pt>
                <c:pt idx="3642">
                  <c:v>40808</c:v>
                </c:pt>
                <c:pt idx="3643">
                  <c:v>40807</c:v>
                </c:pt>
                <c:pt idx="3644">
                  <c:v>40806</c:v>
                </c:pt>
                <c:pt idx="3645">
                  <c:v>40805</c:v>
                </c:pt>
                <c:pt idx="3646">
                  <c:v>40802</c:v>
                </c:pt>
                <c:pt idx="3647">
                  <c:v>40801</c:v>
                </c:pt>
                <c:pt idx="3648">
                  <c:v>40800</c:v>
                </c:pt>
                <c:pt idx="3649">
                  <c:v>40795</c:v>
                </c:pt>
                <c:pt idx="3650">
                  <c:v>40794</c:v>
                </c:pt>
                <c:pt idx="3651">
                  <c:v>40793</c:v>
                </c:pt>
                <c:pt idx="3652">
                  <c:v>40792</c:v>
                </c:pt>
                <c:pt idx="3653">
                  <c:v>40791</c:v>
                </c:pt>
                <c:pt idx="3654">
                  <c:v>40788</c:v>
                </c:pt>
                <c:pt idx="3655">
                  <c:v>40787</c:v>
                </c:pt>
                <c:pt idx="3656">
                  <c:v>40786</c:v>
                </c:pt>
                <c:pt idx="3657">
                  <c:v>40785</c:v>
                </c:pt>
                <c:pt idx="3658">
                  <c:v>40784</c:v>
                </c:pt>
                <c:pt idx="3659">
                  <c:v>40781</c:v>
                </c:pt>
                <c:pt idx="3660">
                  <c:v>40780</c:v>
                </c:pt>
                <c:pt idx="3661">
                  <c:v>40779</c:v>
                </c:pt>
                <c:pt idx="3662">
                  <c:v>40778</c:v>
                </c:pt>
                <c:pt idx="3663">
                  <c:v>40777</c:v>
                </c:pt>
                <c:pt idx="3664">
                  <c:v>40774</c:v>
                </c:pt>
                <c:pt idx="3665">
                  <c:v>40773</c:v>
                </c:pt>
                <c:pt idx="3666">
                  <c:v>40772</c:v>
                </c:pt>
                <c:pt idx="3667">
                  <c:v>40771</c:v>
                </c:pt>
                <c:pt idx="3668">
                  <c:v>40767</c:v>
                </c:pt>
                <c:pt idx="3669">
                  <c:v>40766</c:v>
                </c:pt>
                <c:pt idx="3670">
                  <c:v>40765</c:v>
                </c:pt>
                <c:pt idx="3671">
                  <c:v>40764</c:v>
                </c:pt>
                <c:pt idx="3672">
                  <c:v>40763</c:v>
                </c:pt>
                <c:pt idx="3673">
                  <c:v>40760</c:v>
                </c:pt>
                <c:pt idx="3674">
                  <c:v>40759</c:v>
                </c:pt>
                <c:pt idx="3675">
                  <c:v>40758</c:v>
                </c:pt>
                <c:pt idx="3676">
                  <c:v>40757</c:v>
                </c:pt>
                <c:pt idx="3677">
                  <c:v>40756</c:v>
                </c:pt>
                <c:pt idx="3678">
                  <c:v>40753</c:v>
                </c:pt>
                <c:pt idx="3679">
                  <c:v>40752</c:v>
                </c:pt>
                <c:pt idx="3680">
                  <c:v>40751</c:v>
                </c:pt>
                <c:pt idx="3681">
                  <c:v>40750</c:v>
                </c:pt>
                <c:pt idx="3682">
                  <c:v>40749</c:v>
                </c:pt>
                <c:pt idx="3683">
                  <c:v>40746</c:v>
                </c:pt>
                <c:pt idx="3684">
                  <c:v>40745</c:v>
                </c:pt>
                <c:pt idx="3685">
                  <c:v>40744</c:v>
                </c:pt>
                <c:pt idx="3686">
                  <c:v>40743</c:v>
                </c:pt>
                <c:pt idx="3687">
                  <c:v>40742</c:v>
                </c:pt>
                <c:pt idx="3688">
                  <c:v>40739</c:v>
                </c:pt>
                <c:pt idx="3689">
                  <c:v>40738</c:v>
                </c:pt>
                <c:pt idx="3690">
                  <c:v>40737</c:v>
                </c:pt>
                <c:pt idx="3691">
                  <c:v>40736</c:v>
                </c:pt>
                <c:pt idx="3692">
                  <c:v>40735</c:v>
                </c:pt>
                <c:pt idx="3693">
                  <c:v>40732</c:v>
                </c:pt>
                <c:pt idx="3694">
                  <c:v>40731</c:v>
                </c:pt>
                <c:pt idx="3695">
                  <c:v>40730</c:v>
                </c:pt>
                <c:pt idx="3696">
                  <c:v>40729</c:v>
                </c:pt>
                <c:pt idx="3697">
                  <c:v>40728</c:v>
                </c:pt>
                <c:pt idx="3698">
                  <c:v>40725</c:v>
                </c:pt>
                <c:pt idx="3699">
                  <c:v>40724</c:v>
                </c:pt>
                <c:pt idx="3700">
                  <c:v>40723</c:v>
                </c:pt>
                <c:pt idx="3701">
                  <c:v>40722</c:v>
                </c:pt>
                <c:pt idx="3702">
                  <c:v>40721</c:v>
                </c:pt>
                <c:pt idx="3703">
                  <c:v>40718</c:v>
                </c:pt>
                <c:pt idx="3704">
                  <c:v>40717</c:v>
                </c:pt>
                <c:pt idx="3705">
                  <c:v>40716</c:v>
                </c:pt>
                <c:pt idx="3706">
                  <c:v>40715</c:v>
                </c:pt>
                <c:pt idx="3707">
                  <c:v>40714</c:v>
                </c:pt>
                <c:pt idx="3708">
                  <c:v>40711</c:v>
                </c:pt>
                <c:pt idx="3709">
                  <c:v>40710</c:v>
                </c:pt>
                <c:pt idx="3710">
                  <c:v>40709</c:v>
                </c:pt>
                <c:pt idx="3711">
                  <c:v>40708</c:v>
                </c:pt>
                <c:pt idx="3712">
                  <c:v>40707</c:v>
                </c:pt>
                <c:pt idx="3713">
                  <c:v>40704</c:v>
                </c:pt>
                <c:pt idx="3714">
                  <c:v>40703</c:v>
                </c:pt>
                <c:pt idx="3715">
                  <c:v>40702</c:v>
                </c:pt>
                <c:pt idx="3716">
                  <c:v>40701</c:v>
                </c:pt>
                <c:pt idx="3717">
                  <c:v>40697</c:v>
                </c:pt>
                <c:pt idx="3718">
                  <c:v>40696</c:v>
                </c:pt>
                <c:pt idx="3719">
                  <c:v>40695</c:v>
                </c:pt>
                <c:pt idx="3720">
                  <c:v>40694</c:v>
                </c:pt>
                <c:pt idx="3721">
                  <c:v>40693</c:v>
                </c:pt>
                <c:pt idx="3722">
                  <c:v>40690</c:v>
                </c:pt>
                <c:pt idx="3723">
                  <c:v>40689</c:v>
                </c:pt>
                <c:pt idx="3724">
                  <c:v>40688</c:v>
                </c:pt>
                <c:pt idx="3725">
                  <c:v>40687</c:v>
                </c:pt>
                <c:pt idx="3726">
                  <c:v>40686</c:v>
                </c:pt>
                <c:pt idx="3727">
                  <c:v>40683</c:v>
                </c:pt>
                <c:pt idx="3728">
                  <c:v>40682</c:v>
                </c:pt>
                <c:pt idx="3729">
                  <c:v>40681</c:v>
                </c:pt>
                <c:pt idx="3730">
                  <c:v>40680</c:v>
                </c:pt>
                <c:pt idx="3731">
                  <c:v>40679</c:v>
                </c:pt>
                <c:pt idx="3732">
                  <c:v>40676</c:v>
                </c:pt>
                <c:pt idx="3733">
                  <c:v>40675</c:v>
                </c:pt>
                <c:pt idx="3734">
                  <c:v>40674</c:v>
                </c:pt>
                <c:pt idx="3735">
                  <c:v>40672</c:v>
                </c:pt>
                <c:pt idx="3736">
                  <c:v>40669</c:v>
                </c:pt>
                <c:pt idx="3737">
                  <c:v>40667</c:v>
                </c:pt>
                <c:pt idx="3738">
                  <c:v>40666</c:v>
                </c:pt>
                <c:pt idx="3739">
                  <c:v>40665</c:v>
                </c:pt>
                <c:pt idx="3740">
                  <c:v>40662</c:v>
                </c:pt>
                <c:pt idx="3741">
                  <c:v>40661</c:v>
                </c:pt>
                <c:pt idx="3742">
                  <c:v>40660</c:v>
                </c:pt>
                <c:pt idx="3743">
                  <c:v>40659</c:v>
                </c:pt>
                <c:pt idx="3744">
                  <c:v>40658</c:v>
                </c:pt>
                <c:pt idx="3745">
                  <c:v>40655</c:v>
                </c:pt>
                <c:pt idx="3746">
                  <c:v>40654</c:v>
                </c:pt>
                <c:pt idx="3747">
                  <c:v>40653</c:v>
                </c:pt>
                <c:pt idx="3748">
                  <c:v>40652</c:v>
                </c:pt>
                <c:pt idx="3749">
                  <c:v>40651</c:v>
                </c:pt>
                <c:pt idx="3750">
                  <c:v>40648</c:v>
                </c:pt>
                <c:pt idx="3751">
                  <c:v>40647</c:v>
                </c:pt>
                <c:pt idx="3752">
                  <c:v>40646</c:v>
                </c:pt>
                <c:pt idx="3753">
                  <c:v>40645</c:v>
                </c:pt>
                <c:pt idx="3754">
                  <c:v>40644</c:v>
                </c:pt>
                <c:pt idx="3755">
                  <c:v>40641</c:v>
                </c:pt>
                <c:pt idx="3756">
                  <c:v>40640</c:v>
                </c:pt>
                <c:pt idx="3757">
                  <c:v>40639</c:v>
                </c:pt>
                <c:pt idx="3758">
                  <c:v>40638</c:v>
                </c:pt>
                <c:pt idx="3759">
                  <c:v>40637</c:v>
                </c:pt>
                <c:pt idx="3760">
                  <c:v>40634</c:v>
                </c:pt>
                <c:pt idx="3761">
                  <c:v>40633</c:v>
                </c:pt>
                <c:pt idx="3762">
                  <c:v>40632</c:v>
                </c:pt>
                <c:pt idx="3763">
                  <c:v>40631</c:v>
                </c:pt>
                <c:pt idx="3764">
                  <c:v>40630</c:v>
                </c:pt>
                <c:pt idx="3765">
                  <c:v>40627</c:v>
                </c:pt>
                <c:pt idx="3766">
                  <c:v>40626</c:v>
                </c:pt>
                <c:pt idx="3767">
                  <c:v>40625</c:v>
                </c:pt>
                <c:pt idx="3768">
                  <c:v>40624</c:v>
                </c:pt>
                <c:pt idx="3769">
                  <c:v>40623</c:v>
                </c:pt>
                <c:pt idx="3770">
                  <c:v>40620</c:v>
                </c:pt>
                <c:pt idx="3771">
                  <c:v>40619</c:v>
                </c:pt>
                <c:pt idx="3772">
                  <c:v>40618</c:v>
                </c:pt>
                <c:pt idx="3773">
                  <c:v>40617</c:v>
                </c:pt>
                <c:pt idx="3774">
                  <c:v>40616</c:v>
                </c:pt>
                <c:pt idx="3775">
                  <c:v>40613</c:v>
                </c:pt>
                <c:pt idx="3776">
                  <c:v>40612</c:v>
                </c:pt>
                <c:pt idx="3777">
                  <c:v>40611</c:v>
                </c:pt>
                <c:pt idx="3778">
                  <c:v>40610</c:v>
                </c:pt>
                <c:pt idx="3779">
                  <c:v>40609</c:v>
                </c:pt>
                <c:pt idx="3780">
                  <c:v>40606</c:v>
                </c:pt>
                <c:pt idx="3781">
                  <c:v>40605</c:v>
                </c:pt>
                <c:pt idx="3782">
                  <c:v>40604</c:v>
                </c:pt>
                <c:pt idx="3783">
                  <c:v>40602</c:v>
                </c:pt>
                <c:pt idx="3784">
                  <c:v>40599</c:v>
                </c:pt>
                <c:pt idx="3785">
                  <c:v>40598</c:v>
                </c:pt>
                <c:pt idx="3786">
                  <c:v>40597</c:v>
                </c:pt>
                <c:pt idx="3787">
                  <c:v>40596</c:v>
                </c:pt>
                <c:pt idx="3788">
                  <c:v>40595</c:v>
                </c:pt>
                <c:pt idx="3789">
                  <c:v>40592</c:v>
                </c:pt>
                <c:pt idx="3790">
                  <c:v>40591</c:v>
                </c:pt>
                <c:pt idx="3791">
                  <c:v>40590</c:v>
                </c:pt>
                <c:pt idx="3792">
                  <c:v>40589</c:v>
                </c:pt>
                <c:pt idx="3793">
                  <c:v>40588</c:v>
                </c:pt>
                <c:pt idx="3794">
                  <c:v>40585</c:v>
                </c:pt>
                <c:pt idx="3795">
                  <c:v>40584</c:v>
                </c:pt>
                <c:pt idx="3796">
                  <c:v>40583</c:v>
                </c:pt>
                <c:pt idx="3797">
                  <c:v>40582</c:v>
                </c:pt>
                <c:pt idx="3798">
                  <c:v>40581</c:v>
                </c:pt>
                <c:pt idx="3799">
                  <c:v>40575</c:v>
                </c:pt>
                <c:pt idx="3800">
                  <c:v>40574</c:v>
                </c:pt>
                <c:pt idx="3801">
                  <c:v>40571</c:v>
                </c:pt>
                <c:pt idx="3802">
                  <c:v>40570</c:v>
                </c:pt>
                <c:pt idx="3803">
                  <c:v>40569</c:v>
                </c:pt>
                <c:pt idx="3804">
                  <c:v>40568</c:v>
                </c:pt>
                <c:pt idx="3805">
                  <c:v>40567</c:v>
                </c:pt>
                <c:pt idx="3806">
                  <c:v>40564</c:v>
                </c:pt>
                <c:pt idx="3807">
                  <c:v>40563</c:v>
                </c:pt>
                <c:pt idx="3808">
                  <c:v>40562</c:v>
                </c:pt>
                <c:pt idx="3809">
                  <c:v>40561</c:v>
                </c:pt>
                <c:pt idx="3810">
                  <c:v>40560</c:v>
                </c:pt>
                <c:pt idx="3811">
                  <c:v>40557</c:v>
                </c:pt>
                <c:pt idx="3812">
                  <c:v>40556</c:v>
                </c:pt>
                <c:pt idx="3813">
                  <c:v>40555</c:v>
                </c:pt>
                <c:pt idx="3814">
                  <c:v>40554</c:v>
                </c:pt>
                <c:pt idx="3815">
                  <c:v>40553</c:v>
                </c:pt>
                <c:pt idx="3816">
                  <c:v>40550</c:v>
                </c:pt>
                <c:pt idx="3817">
                  <c:v>40549</c:v>
                </c:pt>
                <c:pt idx="3818">
                  <c:v>40548</c:v>
                </c:pt>
                <c:pt idx="3819">
                  <c:v>40547</c:v>
                </c:pt>
                <c:pt idx="3820">
                  <c:v>40546</c:v>
                </c:pt>
                <c:pt idx="3821">
                  <c:v>40543</c:v>
                </c:pt>
                <c:pt idx="3822">
                  <c:v>40542</c:v>
                </c:pt>
                <c:pt idx="3823">
                  <c:v>40541</c:v>
                </c:pt>
                <c:pt idx="3824">
                  <c:v>40540</c:v>
                </c:pt>
                <c:pt idx="3825">
                  <c:v>40539</c:v>
                </c:pt>
                <c:pt idx="3826">
                  <c:v>40536</c:v>
                </c:pt>
                <c:pt idx="3827">
                  <c:v>40535</c:v>
                </c:pt>
                <c:pt idx="3828">
                  <c:v>40534</c:v>
                </c:pt>
                <c:pt idx="3829">
                  <c:v>40533</c:v>
                </c:pt>
                <c:pt idx="3830">
                  <c:v>40532</c:v>
                </c:pt>
                <c:pt idx="3831">
                  <c:v>40529</c:v>
                </c:pt>
                <c:pt idx="3832">
                  <c:v>40528</c:v>
                </c:pt>
                <c:pt idx="3833">
                  <c:v>40527</c:v>
                </c:pt>
                <c:pt idx="3834">
                  <c:v>40526</c:v>
                </c:pt>
                <c:pt idx="3835">
                  <c:v>40525</c:v>
                </c:pt>
                <c:pt idx="3836">
                  <c:v>40522</c:v>
                </c:pt>
                <c:pt idx="3837">
                  <c:v>40521</c:v>
                </c:pt>
                <c:pt idx="3838">
                  <c:v>40520</c:v>
                </c:pt>
                <c:pt idx="3839">
                  <c:v>40519</c:v>
                </c:pt>
                <c:pt idx="3840">
                  <c:v>40518</c:v>
                </c:pt>
                <c:pt idx="3841">
                  <c:v>40515</c:v>
                </c:pt>
                <c:pt idx="3842">
                  <c:v>40514</c:v>
                </c:pt>
                <c:pt idx="3843">
                  <c:v>40513</c:v>
                </c:pt>
                <c:pt idx="3844">
                  <c:v>40512</c:v>
                </c:pt>
                <c:pt idx="3845">
                  <c:v>40511</c:v>
                </c:pt>
                <c:pt idx="3846">
                  <c:v>40508</c:v>
                </c:pt>
                <c:pt idx="3847">
                  <c:v>40507</c:v>
                </c:pt>
                <c:pt idx="3848">
                  <c:v>40506</c:v>
                </c:pt>
                <c:pt idx="3849">
                  <c:v>40505</c:v>
                </c:pt>
                <c:pt idx="3850">
                  <c:v>40504</c:v>
                </c:pt>
                <c:pt idx="3851">
                  <c:v>40501</c:v>
                </c:pt>
                <c:pt idx="3852">
                  <c:v>40500</c:v>
                </c:pt>
                <c:pt idx="3853">
                  <c:v>40499</c:v>
                </c:pt>
                <c:pt idx="3854">
                  <c:v>40498</c:v>
                </c:pt>
                <c:pt idx="3855">
                  <c:v>40497</c:v>
                </c:pt>
                <c:pt idx="3856">
                  <c:v>40494</c:v>
                </c:pt>
                <c:pt idx="3857">
                  <c:v>40493</c:v>
                </c:pt>
                <c:pt idx="3858">
                  <c:v>40492</c:v>
                </c:pt>
                <c:pt idx="3859">
                  <c:v>40491</c:v>
                </c:pt>
                <c:pt idx="3860">
                  <c:v>40490</c:v>
                </c:pt>
                <c:pt idx="3861">
                  <c:v>40487</c:v>
                </c:pt>
                <c:pt idx="3862">
                  <c:v>40486</c:v>
                </c:pt>
                <c:pt idx="3863">
                  <c:v>40485</c:v>
                </c:pt>
                <c:pt idx="3864">
                  <c:v>40484</c:v>
                </c:pt>
                <c:pt idx="3865">
                  <c:v>40483</c:v>
                </c:pt>
                <c:pt idx="3866">
                  <c:v>40480</c:v>
                </c:pt>
                <c:pt idx="3867">
                  <c:v>40479</c:v>
                </c:pt>
                <c:pt idx="3868">
                  <c:v>40478</c:v>
                </c:pt>
                <c:pt idx="3869">
                  <c:v>40477</c:v>
                </c:pt>
                <c:pt idx="3870">
                  <c:v>40476</c:v>
                </c:pt>
                <c:pt idx="3871">
                  <c:v>40473</c:v>
                </c:pt>
                <c:pt idx="3872">
                  <c:v>40472</c:v>
                </c:pt>
                <c:pt idx="3873">
                  <c:v>40471</c:v>
                </c:pt>
                <c:pt idx="3874">
                  <c:v>40470</c:v>
                </c:pt>
                <c:pt idx="3875">
                  <c:v>40469</c:v>
                </c:pt>
                <c:pt idx="3876">
                  <c:v>40466</c:v>
                </c:pt>
                <c:pt idx="3877">
                  <c:v>40465</c:v>
                </c:pt>
                <c:pt idx="3878">
                  <c:v>40464</c:v>
                </c:pt>
                <c:pt idx="3879">
                  <c:v>40463</c:v>
                </c:pt>
                <c:pt idx="3880">
                  <c:v>40462</c:v>
                </c:pt>
                <c:pt idx="3881">
                  <c:v>40459</c:v>
                </c:pt>
                <c:pt idx="3882">
                  <c:v>40458</c:v>
                </c:pt>
                <c:pt idx="3883">
                  <c:v>40457</c:v>
                </c:pt>
                <c:pt idx="3884">
                  <c:v>40456</c:v>
                </c:pt>
                <c:pt idx="3885">
                  <c:v>40455</c:v>
                </c:pt>
                <c:pt idx="3886">
                  <c:v>40452</c:v>
                </c:pt>
                <c:pt idx="3887">
                  <c:v>40451</c:v>
                </c:pt>
                <c:pt idx="3888">
                  <c:v>40450</c:v>
                </c:pt>
                <c:pt idx="3889">
                  <c:v>40449</c:v>
                </c:pt>
                <c:pt idx="3890">
                  <c:v>40448</c:v>
                </c:pt>
                <c:pt idx="3891">
                  <c:v>40445</c:v>
                </c:pt>
                <c:pt idx="3892">
                  <c:v>40441</c:v>
                </c:pt>
                <c:pt idx="3893">
                  <c:v>40438</c:v>
                </c:pt>
                <c:pt idx="3894">
                  <c:v>40437</c:v>
                </c:pt>
                <c:pt idx="3895">
                  <c:v>40436</c:v>
                </c:pt>
                <c:pt idx="3896">
                  <c:v>40435</c:v>
                </c:pt>
                <c:pt idx="3897">
                  <c:v>40434</c:v>
                </c:pt>
                <c:pt idx="3898">
                  <c:v>40431</c:v>
                </c:pt>
                <c:pt idx="3899">
                  <c:v>40430</c:v>
                </c:pt>
                <c:pt idx="3900">
                  <c:v>40429</c:v>
                </c:pt>
                <c:pt idx="3901">
                  <c:v>40428</c:v>
                </c:pt>
                <c:pt idx="3902">
                  <c:v>40427</c:v>
                </c:pt>
                <c:pt idx="3903">
                  <c:v>40424</c:v>
                </c:pt>
                <c:pt idx="3904">
                  <c:v>40423</c:v>
                </c:pt>
                <c:pt idx="3905">
                  <c:v>40422</c:v>
                </c:pt>
                <c:pt idx="3906">
                  <c:v>40421</c:v>
                </c:pt>
                <c:pt idx="3907">
                  <c:v>40420</c:v>
                </c:pt>
                <c:pt idx="3908">
                  <c:v>40417</c:v>
                </c:pt>
                <c:pt idx="3909">
                  <c:v>40416</c:v>
                </c:pt>
                <c:pt idx="3910">
                  <c:v>40415</c:v>
                </c:pt>
                <c:pt idx="3911">
                  <c:v>40414</c:v>
                </c:pt>
                <c:pt idx="3912">
                  <c:v>40413</c:v>
                </c:pt>
                <c:pt idx="3913">
                  <c:v>40410</c:v>
                </c:pt>
                <c:pt idx="3914">
                  <c:v>40409</c:v>
                </c:pt>
                <c:pt idx="3915">
                  <c:v>40408</c:v>
                </c:pt>
                <c:pt idx="3916">
                  <c:v>40407</c:v>
                </c:pt>
                <c:pt idx="3917">
                  <c:v>40406</c:v>
                </c:pt>
                <c:pt idx="3918">
                  <c:v>40403</c:v>
                </c:pt>
                <c:pt idx="3919">
                  <c:v>40402</c:v>
                </c:pt>
                <c:pt idx="3920">
                  <c:v>40401</c:v>
                </c:pt>
                <c:pt idx="3921">
                  <c:v>40400</c:v>
                </c:pt>
                <c:pt idx="3922">
                  <c:v>40399</c:v>
                </c:pt>
                <c:pt idx="3923">
                  <c:v>40396</c:v>
                </c:pt>
                <c:pt idx="3924">
                  <c:v>40395</c:v>
                </c:pt>
                <c:pt idx="3925">
                  <c:v>40394</c:v>
                </c:pt>
                <c:pt idx="3926">
                  <c:v>40393</c:v>
                </c:pt>
                <c:pt idx="3927">
                  <c:v>40392</c:v>
                </c:pt>
                <c:pt idx="3928">
                  <c:v>40389</c:v>
                </c:pt>
                <c:pt idx="3929">
                  <c:v>40388</c:v>
                </c:pt>
                <c:pt idx="3930">
                  <c:v>40387</c:v>
                </c:pt>
                <c:pt idx="3931">
                  <c:v>40386</c:v>
                </c:pt>
                <c:pt idx="3932">
                  <c:v>40385</c:v>
                </c:pt>
                <c:pt idx="3933">
                  <c:v>40382</c:v>
                </c:pt>
                <c:pt idx="3934">
                  <c:v>40381</c:v>
                </c:pt>
                <c:pt idx="3935">
                  <c:v>40380</c:v>
                </c:pt>
                <c:pt idx="3936">
                  <c:v>40379</c:v>
                </c:pt>
                <c:pt idx="3937">
                  <c:v>40378</c:v>
                </c:pt>
                <c:pt idx="3938">
                  <c:v>40375</c:v>
                </c:pt>
                <c:pt idx="3939">
                  <c:v>40374</c:v>
                </c:pt>
                <c:pt idx="3940">
                  <c:v>40373</c:v>
                </c:pt>
                <c:pt idx="3941">
                  <c:v>40372</c:v>
                </c:pt>
                <c:pt idx="3942">
                  <c:v>40371</c:v>
                </c:pt>
                <c:pt idx="3943">
                  <c:v>40368</c:v>
                </c:pt>
                <c:pt idx="3944">
                  <c:v>40367</c:v>
                </c:pt>
                <c:pt idx="3945">
                  <c:v>40366</c:v>
                </c:pt>
                <c:pt idx="3946">
                  <c:v>40365</c:v>
                </c:pt>
                <c:pt idx="3947">
                  <c:v>40364</c:v>
                </c:pt>
                <c:pt idx="3948">
                  <c:v>40361</c:v>
                </c:pt>
                <c:pt idx="3949">
                  <c:v>40360</c:v>
                </c:pt>
                <c:pt idx="3950">
                  <c:v>40359</c:v>
                </c:pt>
                <c:pt idx="3951">
                  <c:v>40358</c:v>
                </c:pt>
                <c:pt idx="3952">
                  <c:v>40357</c:v>
                </c:pt>
                <c:pt idx="3953">
                  <c:v>40354</c:v>
                </c:pt>
                <c:pt idx="3954">
                  <c:v>40353</c:v>
                </c:pt>
                <c:pt idx="3955">
                  <c:v>40352</c:v>
                </c:pt>
                <c:pt idx="3956">
                  <c:v>40351</c:v>
                </c:pt>
                <c:pt idx="3957">
                  <c:v>40350</c:v>
                </c:pt>
                <c:pt idx="3958">
                  <c:v>40347</c:v>
                </c:pt>
                <c:pt idx="3959">
                  <c:v>40346</c:v>
                </c:pt>
                <c:pt idx="3960">
                  <c:v>40345</c:v>
                </c:pt>
                <c:pt idx="3961">
                  <c:v>40344</c:v>
                </c:pt>
                <c:pt idx="3962">
                  <c:v>40343</c:v>
                </c:pt>
                <c:pt idx="3963">
                  <c:v>40340</c:v>
                </c:pt>
                <c:pt idx="3964">
                  <c:v>40339</c:v>
                </c:pt>
                <c:pt idx="3965">
                  <c:v>40338</c:v>
                </c:pt>
                <c:pt idx="3966">
                  <c:v>40337</c:v>
                </c:pt>
                <c:pt idx="3967">
                  <c:v>40336</c:v>
                </c:pt>
                <c:pt idx="3968">
                  <c:v>40333</c:v>
                </c:pt>
                <c:pt idx="3969">
                  <c:v>40332</c:v>
                </c:pt>
                <c:pt idx="3970">
                  <c:v>40330</c:v>
                </c:pt>
                <c:pt idx="3971">
                  <c:v>40329</c:v>
                </c:pt>
                <c:pt idx="3972">
                  <c:v>40326</c:v>
                </c:pt>
                <c:pt idx="3973">
                  <c:v>40325</c:v>
                </c:pt>
                <c:pt idx="3974">
                  <c:v>40324</c:v>
                </c:pt>
                <c:pt idx="3975">
                  <c:v>40323</c:v>
                </c:pt>
                <c:pt idx="3976">
                  <c:v>40322</c:v>
                </c:pt>
                <c:pt idx="3977">
                  <c:v>40318</c:v>
                </c:pt>
                <c:pt idx="3978">
                  <c:v>40317</c:v>
                </c:pt>
                <c:pt idx="3979">
                  <c:v>40316</c:v>
                </c:pt>
                <c:pt idx="3980">
                  <c:v>40315</c:v>
                </c:pt>
                <c:pt idx="3981">
                  <c:v>40312</c:v>
                </c:pt>
                <c:pt idx="3982">
                  <c:v>40311</c:v>
                </c:pt>
                <c:pt idx="3983">
                  <c:v>40310</c:v>
                </c:pt>
                <c:pt idx="3984">
                  <c:v>40309</c:v>
                </c:pt>
                <c:pt idx="3985">
                  <c:v>40308</c:v>
                </c:pt>
                <c:pt idx="3986">
                  <c:v>40305</c:v>
                </c:pt>
                <c:pt idx="3987">
                  <c:v>40304</c:v>
                </c:pt>
                <c:pt idx="3988">
                  <c:v>40302</c:v>
                </c:pt>
                <c:pt idx="3989">
                  <c:v>40301</c:v>
                </c:pt>
                <c:pt idx="3990">
                  <c:v>40298</c:v>
                </c:pt>
                <c:pt idx="3991">
                  <c:v>40297</c:v>
                </c:pt>
                <c:pt idx="3992">
                  <c:v>40296</c:v>
                </c:pt>
                <c:pt idx="3993">
                  <c:v>40295</c:v>
                </c:pt>
                <c:pt idx="3994">
                  <c:v>40294</c:v>
                </c:pt>
                <c:pt idx="3995">
                  <c:v>40291</c:v>
                </c:pt>
                <c:pt idx="3996">
                  <c:v>40290</c:v>
                </c:pt>
                <c:pt idx="3997">
                  <c:v>40289</c:v>
                </c:pt>
                <c:pt idx="3998">
                  <c:v>40288</c:v>
                </c:pt>
                <c:pt idx="3999">
                  <c:v>40287</c:v>
                </c:pt>
                <c:pt idx="4000">
                  <c:v>40284</c:v>
                </c:pt>
                <c:pt idx="4001">
                  <c:v>40283</c:v>
                </c:pt>
                <c:pt idx="4002">
                  <c:v>40282</c:v>
                </c:pt>
                <c:pt idx="4003">
                  <c:v>40281</c:v>
                </c:pt>
                <c:pt idx="4004">
                  <c:v>40280</c:v>
                </c:pt>
                <c:pt idx="4005">
                  <c:v>40277</c:v>
                </c:pt>
                <c:pt idx="4006">
                  <c:v>40276</c:v>
                </c:pt>
                <c:pt idx="4007">
                  <c:v>40275</c:v>
                </c:pt>
                <c:pt idx="4008">
                  <c:v>40274</c:v>
                </c:pt>
                <c:pt idx="4009">
                  <c:v>40273</c:v>
                </c:pt>
                <c:pt idx="4010">
                  <c:v>40270</c:v>
                </c:pt>
                <c:pt idx="4011">
                  <c:v>40269</c:v>
                </c:pt>
                <c:pt idx="4012">
                  <c:v>40268</c:v>
                </c:pt>
                <c:pt idx="4013">
                  <c:v>40267</c:v>
                </c:pt>
                <c:pt idx="4014">
                  <c:v>40266</c:v>
                </c:pt>
                <c:pt idx="4015">
                  <c:v>40263</c:v>
                </c:pt>
                <c:pt idx="4016">
                  <c:v>40262</c:v>
                </c:pt>
                <c:pt idx="4017">
                  <c:v>40261</c:v>
                </c:pt>
                <c:pt idx="4018">
                  <c:v>40260</c:v>
                </c:pt>
                <c:pt idx="4019">
                  <c:v>40259</c:v>
                </c:pt>
                <c:pt idx="4020">
                  <c:v>40256</c:v>
                </c:pt>
                <c:pt idx="4021">
                  <c:v>40255</c:v>
                </c:pt>
                <c:pt idx="4022">
                  <c:v>40254</c:v>
                </c:pt>
                <c:pt idx="4023">
                  <c:v>40253</c:v>
                </c:pt>
                <c:pt idx="4024">
                  <c:v>40252</c:v>
                </c:pt>
                <c:pt idx="4025">
                  <c:v>40249</c:v>
                </c:pt>
                <c:pt idx="4026">
                  <c:v>40248</c:v>
                </c:pt>
                <c:pt idx="4027">
                  <c:v>40247</c:v>
                </c:pt>
                <c:pt idx="4028">
                  <c:v>40246</c:v>
                </c:pt>
                <c:pt idx="4029">
                  <c:v>40245</c:v>
                </c:pt>
                <c:pt idx="4030">
                  <c:v>40242</c:v>
                </c:pt>
                <c:pt idx="4031">
                  <c:v>40241</c:v>
                </c:pt>
                <c:pt idx="4032">
                  <c:v>40240</c:v>
                </c:pt>
                <c:pt idx="4033">
                  <c:v>40239</c:v>
                </c:pt>
                <c:pt idx="4034">
                  <c:v>40235</c:v>
                </c:pt>
                <c:pt idx="4035">
                  <c:v>40234</c:v>
                </c:pt>
                <c:pt idx="4036">
                  <c:v>40233</c:v>
                </c:pt>
                <c:pt idx="4037">
                  <c:v>40232</c:v>
                </c:pt>
                <c:pt idx="4038">
                  <c:v>40231</c:v>
                </c:pt>
                <c:pt idx="4039">
                  <c:v>40228</c:v>
                </c:pt>
                <c:pt idx="4040">
                  <c:v>40227</c:v>
                </c:pt>
                <c:pt idx="4041">
                  <c:v>40226</c:v>
                </c:pt>
                <c:pt idx="4042">
                  <c:v>40225</c:v>
                </c:pt>
                <c:pt idx="4043">
                  <c:v>40221</c:v>
                </c:pt>
                <c:pt idx="4044">
                  <c:v>40220</c:v>
                </c:pt>
                <c:pt idx="4045">
                  <c:v>40219</c:v>
                </c:pt>
                <c:pt idx="4046">
                  <c:v>40218</c:v>
                </c:pt>
                <c:pt idx="4047">
                  <c:v>40217</c:v>
                </c:pt>
                <c:pt idx="4048">
                  <c:v>40214</c:v>
                </c:pt>
                <c:pt idx="4049">
                  <c:v>40213</c:v>
                </c:pt>
                <c:pt idx="4050">
                  <c:v>40212</c:v>
                </c:pt>
                <c:pt idx="4051">
                  <c:v>40211</c:v>
                </c:pt>
                <c:pt idx="4052">
                  <c:v>40210</c:v>
                </c:pt>
                <c:pt idx="4053">
                  <c:v>40207</c:v>
                </c:pt>
                <c:pt idx="4054">
                  <c:v>40206</c:v>
                </c:pt>
                <c:pt idx="4055">
                  <c:v>40205</c:v>
                </c:pt>
                <c:pt idx="4056">
                  <c:v>40204</c:v>
                </c:pt>
                <c:pt idx="4057">
                  <c:v>40203</c:v>
                </c:pt>
                <c:pt idx="4058">
                  <c:v>40200</c:v>
                </c:pt>
                <c:pt idx="4059">
                  <c:v>40199</c:v>
                </c:pt>
                <c:pt idx="4060">
                  <c:v>40198</c:v>
                </c:pt>
                <c:pt idx="4061">
                  <c:v>40197</c:v>
                </c:pt>
                <c:pt idx="4062">
                  <c:v>40196</c:v>
                </c:pt>
                <c:pt idx="4063">
                  <c:v>40193</c:v>
                </c:pt>
                <c:pt idx="4064">
                  <c:v>40192</c:v>
                </c:pt>
                <c:pt idx="4065">
                  <c:v>40191</c:v>
                </c:pt>
                <c:pt idx="4066">
                  <c:v>40190</c:v>
                </c:pt>
                <c:pt idx="4067">
                  <c:v>40189</c:v>
                </c:pt>
                <c:pt idx="4068">
                  <c:v>40186</c:v>
                </c:pt>
                <c:pt idx="4069">
                  <c:v>40185</c:v>
                </c:pt>
                <c:pt idx="4070">
                  <c:v>40184</c:v>
                </c:pt>
                <c:pt idx="4071">
                  <c:v>40183</c:v>
                </c:pt>
                <c:pt idx="4072">
                  <c:v>40182</c:v>
                </c:pt>
                <c:pt idx="4073">
                  <c:v>40178</c:v>
                </c:pt>
                <c:pt idx="4074">
                  <c:v>40177</c:v>
                </c:pt>
                <c:pt idx="4075">
                  <c:v>40176</c:v>
                </c:pt>
                <c:pt idx="4076">
                  <c:v>40175</c:v>
                </c:pt>
                <c:pt idx="4077">
                  <c:v>40171</c:v>
                </c:pt>
                <c:pt idx="4078">
                  <c:v>40170</c:v>
                </c:pt>
                <c:pt idx="4079">
                  <c:v>40169</c:v>
                </c:pt>
                <c:pt idx="4080">
                  <c:v>40168</c:v>
                </c:pt>
                <c:pt idx="4081">
                  <c:v>40165</c:v>
                </c:pt>
                <c:pt idx="4082">
                  <c:v>40164</c:v>
                </c:pt>
                <c:pt idx="4083">
                  <c:v>40163</c:v>
                </c:pt>
                <c:pt idx="4084">
                  <c:v>40162</c:v>
                </c:pt>
                <c:pt idx="4085">
                  <c:v>40161</c:v>
                </c:pt>
                <c:pt idx="4086">
                  <c:v>40158</c:v>
                </c:pt>
                <c:pt idx="4087">
                  <c:v>40157</c:v>
                </c:pt>
                <c:pt idx="4088">
                  <c:v>40156</c:v>
                </c:pt>
                <c:pt idx="4089">
                  <c:v>40155</c:v>
                </c:pt>
                <c:pt idx="4090">
                  <c:v>40154</c:v>
                </c:pt>
                <c:pt idx="4091">
                  <c:v>40151</c:v>
                </c:pt>
                <c:pt idx="4092">
                  <c:v>40150</c:v>
                </c:pt>
                <c:pt idx="4093">
                  <c:v>40149</c:v>
                </c:pt>
                <c:pt idx="4094">
                  <c:v>40148</c:v>
                </c:pt>
                <c:pt idx="4095">
                  <c:v>40147</c:v>
                </c:pt>
                <c:pt idx="4096">
                  <c:v>40144</c:v>
                </c:pt>
                <c:pt idx="4097">
                  <c:v>40143</c:v>
                </c:pt>
                <c:pt idx="4098">
                  <c:v>40142</c:v>
                </c:pt>
                <c:pt idx="4099">
                  <c:v>40141</c:v>
                </c:pt>
                <c:pt idx="4100">
                  <c:v>40140</c:v>
                </c:pt>
                <c:pt idx="4101">
                  <c:v>40137</c:v>
                </c:pt>
                <c:pt idx="4102">
                  <c:v>40136</c:v>
                </c:pt>
                <c:pt idx="4103">
                  <c:v>40135</c:v>
                </c:pt>
                <c:pt idx="4104">
                  <c:v>40134</c:v>
                </c:pt>
                <c:pt idx="4105">
                  <c:v>40133</c:v>
                </c:pt>
                <c:pt idx="4106">
                  <c:v>40130</c:v>
                </c:pt>
                <c:pt idx="4107">
                  <c:v>40129</c:v>
                </c:pt>
                <c:pt idx="4108">
                  <c:v>40128</c:v>
                </c:pt>
                <c:pt idx="4109">
                  <c:v>40127</c:v>
                </c:pt>
                <c:pt idx="4110">
                  <c:v>40126</c:v>
                </c:pt>
                <c:pt idx="4111">
                  <c:v>40123</c:v>
                </c:pt>
                <c:pt idx="4112">
                  <c:v>40122</c:v>
                </c:pt>
                <c:pt idx="4113">
                  <c:v>40121</c:v>
                </c:pt>
                <c:pt idx="4114">
                  <c:v>40120</c:v>
                </c:pt>
                <c:pt idx="4115">
                  <c:v>40119</c:v>
                </c:pt>
                <c:pt idx="4116">
                  <c:v>40116</c:v>
                </c:pt>
                <c:pt idx="4117">
                  <c:v>40115</c:v>
                </c:pt>
                <c:pt idx="4118">
                  <c:v>40114</c:v>
                </c:pt>
                <c:pt idx="4119">
                  <c:v>40113</c:v>
                </c:pt>
                <c:pt idx="4120">
                  <c:v>40112</c:v>
                </c:pt>
                <c:pt idx="4121">
                  <c:v>40109</c:v>
                </c:pt>
                <c:pt idx="4122">
                  <c:v>40108</c:v>
                </c:pt>
                <c:pt idx="4123">
                  <c:v>40107</c:v>
                </c:pt>
                <c:pt idx="4124">
                  <c:v>40106</c:v>
                </c:pt>
                <c:pt idx="4125">
                  <c:v>40105</c:v>
                </c:pt>
                <c:pt idx="4126">
                  <c:v>40102</c:v>
                </c:pt>
                <c:pt idx="4127">
                  <c:v>40101</c:v>
                </c:pt>
                <c:pt idx="4128">
                  <c:v>40100</c:v>
                </c:pt>
                <c:pt idx="4129">
                  <c:v>40099</c:v>
                </c:pt>
                <c:pt idx="4130">
                  <c:v>40098</c:v>
                </c:pt>
                <c:pt idx="4131">
                  <c:v>40095</c:v>
                </c:pt>
                <c:pt idx="4132">
                  <c:v>40094</c:v>
                </c:pt>
                <c:pt idx="4133">
                  <c:v>40093</c:v>
                </c:pt>
                <c:pt idx="4134">
                  <c:v>40092</c:v>
                </c:pt>
                <c:pt idx="4135">
                  <c:v>40091</c:v>
                </c:pt>
                <c:pt idx="4136">
                  <c:v>40087</c:v>
                </c:pt>
                <c:pt idx="4137">
                  <c:v>40086</c:v>
                </c:pt>
                <c:pt idx="4138">
                  <c:v>40085</c:v>
                </c:pt>
                <c:pt idx="4139">
                  <c:v>40084</c:v>
                </c:pt>
                <c:pt idx="4140">
                  <c:v>40081</c:v>
                </c:pt>
                <c:pt idx="4141">
                  <c:v>40080</c:v>
                </c:pt>
                <c:pt idx="4142">
                  <c:v>40079</c:v>
                </c:pt>
                <c:pt idx="4143">
                  <c:v>40078</c:v>
                </c:pt>
                <c:pt idx="4144">
                  <c:v>40077</c:v>
                </c:pt>
                <c:pt idx="4145">
                  <c:v>40074</c:v>
                </c:pt>
                <c:pt idx="4146">
                  <c:v>40073</c:v>
                </c:pt>
                <c:pt idx="4147">
                  <c:v>40072</c:v>
                </c:pt>
                <c:pt idx="4148">
                  <c:v>40071</c:v>
                </c:pt>
                <c:pt idx="4149">
                  <c:v>40070</c:v>
                </c:pt>
                <c:pt idx="4150">
                  <c:v>40067</c:v>
                </c:pt>
                <c:pt idx="4151">
                  <c:v>40066</c:v>
                </c:pt>
                <c:pt idx="4152">
                  <c:v>40065</c:v>
                </c:pt>
                <c:pt idx="4153">
                  <c:v>40064</c:v>
                </c:pt>
                <c:pt idx="4154">
                  <c:v>40063</c:v>
                </c:pt>
                <c:pt idx="4155">
                  <c:v>40060</c:v>
                </c:pt>
                <c:pt idx="4156">
                  <c:v>40059</c:v>
                </c:pt>
                <c:pt idx="4157">
                  <c:v>40058</c:v>
                </c:pt>
                <c:pt idx="4158">
                  <c:v>40057</c:v>
                </c:pt>
                <c:pt idx="4159">
                  <c:v>40056</c:v>
                </c:pt>
                <c:pt idx="4160">
                  <c:v>40053</c:v>
                </c:pt>
                <c:pt idx="4161">
                  <c:v>40052</c:v>
                </c:pt>
                <c:pt idx="4162">
                  <c:v>40051</c:v>
                </c:pt>
                <c:pt idx="4163">
                  <c:v>40050</c:v>
                </c:pt>
                <c:pt idx="4164">
                  <c:v>40049</c:v>
                </c:pt>
                <c:pt idx="4165">
                  <c:v>40046</c:v>
                </c:pt>
                <c:pt idx="4166">
                  <c:v>40045</c:v>
                </c:pt>
                <c:pt idx="4167">
                  <c:v>40044</c:v>
                </c:pt>
                <c:pt idx="4168">
                  <c:v>40043</c:v>
                </c:pt>
                <c:pt idx="4169">
                  <c:v>40042</c:v>
                </c:pt>
                <c:pt idx="4170">
                  <c:v>40039</c:v>
                </c:pt>
                <c:pt idx="4171">
                  <c:v>40038</c:v>
                </c:pt>
                <c:pt idx="4172">
                  <c:v>40037</c:v>
                </c:pt>
                <c:pt idx="4173">
                  <c:v>40036</c:v>
                </c:pt>
                <c:pt idx="4174">
                  <c:v>40035</c:v>
                </c:pt>
                <c:pt idx="4175">
                  <c:v>40032</c:v>
                </c:pt>
                <c:pt idx="4176">
                  <c:v>40031</c:v>
                </c:pt>
                <c:pt idx="4177">
                  <c:v>40030</c:v>
                </c:pt>
                <c:pt idx="4178">
                  <c:v>40029</c:v>
                </c:pt>
                <c:pt idx="4179">
                  <c:v>40028</c:v>
                </c:pt>
                <c:pt idx="4180">
                  <c:v>40025</c:v>
                </c:pt>
                <c:pt idx="4181">
                  <c:v>40024</c:v>
                </c:pt>
                <c:pt idx="4182">
                  <c:v>40023</c:v>
                </c:pt>
                <c:pt idx="4183">
                  <c:v>40022</c:v>
                </c:pt>
                <c:pt idx="4184">
                  <c:v>40021</c:v>
                </c:pt>
                <c:pt idx="4185">
                  <c:v>40018</c:v>
                </c:pt>
                <c:pt idx="4186">
                  <c:v>40017</c:v>
                </c:pt>
                <c:pt idx="4187">
                  <c:v>40016</c:v>
                </c:pt>
                <c:pt idx="4188">
                  <c:v>40015</c:v>
                </c:pt>
                <c:pt idx="4189">
                  <c:v>40014</c:v>
                </c:pt>
                <c:pt idx="4190">
                  <c:v>40011</c:v>
                </c:pt>
                <c:pt idx="4191">
                  <c:v>40010</c:v>
                </c:pt>
                <c:pt idx="4192">
                  <c:v>40009</c:v>
                </c:pt>
                <c:pt idx="4193">
                  <c:v>40008</c:v>
                </c:pt>
                <c:pt idx="4194">
                  <c:v>40007</c:v>
                </c:pt>
                <c:pt idx="4195">
                  <c:v>40004</c:v>
                </c:pt>
                <c:pt idx="4196">
                  <c:v>40003</c:v>
                </c:pt>
                <c:pt idx="4197">
                  <c:v>40002</c:v>
                </c:pt>
                <c:pt idx="4198">
                  <c:v>40001</c:v>
                </c:pt>
                <c:pt idx="4199">
                  <c:v>40000</c:v>
                </c:pt>
                <c:pt idx="4200">
                  <c:v>39997</c:v>
                </c:pt>
                <c:pt idx="4201">
                  <c:v>39996</c:v>
                </c:pt>
                <c:pt idx="4202">
                  <c:v>39995</c:v>
                </c:pt>
                <c:pt idx="4203">
                  <c:v>39994</c:v>
                </c:pt>
                <c:pt idx="4204">
                  <c:v>39993</c:v>
                </c:pt>
                <c:pt idx="4205">
                  <c:v>39990</c:v>
                </c:pt>
                <c:pt idx="4206">
                  <c:v>39989</c:v>
                </c:pt>
                <c:pt idx="4207">
                  <c:v>39988</c:v>
                </c:pt>
                <c:pt idx="4208">
                  <c:v>39987</c:v>
                </c:pt>
                <c:pt idx="4209">
                  <c:v>39986</c:v>
                </c:pt>
                <c:pt idx="4210">
                  <c:v>39983</c:v>
                </c:pt>
                <c:pt idx="4211">
                  <c:v>39982</c:v>
                </c:pt>
                <c:pt idx="4212">
                  <c:v>39981</c:v>
                </c:pt>
                <c:pt idx="4213">
                  <c:v>39980</c:v>
                </c:pt>
                <c:pt idx="4214">
                  <c:v>39979</c:v>
                </c:pt>
                <c:pt idx="4215">
                  <c:v>39976</c:v>
                </c:pt>
                <c:pt idx="4216">
                  <c:v>39975</c:v>
                </c:pt>
                <c:pt idx="4217">
                  <c:v>39974</c:v>
                </c:pt>
                <c:pt idx="4218">
                  <c:v>39973</c:v>
                </c:pt>
                <c:pt idx="4219">
                  <c:v>39972</c:v>
                </c:pt>
                <c:pt idx="4220">
                  <c:v>39969</c:v>
                </c:pt>
                <c:pt idx="4221">
                  <c:v>39968</c:v>
                </c:pt>
                <c:pt idx="4222">
                  <c:v>39967</c:v>
                </c:pt>
                <c:pt idx="4223">
                  <c:v>39966</c:v>
                </c:pt>
                <c:pt idx="4224">
                  <c:v>39965</c:v>
                </c:pt>
                <c:pt idx="4225">
                  <c:v>39962</c:v>
                </c:pt>
                <c:pt idx="4226">
                  <c:v>39961</c:v>
                </c:pt>
                <c:pt idx="4227">
                  <c:v>39960</c:v>
                </c:pt>
                <c:pt idx="4228">
                  <c:v>39959</c:v>
                </c:pt>
                <c:pt idx="4229">
                  <c:v>39958</c:v>
                </c:pt>
                <c:pt idx="4230">
                  <c:v>39955</c:v>
                </c:pt>
                <c:pt idx="4231">
                  <c:v>39954</c:v>
                </c:pt>
                <c:pt idx="4232">
                  <c:v>39953</c:v>
                </c:pt>
                <c:pt idx="4233">
                  <c:v>39952</c:v>
                </c:pt>
                <c:pt idx="4234">
                  <c:v>39951</c:v>
                </c:pt>
                <c:pt idx="4235">
                  <c:v>39948</c:v>
                </c:pt>
                <c:pt idx="4236">
                  <c:v>39947</c:v>
                </c:pt>
                <c:pt idx="4237">
                  <c:v>39946</c:v>
                </c:pt>
                <c:pt idx="4238">
                  <c:v>39945</c:v>
                </c:pt>
                <c:pt idx="4239">
                  <c:v>39944</c:v>
                </c:pt>
                <c:pt idx="4240">
                  <c:v>39941</c:v>
                </c:pt>
                <c:pt idx="4241">
                  <c:v>39940</c:v>
                </c:pt>
                <c:pt idx="4242">
                  <c:v>39939</c:v>
                </c:pt>
                <c:pt idx="4243">
                  <c:v>39937</c:v>
                </c:pt>
                <c:pt idx="4244">
                  <c:v>39933</c:v>
                </c:pt>
                <c:pt idx="4245">
                  <c:v>39932</c:v>
                </c:pt>
                <c:pt idx="4246">
                  <c:v>39931</c:v>
                </c:pt>
                <c:pt idx="4247">
                  <c:v>39930</c:v>
                </c:pt>
                <c:pt idx="4248">
                  <c:v>39927</c:v>
                </c:pt>
                <c:pt idx="4249">
                  <c:v>39926</c:v>
                </c:pt>
                <c:pt idx="4250">
                  <c:v>39925</c:v>
                </c:pt>
                <c:pt idx="4251">
                  <c:v>39924</c:v>
                </c:pt>
                <c:pt idx="4252">
                  <c:v>39923</c:v>
                </c:pt>
                <c:pt idx="4253">
                  <c:v>39920</c:v>
                </c:pt>
                <c:pt idx="4254">
                  <c:v>39919</c:v>
                </c:pt>
                <c:pt idx="4255">
                  <c:v>39918</c:v>
                </c:pt>
                <c:pt idx="4256">
                  <c:v>39917</c:v>
                </c:pt>
                <c:pt idx="4257">
                  <c:v>39916</c:v>
                </c:pt>
                <c:pt idx="4258">
                  <c:v>39913</c:v>
                </c:pt>
                <c:pt idx="4259">
                  <c:v>39912</c:v>
                </c:pt>
                <c:pt idx="4260">
                  <c:v>39911</c:v>
                </c:pt>
                <c:pt idx="4261">
                  <c:v>39910</c:v>
                </c:pt>
                <c:pt idx="4262">
                  <c:v>39909</c:v>
                </c:pt>
                <c:pt idx="4263">
                  <c:v>39906</c:v>
                </c:pt>
                <c:pt idx="4264">
                  <c:v>39905</c:v>
                </c:pt>
                <c:pt idx="4265">
                  <c:v>39904</c:v>
                </c:pt>
                <c:pt idx="4266">
                  <c:v>39903</c:v>
                </c:pt>
                <c:pt idx="4267">
                  <c:v>39902</c:v>
                </c:pt>
                <c:pt idx="4268">
                  <c:v>39899</c:v>
                </c:pt>
                <c:pt idx="4269">
                  <c:v>39898</c:v>
                </c:pt>
                <c:pt idx="4270">
                  <c:v>39897</c:v>
                </c:pt>
                <c:pt idx="4271">
                  <c:v>39896</c:v>
                </c:pt>
                <c:pt idx="4272">
                  <c:v>39895</c:v>
                </c:pt>
                <c:pt idx="4273">
                  <c:v>39892</c:v>
                </c:pt>
                <c:pt idx="4274">
                  <c:v>39891</c:v>
                </c:pt>
                <c:pt idx="4275">
                  <c:v>39890</c:v>
                </c:pt>
                <c:pt idx="4276">
                  <c:v>39889</c:v>
                </c:pt>
                <c:pt idx="4277">
                  <c:v>39888</c:v>
                </c:pt>
                <c:pt idx="4278">
                  <c:v>39885</c:v>
                </c:pt>
                <c:pt idx="4279">
                  <c:v>39884</c:v>
                </c:pt>
                <c:pt idx="4280">
                  <c:v>39883</c:v>
                </c:pt>
                <c:pt idx="4281">
                  <c:v>39882</c:v>
                </c:pt>
                <c:pt idx="4282">
                  <c:v>39881</c:v>
                </c:pt>
                <c:pt idx="4283">
                  <c:v>39878</c:v>
                </c:pt>
                <c:pt idx="4284">
                  <c:v>39877</c:v>
                </c:pt>
                <c:pt idx="4285">
                  <c:v>39876</c:v>
                </c:pt>
                <c:pt idx="4286">
                  <c:v>39875</c:v>
                </c:pt>
                <c:pt idx="4287">
                  <c:v>39874</c:v>
                </c:pt>
                <c:pt idx="4288">
                  <c:v>39871</c:v>
                </c:pt>
                <c:pt idx="4289">
                  <c:v>39870</c:v>
                </c:pt>
                <c:pt idx="4290">
                  <c:v>39869</c:v>
                </c:pt>
                <c:pt idx="4291">
                  <c:v>39868</c:v>
                </c:pt>
                <c:pt idx="4292">
                  <c:v>39867</c:v>
                </c:pt>
                <c:pt idx="4293">
                  <c:v>39864</c:v>
                </c:pt>
                <c:pt idx="4294">
                  <c:v>39863</c:v>
                </c:pt>
                <c:pt idx="4295">
                  <c:v>39862</c:v>
                </c:pt>
                <c:pt idx="4296">
                  <c:v>39861</c:v>
                </c:pt>
                <c:pt idx="4297">
                  <c:v>39860</c:v>
                </c:pt>
                <c:pt idx="4298">
                  <c:v>39857</c:v>
                </c:pt>
                <c:pt idx="4299">
                  <c:v>39856</c:v>
                </c:pt>
                <c:pt idx="4300">
                  <c:v>39855</c:v>
                </c:pt>
                <c:pt idx="4301">
                  <c:v>39854</c:v>
                </c:pt>
                <c:pt idx="4302">
                  <c:v>39853</c:v>
                </c:pt>
                <c:pt idx="4303">
                  <c:v>39850</c:v>
                </c:pt>
                <c:pt idx="4304">
                  <c:v>39849</c:v>
                </c:pt>
                <c:pt idx="4305">
                  <c:v>39848</c:v>
                </c:pt>
                <c:pt idx="4306">
                  <c:v>39847</c:v>
                </c:pt>
                <c:pt idx="4307">
                  <c:v>39846</c:v>
                </c:pt>
                <c:pt idx="4308">
                  <c:v>39843</c:v>
                </c:pt>
                <c:pt idx="4309">
                  <c:v>39842</c:v>
                </c:pt>
                <c:pt idx="4310">
                  <c:v>39841</c:v>
                </c:pt>
                <c:pt idx="4311">
                  <c:v>39836</c:v>
                </c:pt>
                <c:pt idx="4312">
                  <c:v>39835</c:v>
                </c:pt>
                <c:pt idx="4313">
                  <c:v>39834</c:v>
                </c:pt>
                <c:pt idx="4314">
                  <c:v>39833</c:v>
                </c:pt>
                <c:pt idx="4315">
                  <c:v>39832</c:v>
                </c:pt>
                <c:pt idx="4316">
                  <c:v>39829</c:v>
                </c:pt>
                <c:pt idx="4317">
                  <c:v>39828</c:v>
                </c:pt>
                <c:pt idx="4318">
                  <c:v>39827</c:v>
                </c:pt>
                <c:pt idx="4319">
                  <c:v>39826</c:v>
                </c:pt>
                <c:pt idx="4320">
                  <c:v>39825</c:v>
                </c:pt>
                <c:pt idx="4321">
                  <c:v>39822</c:v>
                </c:pt>
                <c:pt idx="4322">
                  <c:v>39821</c:v>
                </c:pt>
                <c:pt idx="4323">
                  <c:v>39820</c:v>
                </c:pt>
                <c:pt idx="4324">
                  <c:v>39819</c:v>
                </c:pt>
                <c:pt idx="4325">
                  <c:v>39818</c:v>
                </c:pt>
                <c:pt idx="4326">
                  <c:v>39815</c:v>
                </c:pt>
                <c:pt idx="4327">
                  <c:v>39813</c:v>
                </c:pt>
                <c:pt idx="4328">
                  <c:v>39812</c:v>
                </c:pt>
                <c:pt idx="4329">
                  <c:v>39811</c:v>
                </c:pt>
                <c:pt idx="4330">
                  <c:v>39808</c:v>
                </c:pt>
                <c:pt idx="4331">
                  <c:v>39806</c:v>
                </c:pt>
                <c:pt idx="4332">
                  <c:v>39805</c:v>
                </c:pt>
                <c:pt idx="4333">
                  <c:v>39804</c:v>
                </c:pt>
                <c:pt idx="4334">
                  <c:v>39801</c:v>
                </c:pt>
                <c:pt idx="4335">
                  <c:v>39800</c:v>
                </c:pt>
                <c:pt idx="4336">
                  <c:v>39799</c:v>
                </c:pt>
                <c:pt idx="4337">
                  <c:v>39798</c:v>
                </c:pt>
                <c:pt idx="4338">
                  <c:v>39797</c:v>
                </c:pt>
                <c:pt idx="4339">
                  <c:v>39794</c:v>
                </c:pt>
                <c:pt idx="4340">
                  <c:v>39793</c:v>
                </c:pt>
                <c:pt idx="4341">
                  <c:v>39792</c:v>
                </c:pt>
                <c:pt idx="4342">
                  <c:v>39791</c:v>
                </c:pt>
                <c:pt idx="4343">
                  <c:v>39790</c:v>
                </c:pt>
                <c:pt idx="4344">
                  <c:v>39787</c:v>
                </c:pt>
                <c:pt idx="4345">
                  <c:v>39786</c:v>
                </c:pt>
                <c:pt idx="4346">
                  <c:v>39785</c:v>
                </c:pt>
                <c:pt idx="4347">
                  <c:v>39784</c:v>
                </c:pt>
                <c:pt idx="4348">
                  <c:v>39783</c:v>
                </c:pt>
                <c:pt idx="4349">
                  <c:v>39780</c:v>
                </c:pt>
                <c:pt idx="4350">
                  <c:v>39779</c:v>
                </c:pt>
                <c:pt idx="4351">
                  <c:v>39778</c:v>
                </c:pt>
                <c:pt idx="4352">
                  <c:v>39777</c:v>
                </c:pt>
                <c:pt idx="4353">
                  <c:v>39776</c:v>
                </c:pt>
                <c:pt idx="4354">
                  <c:v>39773</c:v>
                </c:pt>
                <c:pt idx="4355">
                  <c:v>39772</c:v>
                </c:pt>
                <c:pt idx="4356">
                  <c:v>39771</c:v>
                </c:pt>
                <c:pt idx="4357">
                  <c:v>39770</c:v>
                </c:pt>
                <c:pt idx="4358">
                  <c:v>39769</c:v>
                </c:pt>
                <c:pt idx="4359">
                  <c:v>39766</c:v>
                </c:pt>
                <c:pt idx="4360">
                  <c:v>39765</c:v>
                </c:pt>
                <c:pt idx="4361">
                  <c:v>39764</c:v>
                </c:pt>
                <c:pt idx="4362">
                  <c:v>39763</c:v>
                </c:pt>
                <c:pt idx="4363">
                  <c:v>39762</c:v>
                </c:pt>
                <c:pt idx="4364">
                  <c:v>39759</c:v>
                </c:pt>
                <c:pt idx="4365">
                  <c:v>39758</c:v>
                </c:pt>
                <c:pt idx="4366">
                  <c:v>39757</c:v>
                </c:pt>
                <c:pt idx="4367">
                  <c:v>39756</c:v>
                </c:pt>
                <c:pt idx="4368">
                  <c:v>39755</c:v>
                </c:pt>
                <c:pt idx="4369">
                  <c:v>39752</c:v>
                </c:pt>
                <c:pt idx="4370">
                  <c:v>39751</c:v>
                </c:pt>
                <c:pt idx="4371">
                  <c:v>39750</c:v>
                </c:pt>
                <c:pt idx="4372">
                  <c:v>39749</c:v>
                </c:pt>
                <c:pt idx="4373">
                  <c:v>39748</c:v>
                </c:pt>
                <c:pt idx="4374">
                  <c:v>39745</c:v>
                </c:pt>
                <c:pt idx="4375">
                  <c:v>39744</c:v>
                </c:pt>
                <c:pt idx="4376">
                  <c:v>39743</c:v>
                </c:pt>
                <c:pt idx="4377">
                  <c:v>39742</c:v>
                </c:pt>
                <c:pt idx="4378">
                  <c:v>39741</c:v>
                </c:pt>
                <c:pt idx="4379">
                  <c:v>39738</c:v>
                </c:pt>
                <c:pt idx="4380">
                  <c:v>39737</c:v>
                </c:pt>
                <c:pt idx="4381">
                  <c:v>39736</c:v>
                </c:pt>
                <c:pt idx="4382">
                  <c:v>39735</c:v>
                </c:pt>
                <c:pt idx="4383">
                  <c:v>39734</c:v>
                </c:pt>
                <c:pt idx="4384">
                  <c:v>39731</c:v>
                </c:pt>
                <c:pt idx="4385">
                  <c:v>39730</c:v>
                </c:pt>
                <c:pt idx="4386">
                  <c:v>39729</c:v>
                </c:pt>
                <c:pt idx="4387">
                  <c:v>39728</c:v>
                </c:pt>
                <c:pt idx="4388">
                  <c:v>39727</c:v>
                </c:pt>
                <c:pt idx="4389">
                  <c:v>39723</c:v>
                </c:pt>
                <c:pt idx="4390">
                  <c:v>39722</c:v>
                </c:pt>
                <c:pt idx="4391">
                  <c:v>39721</c:v>
                </c:pt>
                <c:pt idx="4392">
                  <c:v>39720</c:v>
                </c:pt>
                <c:pt idx="4393">
                  <c:v>39717</c:v>
                </c:pt>
                <c:pt idx="4394">
                  <c:v>39716</c:v>
                </c:pt>
                <c:pt idx="4395">
                  <c:v>39715</c:v>
                </c:pt>
                <c:pt idx="4396">
                  <c:v>39714</c:v>
                </c:pt>
                <c:pt idx="4397">
                  <c:v>39713</c:v>
                </c:pt>
                <c:pt idx="4398">
                  <c:v>39710</c:v>
                </c:pt>
                <c:pt idx="4399">
                  <c:v>39709</c:v>
                </c:pt>
                <c:pt idx="4400">
                  <c:v>39708</c:v>
                </c:pt>
                <c:pt idx="4401">
                  <c:v>39707</c:v>
                </c:pt>
                <c:pt idx="4402">
                  <c:v>39703</c:v>
                </c:pt>
                <c:pt idx="4403">
                  <c:v>39702</c:v>
                </c:pt>
                <c:pt idx="4404">
                  <c:v>39701</c:v>
                </c:pt>
                <c:pt idx="4405">
                  <c:v>39700</c:v>
                </c:pt>
                <c:pt idx="4406">
                  <c:v>39699</c:v>
                </c:pt>
                <c:pt idx="4407">
                  <c:v>39696</c:v>
                </c:pt>
                <c:pt idx="4408">
                  <c:v>39695</c:v>
                </c:pt>
                <c:pt idx="4409">
                  <c:v>39694</c:v>
                </c:pt>
                <c:pt idx="4410">
                  <c:v>39693</c:v>
                </c:pt>
                <c:pt idx="4411">
                  <c:v>39692</c:v>
                </c:pt>
                <c:pt idx="4412">
                  <c:v>39689</c:v>
                </c:pt>
                <c:pt idx="4413">
                  <c:v>39688</c:v>
                </c:pt>
                <c:pt idx="4414">
                  <c:v>39687</c:v>
                </c:pt>
                <c:pt idx="4415">
                  <c:v>39686</c:v>
                </c:pt>
                <c:pt idx="4416">
                  <c:v>39685</c:v>
                </c:pt>
                <c:pt idx="4417">
                  <c:v>39682</c:v>
                </c:pt>
                <c:pt idx="4418">
                  <c:v>39681</c:v>
                </c:pt>
                <c:pt idx="4419">
                  <c:v>39680</c:v>
                </c:pt>
                <c:pt idx="4420">
                  <c:v>39679</c:v>
                </c:pt>
                <c:pt idx="4421">
                  <c:v>39678</c:v>
                </c:pt>
                <c:pt idx="4422">
                  <c:v>39674</c:v>
                </c:pt>
                <c:pt idx="4423">
                  <c:v>39673</c:v>
                </c:pt>
                <c:pt idx="4424">
                  <c:v>39672</c:v>
                </c:pt>
                <c:pt idx="4425">
                  <c:v>39671</c:v>
                </c:pt>
                <c:pt idx="4426">
                  <c:v>39668</c:v>
                </c:pt>
                <c:pt idx="4427">
                  <c:v>39667</c:v>
                </c:pt>
                <c:pt idx="4428">
                  <c:v>39666</c:v>
                </c:pt>
                <c:pt idx="4429">
                  <c:v>39665</c:v>
                </c:pt>
                <c:pt idx="4430">
                  <c:v>39664</c:v>
                </c:pt>
                <c:pt idx="4431">
                  <c:v>39661</c:v>
                </c:pt>
                <c:pt idx="4432">
                  <c:v>39660</c:v>
                </c:pt>
                <c:pt idx="4433">
                  <c:v>39659</c:v>
                </c:pt>
                <c:pt idx="4434">
                  <c:v>39658</c:v>
                </c:pt>
                <c:pt idx="4435">
                  <c:v>39657</c:v>
                </c:pt>
                <c:pt idx="4436">
                  <c:v>39654</c:v>
                </c:pt>
                <c:pt idx="4437">
                  <c:v>39653</c:v>
                </c:pt>
                <c:pt idx="4438">
                  <c:v>39652</c:v>
                </c:pt>
                <c:pt idx="4439">
                  <c:v>39651</c:v>
                </c:pt>
                <c:pt idx="4440">
                  <c:v>39650</c:v>
                </c:pt>
                <c:pt idx="4441">
                  <c:v>39647</c:v>
                </c:pt>
                <c:pt idx="4442">
                  <c:v>39646</c:v>
                </c:pt>
                <c:pt idx="4443">
                  <c:v>39645</c:v>
                </c:pt>
                <c:pt idx="4444">
                  <c:v>39644</c:v>
                </c:pt>
                <c:pt idx="4445">
                  <c:v>39643</c:v>
                </c:pt>
                <c:pt idx="4446">
                  <c:v>39640</c:v>
                </c:pt>
                <c:pt idx="4447">
                  <c:v>39639</c:v>
                </c:pt>
                <c:pt idx="4448">
                  <c:v>39638</c:v>
                </c:pt>
                <c:pt idx="4449">
                  <c:v>39637</c:v>
                </c:pt>
                <c:pt idx="4450">
                  <c:v>39636</c:v>
                </c:pt>
                <c:pt idx="4451">
                  <c:v>39633</c:v>
                </c:pt>
                <c:pt idx="4452">
                  <c:v>39632</c:v>
                </c:pt>
                <c:pt idx="4453">
                  <c:v>39631</c:v>
                </c:pt>
                <c:pt idx="4454">
                  <c:v>39630</c:v>
                </c:pt>
                <c:pt idx="4455">
                  <c:v>39629</c:v>
                </c:pt>
                <c:pt idx="4456">
                  <c:v>39626</c:v>
                </c:pt>
                <c:pt idx="4457">
                  <c:v>39625</c:v>
                </c:pt>
                <c:pt idx="4458">
                  <c:v>39624</c:v>
                </c:pt>
                <c:pt idx="4459">
                  <c:v>39623</c:v>
                </c:pt>
                <c:pt idx="4460">
                  <c:v>39622</c:v>
                </c:pt>
                <c:pt idx="4461">
                  <c:v>39619</c:v>
                </c:pt>
                <c:pt idx="4462">
                  <c:v>39618</c:v>
                </c:pt>
                <c:pt idx="4463">
                  <c:v>39617</c:v>
                </c:pt>
                <c:pt idx="4464">
                  <c:v>39616</c:v>
                </c:pt>
                <c:pt idx="4465">
                  <c:v>39615</c:v>
                </c:pt>
                <c:pt idx="4466">
                  <c:v>39612</c:v>
                </c:pt>
                <c:pt idx="4467">
                  <c:v>39611</c:v>
                </c:pt>
                <c:pt idx="4468">
                  <c:v>39610</c:v>
                </c:pt>
                <c:pt idx="4469">
                  <c:v>39609</c:v>
                </c:pt>
                <c:pt idx="4470">
                  <c:v>39608</c:v>
                </c:pt>
                <c:pt idx="4471">
                  <c:v>39604</c:v>
                </c:pt>
                <c:pt idx="4472">
                  <c:v>39603</c:v>
                </c:pt>
                <c:pt idx="4473">
                  <c:v>39602</c:v>
                </c:pt>
                <c:pt idx="4474">
                  <c:v>39601</c:v>
                </c:pt>
                <c:pt idx="4475">
                  <c:v>39598</c:v>
                </c:pt>
                <c:pt idx="4476">
                  <c:v>39597</c:v>
                </c:pt>
                <c:pt idx="4477">
                  <c:v>39596</c:v>
                </c:pt>
                <c:pt idx="4478">
                  <c:v>39595</c:v>
                </c:pt>
                <c:pt idx="4479">
                  <c:v>39594</c:v>
                </c:pt>
                <c:pt idx="4480">
                  <c:v>39591</c:v>
                </c:pt>
                <c:pt idx="4481">
                  <c:v>39590</c:v>
                </c:pt>
                <c:pt idx="4482">
                  <c:v>39589</c:v>
                </c:pt>
                <c:pt idx="4483">
                  <c:v>39588</c:v>
                </c:pt>
                <c:pt idx="4484">
                  <c:v>39587</c:v>
                </c:pt>
                <c:pt idx="4485">
                  <c:v>39584</c:v>
                </c:pt>
                <c:pt idx="4486">
                  <c:v>39583</c:v>
                </c:pt>
                <c:pt idx="4487">
                  <c:v>39582</c:v>
                </c:pt>
                <c:pt idx="4488">
                  <c:v>39581</c:v>
                </c:pt>
                <c:pt idx="4489">
                  <c:v>39577</c:v>
                </c:pt>
                <c:pt idx="4490">
                  <c:v>39576</c:v>
                </c:pt>
                <c:pt idx="4491">
                  <c:v>39575</c:v>
                </c:pt>
                <c:pt idx="4492">
                  <c:v>39574</c:v>
                </c:pt>
                <c:pt idx="4493">
                  <c:v>39570</c:v>
                </c:pt>
                <c:pt idx="4494">
                  <c:v>39568</c:v>
                </c:pt>
                <c:pt idx="4495">
                  <c:v>39567</c:v>
                </c:pt>
                <c:pt idx="4496">
                  <c:v>39566</c:v>
                </c:pt>
                <c:pt idx="4497">
                  <c:v>39563</c:v>
                </c:pt>
                <c:pt idx="4498">
                  <c:v>39562</c:v>
                </c:pt>
                <c:pt idx="4499">
                  <c:v>39561</c:v>
                </c:pt>
                <c:pt idx="4500">
                  <c:v>39560</c:v>
                </c:pt>
                <c:pt idx="4501">
                  <c:v>39559</c:v>
                </c:pt>
                <c:pt idx="4502">
                  <c:v>39556</c:v>
                </c:pt>
                <c:pt idx="4503">
                  <c:v>39555</c:v>
                </c:pt>
                <c:pt idx="4504">
                  <c:v>39554</c:v>
                </c:pt>
                <c:pt idx="4505">
                  <c:v>39553</c:v>
                </c:pt>
                <c:pt idx="4506">
                  <c:v>39552</c:v>
                </c:pt>
                <c:pt idx="4507">
                  <c:v>39549</c:v>
                </c:pt>
                <c:pt idx="4508">
                  <c:v>39548</c:v>
                </c:pt>
                <c:pt idx="4509">
                  <c:v>39546</c:v>
                </c:pt>
                <c:pt idx="4510">
                  <c:v>39545</c:v>
                </c:pt>
                <c:pt idx="4511">
                  <c:v>39542</c:v>
                </c:pt>
                <c:pt idx="4512">
                  <c:v>39541</c:v>
                </c:pt>
                <c:pt idx="4513">
                  <c:v>39540</c:v>
                </c:pt>
                <c:pt idx="4514">
                  <c:v>39539</c:v>
                </c:pt>
                <c:pt idx="4515">
                  <c:v>39538</c:v>
                </c:pt>
                <c:pt idx="4516">
                  <c:v>39535</c:v>
                </c:pt>
                <c:pt idx="4517">
                  <c:v>39534</c:v>
                </c:pt>
                <c:pt idx="4518">
                  <c:v>39533</c:v>
                </c:pt>
                <c:pt idx="4519">
                  <c:v>39532</c:v>
                </c:pt>
                <c:pt idx="4520">
                  <c:v>39531</c:v>
                </c:pt>
                <c:pt idx="4521">
                  <c:v>39528</c:v>
                </c:pt>
                <c:pt idx="4522">
                  <c:v>39527</c:v>
                </c:pt>
                <c:pt idx="4523">
                  <c:v>39526</c:v>
                </c:pt>
                <c:pt idx="4524">
                  <c:v>39525</c:v>
                </c:pt>
                <c:pt idx="4525">
                  <c:v>39524</c:v>
                </c:pt>
                <c:pt idx="4526">
                  <c:v>39521</c:v>
                </c:pt>
                <c:pt idx="4527">
                  <c:v>39520</c:v>
                </c:pt>
                <c:pt idx="4528">
                  <c:v>39519</c:v>
                </c:pt>
                <c:pt idx="4529">
                  <c:v>39518</c:v>
                </c:pt>
                <c:pt idx="4530">
                  <c:v>39517</c:v>
                </c:pt>
                <c:pt idx="4531">
                  <c:v>39514</c:v>
                </c:pt>
                <c:pt idx="4532">
                  <c:v>39513</c:v>
                </c:pt>
                <c:pt idx="4533">
                  <c:v>39512</c:v>
                </c:pt>
                <c:pt idx="4534">
                  <c:v>39511</c:v>
                </c:pt>
                <c:pt idx="4535">
                  <c:v>39510</c:v>
                </c:pt>
                <c:pt idx="4536">
                  <c:v>39507</c:v>
                </c:pt>
                <c:pt idx="4537">
                  <c:v>39506</c:v>
                </c:pt>
                <c:pt idx="4538">
                  <c:v>39505</c:v>
                </c:pt>
                <c:pt idx="4539">
                  <c:v>39504</c:v>
                </c:pt>
                <c:pt idx="4540">
                  <c:v>39503</c:v>
                </c:pt>
                <c:pt idx="4541">
                  <c:v>39500</c:v>
                </c:pt>
                <c:pt idx="4542">
                  <c:v>39499</c:v>
                </c:pt>
                <c:pt idx="4543">
                  <c:v>39498</c:v>
                </c:pt>
                <c:pt idx="4544">
                  <c:v>39497</c:v>
                </c:pt>
                <c:pt idx="4545">
                  <c:v>39496</c:v>
                </c:pt>
                <c:pt idx="4546">
                  <c:v>39493</c:v>
                </c:pt>
                <c:pt idx="4547">
                  <c:v>39492</c:v>
                </c:pt>
                <c:pt idx="4548">
                  <c:v>39491</c:v>
                </c:pt>
                <c:pt idx="4549">
                  <c:v>39490</c:v>
                </c:pt>
                <c:pt idx="4550">
                  <c:v>39489</c:v>
                </c:pt>
                <c:pt idx="4551">
                  <c:v>39483</c:v>
                </c:pt>
                <c:pt idx="4552">
                  <c:v>39482</c:v>
                </c:pt>
                <c:pt idx="4553">
                  <c:v>39479</c:v>
                </c:pt>
                <c:pt idx="4554">
                  <c:v>39478</c:v>
                </c:pt>
                <c:pt idx="4555">
                  <c:v>39477</c:v>
                </c:pt>
                <c:pt idx="4556">
                  <c:v>39476</c:v>
                </c:pt>
                <c:pt idx="4557">
                  <c:v>39475</c:v>
                </c:pt>
                <c:pt idx="4558">
                  <c:v>39472</c:v>
                </c:pt>
                <c:pt idx="4559">
                  <c:v>39471</c:v>
                </c:pt>
                <c:pt idx="4560">
                  <c:v>39470</c:v>
                </c:pt>
                <c:pt idx="4561">
                  <c:v>39469</c:v>
                </c:pt>
                <c:pt idx="4562">
                  <c:v>39468</c:v>
                </c:pt>
                <c:pt idx="4563">
                  <c:v>39465</c:v>
                </c:pt>
                <c:pt idx="4564">
                  <c:v>39464</c:v>
                </c:pt>
                <c:pt idx="4565">
                  <c:v>39463</c:v>
                </c:pt>
                <c:pt idx="4566">
                  <c:v>39462</c:v>
                </c:pt>
                <c:pt idx="4567">
                  <c:v>39461</c:v>
                </c:pt>
                <c:pt idx="4568">
                  <c:v>39458</c:v>
                </c:pt>
                <c:pt idx="4569">
                  <c:v>39457</c:v>
                </c:pt>
                <c:pt idx="4570">
                  <c:v>39456</c:v>
                </c:pt>
                <c:pt idx="4571">
                  <c:v>39455</c:v>
                </c:pt>
                <c:pt idx="4572">
                  <c:v>39454</c:v>
                </c:pt>
                <c:pt idx="4573">
                  <c:v>39451</c:v>
                </c:pt>
                <c:pt idx="4574">
                  <c:v>39450</c:v>
                </c:pt>
                <c:pt idx="4575">
                  <c:v>39449</c:v>
                </c:pt>
                <c:pt idx="4576">
                  <c:v>39447</c:v>
                </c:pt>
                <c:pt idx="4577">
                  <c:v>39444</c:v>
                </c:pt>
                <c:pt idx="4578">
                  <c:v>39443</c:v>
                </c:pt>
                <c:pt idx="4579">
                  <c:v>39442</c:v>
                </c:pt>
                <c:pt idx="4580">
                  <c:v>39440</c:v>
                </c:pt>
                <c:pt idx="4581">
                  <c:v>39437</c:v>
                </c:pt>
                <c:pt idx="4582">
                  <c:v>39436</c:v>
                </c:pt>
                <c:pt idx="4583">
                  <c:v>39434</c:v>
                </c:pt>
                <c:pt idx="4584">
                  <c:v>39433</c:v>
                </c:pt>
                <c:pt idx="4585">
                  <c:v>39430</c:v>
                </c:pt>
                <c:pt idx="4586">
                  <c:v>39429</c:v>
                </c:pt>
                <c:pt idx="4587">
                  <c:v>39428</c:v>
                </c:pt>
                <c:pt idx="4588">
                  <c:v>39427</c:v>
                </c:pt>
                <c:pt idx="4589">
                  <c:v>39426</c:v>
                </c:pt>
                <c:pt idx="4590">
                  <c:v>39423</c:v>
                </c:pt>
                <c:pt idx="4591">
                  <c:v>39422</c:v>
                </c:pt>
                <c:pt idx="4592">
                  <c:v>39421</c:v>
                </c:pt>
                <c:pt idx="4593">
                  <c:v>39420</c:v>
                </c:pt>
                <c:pt idx="4594">
                  <c:v>39419</c:v>
                </c:pt>
                <c:pt idx="4595">
                  <c:v>39416</c:v>
                </c:pt>
                <c:pt idx="4596">
                  <c:v>39415</c:v>
                </c:pt>
                <c:pt idx="4597">
                  <c:v>39414</c:v>
                </c:pt>
                <c:pt idx="4598">
                  <c:v>39413</c:v>
                </c:pt>
                <c:pt idx="4599">
                  <c:v>39412</c:v>
                </c:pt>
                <c:pt idx="4600">
                  <c:v>39409</c:v>
                </c:pt>
                <c:pt idx="4601">
                  <c:v>39408</c:v>
                </c:pt>
                <c:pt idx="4602">
                  <c:v>39407</c:v>
                </c:pt>
                <c:pt idx="4603">
                  <c:v>39406</c:v>
                </c:pt>
                <c:pt idx="4604">
                  <c:v>39405</c:v>
                </c:pt>
                <c:pt idx="4605">
                  <c:v>39402</c:v>
                </c:pt>
                <c:pt idx="4606">
                  <c:v>39401</c:v>
                </c:pt>
                <c:pt idx="4607">
                  <c:v>39400</c:v>
                </c:pt>
                <c:pt idx="4608">
                  <c:v>39399</c:v>
                </c:pt>
                <c:pt idx="4609">
                  <c:v>39398</c:v>
                </c:pt>
                <c:pt idx="4610">
                  <c:v>39395</c:v>
                </c:pt>
                <c:pt idx="4611">
                  <c:v>39394</c:v>
                </c:pt>
                <c:pt idx="4612">
                  <c:v>39393</c:v>
                </c:pt>
                <c:pt idx="4613">
                  <c:v>39392</c:v>
                </c:pt>
                <c:pt idx="4614">
                  <c:v>39391</c:v>
                </c:pt>
                <c:pt idx="4615">
                  <c:v>39388</c:v>
                </c:pt>
                <c:pt idx="4616">
                  <c:v>39387</c:v>
                </c:pt>
                <c:pt idx="4617">
                  <c:v>39386</c:v>
                </c:pt>
                <c:pt idx="4618">
                  <c:v>39385</c:v>
                </c:pt>
                <c:pt idx="4619">
                  <c:v>39384</c:v>
                </c:pt>
                <c:pt idx="4620">
                  <c:v>39381</c:v>
                </c:pt>
                <c:pt idx="4621">
                  <c:v>39380</c:v>
                </c:pt>
                <c:pt idx="4622">
                  <c:v>39379</c:v>
                </c:pt>
                <c:pt idx="4623">
                  <c:v>39378</c:v>
                </c:pt>
                <c:pt idx="4624">
                  <c:v>39377</c:v>
                </c:pt>
                <c:pt idx="4625">
                  <c:v>39374</c:v>
                </c:pt>
                <c:pt idx="4626">
                  <c:v>39373</c:v>
                </c:pt>
                <c:pt idx="4627">
                  <c:v>39372</c:v>
                </c:pt>
                <c:pt idx="4628">
                  <c:v>39371</c:v>
                </c:pt>
                <c:pt idx="4629">
                  <c:v>39370</c:v>
                </c:pt>
                <c:pt idx="4630">
                  <c:v>39367</c:v>
                </c:pt>
                <c:pt idx="4631">
                  <c:v>39366</c:v>
                </c:pt>
                <c:pt idx="4632">
                  <c:v>39365</c:v>
                </c:pt>
                <c:pt idx="4633">
                  <c:v>39364</c:v>
                </c:pt>
                <c:pt idx="4634">
                  <c:v>39363</c:v>
                </c:pt>
                <c:pt idx="4635">
                  <c:v>39360</c:v>
                </c:pt>
                <c:pt idx="4636">
                  <c:v>39359</c:v>
                </c:pt>
                <c:pt idx="4637">
                  <c:v>39357</c:v>
                </c:pt>
                <c:pt idx="4638">
                  <c:v>39356</c:v>
                </c:pt>
                <c:pt idx="4639">
                  <c:v>39353</c:v>
                </c:pt>
                <c:pt idx="4640">
                  <c:v>39352</c:v>
                </c:pt>
                <c:pt idx="4641">
                  <c:v>39346</c:v>
                </c:pt>
                <c:pt idx="4642">
                  <c:v>39345</c:v>
                </c:pt>
                <c:pt idx="4643">
                  <c:v>39344</c:v>
                </c:pt>
                <c:pt idx="4644">
                  <c:v>39343</c:v>
                </c:pt>
                <c:pt idx="4645">
                  <c:v>39342</c:v>
                </c:pt>
                <c:pt idx="4646">
                  <c:v>39339</c:v>
                </c:pt>
                <c:pt idx="4647">
                  <c:v>39338</c:v>
                </c:pt>
                <c:pt idx="4648">
                  <c:v>39337</c:v>
                </c:pt>
                <c:pt idx="4649">
                  <c:v>39336</c:v>
                </c:pt>
                <c:pt idx="4650">
                  <c:v>39335</c:v>
                </c:pt>
                <c:pt idx="4651">
                  <c:v>39332</c:v>
                </c:pt>
                <c:pt idx="4652">
                  <c:v>39331</c:v>
                </c:pt>
                <c:pt idx="4653">
                  <c:v>39330</c:v>
                </c:pt>
                <c:pt idx="4654">
                  <c:v>39329</c:v>
                </c:pt>
                <c:pt idx="4655">
                  <c:v>39328</c:v>
                </c:pt>
                <c:pt idx="4656">
                  <c:v>39325</c:v>
                </c:pt>
                <c:pt idx="4657">
                  <c:v>39324</c:v>
                </c:pt>
                <c:pt idx="4658">
                  <c:v>39323</c:v>
                </c:pt>
                <c:pt idx="4659">
                  <c:v>39322</c:v>
                </c:pt>
                <c:pt idx="4660">
                  <c:v>39321</c:v>
                </c:pt>
                <c:pt idx="4661">
                  <c:v>39318</c:v>
                </c:pt>
                <c:pt idx="4662">
                  <c:v>39317</c:v>
                </c:pt>
                <c:pt idx="4663">
                  <c:v>39316</c:v>
                </c:pt>
                <c:pt idx="4664">
                  <c:v>39315</c:v>
                </c:pt>
                <c:pt idx="4665">
                  <c:v>39314</c:v>
                </c:pt>
                <c:pt idx="4666">
                  <c:v>39311</c:v>
                </c:pt>
                <c:pt idx="4667">
                  <c:v>39310</c:v>
                </c:pt>
                <c:pt idx="4668">
                  <c:v>39308</c:v>
                </c:pt>
                <c:pt idx="4669">
                  <c:v>39307</c:v>
                </c:pt>
                <c:pt idx="4670">
                  <c:v>39304</c:v>
                </c:pt>
                <c:pt idx="4671">
                  <c:v>39303</c:v>
                </c:pt>
                <c:pt idx="4672">
                  <c:v>39302</c:v>
                </c:pt>
                <c:pt idx="4673">
                  <c:v>39301</c:v>
                </c:pt>
                <c:pt idx="4674">
                  <c:v>39300</c:v>
                </c:pt>
                <c:pt idx="4675">
                  <c:v>39297</c:v>
                </c:pt>
                <c:pt idx="4676">
                  <c:v>39296</c:v>
                </c:pt>
                <c:pt idx="4677">
                  <c:v>39295</c:v>
                </c:pt>
                <c:pt idx="4678">
                  <c:v>39294</c:v>
                </c:pt>
                <c:pt idx="4679">
                  <c:v>39293</c:v>
                </c:pt>
                <c:pt idx="4680">
                  <c:v>39290</c:v>
                </c:pt>
                <c:pt idx="4681">
                  <c:v>39289</c:v>
                </c:pt>
                <c:pt idx="4682">
                  <c:v>39288</c:v>
                </c:pt>
                <c:pt idx="4683">
                  <c:v>39287</c:v>
                </c:pt>
                <c:pt idx="4684">
                  <c:v>39286</c:v>
                </c:pt>
                <c:pt idx="4685">
                  <c:v>39283</c:v>
                </c:pt>
                <c:pt idx="4686">
                  <c:v>39282</c:v>
                </c:pt>
                <c:pt idx="4687">
                  <c:v>39281</c:v>
                </c:pt>
                <c:pt idx="4688">
                  <c:v>39279</c:v>
                </c:pt>
                <c:pt idx="4689">
                  <c:v>39276</c:v>
                </c:pt>
                <c:pt idx="4690">
                  <c:v>39275</c:v>
                </c:pt>
                <c:pt idx="4691">
                  <c:v>39274</c:v>
                </c:pt>
                <c:pt idx="4692">
                  <c:v>39273</c:v>
                </c:pt>
                <c:pt idx="4693">
                  <c:v>39272</c:v>
                </c:pt>
                <c:pt idx="4694">
                  <c:v>39269</c:v>
                </c:pt>
                <c:pt idx="4695">
                  <c:v>39268</c:v>
                </c:pt>
                <c:pt idx="4696">
                  <c:v>39267</c:v>
                </c:pt>
                <c:pt idx="4697">
                  <c:v>39266</c:v>
                </c:pt>
                <c:pt idx="4698">
                  <c:v>39265</c:v>
                </c:pt>
                <c:pt idx="4699">
                  <c:v>39262</c:v>
                </c:pt>
                <c:pt idx="4700">
                  <c:v>39261</c:v>
                </c:pt>
                <c:pt idx="4701">
                  <c:v>39260</c:v>
                </c:pt>
                <c:pt idx="4702">
                  <c:v>39259</c:v>
                </c:pt>
                <c:pt idx="4703">
                  <c:v>39258</c:v>
                </c:pt>
                <c:pt idx="4704">
                  <c:v>39255</c:v>
                </c:pt>
                <c:pt idx="4705">
                  <c:v>39254</c:v>
                </c:pt>
                <c:pt idx="4706">
                  <c:v>39253</c:v>
                </c:pt>
                <c:pt idx="4707">
                  <c:v>39252</c:v>
                </c:pt>
                <c:pt idx="4708">
                  <c:v>39251</c:v>
                </c:pt>
                <c:pt idx="4709">
                  <c:v>39248</c:v>
                </c:pt>
                <c:pt idx="4710">
                  <c:v>39247</c:v>
                </c:pt>
                <c:pt idx="4711">
                  <c:v>39246</c:v>
                </c:pt>
                <c:pt idx="4712">
                  <c:v>39245</c:v>
                </c:pt>
                <c:pt idx="4713">
                  <c:v>39244</c:v>
                </c:pt>
                <c:pt idx="4714">
                  <c:v>39241</c:v>
                </c:pt>
                <c:pt idx="4715">
                  <c:v>39240</c:v>
                </c:pt>
                <c:pt idx="4716">
                  <c:v>39238</c:v>
                </c:pt>
                <c:pt idx="4717">
                  <c:v>39237</c:v>
                </c:pt>
                <c:pt idx="4718">
                  <c:v>39234</c:v>
                </c:pt>
                <c:pt idx="4719">
                  <c:v>39233</c:v>
                </c:pt>
                <c:pt idx="4720">
                  <c:v>39232</c:v>
                </c:pt>
                <c:pt idx="4721">
                  <c:v>39231</c:v>
                </c:pt>
                <c:pt idx="4722">
                  <c:v>39230</c:v>
                </c:pt>
                <c:pt idx="4723">
                  <c:v>39227</c:v>
                </c:pt>
                <c:pt idx="4724">
                  <c:v>39225</c:v>
                </c:pt>
                <c:pt idx="4725">
                  <c:v>39224</c:v>
                </c:pt>
                <c:pt idx="4726">
                  <c:v>39223</c:v>
                </c:pt>
                <c:pt idx="4727">
                  <c:v>39220</c:v>
                </c:pt>
                <c:pt idx="4728">
                  <c:v>39219</c:v>
                </c:pt>
                <c:pt idx="4729">
                  <c:v>39218</c:v>
                </c:pt>
                <c:pt idx="4730">
                  <c:v>39217</c:v>
                </c:pt>
                <c:pt idx="4731">
                  <c:v>39216</c:v>
                </c:pt>
                <c:pt idx="4732">
                  <c:v>39213</c:v>
                </c:pt>
                <c:pt idx="4733">
                  <c:v>39212</c:v>
                </c:pt>
                <c:pt idx="4734">
                  <c:v>39211</c:v>
                </c:pt>
                <c:pt idx="4735">
                  <c:v>39210</c:v>
                </c:pt>
                <c:pt idx="4736">
                  <c:v>39209</c:v>
                </c:pt>
                <c:pt idx="4737">
                  <c:v>39206</c:v>
                </c:pt>
                <c:pt idx="4738">
                  <c:v>39205</c:v>
                </c:pt>
                <c:pt idx="4739">
                  <c:v>39204</c:v>
                </c:pt>
                <c:pt idx="4740">
                  <c:v>39202</c:v>
                </c:pt>
                <c:pt idx="4741">
                  <c:v>39199</c:v>
                </c:pt>
                <c:pt idx="4742">
                  <c:v>39198</c:v>
                </c:pt>
                <c:pt idx="4743">
                  <c:v>39197</c:v>
                </c:pt>
                <c:pt idx="4744">
                  <c:v>39196</c:v>
                </c:pt>
                <c:pt idx="4745">
                  <c:v>39195</c:v>
                </c:pt>
                <c:pt idx="4746">
                  <c:v>39192</c:v>
                </c:pt>
                <c:pt idx="4747">
                  <c:v>39191</c:v>
                </c:pt>
                <c:pt idx="4748">
                  <c:v>39190</c:v>
                </c:pt>
                <c:pt idx="4749">
                  <c:v>39189</c:v>
                </c:pt>
                <c:pt idx="4750">
                  <c:v>39188</c:v>
                </c:pt>
                <c:pt idx="4751">
                  <c:v>39185</c:v>
                </c:pt>
                <c:pt idx="4752">
                  <c:v>39184</c:v>
                </c:pt>
                <c:pt idx="4753">
                  <c:v>39183</c:v>
                </c:pt>
                <c:pt idx="4754">
                  <c:v>39182</c:v>
                </c:pt>
                <c:pt idx="4755">
                  <c:v>39181</c:v>
                </c:pt>
                <c:pt idx="4756">
                  <c:v>39178</c:v>
                </c:pt>
                <c:pt idx="4757">
                  <c:v>39177</c:v>
                </c:pt>
                <c:pt idx="4758">
                  <c:v>39176</c:v>
                </c:pt>
                <c:pt idx="4759">
                  <c:v>39175</c:v>
                </c:pt>
                <c:pt idx="4760">
                  <c:v>39174</c:v>
                </c:pt>
                <c:pt idx="4761">
                  <c:v>39171</c:v>
                </c:pt>
                <c:pt idx="4762">
                  <c:v>39170</c:v>
                </c:pt>
                <c:pt idx="4763">
                  <c:v>39169</c:v>
                </c:pt>
                <c:pt idx="4764">
                  <c:v>39168</c:v>
                </c:pt>
                <c:pt idx="4765">
                  <c:v>39167</c:v>
                </c:pt>
                <c:pt idx="4766">
                  <c:v>39164</c:v>
                </c:pt>
                <c:pt idx="4767">
                  <c:v>39163</c:v>
                </c:pt>
                <c:pt idx="4768">
                  <c:v>39162</c:v>
                </c:pt>
                <c:pt idx="4769">
                  <c:v>39161</c:v>
                </c:pt>
                <c:pt idx="4770">
                  <c:v>39160</c:v>
                </c:pt>
                <c:pt idx="4771">
                  <c:v>39157</c:v>
                </c:pt>
                <c:pt idx="4772">
                  <c:v>39156</c:v>
                </c:pt>
                <c:pt idx="4773">
                  <c:v>39155</c:v>
                </c:pt>
                <c:pt idx="4774">
                  <c:v>39154</c:v>
                </c:pt>
                <c:pt idx="4775">
                  <c:v>39153</c:v>
                </c:pt>
                <c:pt idx="4776">
                  <c:v>39150</c:v>
                </c:pt>
                <c:pt idx="4777">
                  <c:v>39149</c:v>
                </c:pt>
                <c:pt idx="4778">
                  <c:v>39148</c:v>
                </c:pt>
                <c:pt idx="4779">
                  <c:v>39147</c:v>
                </c:pt>
                <c:pt idx="4780">
                  <c:v>39146</c:v>
                </c:pt>
                <c:pt idx="4781">
                  <c:v>39143</c:v>
                </c:pt>
                <c:pt idx="4782">
                  <c:v>39141</c:v>
                </c:pt>
                <c:pt idx="4783">
                  <c:v>39140</c:v>
                </c:pt>
                <c:pt idx="4784">
                  <c:v>39139</c:v>
                </c:pt>
                <c:pt idx="4785">
                  <c:v>39136</c:v>
                </c:pt>
                <c:pt idx="4786">
                  <c:v>39135</c:v>
                </c:pt>
                <c:pt idx="4787">
                  <c:v>39134</c:v>
                </c:pt>
                <c:pt idx="4788">
                  <c:v>39133</c:v>
                </c:pt>
                <c:pt idx="4789">
                  <c:v>39129</c:v>
                </c:pt>
                <c:pt idx="4790">
                  <c:v>39128</c:v>
                </c:pt>
                <c:pt idx="4791">
                  <c:v>39127</c:v>
                </c:pt>
                <c:pt idx="4792">
                  <c:v>39126</c:v>
                </c:pt>
                <c:pt idx="4793">
                  <c:v>39125</c:v>
                </c:pt>
                <c:pt idx="4794">
                  <c:v>39122</c:v>
                </c:pt>
                <c:pt idx="4795">
                  <c:v>39121</c:v>
                </c:pt>
                <c:pt idx="4796">
                  <c:v>39120</c:v>
                </c:pt>
                <c:pt idx="4797">
                  <c:v>39119</c:v>
                </c:pt>
                <c:pt idx="4798">
                  <c:v>39118</c:v>
                </c:pt>
                <c:pt idx="4799">
                  <c:v>39115</c:v>
                </c:pt>
                <c:pt idx="4800">
                  <c:v>39114</c:v>
                </c:pt>
                <c:pt idx="4801">
                  <c:v>39113</c:v>
                </c:pt>
                <c:pt idx="4802">
                  <c:v>39112</c:v>
                </c:pt>
                <c:pt idx="4803">
                  <c:v>39111</c:v>
                </c:pt>
                <c:pt idx="4804">
                  <c:v>39108</c:v>
                </c:pt>
                <c:pt idx="4805">
                  <c:v>39107</c:v>
                </c:pt>
                <c:pt idx="4806">
                  <c:v>39106</c:v>
                </c:pt>
                <c:pt idx="4807">
                  <c:v>39105</c:v>
                </c:pt>
                <c:pt idx="4808">
                  <c:v>39104</c:v>
                </c:pt>
                <c:pt idx="4809">
                  <c:v>39101</c:v>
                </c:pt>
                <c:pt idx="4810">
                  <c:v>39100</c:v>
                </c:pt>
                <c:pt idx="4811">
                  <c:v>39099</c:v>
                </c:pt>
                <c:pt idx="4812">
                  <c:v>39098</c:v>
                </c:pt>
                <c:pt idx="4813">
                  <c:v>39097</c:v>
                </c:pt>
                <c:pt idx="4814">
                  <c:v>39094</c:v>
                </c:pt>
                <c:pt idx="4815">
                  <c:v>39093</c:v>
                </c:pt>
                <c:pt idx="4816">
                  <c:v>39092</c:v>
                </c:pt>
                <c:pt idx="4817">
                  <c:v>39091</c:v>
                </c:pt>
                <c:pt idx="4818">
                  <c:v>39090</c:v>
                </c:pt>
                <c:pt idx="4819">
                  <c:v>39087</c:v>
                </c:pt>
                <c:pt idx="4820">
                  <c:v>39086</c:v>
                </c:pt>
                <c:pt idx="4821">
                  <c:v>39085</c:v>
                </c:pt>
                <c:pt idx="4822">
                  <c:v>39084</c:v>
                </c:pt>
                <c:pt idx="4823">
                  <c:v>39080</c:v>
                </c:pt>
                <c:pt idx="4824">
                  <c:v>39079</c:v>
                </c:pt>
                <c:pt idx="4825">
                  <c:v>39078</c:v>
                </c:pt>
                <c:pt idx="4826">
                  <c:v>39077</c:v>
                </c:pt>
                <c:pt idx="4827">
                  <c:v>39073</c:v>
                </c:pt>
                <c:pt idx="4828">
                  <c:v>39072</c:v>
                </c:pt>
                <c:pt idx="4829">
                  <c:v>39071</c:v>
                </c:pt>
                <c:pt idx="4830">
                  <c:v>39070</c:v>
                </c:pt>
                <c:pt idx="4831">
                  <c:v>39069</c:v>
                </c:pt>
                <c:pt idx="4832">
                  <c:v>39066</c:v>
                </c:pt>
                <c:pt idx="4833">
                  <c:v>39065</c:v>
                </c:pt>
                <c:pt idx="4834">
                  <c:v>39064</c:v>
                </c:pt>
                <c:pt idx="4835">
                  <c:v>39063</c:v>
                </c:pt>
                <c:pt idx="4836">
                  <c:v>39062</c:v>
                </c:pt>
                <c:pt idx="4837">
                  <c:v>39059</c:v>
                </c:pt>
                <c:pt idx="4838">
                  <c:v>39058</c:v>
                </c:pt>
                <c:pt idx="4839">
                  <c:v>39057</c:v>
                </c:pt>
                <c:pt idx="4840">
                  <c:v>39056</c:v>
                </c:pt>
                <c:pt idx="4841">
                  <c:v>39055</c:v>
                </c:pt>
                <c:pt idx="4842">
                  <c:v>39052</c:v>
                </c:pt>
                <c:pt idx="4843">
                  <c:v>39051</c:v>
                </c:pt>
                <c:pt idx="4844">
                  <c:v>39050</c:v>
                </c:pt>
                <c:pt idx="4845">
                  <c:v>39049</c:v>
                </c:pt>
                <c:pt idx="4846">
                  <c:v>39048</c:v>
                </c:pt>
                <c:pt idx="4847">
                  <c:v>39045</c:v>
                </c:pt>
                <c:pt idx="4848">
                  <c:v>39044</c:v>
                </c:pt>
                <c:pt idx="4849">
                  <c:v>39043</c:v>
                </c:pt>
                <c:pt idx="4850">
                  <c:v>39042</c:v>
                </c:pt>
                <c:pt idx="4851">
                  <c:v>39041</c:v>
                </c:pt>
                <c:pt idx="4852">
                  <c:v>39038</c:v>
                </c:pt>
                <c:pt idx="4853">
                  <c:v>39037</c:v>
                </c:pt>
                <c:pt idx="4854">
                  <c:v>39036</c:v>
                </c:pt>
                <c:pt idx="4855">
                  <c:v>39035</c:v>
                </c:pt>
                <c:pt idx="4856">
                  <c:v>39034</c:v>
                </c:pt>
                <c:pt idx="4857">
                  <c:v>39031</c:v>
                </c:pt>
                <c:pt idx="4858">
                  <c:v>39030</c:v>
                </c:pt>
                <c:pt idx="4859">
                  <c:v>39029</c:v>
                </c:pt>
                <c:pt idx="4860">
                  <c:v>39028</c:v>
                </c:pt>
                <c:pt idx="4861">
                  <c:v>39027</c:v>
                </c:pt>
                <c:pt idx="4862">
                  <c:v>39024</c:v>
                </c:pt>
                <c:pt idx="4863">
                  <c:v>39023</c:v>
                </c:pt>
                <c:pt idx="4864">
                  <c:v>39022</c:v>
                </c:pt>
                <c:pt idx="4865">
                  <c:v>39021</c:v>
                </c:pt>
                <c:pt idx="4866">
                  <c:v>39020</c:v>
                </c:pt>
                <c:pt idx="4867">
                  <c:v>39017</c:v>
                </c:pt>
                <c:pt idx="4868">
                  <c:v>39016</c:v>
                </c:pt>
                <c:pt idx="4869">
                  <c:v>39015</c:v>
                </c:pt>
                <c:pt idx="4870">
                  <c:v>39014</c:v>
                </c:pt>
                <c:pt idx="4871">
                  <c:v>39013</c:v>
                </c:pt>
                <c:pt idx="4872">
                  <c:v>39010</c:v>
                </c:pt>
                <c:pt idx="4873">
                  <c:v>39009</c:v>
                </c:pt>
                <c:pt idx="4874">
                  <c:v>39008</c:v>
                </c:pt>
                <c:pt idx="4875">
                  <c:v>39007</c:v>
                </c:pt>
                <c:pt idx="4876">
                  <c:v>39006</c:v>
                </c:pt>
                <c:pt idx="4877">
                  <c:v>39003</c:v>
                </c:pt>
                <c:pt idx="4878">
                  <c:v>39002</c:v>
                </c:pt>
                <c:pt idx="4879">
                  <c:v>39001</c:v>
                </c:pt>
                <c:pt idx="4880">
                  <c:v>39000</c:v>
                </c:pt>
                <c:pt idx="4881">
                  <c:v>38999</c:v>
                </c:pt>
                <c:pt idx="4882">
                  <c:v>38994</c:v>
                </c:pt>
                <c:pt idx="4883">
                  <c:v>38992</c:v>
                </c:pt>
                <c:pt idx="4884">
                  <c:v>38989</c:v>
                </c:pt>
                <c:pt idx="4885">
                  <c:v>38988</c:v>
                </c:pt>
                <c:pt idx="4886">
                  <c:v>38987</c:v>
                </c:pt>
                <c:pt idx="4887">
                  <c:v>38986</c:v>
                </c:pt>
                <c:pt idx="4888">
                  <c:v>38985</c:v>
                </c:pt>
                <c:pt idx="4889">
                  <c:v>38982</c:v>
                </c:pt>
                <c:pt idx="4890">
                  <c:v>38981</c:v>
                </c:pt>
                <c:pt idx="4891">
                  <c:v>38980</c:v>
                </c:pt>
                <c:pt idx="4892">
                  <c:v>38979</c:v>
                </c:pt>
                <c:pt idx="4893">
                  <c:v>38978</c:v>
                </c:pt>
                <c:pt idx="4894">
                  <c:v>38975</c:v>
                </c:pt>
                <c:pt idx="4895">
                  <c:v>38974</c:v>
                </c:pt>
                <c:pt idx="4896">
                  <c:v>38973</c:v>
                </c:pt>
                <c:pt idx="4897">
                  <c:v>38972</c:v>
                </c:pt>
                <c:pt idx="4898">
                  <c:v>38971</c:v>
                </c:pt>
                <c:pt idx="4899">
                  <c:v>38968</c:v>
                </c:pt>
                <c:pt idx="4900">
                  <c:v>38967</c:v>
                </c:pt>
                <c:pt idx="4901">
                  <c:v>38966</c:v>
                </c:pt>
                <c:pt idx="4902">
                  <c:v>38965</c:v>
                </c:pt>
                <c:pt idx="4903">
                  <c:v>38964</c:v>
                </c:pt>
                <c:pt idx="4904">
                  <c:v>38961</c:v>
                </c:pt>
                <c:pt idx="4905">
                  <c:v>38960</c:v>
                </c:pt>
                <c:pt idx="4906">
                  <c:v>38959</c:v>
                </c:pt>
                <c:pt idx="4907">
                  <c:v>38958</c:v>
                </c:pt>
                <c:pt idx="4908">
                  <c:v>38957</c:v>
                </c:pt>
                <c:pt idx="4909">
                  <c:v>38954</c:v>
                </c:pt>
                <c:pt idx="4910">
                  <c:v>38953</c:v>
                </c:pt>
                <c:pt idx="4911">
                  <c:v>38952</c:v>
                </c:pt>
                <c:pt idx="4912">
                  <c:v>38951</c:v>
                </c:pt>
                <c:pt idx="4913">
                  <c:v>38950</c:v>
                </c:pt>
                <c:pt idx="4914">
                  <c:v>38947</c:v>
                </c:pt>
                <c:pt idx="4915">
                  <c:v>38946</c:v>
                </c:pt>
                <c:pt idx="4916">
                  <c:v>38945</c:v>
                </c:pt>
                <c:pt idx="4917">
                  <c:v>38943</c:v>
                </c:pt>
                <c:pt idx="4918">
                  <c:v>38940</c:v>
                </c:pt>
                <c:pt idx="4919">
                  <c:v>38939</c:v>
                </c:pt>
                <c:pt idx="4920">
                  <c:v>38938</c:v>
                </c:pt>
                <c:pt idx="4921">
                  <c:v>38937</c:v>
                </c:pt>
                <c:pt idx="4922">
                  <c:v>38936</c:v>
                </c:pt>
                <c:pt idx="4923">
                  <c:v>38933</c:v>
                </c:pt>
                <c:pt idx="4924">
                  <c:v>38932</c:v>
                </c:pt>
                <c:pt idx="4925">
                  <c:v>38931</c:v>
                </c:pt>
                <c:pt idx="4926">
                  <c:v>38930</c:v>
                </c:pt>
                <c:pt idx="4927">
                  <c:v>38929</c:v>
                </c:pt>
                <c:pt idx="4928">
                  <c:v>38926</c:v>
                </c:pt>
                <c:pt idx="4929">
                  <c:v>38925</c:v>
                </c:pt>
                <c:pt idx="4930">
                  <c:v>38924</c:v>
                </c:pt>
                <c:pt idx="4931">
                  <c:v>38923</c:v>
                </c:pt>
                <c:pt idx="4932">
                  <c:v>38922</c:v>
                </c:pt>
                <c:pt idx="4933">
                  <c:v>38919</c:v>
                </c:pt>
                <c:pt idx="4934">
                  <c:v>38918</c:v>
                </c:pt>
                <c:pt idx="4935">
                  <c:v>38917</c:v>
                </c:pt>
                <c:pt idx="4936">
                  <c:v>38916</c:v>
                </c:pt>
                <c:pt idx="4937">
                  <c:v>38912</c:v>
                </c:pt>
                <c:pt idx="4938">
                  <c:v>38911</c:v>
                </c:pt>
                <c:pt idx="4939">
                  <c:v>38910</c:v>
                </c:pt>
                <c:pt idx="4940">
                  <c:v>38909</c:v>
                </c:pt>
                <c:pt idx="4941">
                  <c:v>38908</c:v>
                </c:pt>
                <c:pt idx="4942">
                  <c:v>38905</c:v>
                </c:pt>
                <c:pt idx="4943">
                  <c:v>38904</c:v>
                </c:pt>
                <c:pt idx="4944">
                  <c:v>38903</c:v>
                </c:pt>
                <c:pt idx="4945">
                  <c:v>38902</c:v>
                </c:pt>
                <c:pt idx="4946">
                  <c:v>38901</c:v>
                </c:pt>
                <c:pt idx="4947">
                  <c:v>38898</c:v>
                </c:pt>
                <c:pt idx="4948">
                  <c:v>38897</c:v>
                </c:pt>
                <c:pt idx="4949">
                  <c:v>38896</c:v>
                </c:pt>
                <c:pt idx="4950">
                  <c:v>38895</c:v>
                </c:pt>
                <c:pt idx="4951">
                  <c:v>38894</c:v>
                </c:pt>
                <c:pt idx="4952">
                  <c:v>38891</c:v>
                </c:pt>
                <c:pt idx="4953">
                  <c:v>38890</c:v>
                </c:pt>
                <c:pt idx="4954">
                  <c:v>38889</c:v>
                </c:pt>
                <c:pt idx="4955">
                  <c:v>38888</c:v>
                </c:pt>
                <c:pt idx="4956">
                  <c:v>38887</c:v>
                </c:pt>
                <c:pt idx="4957">
                  <c:v>38884</c:v>
                </c:pt>
                <c:pt idx="4958">
                  <c:v>38883</c:v>
                </c:pt>
                <c:pt idx="4959">
                  <c:v>38882</c:v>
                </c:pt>
                <c:pt idx="4960">
                  <c:v>38881</c:v>
                </c:pt>
                <c:pt idx="4961">
                  <c:v>38880</c:v>
                </c:pt>
                <c:pt idx="4962">
                  <c:v>38877</c:v>
                </c:pt>
                <c:pt idx="4963">
                  <c:v>38876</c:v>
                </c:pt>
                <c:pt idx="4964">
                  <c:v>38875</c:v>
                </c:pt>
                <c:pt idx="4965">
                  <c:v>38873</c:v>
                </c:pt>
                <c:pt idx="4966">
                  <c:v>38870</c:v>
                </c:pt>
                <c:pt idx="4967">
                  <c:v>38869</c:v>
                </c:pt>
                <c:pt idx="4968">
                  <c:v>38867</c:v>
                </c:pt>
                <c:pt idx="4969">
                  <c:v>38866</c:v>
                </c:pt>
                <c:pt idx="4970">
                  <c:v>38863</c:v>
                </c:pt>
                <c:pt idx="4971">
                  <c:v>38862</c:v>
                </c:pt>
                <c:pt idx="4972">
                  <c:v>38861</c:v>
                </c:pt>
                <c:pt idx="4973">
                  <c:v>38860</c:v>
                </c:pt>
                <c:pt idx="4974">
                  <c:v>38859</c:v>
                </c:pt>
                <c:pt idx="4975">
                  <c:v>38856</c:v>
                </c:pt>
                <c:pt idx="4976">
                  <c:v>38855</c:v>
                </c:pt>
                <c:pt idx="4977">
                  <c:v>38854</c:v>
                </c:pt>
                <c:pt idx="4978">
                  <c:v>38853</c:v>
                </c:pt>
                <c:pt idx="4979">
                  <c:v>38852</c:v>
                </c:pt>
                <c:pt idx="4980">
                  <c:v>38849</c:v>
                </c:pt>
                <c:pt idx="4981">
                  <c:v>38848</c:v>
                </c:pt>
                <c:pt idx="4982">
                  <c:v>38847</c:v>
                </c:pt>
                <c:pt idx="4983">
                  <c:v>38846</c:v>
                </c:pt>
                <c:pt idx="4984">
                  <c:v>38845</c:v>
                </c:pt>
                <c:pt idx="4985">
                  <c:v>38841</c:v>
                </c:pt>
                <c:pt idx="4986">
                  <c:v>38840</c:v>
                </c:pt>
                <c:pt idx="4987">
                  <c:v>38839</c:v>
                </c:pt>
                <c:pt idx="4988">
                  <c:v>38835</c:v>
                </c:pt>
                <c:pt idx="4989">
                  <c:v>38834</c:v>
                </c:pt>
                <c:pt idx="4990">
                  <c:v>38833</c:v>
                </c:pt>
                <c:pt idx="4991">
                  <c:v>38832</c:v>
                </c:pt>
                <c:pt idx="4992">
                  <c:v>38831</c:v>
                </c:pt>
                <c:pt idx="4993">
                  <c:v>38828</c:v>
                </c:pt>
                <c:pt idx="4994">
                  <c:v>38827</c:v>
                </c:pt>
                <c:pt idx="4995">
                  <c:v>38826</c:v>
                </c:pt>
                <c:pt idx="4996">
                  <c:v>38825</c:v>
                </c:pt>
                <c:pt idx="4997">
                  <c:v>38824</c:v>
                </c:pt>
                <c:pt idx="4998">
                  <c:v>38821</c:v>
                </c:pt>
                <c:pt idx="4999">
                  <c:v>38820</c:v>
                </c:pt>
                <c:pt idx="5000">
                  <c:v>38819</c:v>
                </c:pt>
                <c:pt idx="5001">
                  <c:v>38818</c:v>
                </c:pt>
                <c:pt idx="5002">
                  <c:v>38817</c:v>
                </c:pt>
                <c:pt idx="5003">
                  <c:v>38814</c:v>
                </c:pt>
                <c:pt idx="5004">
                  <c:v>38813</c:v>
                </c:pt>
                <c:pt idx="5005">
                  <c:v>38812</c:v>
                </c:pt>
                <c:pt idx="5006">
                  <c:v>38811</c:v>
                </c:pt>
                <c:pt idx="5007">
                  <c:v>38810</c:v>
                </c:pt>
                <c:pt idx="5008">
                  <c:v>38807</c:v>
                </c:pt>
                <c:pt idx="5009">
                  <c:v>38806</c:v>
                </c:pt>
                <c:pt idx="5010">
                  <c:v>38805</c:v>
                </c:pt>
                <c:pt idx="5011">
                  <c:v>38804</c:v>
                </c:pt>
                <c:pt idx="5012">
                  <c:v>38803</c:v>
                </c:pt>
                <c:pt idx="5013">
                  <c:v>38800</c:v>
                </c:pt>
                <c:pt idx="5014">
                  <c:v>38799</c:v>
                </c:pt>
                <c:pt idx="5015">
                  <c:v>38798</c:v>
                </c:pt>
                <c:pt idx="5016">
                  <c:v>38797</c:v>
                </c:pt>
                <c:pt idx="5017">
                  <c:v>38796</c:v>
                </c:pt>
                <c:pt idx="5018">
                  <c:v>38793</c:v>
                </c:pt>
                <c:pt idx="5019">
                  <c:v>38792</c:v>
                </c:pt>
                <c:pt idx="5020">
                  <c:v>38791</c:v>
                </c:pt>
                <c:pt idx="5021">
                  <c:v>38790</c:v>
                </c:pt>
                <c:pt idx="5022">
                  <c:v>38789</c:v>
                </c:pt>
                <c:pt idx="5023">
                  <c:v>38786</c:v>
                </c:pt>
                <c:pt idx="5024">
                  <c:v>38785</c:v>
                </c:pt>
                <c:pt idx="5025">
                  <c:v>38784</c:v>
                </c:pt>
                <c:pt idx="5026">
                  <c:v>38783</c:v>
                </c:pt>
                <c:pt idx="5027">
                  <c:v>38782</c:v>
                </c:pt>
                <c:pt idx="5028">
                  <c:v>38779</c:v>
                </c:pt>
                <c:pt idx="5029">
                  <c:v>38778</c:v>
                </c:pt>
                <c:pt idx="5030">
                  <c:v>38776</c:v>
                </c:pt>
                <c:pt idx="5031">
                  <c:v>38775</c:v>
                </c:pt>
                <c:pt idx="5032">
                  <c:v>38772</c:v>
                </c:pt>
                <c:pt idx="5033">
                  <c:v>38771</c:v>
                </c:pt>
                <c:pt idx="5034">
                  <c:v>38770</c:v>
                </c:pt>
                <c:pt idx="5035">
                  <c:v>38769</c:v>
                </c:pt>
                <c:pt idx="5036">
                  <c:v>38768</c:v>
                </c:pt>
                <c:pt idx="5037">
                  <c:v>38765</c:v>
                </c:pt>
                <c:pt idx="5038">
                  <c:v>38764</c:v>
                </c:pt>
                <c:pt idx="5039">
                  <c:v>38763</c:v>
                </c:pt>
                <c:pt idx="5040">
                  <c:v>38762</c:v>
                </c:pt>
                <c:pt idx="5041">
                  <c:v>38761</c:v>
                </c:pt>
                <c:pt idx="5042">
                  <c:v>38758</c:v>
                </c:pt>
                <c:pt idx="5043">
                  <c:v>38757</c:v>
                </c:pt>
                <c:pt idx="5044">
                  <c:v>38756</c:v>
                </c:pt>
                <c:pt idx="5045">
                  <c:v>38755</c:v>
                </c:pt>
                <c:pt idx="5046">
                  <c:v>38754</c:v>
                </c:pt>
                <c:pt idx="5047">
                  <c:v>38751</c:v>
                </c:pt>
                <c:pt idx="5048">
                  <c:v>38750</c:v>
                </c:pt>
                <c:pt idx="5049">
                  <c:v>38749</c:v>
                </c:pt>
                <c:pt idx="5050">
                  <c:v>38748</c:v>
                </c:pt>
                <c:pt idx="5051">
                  <c:v>38744</c:v>
                </c:pt>
                <c:pt idx="5052">
                  <c:v>38743</c:v>
                </c:pt>
                <c:pt idx="5053">
                  <c:v>38742</c:v>
                </c:pt>
                <c:pt idx="5054">
                  <c:v>38741</c:v>
                </c:pt>
                <c:pt idx="5055">
                  <c:v>38740</c:v>
                </c:pt>
                <c:pt idx="5056">
                  <c:v>38737</c:v>
                </c:pt>
                <c:pt idx="5057">
                  <c:v>38736</c:v>
                </c:pt>
                <c:pt idx="5058">
                  <c:v>38735</c:v>
                </c:pt>
                <c:pt idx="5059">
                  <c:v>38734</c:v>
                </c:pt>
                <c:pt idx="5060">
                  <c:v>38733</c:v>
                </c:pt>
                <c:pt idx="5061">
                  <c:v>38730</c:v>
                </c:pt>
                <c:pt idx="5062">
                  <c:v>38729</c:v>
                </c:pt>
                <c:pt idx="5063">
                  <c:v>38728</c:v>
                </c:pt>
                <c:pt idx="5064">
                  <c:v>38727</c:v>
                </c:pt>
                <c:pt idx="5065">
                  <c:v>38726</c:v>
                </c:pt>
                <c:pt idx="5066">
                  <c:v>38723</c:v>
                </c:pt>
                <c:pt idx="5067">
                  <c:v>38722</c:v>
                </c:pt>
                <c:pt idx="5068">
                  <c:v>38721</c:v>
                </c:pt>
                <c:pt idx="5069">
                  <c:v>38720</c:v>
                </c:pt>
                <c:pt idx="5070">
                  <c:v>38719</c:v>
                </c:pt>
                <c:pt idx="5071">
                  <c:v>38716</c:v>
                </c:pt>
                <c:pt idx="5072">
                  <c:v>38715</c:v>
                </c:pt>
                <c:pt idx="5073">
                  <c:v>38714</c:v>
                </c:pt>
                <c:pt idx="5074">
                  <c:v>38713</c:v>
                </c:pt>
                <c:pt idx="5075">
                  <c:v>38712</c:v>
                </c:pt>
                <c:pt idx="5076">
                  <c:v>38709</c:v>
                </c:pt>
                <c:pt idx="5077">
                  <c:v>38708</c:v>
                </c:pt>
                <c:pt idx="5078">
                  <c:v>38707</c:v>
                </c:pt>
                <c:pt idx="5079">
                  <c:v>38706</c:v>
                </c:pt>
                <c:pt idx="5080">
                  <c:v>38705</c:v>
                </c:pt>
                <c:pt idx="5081">
                  <c:v>38702</c:v>
                </c:pt>
                <c:pt idx="5082">
                  <c:v>38701</c:v>
                </c:pt>
                <c:pt idx="5083">
                  <c:v>38700</c:v>
                </c:pt>
                <c:pt idx="5084">
                  <c:v>38699</c:v>
                </c:pt>
                <c:pt idx="5085">
                  <c:v>38698</c:v>
                </c:pt>
                <c:pt idx="5086">
                  <c:v>38695</c:v>
                </c:pt>
                <c:pt idx="5087">
                  <c:v>38694</c:v>
                </c:pt>
                <c:pt idx="5088">
                  <c:v>38693</c:v>
                </c:pt>
                <c:pt idx="5089">
                  <c:v>38692</c:v>
                </c:pt>
                <c:pt idx="5090">
                  <c:v>38691</c:v>
                </c:pt>
                <c:pt idx="5091">
                  <c:v>38688</c:v>
                </c:pt>
                <c:pt idx="5092">
                  <c:v>38687</c:v>
                </c:pt>
                <c:pt idx="5093">
                  <c:v>38686</c:v>
                </c:pt>
                <c:pt idx="5094">
                  <c:v>38685</c:v>
                </c:pt>
                <c:pt idx="5095">
                  <c:v>38684</c:v>
                </c:pt>
                <c:pt idx="5096">
                  <c:v>38681</c:v>
                </c:pt>
                <c:pt idx="5097">
                  <c:v>38680</c:v>
                </c:pt>
                <c:pt idx="5098">
                  <c:v>38679</c:v>
                </c:pt>
                <c:pt idx="5099">
                  <c:v>38678</c:v>
                </c:pt>
                <c:pt idx="5100">
                  <c:v>38677</c:v>
                </c:pt>
                <c:pt idx="5101">
                  <c:v>38674</c:v>
                </c:pt>
                <c:pt idx="5102">
                  <c:v>38673</c:v>
                </c:pt>
                <c:pt idx="5103">
                  <c:v>38672</c:v>
                </c:pt>
                <c:pt idx="5104">
                  <c:v>38671</c:v>
                </c:pt>
                <c:pt idx="5105">
                  <c:v>38670</c:v>
                </c:pt>
                <c:pt idx="5106">
                  <c:v>38667</c:v>
                </c:pt>
                <c:pt idx="5107">
                  <c:v>38666</c:v>
                </c:pt>
                <c:pt idx="5108">
                  <c:v>38665</c:v>
                </c:pt>
                <c:pt idx="5109">
                  <c:v>38664</c:v>
                </c:pt>
                <c:pt idx="5110">
                  <c:v>38663</c:v>
                </c:pt>
                <c:pt idx="5111">
                  <c:v>38660</c:v>
                </c:pt>
                <c:pt idx="5112">
                  <c:v>38659</c:v>
                </c:pt>
                <c:pt idx="5113">
                  <c:v>38658</c:v>
                </c:pt>
                <c:pt idx="5114">
                  <c:v>38657</c:v>
                </c:pt>
                <c:pt idx="5115">
                  <c:v>38656</c:v>
                </c:pt>
                <c:pt idx="5116">
                  <c:v>38653</c:v>
                </c:pt>
                <c:pt idx="5117">
                  <c:v>38652</c:v>
                </c:pt>
                <c:pt idx="5118">
                  <c:v>38651</c:v>
                </c:pt>
                <c:pt idx="5119">
                  <c:v>38650</c:v>
                </c:pt>
                <c:pt idx="5120">
                  <c:v>38649</c:v>
                </c:pt>
                <c:pt idx="5121">
                  <c:v>38646</c:v>
                </c:pt>
                <c:pt idx="5122">
                  <c:v>38645</c:v>
                </c:pt>
                <c:pt idx="5123">
                  <c:v>38644</c:v>
                </c:pt>
                <c:pt idx="5124">
                  <c:v>38643</c:v>
                </c:pt>
                <c:pt idx="5125">
                  <c:v>38642</c:v>
                </c:pt>
                <c:pt idx="5126">
                  <c:v>38639</c:v>
                </c:pt>
                <c:pt idx="5127">
                  <c:v>38638</c:v>
                </c:pt>
                <c:pt idx="5128">
                  <c:v>38637</c:v>
                </c:pt>
                <c:pt idx="5129">
                  <c:v>38636</c:v>
                </c:pt>
                <c:pt idx="5130">
                  <c:v>38635</c:v>
                </c:pt>
                <c:pt idx="5131">
                  <c:v>38632</c:v>
                </c:pt>
                <c:pt idx="5132">
                  <c:v>38631</c:v>
                </c:pt>
                <c:pt idx="5133">
                  <c:v>38630</c:v>
                </c:pt>
                <c:pt idx="5134">
                  <c:v>38629</c:v>
                </c:pt>
                <c:pt idx="5135">
                  <c:v>38625</c:v>
                </c:pt>
                <c:pt idx="5136">
                  <c:v>38624</c:v>
                </c:pt>
                <c:pt idx="5137">
                  <c:v>38623</c:v>
                </c:pt>
                <c:pt idx="5138">
                  <c:v>38622</c:v>
                </c:pt>
                <c:pt idx="5139">
                  <c:v>38621</c:v>
                </c:pt>
                <c:pt idx="5140">
                  <c:v>38618</c:v>
                </c:pt>
                <c:pt idx="5141">
                  <c:v>38617</c:v>
                </c:pt>
                <c:pt idx="5142">
                  <c:v>38616</c:v>
                </c:pt>
                <c:pt idx="5143">
                  <c:v>38615</c:v>
                </c:pt>
                <c:pt idx="5144">
                  <c:v>38611</c:v>
                </c:pt>
                <c:pt idx="5145">
                  <c:v>38610</c:v>
                </c:pt>
                <c:pt idx="5146">
                  <c:v>38609</c:v>
                </c:pt>
                <c:pt idx="5147">
                  <c:v>38608</c:v>
                </c:pt>
                <c:pt idx="5148">
                  <c:v>38607</c:v>
                </c:pt>
                <c:pt idx="5149">
                  <c:v>38604</c:v>
                </c:pt>
                <c:pt idx="5150">
                  <c:v>38603</c:v>
                </c:pt>
                <c:pt idx="5151">
                  <c:v>38602</c:v>
                </c:pt>
                <c:pt idx="5152">
                  <c:v>38601</c:v>
                </c:pt>
                <c:pt idx="5153">
                  <c:v>38600</c:v>
                </c:pt>
                <c:pt idx="5154">
                  <c:v>38597</c:v>
                </c:pt>
                <c:pt idx="5155">
                  <c:v>38596</c:v>
                </c:pt>
                <c:pt idx="5156">
                  <c:v>38595</c:v>
                </c:pt>
                <c:pt idx="5157">
                  <c:v>38594</c:v>
                </c:pt>
                <c:pt idx="5158">
                  <c:v>38593</c:v>
                </c:pt>
                <c:pt idx="5159">
                  <c:v>38590</c:v>
                </c:pt>
                <c:pt idx="5160">
                  <c:v>38589</c:v>
                </c:pt>
                <c:pt idx="5161">
                  <c:v>38588</c:v>
                </c:pt>
                <c:pt idx="5162">
                  <c:v>38587</c:v>
                </c:pt>
                <c:pt idx="5163">
                  <c:v>38586</c:v>
                </c:pt>
                <c:pt idx="5164">
                  <c:v>38583</c:v>
                </c:pt>
                <c:pt idx="5165">
                  <c:v>38582</c:v>
                </c:pt>
                <c:pt idx="5166">
                  <c:v>38581</c:v>
                </c:pt>
                <c:pt idx="5167">
                  <c:v>38580</c:v>
                </c:pt>
                <c:pt idx="5168">
                  <c:v>38576</c:v>
                </c:pt>
                <c:pt idx="5169">
                  <c:v>38575</c:v>
                </c:pt>
                <c:pt idx="5170">
                  <c:v>38574</c:v>
                </c:pt>
                <c:pt idx="5171">
                  <c:v>38573</c:v>
                </c:pt>
                <c:pt idx="5172">
                  <c:v>38572</c:v>
                </c:pt>
                <c:pt idx="5173">
                  <c:v>38569</c:v>
                </c:pt>
                <c:pt idx="5174">
                  <c:v>38568</c:v>
                </c:pt>
                <c:pt idx="5175">
                  <c:v>38567</c:v>
                </c:pt>
                <c:pt idx="5176">
                  <c:v>38566</c:v>
                </c:pt>
                <c:pt idx="5177">
                  <c:v>38565</c:v>
                </c:pt>
                <c:pt idx="5178">
                  <c:v>38562</c:v>
                </c:pt>
                <c:pt idx="5179">
                  <c:v>38561</c:v>
                </c:pt>
                <c:pt idx="5180">
                  <c:v>38560</c:v>
                </c:pt>
                <c:pt idx="5181">
                  <c:v>38559</c:v>
                </c:pt>
                <c:pt idx="5182">
                  <c:v>38558</c:v>
                </c:pt>
                <c:pt idx="5183">
                  <c:v>38555</c:v>
                </c:pt>
                <c:pt idx="5184">
                  <c:v>38554</c:v>
                </c:pt>
                <c:pt idx="5185">
                  <c:v>38553</c:v>
                </c:pt>
                <c:pt idx="5186">
                  <c:v>38552</c:v>
                </c:pt>
                <c:pt idx="5187">
                  <c:v>38551</c:v>
                </c:pt>
                <c:pt idx="5188">
                  <c:v>38548</c:v>
                </c:pt>
                <c:pt idx="5189">
                  <c:v>38547</c:v>
                </c:pt>
                <c:pt idx="5190">
                  <c:v>38546</c:v>
                </c:pt>
                <c:pt idx="5191">
                  <c:v>38545</c:v>
                </c:pt>
                <c:pt idx="5192">
                  <c:v>38544</c:v>
                </c:pt>
                <c:pt idx="5193">
                  <c:v>38541</c:v>
                </c:pt>
                <c:pt idx="5194">
                  <c:v>38540</c:v>
                </c:pt>
                <c:pt idx="5195">
                  <c:v>38539</c:v>
                </c:pt>
                <c:pt idx="5196">
                  <c:v>38538</c:v>
                </c:pt>
                <c:pt idx="5197">
                  <c:v>38537</c:v>
                </c:pt>
                <c:pt idx="5198">
                  <c:v>38534</c:v>
                </c:pt>
                <c:pt idx="5199">
                  <c:v>38533</c:v>
                </c:pt>
                <c:pt idx="5200">
                  <c:v>38532</c:v>
                </c:pt>
                <c:pt idx="5201">
                  <c:v>38531</c:v>
                </c:pt>
                <c:pt idx="5202">
                  <c:v>38530</c:v>
                </c:pt>
                <c:pt idx="5203">
                  <c:v>38527</c:v>
                </c:pt>
                <c:pt idx="5204">
                  <c:v>38526</c:v>
                </c:pt>
                <c:pt idx="5205">
                  <c:v>38525</c:v>
                </c:pt>
                <c:pt idx="5206">
                  <c:v>38524</c:v>
                </c:pt>
                <c:pt idx="5207">
                  <c:v>38523</c:v>
                </c:pt>
                <c:pt idx="5208">
                  <c:v>38520</c:v>
                </c:pt>
                <c:pt idx="5209">
                  <c:v>38519</c:v>
                </c:pt>
                <c:pt idx="5210">
                  <c:v>38518</c:v>
                </c:pt>
                <c:pt idx="5211">
                  <c:v>38517</c:v>
                </c:pt>
                <c:pt idx="5212">
                  <c:v>38516</c:v>
                </c:pt>
                <c:pt idx="5213">
                  <c:v>38513</c:v>
                </c:pt>
                <c:pt idx="5214">
                  <c:v>38512</c:v>
                </c:pt>
                <c:pt idx="5215">
                  <c:v>38511</c:v>
                </c:pt>
                <c:pt idx="5216">
                  <c:v>38510</c:v>
                </c:pt>
                <c:pt idx="5217">
                  <c:v>38506</c:v>
                </c:pt>
                <c:pt idx="5218">
                  <c:v>38505</c:v>
                </c:pt>
                <c:pt idx="5219">
                  <c:v>38504</c:v>
                </c:pt>
                <c:pt idx="5220">
                  <c:v>38503</c:v>
                </c:pt>
                <c:pt idx="5221">
                  <c:v>38502</c:v>
                </c:pt>
                <c:pt idx="5222">
                  <c:v>38499</c:v>
                </c:pt>
                <c:pt idx="5223">
                  <c:v>38498</c:v>
                </c:pt>
                <c:pt idx="5224">
                  <c:v>38497</c:v>
                </c:pt>
                <c:pt idx="5225">
                  <c:v>38496</c:v>
                </c:pt>
                <c:pt idx="5226">
                  <c:v>38495</c:v>
                </c:pt>
                <c:pt idx="5227">
                  <c:v>38492</c:v>
                </c:pt>
                <c:pt idx="5228">
                  <c:v>38491</c:v>
                </c:pt>
                <c:pt idx="5229">
                  <c:v>38490</c:v>
                </c:pt>
                <c:pt idx="5230">
                  <c:v>38489</c:v>
                </c:pt>
                <c:pt idx="5231">
                  <c:v>38488</c:v>
                </c:pt>
                <c:pt idx="5232">
                  <c:v>38485</c:v>
                </c:pt>
                <c:pt idx="5233">
                  <c:v>38484</c:v>
                </c:pt>
                <c:pt idx="5234">
                  <c:v>38483</c:v>
                </c:pt>
                <c:pt idx="5235">
                  <c:v>38482</c:v>
                </c:pt>
                <c:pt idx="5236">
                  <c:v>38481</c:v>
                </c:pt>
                <c:pt idx="5237">
                  <c:v>38478</c:v>
                </c:pt>
                <c:pt idx="5238">
                  <c:v>38476</c:v>
                </c:pt>
                <c:pt idx="5239">
                  <c:v>38475</c:v>
                </c:pt>
                <c:pt idx="5240">
                  <c:v>38474</c:v>
                </c:pt>
                <c:pt idx="5241">
                  <c:v>38471</c:v>
                </c:pt>
                <c:pt idx="5242">
                  <c:v>38470</c:v>
                </c:pt>
                <c:pt idx="5243">
                  <c:v>38469</c:v>
                </c:pt>
                <c:pt idx="5244">
                  <c:v>38468</c:v>
                </c:pt>
                <c:pt idx="5245">
                  <c:v>38467</c:v>
                </c:pt>
                <c:pt idx="5246">
                  <c:v>38464</c:v>
                </c:pt>
                <c:pt idx="5247">
                  <c:v>38463</c:v>
                </c:pt>
                <c:pt idx="5248">
                  <c:v>38462</c:v>
                </c:pt>
                <c:pt idx="5249">
                  <c:v>38461</c:v>
                </c:pt>
                <c:pt idx="5250">
                  <c:v>38460</c:v>
                </c:pt>
                <c:pt idx="5251">
                  <c:v>38457</c:v>
                </c:pt>
                <c:pt idx="5252">
                  <c:v>38456</c:v>
                </c:pt>
                <c:pt idx="5253">
                  <c:v>38455</c:v>
                </c:pt>
                <c:pt idx="5254">
                  <c:v>38454</c:v>
                </c:pt>
                <c:pt idx="5255">
                  <c:v>38453</c:v>
                </c:pt>
                <c:pt idx="5256">
                  <c:v>38450</c:v>
                </c:pt>
                <c:pt idx="5257">
                  <c:v>38449</c:v>
                </c:pt>
                <c:pt idx="5258">
                  <c:v>38448</c:v>
                </c:pt>
                <c:pt idx="5259">
                  <c:v>38446</c:v>
                </c:pt>
                <c:pt idx="5260">
                  <c:v>38443</c:v>
                </c:pt>
                <c:pt idx="5261">
                  <c:v>38442</c:v>
                </c:pt>
                <c:pt idx="5262">
                  <c:v>38441</c:v>
                </c:pt>
                <c:pt idx="5263">
                  <c:v>38440</c:v>
                </c:pt>
                <c:pt idx="5264">
                  <c:v>38439</c:v>
                </c:pt>
                <c:pt idx="5265">
                  <c:v>38436</c:v>
                </c:pt>
                <c:pt idx="5266">
                  <c:v>38435</c:v>
                </c:pt>
                <c:pt idx="5267">
                  <c:v>38434</c:v>
                </c:pt>
                <c:pt idx="5268">
                  <c:v>38433</c:v>
                </c:pt>
                <c:pt idx="5269">
                  <c:v>38432</c:v>
                </c:pt>
                <c:pt idx="5270">
                  <c:v>38429</c:v>
                </c:pt>
                <c:pt idx="5271">
                  <c:v>38428</c:v>
                </c:pt>
                <c:pt idx="5272">
                  <c:v>38427</c:v>
                </c:pt>
                <c:pt idx="5273">
                  <c:v>38426</c:v>
                </c:pt>
                <c:pt idx="5274">
                  <c:v>38425</c:v>
                </c:pt>
                <c:pt idx="5275">
                  <c:v>38422</c:v>
                </c:pt>
                <c:pt idx="5276">
                  <c:v>38421</c:v>
                </c:pt>
                <c:pt idx="5277">
                  <c:v>38420</c:v>
                </c:pt>
                <c:pt idx="5278">
                  <c:v>38419</c:v>
                </c:pt>
                <c:pt idx="5279">
                  <c:v>38418</c:v>
                </c:pt>
                <c:pt idx="5280">
                  <c:v>38415</c:v>
                </c:pt>
                <c:pt idx="5281">
                  <c:v>38414</c:v>
                </c:pt>
                <c:pt idx="5282">
                  <c:v>38413</c:v>
                </c:pt>
                <c:pt idx="5283">
                  <c:v>38411</c:v>
                </c:pt>
                <c:pt idx="5284">
                  <c:v>38408</c:v>
                </c:pt>
                <c:pt idx="5285">
                  <c:v>38407</c:v>
                </c:pt>
                <c:pt idx="5286">
                  <c:v>38406</c:v>
                </c:pt>
                <c:pt idx="5287">
                  <c:v>38405</c:v>
                </c:pt>
                <c:pt idx="5288">
                  <c:v>38404</c:v>
                </c:pt>
                <c:pt idx="5289">
                  <c:v>38401</c:v>
                </c:pt>
                <c:pt idx="5290">
                  <c:v>38400</c:v>
                </c:pt>
                <c:pt idx="5291">
                  <c:v>38399</c:v>
                </c:pt>
                <c:pt idx="5292">
                  <c:v>38398</c:v>
                </c:pt>
                <c:pt idx="5293">
                  <c:v>38397</c:v>
                </c:pt>
                <c:pt idx="5294">
                  <c:v>38394</c:v>
                </c:pt>
                <c:pt idx="5295">
                  <c:v>38390</c:v>
                </c:pt>
                <c:pt idx="5296">
                  <c:v>38387</c:v>
                </c:pt>
                <c:pt idx="5297">
                  <c:v>38386</c:v>
                </c:pt>
                <c:pt idx="5298">
                  <c:v>38385</c:v>
                </c:pt>
                <c:pt idx="5299">
                  <c:v>38384</c:v>
                </c:pt>
                <c:pt idx="5300">
                  <c:v>38383</c:v>
                </c:pt>
                <c:pt idx="5301">
                  <c:v>38380</c:v>
                </c:pt>
                <c:pt idx="5302">
                  <c:v>38379</c:v>
                </c:pt>
                <c:pt idx="5303">
                  <c:v>38378</c:v>
                </c:pt>
                <c:pt idx="5304">
                  <c:v>38377</c:v>
                </c:pt>
                <c:pt idx="5305">
                  <c:v>38376</c:v>
                </c:pt>
                <c:pt idx="5306">
                  <c:v>38373</c:v>
                </c:pt>
                <c:pt idx="5307">
                  <c:v>38372</c:v>
                </c:pt>
                <c:pt idx="5308">
                  <c:v>38371</c:v>
                </c:pt>
                <c:pt idx="5309">
                  <c:v>38370</c:v>
                </c:pt>
                <c:pt idx="5310">
                  <c:v>38369</c:v>
                </c:pt>
                <c:pt idx="5311">
                  <c:v>38366</c:v>
                </c:pt>
                <c:pt idx="5312">
                  <c:v>38365</c:v>
                </c:pt>
                <c:pt idx="5313">
                  <c:v>38364</c:v>
                </c:pt>
                <c:pt idx="5314">
                  <c:v>38363</c:v>
                </c:pt>
                <c:pt idx="5315">
                  <c:v>38362</c:v>
                </c:pt>
                <c:pt idx="5316">
                  <c:v>38359</c:v>
                </c:pt>
                <c:pt idx="5317">
                  <c:v>38358</c:v>
                </c:pt>
                <c:pt idx="5318">
                  <c:v>38357</c:v>
                </c:pt>
                <c:pt idx="5319">
                  <c:v>38356</c:v>
                </c:pt>
                <c:pt idx="5320">
                  <c:v>38355</c:v>
                </c:pt>
                <c:pt idx="5321">
                  <c:v>38352</c:v>
                </c:pt>
                <c:pt idx="5322">
                  <c:v>38351</c:v>
                </c:pt>
                <c:pt idx="5323">
                  <c:v>38350</c:v>
                </c:pt>
                <c:pt idx="5324">
                  <c:v>38349</c:v>
                </c:pt>
                <c:pt idx="5325">
                  <c:v>38348</c:v>
                </c:pt>
                <c:pt idx="5326">
                  <c:v>38345</c:v>
                </c:pt>
                <c:pt idx="5327">
                  <c:v>38344</c:v>
                </c:pt>
                <c:pt idx="5328">
                  <c:v>38343</c:v>
                </c:pt>
                <c:pt idx="5329">
                  <c:v>38342</c:v>
                </c:pt>
                <c:pt idx="5330">
                  <c:v>38341</c:v>
                </c:pt>
                <c:pt idx="5331">
                  <c:v>38338</c:v>
                </c:pt>
                <c:pt idx="5332">
                  <c:v>38337</c:v>
                </c:pt>
                <c:pt idx="5333">
                  <c:v>38336</c:v>
                </c:pt>
                <c:pt idx="5334">
                  <c:v>38335</c:v>
                </c:pt>
                <c:pt idx="5335">
                  <c:v>38334</c:v>
                </c:pt>
                <c:pt idx="5336">
                  <c:v>38331</c:v>
                </c:pt>
                <c:pt idx="5337">
                  <c:v>38330</c:v>
                </c:pt>
                <c:pt idx="5338">
                  <c:v>38329</c:v>
                </c:pt>
                <c:pt idx="5339">
                  <c:v>38328</c:v>
                </c:pt>
                <c:pt idx="5340">
                  <c:v>38327</c:v>
                </c:pt>
                <c:pt idx="5341">
                  <c:v>38324</c:v>
                </c:pt>
                <c:pt idx="5342">
                  <c:v>38323</c:v>
                </c:pt>
                <c:pt idx="5343">
                  <c:v>38322</c:v>
                </c:pt>
                <c:pt idx="5344">
                  <c:v>38321</c:v>
                </c:pt>
                <c:pt idx="5345">
                  <c:v>38320</c:v>
                </c:pt>
                <c:pt idx="5346">
                  <c:v>38317</c:v>
                </c:pt>
                <c:pt idx="5347">
                  <c:v>38316</c:v>
                </c:pt>
                <c:pt idx="5348">
                  <c:v>38315</c:v>
                </c:pt>
                <c:pt idx="5349">
                  <c:v>38314</c:v>
                </c:pt>
                <c:pt idx="5350">
                  <c:v>38313</c:v>
                </c:pt>
                <c:pt idx="5351">
                  <c:v>38310</c:v>
                </c:pt>
                <c:pt idx="5352">
                  <c:v>38309</c:v>
                </c:pt>
                <c:pt idx="5353">
                  <c:v>38308</c:v>
                </c:pt>
                <c:pt idx="5354">
                  <c:v>38307</c:v>
                </c:pt>
                <c:pt idx="5355">
                  <c:v>38306</c:v>
                </c:pt>
                <c:pt idx="5356">
                  <c:v>38303</c:v>
                </c:pt>
                <c:pt idx="5357">
                  <c:v>38302</c:v>
                </c:pt>
                <c:pt idx="5358">
                  <c:v>38301</c:v>
                </c:pt>
                <c:pt idx="5359">
                  <c:v>38300</c:v>
                </c:pt>
                <c:pt idx="5360">
                  <c:v>38299</c:v>
                </c:pt>
                <c:pt idx="5361">
                  <c:v>38296</c:v>
                </c:pt>
                <c:pt idx="5362">
                  <c:v>38295</c:v>
                </c:pt>
                <c:pt idx="5363">
                  <c:v>38294</c:v>
                </c:pt>
                <c:pt idx="5364">
                  <c:v>38293</c:v>
                </c:pt>
                <c:pt idx="5365">
                  <c:v>38292</c:v>
                </c:pt>
                <c:pt idx="5366">
                  <c:v>38289</c:v>
                </c:pt>
                <c:pt idx="5367">
                  <c:v>38288</c:v>
                </c:pt>
                <c:pt idx="5368">
                  <c:v>38287</c:v>
                </c:pt>
                <c:pt idx="5369">
                  <c:v>38286</c:v>
                </c:pt>
                <c:pt idx="5370">
                  <c:v>38285</c:v>
                </c:pt>
                <c:pt idx="5371">
                  <c:v>38282</c:v>
                </c:pt>
                <c:pt idx="5372">
                  <c:v>38281</c:v>
                </c:pt>
                <c:pt idx="5373">
                  <c:v>38280</c:v>
                </c:pt>
                <c:pt idx="5374">
                  <c:v>38279</c:v>
                </c:pt>
                <c:pt idx="5375">
                  <c:v>38278</c:v>
                </c:pt>
                <c:pt idx="5376">
                  <c:v>38275</c:v>
                </c:pt>
                <c:pt idx="5377">
                  <c:v>38274</c:v>
                </c:pt>
                <c:pt idx="5378">
                  <c:v>38273</c:v>
                </c:pt>
                <c:pt idx="5379">
                  <c:v>38272</c:v>
                </c:pt>
                <c:pt idx="5380">
                  <c:v>38271</c:v>
                </c:pt>
                <c:pt idx="5381">
                  <c:v>38268</c:v>
                </c:pt>
                <c:pt idx="5382">
                  <c:v>38267</c:v>
                </c:pt>
                <c:pt idx="5383">
                  <c:v>38266</c:v>
                </c:pt>
                <c:pt idx="5384">
                  <c:v>38265</c:v>
                </c:pt>
                <c:pt idx="5385">
                  <c:v>38264</c:v>
                </c:pt>
                <c:pt idx="5386">
                  <c:v>38261</c:v>
                </c:pt>
                <c:pt idx="5387">
                  <c:v>38260</c:v>
                </c:pt>
                <c:pt idx="5388">
                  <c:v>38254</c:v>
                </c:pt>
                <c:pt idx="5389">
                  <c:v>38253</c:v>
                </c:pt>
                <c:pt idx="5390">
                  <c:v>38252</c:v>
                </c:pt>
                <c:pt idx="5391">
                  <c:v>38251</c:v>
                </c:pt>
                <c:pt idx="5392">
                  <c:v>38250</c:v>
                </c:pt>
                <c:pt idx="5393">
                  <c:v>38247</c:v>
                </c:pt>
                <c:pt idx="5394">
                  <c:v>38246</c:v>
                </c:pt>
                <c:pt idx="5395">
                  <c:v>38245</c:v>
                </c:pt>
                <c:pt idx="5396">
                  <c:v>38244</c:v>
                </c:pt>
                <c:pt idx="5397">
                  <c:v>38243</c:v>
                </c:pt>
                <c:pt idx="5398">
                  <c:v>38240</c:v>
                </c:pt>
                <c:pt idx="5399">
                  <c:v>38239</c:v>
                </c:pt>
                <c:pt idx="5400">
                  <c:v>38238</c:v>
                </c:pt>
                <c:pt idx="5401">
                  <c:v>38237</c:v>
                </c:pt>
                <c:pt idx="5402">
                  <c:v>38236</c:v>
                </c:pt>
                <c:pt idx="5403">
                  <c:v>38233</c:v>
                </c:pt>
                <c:pt idx="5404">
                  <c:v>38232</c:v>
                </c:pt>
                <c:pt idx="5405">
                  <c:v>38231</c:v>
                </c:pt>
                <c:pt idx="5406">
                  <c:v>38230</c:v>
                </c:pt>
                <c:pt idx="5407">
                  <c:v>38229</c:v>
                </c:pt>
                <c:pt idx="5408">
                  <c:v>38226</c:v>
                </c:pt>
                <c:pt idx="5409">
                  <c:v>38225</c:v>
                </c:pt>
                <c:pt idx="5410">
                  <c:v>38224</c:v>
                </c:pt>
                <c:pt idx="5411">
                  <c:v>38223</c:v>
                </c:pt>
                <c:pt idx="5412">
                  <c:v>38222</c:v>
                </c:pt>
                <c:pt idx="5413">
                  <c:v>38219</c:v>
                </c:pt>
                <c:pt idx="5414">
                  <c:v>38218</c:v>
                </c:pt>
                <c:pt idx="5415">
                  <c:v>38217</c:v>
                </c:pt>
                <c:pt idx="5416">
                  <c:v>38216</c:v>
                </c:pt>
                <c:pt idx="5417">
                  <c:v>38215</c:v>
                </c:pt>
                <c:pt idx="5418">
                  <c:v>38212</c:v>
                </c:pt>
                <c:pt idx="5419">
                  <c:v>38211</c:v>
                </c:pt>
                <c:pt idx="5420">
                  <c:v>38210</c:v>
                </c:pt>
                <c:pt idx="5421">
                  <c:v>38209</c:v>
                </c:pt>
                <c:pt idx="5422">
                  <c:v>38208</c:v>
                </c:pt>
                <c:pt idx="5423">
                  <c:v>38205</c:v>
                </c:pt>
                <c:pt idx="5424">
                  <c:v>38204</c:v>
                </c:pt>
                <c:pt idx="5425">
                  <c:v>38203</c:v>
                </c:pt>
                <c:pt idx="5426">
                  <c:v>38202</c:v>
                </c:pt>
                <c:pt idx="5427">
                  <c:v>38201</c:v>
                </c:pt>
                <c:pt idx="5428">
                  <c:v>38198</c:v>
                </c:pt>
                <c:pt idx="5429">
                  <c:v>38197</c:v>
                </c:pt>
                <c:pt idx="5430">
                  <c:v>38196</c:v>
                </c:pt>
                <c:pt idx="5431">
                  <c:v>38195</c:v>
                </c:pt>
                <c:pt idx="5432">
                  <c:v>38194</c:v>
                </c:pt>
                <c:pt idx="5433">
                  <c:v>38191</c:v>
                </c:pt>
                <c:pt idx="5434">
                  <c:v>38190</c:v>
                </c:pt>
                <c:pt idx="5435">
                  <c:v>38189</c:v>
                </c:pt>
                <c:pt idx="5436">
                  <c:v>38188</c:v>
                </c:pt>
                <c:pt idx="5437">
                  <c:v>38187</c:v>
                </c:pt>
                <c:pt idx="5438">
                  <c:v>38184</c:v>
                </c:pt>
                <c:pt idx="5439">
                  <c:v>38183</c:v>
                </c:pt>
                <c:pt idx="5440">
                  <c:v>38182</c:v>
                </c:pt>
                <c:pt idx="5441">
                  <c:v>38181</c:v>
                </c:pt>
                <c:pt idx="5442">
                  <c:v>38180</c:v>
                </c:pt>
                <c:pt idx="5443">
                  <c:v>38177</c:v>
                </c:pt>
                <c:pt idx="5444">
                  <c:v>38176</c:v>
                </c:pt>
                <c:pt idx="5445">
                  <c:v>38175</c:v>
                </c:pt>
                <c:pt idx="5446">
                  <c:v>38174</c:v>
                </c:pt>
                <c:pt idx="5447">
                  <c:v>38173</c:v>
                </c:pt>
                <c:pt idx="5448">
                  <c:v>38170</c:v>
                </c:pt>
                <c:pt idx="5449">
                  <c:v>38169</c:v>
                </c:pt>
                <c:pt idx="5450">
                  <c:v>38168</c:v>
                </c:pt>
                <c:pt idx="5451">
                  <c:v>38167</c:v>
                </c:pt>
                <c:pt idx="5452">
                  <c:v>38166</c:v>
                </c:pt>
                <c:pt idx="5453">
                  <c:v>38163</c:v>
                </c:pt>
                <c:pt idx="5454">
                  <c:v>38162</c:v>
                </c:pt>
                <c:pt idx="5455">
                  <c:v>38161</c:v>
                </c:pt>
                <c:pt idx="5456">
                  <c:v>38160</c:v>
                </c:pt>
                <c:pt idx="5457">
                  <c:v>38159</c:v>
                </c:pt>
                <c:pt idx="5458">
                  <c:v>38156</c:v>
                </c:pt>
                <c:pt idx="5459">
                  <c:v>38155</c:v>
                </c:pt>
                <c:pt idx="5460">
                  <c:v>38154</c:v>
                </c:pt>
                <c:pt idx="5461">
                  <c:v>38153</c:v>
                </c:pt>
                <c:pt idx="5462">
                  <c:v>38152</c:v>
                </c:pt>
                <c:pt idx="5463">
                  <c:v>38149</c:v>
                </c:pt>
                <c:pt idx="5464">
                  <c:v>38148</c:v>
                </c:pt>
                <c:pt idx="5465">
                  <c:v>38147</c:v>
                </c:pt>
                <c:pt idx="5466">
                  <c:v>38146</c:v>
                </c:pt>
                <c:pt idx="5467">
                  <c:v>38145</c:v>
                </c:pt>
                <c:pt idx="5468">
                  <c:v>38142</c:v>
                </c:pt>
                <c:pt idx="5469">
                  <c:v>38141</c:v>
                </c:pt>
                <c:pt idx="5470">
                  <c:v>38140</c:v>
                </c:pt>
                <c:pt idx="5471">
                  <c:v>38139</c:v>
                </c:pt>
                <c:pt idx="5472">
                  <c:v>38138</c:v>
                </c:pt>
                <c:pt idx="5473">
                  <c:v>38135</c:v>
                </c:pt>
                <c:pt idx="5474">
                  <c:v>38134</c:v>
                </c:pt>
                <c:pt idx="5475">
                  <c:v>38132</c:v>
                </c:pt>
                <c:pt idx="5476">
                  <c:v>38131</c:v>
                </c:pt>
                <c:pt idx="5477">
                  <c:v>38128</c:v>
                </c:pt>
                <c:pt idx="5478">
                  <c:v>38127</c:v>
                </c:pt>
                <c:pt idx="5479">
                  <c:v>38126</c:v>
                </c:pt>
                <c:pt idx="5480">
                  <c:v>38125</c:v>
                </c:pt>
                <c:pt idx="5481">
                  <c:v>38124</c:v>
                </c:pt>
                <c:pt idx="5482">
                  <c:v>38121</c:v>
                </c:pt>
                <c:pt idx="5483">
                  <c:v>38120</c:v>
                </c:pt>
                <c:pt idx="5484">
                  <c:v>38119</c:v>
                </c:pt>
                <c:pt idx="5485">
                  <c:v>38118</c:v>
                </c:pt>
                <c:pt idx="5486">
                  <c:v>38117</c:v>
                </c:pt>
                <c:pt idx="5487">
                  <c:v>38114</c:v>
                </c:pt>
                <c:pt idx="5488">
                  <c:v>38113</c:v>
                </c:pt>
                <c:pt idx="5489">
                  <c:v>38111</c:v>
                </c:pt>
                <c:pt idx="5490">
                  <c:v>38110</c:v>
                </c:pt>
                <c:pt idx="5491">
                  <c:v>38107</c:v>
                </c:pt>
                <c:pt idx="5492">
                  <c:v>38106</c:v>
                </c:pt>
                <c:pt idx="5493">
                  <c:v>38105</c:v>
                </c:pt>
                <c:pt idx="5494">
                  <c:v>38104</c:v>
                </c:pt>
                <c:pt idx="5495">
                  <c:v>38103</c:v>
                </c:pt>
                <c:pt idx="5496">
                  <c:v>38100</c:v>
                </c:pt>
                <c:pt idx="5497">
                  <c:v>38099</c:v>
                </c:pt>
                <c:pt idx="5498">
                  <c:v>38098</c:v>
                </c:pt>
                <c:pt idx="5499">
                  <c:v>38097</c:v>
                </c:pt>
                <c:pt idx="5500">
                  <c:v>38096</c:v>
                </c:pt>
                <c:pt idx="5501">
                  <c:v>38093</c:v>
                </c:pt>
                <c:pt idx="5502">
                  <c:v>38091</c:v>
                </c:pt>
                <c:pt idx="5503">
                  <c:v>38090</c:v>
                </c:pt>
                <c:pt idx="5504">
                  <c:v>38089</c:v>
                </c:pt>
                <c:pt idx="5505">
                  <c:v>38086</c:v>
                </c:pt>
                <c:pt idx="5506">
                  <c:v>38085</c:v>
                </c:pt>
                <c:pt idx="5507">
                  <c:v>38084</c:v>
                </c:pt>
                <c:pt idx="5508">
                  <c:v>38083</c:v>
                </c:pt>
                <c:pt idx="5509">
                  <c:v>38079</c:v>
                </c:pt>
                <c:pt idx="5510">
                  <c:v>38078</c:v>
                </c:pt>
                <c:pt idx="5511">
                  <c:v>38077</c:v>
                </c:pt>
                <c:pt idx="5512">
                  <c:v>38076</c:v>
                </c:pt>
                <c:pt idx="5513">
                  <c:v>38075</c:v>
                </c:pt>
                <c:pt idx="5514">
                  <c:v>38072</c:v>
                </c:pt>
                <c:pt idx="5515">
                  <c:v>38071</c:v>
                </c:pt>
                <c:pt idx="5516">
                  <c:v>38070</c:v>
                </c:pt>
                <c:pt idx="5517">
                  <c:v>38069</c:v>
                </c:pt>
                <c:pt idx="5518">
                  <c:v>38068</c:v>
                </c:pt>
                <c:pt idx="5519">
                  <c:v>38065</c:v>
                </c:pt>
                <c:pt idx="5520">
                  <c:v>38064</c:v>
                </c:pt>
                <c:pt idx="5521">
                  <c:v>38063</c:v>
                </c:pt>
                <c:pt idx="5522">
                  <c:v>38062</c:v>
                </c:pt>
                <c:pt idx="5523">
                  <c:v>38061</c:v>
                </c:pt>
                <c:pt idx="5524">
                  <c:v>38058</c:v>
                </c:pt>
                <c:pt idx="5525">
                  <c:v>38057</c:v>
                </c:pt>
                <c:pt idx="5526">
                  <c:v>38056</c:v>
                </c:pt>
                <c:pt idx="5527">
                  <c:v>38055</c:v>
                </c:pt>
                <c:pt idx="5528">
                  <c:v>38054</c:v>
                </c:pt>
                <c:pt idx="5529">
                  <c:v>38051</c:v>
                </c:pt>
                <c:pt idx="5530">
                  <c:v>38050</c:v>
                </c:pt>
                <c:pt idx="5531">
                  <c:v>38049</c:v>
                </c:pt>
                <c:pt idx="5532">
                  <c:v>38048</c:v>
                </c:pt>
                <c:pt idx="5533">
                  <c:v>38044</c:v>
                </c:pt>
                <c:pt idx="5534">
                  <c:v>38043</c:v>
                </c:pt>
                <c:pt idx="5535">
                  <c:v>38042</c:v>
                </c:pt>
                <c:pt idx="5536">
                  <c:v>38041</c:v>
                </c:pt>
                <c:pt idx="5537">
                  <c:v>38040</c:v>
                </c:pt>
                <c:pt idx="5538">
                  <c:v>38037</c:v>
                </c:pt>
                <c:pt idx="5539">
                  <c:v>38036</c:v>
                </c:pt>
                <c:pt idx="5540">
                  <c:v>38035</c:v>
                </c:pt>
                <c:pt idx="5541">
                  <c:v>38034</c:v>
                </c:pt>
                <c:pt idx="5542">
                  <c:v>38033</c:v>
                </c:pt>
                <c:pt idx="5543">
                  <c:v>38030</c:v>
                </c:pt>
                <c:pt idx="5544">
                  <c:v>38029</c:v>
                </c:pt>
                <c:pt idx="5545">
                  <c:v>38028</c:v>
                </c:pt>
                <c:pt idx="5546">
                  <c:v>38027</c:v>
                </c:pt>
                <c:pt idx="5547">
                  <c:v>38026</c:v>
                </c:pt>
                <c:pt idx="5548">
                  <c:v>38023</c:v>
                </c:pt>
                <c:pt idx="5549">
                  <c:v>38022</c:v>
                </c:pt>
                <c:pt idx="5550">
                  <c:v>38021</c:v>
                </c:pt>
                <c:pt idx="5551">
                  <c:v>38020</c:v>
                </c:pt>
                <c:pt idx="5552">
                  <c:v>38019</c:v>
                </c:pt>
                <c:pt idx="5553">
                  <c:v>38016</c:v>
                </c:pt>
                <c:pt idx="5554">
                  <c:v>38015</c:v>
                </c:pt>
                <c:pt idx="5555">
                  <c:v>38014</c:v>
                </c:pt>
                <c:pt idx="5556">
                  <c:v>38013</c:v>
                </c:pt>
                <c:pt idx="5557">
                  <c:v>38012</c:v>
                </c:pt>
                <c:pt idx="5558">
                  <c:v>38006</c:v>
                </c:pt>
                <c:pt idx="5559">
                  <c:v>38005</c:v>
                </c:pt>
                <c:pt idx="5560">
                  <c:v>38002</c:v>
                </c:pt>
                <c:pt idx="5561">
                  <c:v>38001</c:v>
                </c:pt>
                <c:pt idx="5562">
                  <c:v>38000</c:v>
                </c:pt>
                <c:pt idx="5563">
                  <c:v>37999</c:v>
                </c:pt>
                <c:pt idx="5564">
                  <c:v>37998</c:v>
                </c:pt>
                <c:pt idx="5565">
                  <c:v>37995</c:v>
                </c:pt>
                <c:pt idx="5566">
                  <c:v>37994</c:v>
                </c:pt>
                <c:pt idx="5567">
                  <c:v>37993</c:v>
                </c:pt>
                <c:pt idx="5568">
                  <c:v>37992</c:v>
                </c:pt>
                <c:pt idx="5569">
                  <c:v>37991</c:v>
                </c:pt>
                <c:pt idx="5570">
                  <c:v>37988</c:v>
                </c:pt>
                <c:pt idx="5571">
                  <c:v>37986</c:v>
                </c:pt>
                <c:pt idx="5572">
                  <c:v>37985</c:v>
                </c:pt>
                <c:pt idx="5573">
                  <c:v>37984</c:v>
                </c:pt>
                <c:pt idx="5574">
                  <c:v>37981</c:v>
                </c:pt>
                <c:pt idx="5575">
                  <c:v>37979</c:v>
                </c:pt>
                <c:pt idx="5576">
                  <c:v>37978</c:v>
                </c:pt>
                <c:pt idx="5577">
                  <c:v>37977</c:v>
                </c:pt>
                <c:pt idx="5578">
                  <c:v>37974</c:v>
                </c:pt>
                <c:pt idx="5579">
                  <c:v>37973</c:v>
                </c:pt>
                <c:pt idx="5580">
                  <c:v>37972</c:v>
                </c:pt>
                <c:pt idx="5581">
                  <c:v>37971</c:v>
                </c:pt>
                <c:pt idx="5582">
                  <c:v>37970</c:v>
                </c:pt>
                <c:pt idx="5583">
                  <c:v>37967</c:v>
                </c:pt>
                <c:pt idx="5584">
                  <c:v>37966</c:v>
                </c:pt>
                <c:pt idx="5585">
                  <c:v>37965</c:v>
                </c:pt>
                <c:pt idx="5586">
                  <c:v>37964</c:v>
                </c:pt>
                <c:pt idx="5587">
                  <c:v>37963</c:v>
                </c:pt>
                <c:pt idx="5588">
                  <c:v>37960</c:v>
                </c:pt>
                <c:pt idx="5589">
                  <c:v>37959</c:v>
                </c:pt>
                <c:pt idx="5590">
                  <c:v>37958</c:v>
                </c:pt>
                <c:pt idx="5591">
                  <c:v>37957</c:v>
                </c:pt>
                <c:pt idx="5592">
                  <c:v>37956</c:v>
                </c:pt>
                <c:pt idx="5593">
                  <c:v>37953</c:v>
                </c:pt>
                <c:pt idx="5594">
                  <c:v>37952</c:v>
                </c:pt>
                <c:pt idx="5595">
                  <c:v>37951</c:v>
                </c:pt>
                <c:pt idx="5596">
                  <c:v>37950</c:v>
                </c:pt>
                <c:pt idx="5597">
                  <c:v>37949</c:v>
                </c:pt>
                <c:pt idx="5598">
                  <c:v>37946</c:v>
                </c:pt>
                <c:pt idx="5599">
                  <c:v>37945</c:v>
                </c:pt>
                <c:pt idx="5600">
                  <c:v>37944</c:v>
                </c:pt>
                <c:pt idx="5601">
                  <c:v>37943</c:v>
                </c:pt>
                <c:pt idx="5602">
                  <c:v>37942</c:v>
                </c:pt>
                <c:pt idx="5603">
                  <c:v>37939</c:v>
                </c:pt>
                <c:pt idx="5604">
                  <c:v>37938</c:v>
                </c:pt>
                <c:pt idx="5605">
                  <c:v>37937</c:v>
                </c:pt>
                <c:pt idx="5606">
                  <c:v>37936</c:v>
                </c:pt>
                <c:pt idx="5607">
                  <c:v>37935</c:v>
                </c:pt>
                <c:pt idx="5608">
                  <c:v>37932</c:v>
                </c:pt>
                <c:pt idx="5609">
                  <c:v>37931</c:v>
                </c:pt>
                <c:pt idx="5610">
                  <c:v>37930</c:v>
                </c:pt>
                <c:pt idx="5611">
                  <c:v>37929</c:v>
                </c:pt>
                <c:pt idx="5612">
                  <c:v>37928</c:v>
                </c:pt>
                <c:pt idx="5613">
                  <c:v>37925</c:v>
                </c:pt>
                <c:pt idx="5614">
                  <c:v>37924</c:v>
                </c:pt>
                <c:pt idx="5615">
                  <c:v>37923</c:v>
                </c:pt>
                <c:pt idx="5616">
                  <c:v>37922</c:v>
                </c:pt>
                <c:pt idx="5617">
                  <c:v>37921</c:v>
                </c:pt>
                <c:pt idx="5618">
                  <c:v>37918</c:v>
                </c:pt>
                <c:pt idx="5619">
                  <c:v>37917</c:v>
                </c:pt>
                <c:pt idx="5620">
                  <c:v>37916</c:v>
                </c:pt>
                <c:pt idx="5621">
                  <c:v>37915</c:v>
                </c:pt>
                <c:pt idx="5622">
                  <c:v>37914</c:v>
                </c:pt>
                <c:pt idx="5623">
                  <c:v>37911</c:v>
                </c:pt>
                <c:pt idx="5624">
                  <c:v>37910</c:v>
                </c:pt>
                <c:pt idx="5625">
                  <c:v>37909</c:v>
                </c:pt>
                <c:pt idx="5626">
                  <c:v>37908</c:v>
                </c:pt>
                <c:pt idx="5627">
                  <c:v>37907</c:v>
                </c:pt>
                <c:pt idx="5628">
                  <c:v>37904</c:v>
                </c:pt>
                <c:pt idx="5629">
                  <c:v>37903</c:v>
                </c:pt>
                <c:pt idx="5630">
                  <c:v>37902</c:v>
                </c:pt>
                <c:pt idx="5631">
                  <c:v>37901</c:v>
                </c:pt>
                <c:pt idx="5632">
                  <c:v>37900</c:v>
                </c:pt>
                <c:pt idx="5633">
                  <c:v>37896</c:v>
                </c:pt>
                <c:pt idx="5634">
                  <c:v>37895</c:v>
                </c:pt>
                <c:pt idx="5635">
                  <c:v>37894</c:v>
                </c:pt>
                <c:pt idx="5636">
                  <c:v>37893</c:v>
                </c:pt>
                <c:pt idx="5637">
                  <c:v>37890</c:v>
                </c:pt>
                <c:pt idx="5638">
                  <c:v>37889</c:v>
                </c:pt>
                <c:pt idx="5639">
                  <c:v>37888</c:v>
                </c:pt>
                <c:pt idx="5640">
                  <c:v>37887</c:v>
                </c:pt>
                <c:pt idx="5641">
                  <c:v>37886</c:v>
                </c:pt>
                <c:pt idx="5642">
                  <c:v>37883</c:v>
                </c:pt>
                <c:pt idx="5643">
                  <c:v>37882</c:v>
                </c:pt>
                <c:pt idx="5644">
                  <c:v>37881</c:v>
                </c:pt>
                <c:pt idx="5645">
                  <c:v>37880</c:v>
                </c:pt>
                <c:pt idx="5646">
                  <c:v>37879</c:v>
                </c:pt>
                <c:pt idx="5647">
                  <c:v>37873</c:v>
                </c:pt>
                <c:pt idx="5648">
                  <c:v>37872</c:v>
                </c:pt>
                <c:pt idx="5649">
                  <c:v>37869</c:v>
                </c:pt>
                <c:pt idx="5650">
                  <c:v>37868</c:v>
                </c:pt>
                <c:pt idx="5651">
                  <c:v>37867</c:v>
                </c:pt>
                <c:pt idx="5652">
                  <c:v>37866</c:v>
                </c:pt>
                <c:pt idx="5653">
                  <c:v>37865</c:v>
                </c:pt>
                <c:pt idx="5654">
                  <c:v>37862</c:v>
                </c:pt>
                <c:pt idx="5655">
                  <c:v>37861</c:v>
                </c:pt>
                <c:pt idx="5656">
                  <c:v>37860</c:v>
                </c:pt>
                <c:pt idx="5657">
                  <c:v>37859</c:v>
                </c:pt>
                <c:pt idx="5658">
                  <c:v>37858</c:v>
                </c:pt>
                <c:pt idx="5659">
                  <c:v>37855</c:v>
                </c:pt>
                <c:pt idx="5660">
                  <c:v>37854</c:v>
                </c:pt>
                <c:pt idx="5661">
                  <c:v>37853</c:v>
                </c:pt>
                <c:pt idx="5662">
                  <c:v>37852</c:v>
                </c:pt>
                <c:pt idx="5663">
                  <c:v>37851</c:v>
                </c:pt>
                <c:pt idx="5664">
                  <c:v>37847</c:v>
                </c:pt>
                <c:pt idx="5665">
                  <c:v>37846</c:v>
                </c:pt>
                <c:pt idx="5666">
                  <c:v>37845</c:v>
                </c:pt>
                <c:pt idx="5667">
                  <c:v>37844</c:v>
                </c:pt>
                <c:pt idx="5668">
                  <c:v>37841</c:v>
                </c:pt>
                <c:pt idx="5669">
                  <c:v>37840</c:v>
                </c:pt>
                <c:pt idx="5670">
                  <c:v>37839</c:v>
                </c:pt>
                <c:pt idx="5671">
                  <c:v>37838</c:v>
                </c:pt>
                <c:pt idx="5672">
                  <c:v>37837</c:v>
                </c:pt>
                <c:pt idx="5673">
                  <c:v>37834</c:v>
                </c:pt>
                <c:pt idx="5674">
                  <c:v>37833</c:v>
                </c:pt>
                <c:pt idx="5675">
                  <c:v>37832</c:v>
                </c:pt>
                <c:pt idx="5676">
                  <c:v>37831</c:v>
                </c:pt>
                <c:pt idx="5677">
                  <c:v>37830</c:v>
                </c:pt>
                <c:pt idx="5678">
                  <c:v>37827</c:v>
                </c:pt>
                <c:pt idx="5679">
                  <c:v>37826</c:v>
                </c:pt>
                <c:pt idx="5680">
                  <c:v>37825</c:v>
                </c:pt>
                <c:pt idx="5681">
                  <c:v>37824</c:v>
                </c:pt>
                <c:pt idx="5682">
                  <c:v>37823</c:v>
                </c:pt>
                <c:pt idx="5683">
                  <c:v>37820</c:v>
                </c:pt>
                <c:pt idx="5684">
                  <c:v>37818</c:v>
                </c:pt>
                <c:pt idx="5685">
                  <c:v>37817</c:v>
                </c:pt>
                <c:pt idx="5686">
                  <c:v>37816</c:v>
                </c:pt>
                <c:pt idx="5687">
                  <c:v>37813</c:v>
                </c:pt>
                <c:pt idx="5688">
                  <c:v>37812</c:v>
                </c:pt>
                <c:pt idx="5689">
                  <c:v>37811</c:v>
                </c:pt>
                <c:pt idx="5690">
                  <c:v>37810</c:v>
                </c:pt>
                <c:pt idx="5691">
                  <c:v>37809</c:v>
                </c:pt>
                <c:pt idx="5692">
                  <c:v>37806</c:v>
                </c:pt>
                <c:pt idx="5693">
                  <c:v>37805</c:v>
                </c:pt>
                <c:pt idx="5694">
                  <c:v>37804</c:v>
                </c:pt>
                <c:pt idx="5695">
                  <c:v>37803</c:v>
                </c:pt>
                <c:pt idx="5696">
                  <c:v>37802</c:v>
                </c:pt>
                <c:pt idx="5697">
                  <c:v>37799</c:v>
                </c:pt>
                <c:pt idx="5698">
                  <c:v>37798</c:v>
                </c:pt>
                <c:pt idx="5699">
                  <c:v>37797</c:v>
                </c:pt>
                <c:pt idx="5700">
                  <c:v>37796</c:v>
                </c:pt>
                <c:pt idx="5701">
                  <c:v>37795</c:v>
                </c:pt>
                <c:pt idx="5702">
                  <c:v>37792</c:v>
                </c:pt>
                <c:pt idx="5703">
                  <c:v>37791</c:v>
                </c:pt>
                <c:pt idx="5704">
                  <c:v>37790</c:v>
                </c:pt>
                <c:pt idx="5705">
                  <c:v>37789</c:v>
                </c:pt>
                <c:pt idx="5706">
                  <c:v>37788</c:v>
                </c:pt>
                <c:pt idx="5707">
                  <c:v>37785</c:v>
                </c:pt>
                <c:pt idx="5708">
                  <c:v>37784</c:v>
                </c:pt>
                <c:pt idx="5709">
                  <c:v>37783</c:v>
                </c:pt>
                <c:pt idx="5710">
                  <c:v>37782</c:v>
                </c:pt>
                <c:pt idx="5711">
                  <c:v>37781</c:v>
                </c:pt>
                <c:pt idx="5712">
                  <c:v>37777</c:v>
                </c:pt>
                <c:pt idx="5713">
                  <c:v>37776</c:v>
                </c:pt>
                <c:pt idx="5714">
                  <c:v>37775</c:v>
                </c:pt>
                <c:pt idx="5715">
                  <c:v>37774</c:v>
                </c:pt>
                <c:pt idx="5716">
                  <c:v>37771</c:v>
                </c:pt>
                <c:pt idx="5717">
                  <c:v>37770</c:v>
                </c:pt>
                <c:pt idx="5718">
                  <c:v>37769</c:v>
                </c:pt>
                <c:pt idx="5719">
                  <c:v>37768</c:v>
                </c:pt>
                <c:pt idx="5720">
                  <c:v>37767</c:v>
                </c:pt>
                <c:pt idx="5721">
                  <c:v>37764</c:v>
                </c:pt>
                <c:pt idx="5722">
                  <c:v>37763</c:v>
                </c:pt>
                <c:pt idx="5723">
                  <c:v>37762</c:v>
                </c:pt>
                <c:pt idx="5724">
                  <c:v>37761</c:v>
                </c:pt>
                <c:pt idx="5725">
                  <c:v>37760</c:v>
                </c:pt>
                <c:pt idx="5726">
                  <c:v>37757</c:v>
                </c:pt>
                <c:pt idx="5727">
                  <c:v>37756</c:v>
                </c:pt>
                <c:pt idx="5728">
                  <c:v>37755</c:v>
                </c:pt>
                <c:pt idx="5729">
                  <c:v>37754</c:v>
                </c:pt>
                <c:pt idx="5730">
                  <c:v>37753</c:v>
                </c:pt>
                <c:pt idx="5731">
                  <c:v>37750</c:v>
                </c:pt>
                <c:pt idx="5732">
                  <c:v>37748</c:v>
                </c:pt>
                <c:pt idx="5733">
                  <c:v>37747</c:v>
                </c:pt>
                <c:pt idx="5734">
                  <c:v>37743</c:v>
                </c:pt>
                <c:pt idx="5735">
                  <c:v>37741</c:v>
                </c:pt>
                <c:pt idx="5736">
                  <c:v>37740</c:v>
                </c:pt>
                <c:pt idx="5737">
                  <c:v>37739</c:v>
                </c:pt>
                <c:pt idx="5738">
                  <c:v>37736</c:v>
                </c:pt>
                <c:pt idx="5739">
                  <c:v>37735</c:v>
                </c:pt>
                <c:pt idx="5740">
                  <c:v>37734</c:v>
                </c:pt>
                <c:pt idx="5741">
                  <c:v>37733</c:v>
                </c:pt>
                <c:pt idx="5742">
                  <c:v>37732</c:v>
                </c:pt>
                <c:pt idx="5743">
                  <c:v>37729</c:v>
                </c:pt>
                <c:pt idx="5744">
                  <c:v>37728</c:v>
                </c:pt>
                <c:pt idx="5745">
                  <c:v>37727</c:v>
                </c:pt>
                <c:pt idx="5746">
                  <c:v>37726</c:v>
                </c:pt>
                <c:pt idx="5747">
                  <c:v>37725</c:v>
                </c:pt>
                <c:pt idx="5748">
                  <c:v>37722</c:v>
                </c:pt>
                <c:pt idx="5749">
                  <c:v>37721</c:v>
                </c:pt>
                <c:pt idx="5750">
                  <c:v>37720</c:v>
                </c:pt>
                <c:pt idx="5751">
                  <c:v>37719</c:v>
                </c:pt>
                <c:pt idx="5752">
                  <c:v>37718</c:v>
                </c:pt>
                <c:pt idx="5753">
                  <c:v>37715</c:v>
                </c:pt>
                <c:pt idx="5754">
                  <c:v>37714</c:v>
                </c:pt>
                <c:pt idx="5755">
                  <c:v>37713</c:v>
                </c:pt>
                <c:pt idx="5756">
                  <c:v>37712</c:v>
                </c:pt>
                <c:pt idx="5757">
                  <c:v>37711</c:v>
                </c:pt>
                <c:pt idx="5758">
                  <c:v>37708</c:v>
                </c:pt>
                <c:pt idx="5759">
                  <c:v>37707</c:v>
                </c:pt>
                <c:pt idx="5760">
                  <c:v>37706</c:v>
                </c:pt>
                <c:pt idx="5761">
                  <c:v>37705</c:v>
                </c:pt>
                <c:pt idx="5762">
                  <c:v>37704</c:v>
                </c:pt>
                <c:pt idx="5763">
                  <c:v>37701</c:v>
                </c:pt>
                <c:pt idx="5764">
                  <c:v>37700</c:v>
                </c:pt>
                <c:pt idx="5765">
                  <c:v>37699</c:v>
                </c:pt>
                <c:pt idx="5766">
                  <c:v>37698</c:v>
                </c:pt>
                <c:pt idx="5767">
                  <c:v>37697</c:v>
                </c:pt>
                <c:pt idx="5768">
                  <c:v>37694</c:v>
                </c:pt>
                <c:pt idx="5769">
                  <c:v>37693</c:v>
                </c:pt>
                <c:pt idx="5770">
                  <c:v>37692</c:v>
                </c:pt>
                <c:pt idx="5771">
                  <c:v>37691</c:v>
                </c:pt>
                <c:pt idx="5772">
                  <c:v>37690</c:v>
                </c:pt>
                <c:pt idx="5773">
                  <c:v>37687</c:v>
                </c:pt>
                <c:pt idx="5774">
                  <c:v>37686</c:v>
                </c:pt>
                <c:pt idx="5775">
                  <c:v>37685</c:v>
                </c:pt>
                <c:pt idx="5776">
                  <c:v>37684</c:v>
                </c:pt>
                <c:pt idx="5777">
                  <c:v>37683</c:v>
                </c:pt>
                <c:pt idx="5778">
                  <c:v>37680</c:v>
                </c:pt>
                <c:pt idx="5779">
                  <c:v>37679</c:v>
                </c:pt>
                <c:pt idx="5780">
                  <c:v>37678</c:v>
                </c:pt>
                <c:pt idx="5781">
                  <c:v>37677</c:v>
                </c:pt>
                <c:pt idx="5782">
                  <c:v>37676</c:v>
                </c:pt>
                <c:pt idx="5783">
                  <c:v>37673</c:v>
                </c:pt>
                <c:pt idx="5784">
                  <c:v>37672</c:v>
                </c:pt>
                <c:pt idx="5785">
                  <c:v>37671</c:v>
                </c:pt>
                <c:pt idx="5786">
                  <c:v>37670</c:v>
                </c:pt>
                <c:pt idx="5787">
                  <c:v>37669</c:v>
                </c:pt>
                <c:pt idx="5788">
                  <c:v>37666</c:v>
                </c:pt>
                <c:pt idx="5789">
                  <c:v>37665</c:v>
                </c:pt>
                <c:pt idx="5790">
                  <c:v>37664</c:v>
                </c:pt>
                <c:pt idx="5791">
                  <c:v>37663</c:v>
                </c:pt>
                <c:pt idx="5792">
                  <c:v>37662</c:v>
                </c:pt>
                <c:pt idx="5793">
                  <c:v>37659</c:v>
                </c:pt>
                <c:pt idx="5794">
                  <c:v>37658</c:v>
                </c:pt>
                <c:pt idx="5795">
                  <c:v>37657</c:v>
                </c:pt>
                <c:pt idx="5796">
                  <c:v>37656</c:v>
                </c:pt>
                <c:pt idx="5797">
                  <c:v>37655</c:v>
                </c:pt>
                <c:pt idx="5798">
                  <c:v>37651</c:v>
                </c:pt>
                <c:pt idx="5799">
                  <c:v>37650</c:v>
                </c:pt>
                <c:pt idx="5800">
                  <c:v>37649</c:v>
                </c:pt>
                <c:pt idx="5801">
                  <c:v>37648</c:v>
                </c:pt>
                <c:pt idx="5802">
                  <c:v>37645</c:v>
                </c:pt>
                <c:pt idx="5803">
                  <c:v>37644</c:v>
                </c:pt>
                <c:pt idx="5804">
                  <c:v>37643</c:v>
                </c:pt>
                <c:pt idx="5805">
                  <c:v>37642</c:v>
                </c:pt>
                <c:pt idx="5806">
                  <c:v>37641</c:v>
                </c:pt>
                <c:pt idx="5807">
                  <c:v>37638</c:v>
                </c:pt>
                <c:pt idx="5808">
                  <c:v>37637</c:v>
                </c:pt>
                <c:pt idx="5809">
                  <c:v>37636</c:v>
                </c:pt>
                <c:pt idx="5810">
                  <c:v>37635</c:v>
                </c:pt>
                <c:pt idx="5811">
                  <c:v>37634</c:v>
                </c:pt>
                <c:pt idx="5812">
                  <c:v>37631</c:v>
                </c:pt>
                <c:pt idx="5813">
                  <c:v>37630</c:v>
                </c:pt>
                <c:pt idx="5814">
                  <c:v>37629</c:v>
                </c:pt>
                <c:pt idx="5815">
                  <c:v>37628</c:v>
                </c:pt>
                <c:pt idx="5816">
                  <c:v>37627</c:v>
                </c:pt>
                <c:pt idx="5817">
                  <c:v>37624</c:v>
                </c:pt>
                <c:pt idx="5818">
                  <c:v>37623</c:v>
                </c:pt>
                <c:pt idx="5819">
                  <c:v>37621</c:v>
                </c:pt>
                <c:pt idx="5820">
                  <c:v>37620</c:v>
                </c:pt>
                <c:pt idx="5821">
                  <c:v>37617</c:v>
                </c:pt>
                <c:pt idx="5822">
                  <c:v>37616</c:v>
                </c:pt>
                <c:pt idx="5823">
                  <c:v>37614</c:v>
                </c:pt>
                <c:pt idx="5824">
                  <c:v>37613</c:v>
                </c:pt>
                <c:pt idx="5825">
                  <c:v>37610</c:v>
                </c:pt>
                <c:pt idx="5826">
                  <c:v>37608</c:v>
                </c:pt>
                <c:pt idx="5827">
                  <c:v>37607</c:v>
                </c:pt>
                <c:pt idx="5828">
                  <c:v>37606</c:v>
                </c:pt>
                <c:pt idx="5829">
                  <c:v>37603</c:v>
                </c:pt>
                <c:pt idx="5830">
                  <c:v>37602</c:v>
                </c:pt>
                <c:pt idx="5831">
                  <c:v>37601</c:v>
                </c:pt>
                <c:pt idx="5832">
                  <c:v>37600</c:v>
                </c:pt>
                <c:pt idx="5833">
                  <c:v>37599</c:v>
                </c:pt>
                <c:pt idx="5834">
                  <c:v>37596</c:v>
                </c:pt>
                <c:pt idx="5835">
                  <c:v>37595</c:v>
                </c:pt>
                <c:pt idx="5836">
                  <c:v>37594</c:v>
                </c:pt>
                <c:pt idx="5837">
                  <c:v>37593</c:v>
                </c:pt>
                <c:pt idx="5838">
                  <c:v>37592</c:v>
                </c:pt>
                <c:pt idx="5839">
                  <c:v>37589</c:v>
                </c:pt>
                <c:pt idx="5840">
                  <c:v>37588</c:v>
                </c:pt>
                <c:pt idx="5841">
                  <c:v>37587</c:v>
                </c:pt>
                <c:pt idx="5842">
                  <c:v>37586</c:v>
                </c:pt>
                <c:pt idx="5843">
                  <c:v>37585</c:v>
                </c:pt>
                <c:pt idx="5844">
                  <c:v>37582</c:v>
                </c:pt>
                <c:pt idx="5845">
                  <c:v>37581</c:v>
                </c:pt>
                <c:pt idx="5846">
                  <c:v>37580</c:v>
                </c:pt>
                <c:pt idx="5847">
                  <c:v>37579</c:v>
                </c:pt>
                <c:pt idx="5848">
                  <c:v>37578</c:v>
                </c:pt>
                <c:pt idx="5849">
                  <c:v>37575</c:v>
                </c:pt>
                <c:pt idx="5850">
                  <c:v>37574</c:v>
                </c:pt>
                <c:pt idx="5851">
                  <c:v>37573</c:v>
                </c:pt>
                <c:pt idx="5852">
                  <c:v>37572</c:v>
                </c:pt>
                <c:pt idx="5853">
                  <c:v>37571</c:v>
                </c:pt>
                <c:pt idx="5854">
                  <c:v>37568</c:v>
                </c:pt>
                <c:pt idx="5855">
                  <c:v>37567</c:v>
                </c:pt>
                <c:pt idx="5856">
                  <c:v>37566</c:v>
                </c:pt>
                <c:pt idx="5857">
                  <c:v>37565</c:v>
                </c:pt>
                <c:pt idx="5858">
                  <c:v>37564</c:v>
                </c:pt>
                <c:pt idx="5859">
                  <c:v>37561</c:v>
                </c:pt>
                <c:pt idx="5860">
                  <c:v>37560</c:v>
                </c:pt>
                <c:pt idx="5861">
                  <c:v>37559</c:v>
                </c:pt>
                <c:pt idx="5862">
                  <c:v>37558</c:v>
                </c:pt>
                <c:pt idx="5863">
                  <c:v>37557</c:v>
                </c:pt>
                <c:pt idx="5864">
                  <c:v>37554</c:v>
                </c:pt>
                <c:pt idx="5865">
                  <c:v>37553</c:v>
                </c:pt>
                <c:pt idx="5866">
                  <c:v>37552</c:v>
                </c:pt>
                <c:pt idx="5867">
                  <c:v>37551</c:v>
                </c:pt>
                <c:pt idx="5868">
                  <c:v>37550</c:v>
                </c:pt>
                <c:pt idx="5869">
                  <c:v>37547</c:v>
                </c:pt>
                <c:pt idx="5870">
                  <c:v>37546</c:v>
                </c:pt>
                <c:pt idx="5871">
                  <c:v>37545</c:v>
                </c:pt>
                <c:pt idx="5872">
                  <c:v>37544</c:v>
                </c:pt>
                <c:pt idx="5873">
                  <c:v>37543</c:v>
                </c:pt>
                <c:pt idx="5874">
                  <c:v>37540</c:v>
                </c:pt>
                <c:pt idx="5875">
                  <c:v>37539</c:v>
                </c:pt>
                <c:pt idx="5876">
                  <c:v>37538</c:v>
                </c:pt>
                <c:pt idx="5877">
                  <c:v>37537</c:v>
                </c:pt>
                <c:pt idx="5878">
                  <c:v>37536</c:v>
                </c:pt>
                <c:pt idx="5879">
                  <c:v>37533</c:v>
                </c:pt>
                <c:pt idx="5880">
                  <c:v>37531</c:v>
                </c:pt>
                <c:pt idx="5881">
                  <c:v>37530</c:v>
                </c:pt>
                <c:pt idx="5882">
                  <c:v>37529</c:v>
                </c:pt>
                <c:pt idx="5883">
                  <c:v>37526</c:v>
                </c:pt>
                <c:pt idx="5884">
                  <c:v>37525</c:v>
                </c:pt>
                <c:pt idx="5885">
                  <c:v>37524</c:v>
                </c:pt>
                <c:pt idx="5886">
                  <c:v>37523</c:v>
                </c:pt>
                <c:pt idx="5887">
                  <c:v>37522</c:v>
                </c:pt>
                <c:pt idx="5888">
                  <c:v>37518</c:v>
                </c:pt>
                <c:pt idx="5889">
                  <c:v>37517</c:v>
                </c:pt>
                <c:pt idx="5890">
                  <c:v>37516</c:v>
                </c:pt>
                <c:pt idx="5891">
                  <c:v>37515</c:v>
                </c:pt>
                <c:pt idx="5892">
                  <c:v>37512</c:v>
                </c:pt>
                <c:pt idx="5893">
                  <c:v>37511</c:v>
                </c:pt>
                <c:pt idx="5894">
                  <c:v>37510</c:v>
                </c:pt>
                <c:pt idx="5895">
                  <c:v>37509</c:v>
                </c:pt>
                <c:pt idx="5896">
                  <c:v>37508</c:v>
                </c:pt>
                <c:pt idx="5897">
                  <c:v>37505</c:v>
                </c:pt>
                <c:pt idx="5898">
                  <c:v>37504</c:v>
                </c:pt>
                <c:pt idx="5899">
                  <c:v>37503</c:v>
                </c:pt>
                <c:pt idx="5900">
                  <c:v>37502</c:v>
                </c:pt>
                <c:pt idx="5901">
                  <c:v>37501</c:v>
                </c:pt>
                <c:pt idx="5902">
                  <c:v>37498</c:v>
                </c:pt>
                <c:pt idx="5903">
                  <c:v>37497</c:v>
                </c:pt>
                <c:pt idx="5904">
                  <c:v>37496</c:v>
                </c:pt>
                <c:pt idx="5905">
                  <c:v>37495</c:v>
                </c:pt>
                <c:pt idx="5906">
                  <c:v>37494</c:v>
                </c:pt>
                <c:pt idx="5907">
                  <c:v>37491</c:v>
                </c:pt>
                <c:pt idx="5908">
                  <c:v>37490</c:v>
                </c:pt>
                <c:pt idx="5909">
                  <c:v>37489</c:v>
                </c:pt>
                <c:pt idx="5910">
                  <c:v>37488</c:v>
                </c:pt>
                <c:pt idx="5911">
                  <c:v>37487</c:v>
                </c:pt>
                <c:pt idx="5912">
                  <c:v>37484</c:v>
                </c:pt>
                <c:pt idx="5913">
                  <c:v>37482</c:v>
                </c:pt>
                <c:pt idx="5914">
                  <c:v>37481</c:v>
                </c:pt>
                <c:pt idx="5915">
                  <c:v>37480</c:v>
                </c:pt>
                <c:pt idx="5916">
                  <c:v>37477</c:v>
                </c:pt>
                <c:pt idx="5917">
                  <c:v>37476</c:v>
                </c:pt>
                <c:pt idx="5918">
                  <c:v>37475</c:v>
                </c:pt>
                <c:pt idx="5919">
                  <c:v>37474</c:v>
                </c:pt>
                <c:pt idx="5920">
                  <c:v>37473</c:v>
                </c:pt>
                <c:pt idx="5921">
                  <c:v>37470</c:v>
                </c:pt>
                <c:pt idx="5922">
                  <c:v>37469</c:v>
                </c:pt>
                <c:pt idx="5923">
                  <c:v>37468</c:v>
                </c:pt>
                <c:pt idx="5924">
                  <c:v>37467</c:v>
                </c:pt>
                <c:pt idx="5925">
                  <c:v>37466</c:v>
                </c:pt>
                <c:pt idx="5926">
                  <c:v>37463</c:v>
                </c:pt>
                <c:pt idx="5927">
                  <c:v>37462</c:v>
                </c:pt>
                <c:pt idx="5928">
                  <c:v>37461</c:v>
                </c:pt>
                <c:pt idx="5929">
                  <c:v>37460</c:v>
                </c:pt>
                <c:pt idx="5930">
                  <c:v>37459</c:v>
                </c:pt>
                <c:pt idx="5931">
                  <c:v>37456</c:v>
                </c:pt>
                <c:pt idx="5932">
                  <c:v>37455</c:v>
                </c:pt>
                <c:pt idx="5933">
                  <c:v>37453</c:v>
                </c:pt>
                <c:pt idx="5934">
                  <c:v>37452</c:v>
                </c:pt>
                <c:pt idx="5935">
                  <c:v>37449</c:v>
                </c:pt>
                <c:pt idx="5936">
                  <c:v>37448</c:v>
                </c:pt>
                <c:pt idx="5937">
                  <c:v>37447</c:v>
                </c:pt>
                <c:pt idx="5938">
                  <c:v>37446</c:v>
                </c:pt>
                <c:pt idx="5939">
                  <c:v>37445</c:v>
                </c:pt>
                <c:pt idx="5940">
                  <c:v>37442</c:v>
                </c:pt>
                <c:pt idx="5941">
                  <c:v>37441</c:v>
                </c:pt>
                <c:pt idx="5942">
                  <c:v>37440</c:v>
                </c:pt>
                <c:pt idx="5943">
                  <c:v>37439</c:v>
                </c:pt>
                <c:pt idx="5944">
                  <c:v>37436</c:v>
                </c:pt>
                <c:pt idx="5945">
                  <c:v>37435</c:v>
                </c:pt>
                <c:pt idx="5946">
                  <c:v>37434</c:v>
                </c:pt>
                <c:pt idx="5947">
                  <c:v>37433</c:v>
                </c:pt>
                <c:pt idx="5948">
                  <c:v>37432</c:v>
                </c:pt>
                <c:pt idx="5949">
                  <c:v>37431</c:v>
                </c:pt>
                <c:pt idx="5950">
                  <c:v>37429</c:v>
                </c:pt>
                <c:pt idx="5951">
                  <c:v>37428</c:v>
                </c:pt>
                <c:pt idx="5952">
                  <c:v>37427</c:v>
                </c:pt>
                <c:pt idx="5953">
                  <c:v>37426</c:v>
                </c:pt>
                <c:pt idx="5954">
                  <c:v>37425</c:v>
                </c:pt>
                <c:pt idx="5955">
                  <c:v>37424</c:v>
                </c:pt>
                <c:pt idx="5956">
                  <c:v>37422</c:v>
                </c:pt>
                <c:pt idx="5957">
                  <c:v>37421</c:v>
                </c:pt>
                <c:pt idx="5958">
                  <c:v>37419</c:v>
                </c:pt>
                <c:pt idx="5959">
                  <c:v>37418</c:v>
                </c:pt>
                <c:pt idx="5960">
                  <c:v>37417</c:v>
                </c:pt>
                <c:pt idx="5961">
                  <c:v>37415</c:v>
                </c:pt>
                <c:pt idx="5962">
                  <c:v>37414</c:v>
                </c:pt>
                <c:pt idx="5963">
                  <c:v>37412</c:v>
                </c:pt>
                <c:pt idx="5964">
                  <c:v>37411</c:v>
                </c:pt>
                <c:pt idx="5965">
                  <c:v>37410</c:v>
                </c:pt>
                <c:pt idx="5966">
                  <c:v>37408</c:v>
                </c:pt>
                <c:pt idx="5967">
                  <c:v>37407</c:v>
                </c:pt>
                <c:pt idx="5968">
                  <c:v>37406</c:v>
                </c:pt>
                <c:pt idx="5969">
                  <c:v>37405</c:v>
                </c:pt>
                <c:pt idx="5970">
                  <c:v>37404</c:v>
                </c:pt>
                <c:pt idx="5971">
                  <c:v>37403</c:v>
                </c:pt>
                <c:pt idx="5972">
                  <c:v>37401</c:v>
                </c:pt>
                <c:pt idx="5973">
                  <c:v>37400</c:v>
                </c:pt>
                <c:pt idx="5974">
                  <c:v>37399</c:v>
                </c:pt>
                <c:pt idx="5975">
                  <c:v>37398</c:v>
                </c:pt>
                <c:pt idx="5976">
                  <c:v>37397</c:v>
                </c:pt>
                <c:pt idx="5977">
                  <c:v>37396</c:v>
                </c:pt>
                <c:pt idx="5978">
                  <c:v>37394</c:v>
                </c:pt>
                <c:pt idx="5979">
                  <c:v>37393</c:v>
                </c:pt>
                <c:pt idx="5980">
                  <c:v>37392</c:v>
                </c:pt>
                <c:pt idx="5981">
                  <c:v>37391</c:v>
                </c:pt>
                <c:pt idx="5982">
                  <c:v>37390</c:v>
                </c:pt>
                <c:pt idx="5983">
                  <c:v>37389</c:v>
                </c:pt>
                <c:pt idx="5984">
                  <c:v>37387</c:v>
                </c:pt>
                <c:pt idx="5985">
                  <c:v>37386</c:v>
                </c:pt>
                <c:pt idx="5986">
                  <c:v>37385</c:v>
                </c:pt>
                <c:pt idx="5987">
                  <c:v>37384</c:v>
                </c:pt>
                <c:pt idx="5988">
                  <c:v>37383</c:v>
                </c:pt>
                <c:pt idx="5989">
                  <c:v>37382</c:v>
                </c:pt>
                <c:pt idx="5990">
                  <c:v>37380</c:v>
                </c:pt>
                <c:pt idx="5991">
                  <c:v>37379</c:v>
                </c:pt>
                <c:pt idx="5992">
                  <c:v>37378</c:v>
                </c:pt>
                <c:pt idx="5993">
                  <c:v>37376</c:v>
                </c:pt>
                <c:pt idx="5994">
                  <c:v>37375</c:v>
                </c:pt>
                <c:pt idx="5995">
                  <c:v>37373</c:v>
                </c:pt>
                <c:pt idx="5996">
                  <c:v>37372</c:v>
                </c:pt>
                <c:pt idx="5997">
                  <c:v>37371</c:v>
                </c:pt>
                <c:pt idx="5998">
                  <c:v>37370</c:v>
                </c:pt>
                <c:pt idx="5999">
                  <c:v>37369</c:v>
                </c:pt>
                <c:pt idx="6000">
                  <c:v>37368</c:v>
                </c:pt>
                <c:pt idx="6001">
                  <c:v>37366</c:v>
                </c:pt>
                <c:pt idx="6002">
                  <c:v>37365</c:v>
                </c:pt>
                <c:pt idx="6003">
                  <c:v>37364</c:v>
                </c:pt>
                <c:pt idx="6004">
                  <c:v>37363</c:v>
                </c:pt>
                <c:pt idx="6005">
                  <c:v>37362</c:v>
                </c:pt>
                <c:pt idx="6006">
                  <c:v>37361</c:v>
                </c:pt>
                <c:pt idx="6007">
                  <c:v>37359</c:v>
                </c:pt>
                <c:pt idx="6008">
                  <c:v>37358</c:v>
                </c:pt>
                <c:pt idx="6009">
                  <c:v>37357</c:v>
                </c:pt>
                <c:pt idx="6010">
                  <c:v>37356</c:v>
                </c:pt>
                <c:pt idx="6011">
                  <c:v>37355</c:v>
                </c:pt>
                <c:pt idx="6012">
                  <c:v>37354</c:v>
                </c:pt>
                <c:pt idx="6013">
                  <c:v>37352</c:v>
                </c:pt>
                <c:pt idx="6014">
                  <c:v>37350</c:v>
                </c:pt>
                <c:pt idx="6015">
                  <c:v>37349</c:v>
                </c:pt>
                <c:pt idx="6016">
                  <c:v>37348</c:v>
                </c:pt>
                <c:pt idx="6017">
                  <c:v>37347</c:v>
                </c:pt>
                <c:pt idx="6018">
                  <c:v>37345</c:v>
                </c:pt>
                <c:pt idx="6019">
                  <c:v>37344</c:v>
                </c:pt>
                <c:pt idx="6020">
                  <c:v>37343</c:v>
                </c:pt>
                <c:pt idx="6021">
                  <c:v>37342</c:v>
                </c:pt>
                <c:pt idx="6022">
                  <c:v>37341</c:v>
                </c:pt>
                <c:pt idx="6023">
                  <c:v>37340</c:v>
                </c:pt>
                <c:pt idx="6024">
                  <c:v>37338</c:v>
                </c:pt>
                <c:pt idx="6025">
                  <c:v>37337</c:v>
                </c:pt>
                <c:pt idx="6026">
                  <c:v>37336</c:v>
                </c:pt>
                <c:pt idx="6027">
                  <c:v>37335</c:v>
                </c:pt>
                <c:pt idx="6028">
                  <c:v>37334</c:v>
                </c:pt>
                <c:pt idx="6029">
                  <c:v>37333</c:v>
                </c:pt>
                <c:pt idx="6030">
                  <c:v>37331</c:v>
                </c:pt>
                <c:pt idx="6031">
                  <c:v>37330</c:v>
                </c:pt>
                <c:pt idx="6032">
                  <c:v>37329</c:v>
                </c:pt>
                <c:pt idx="6033">
                  <c:v>37328</c:v>
                </c:pt>
                <c:pt idx="6034">
                  <c:v>37327</c:v>
                </c:pt>
                <c:pt idx="6035">
                  <c:v>37326</c:v>
                </c:pt>
                <c:pt idx="6036">
                  <c:v>37324</c:v>
                </c:pt>
                <c:pt idx="6037">
                  <c:v>37323</c:v>
                </c:pt>
                <c:pt idx="6038">
                  <c:v>37322</c:v>
                </c:pt>
                <c:pt idx="6039">
                  <c:v>37321</c:v>
                </c:pt>
                <c:pt idx="6040">
                  <c:v>37320</c:v>
                </c:pt>
                <c:pt idx="6041">
                  <c:v>37319</c:v>
                </c:pt>
                <c:pt idx="6042">
                  <c:v>37317</c:v>
                </c:pt>
                <c:pt idx="6043">
                  <c:v>37315</c:v>
                </c:pt>
                <c:pt idx="6044">
                  <c:v>37314</c:v>
                </c:pt>
                <c:pt idx="6045">
                  <c:v>37313</c:v>
                </c:pt>
                <c:pt idx="6046">
                  <c:v>37312</c:v>
                </c:pt>
                <c:pt idx="6047">
                  <c:v>37310</c:v>
                </c:pt>
                <c:pt idx="6048">
                  <c:v>37309</c:v>
                </c:pt>
                <c:pt idx="6049">
                  <c:v>37308</c:v>
                </c:pt>
                <c:pt idx="6050">
                  <c:v>37307</c:v>
                </c:pt>
                <c:pt idx="6051">
                  <c:v>37306</c:v>
                </c:pt>
                <c:pt idx="6052">
                  <c:v>37305</c:v>
                </c:pt>
                <c:pt idx="6053">
                  <c:v>37303</c:v>
                </c:pt>
                <c:pt idx="6054">
                  <c:v>37302</c:v>
                </c:pt>
                <c:pt idx="6055">
                  <c:v>37301</c:v>
                </c:pt>
                <c:pt idx="6056">
                  <c:v>37296</c:v>
                </c:pt>
                <c:pt idx="6057">
                  <c:v>37295</c:v>
                </c:pt>
                <c:pt idx="6058">
                  <c:v>37294</c:v>
                </c:pt>
                <c:pt idx="6059">
                  <c:v>37293</c:v>
                </c:pt>
                <c:pt idx="6060">
                  <c:v>37292</c:v>
                </c:pt>
                <c:pt idx="6061">
                  <c:v>37291</c:v>
                </c:pt>
                <c:pt idx="6062">
                  <c:v>37289</c:v>
                </c:pt>
                <c:pt idx="6063">
                  <c:v>37288</c:v>
                </c:pt>
                <c:pt idx="6064">
                  <c:v>37287</c:v>
                </c:pt>
                <c:pt idx="6065">
                  <c:v>37286</c:v>
                </c:pt>
                <c:pt idx="6066">
                  <c:v>37285</c:v>
                </c:pt>
                <c:pt idx="6067">
                  <c:v>37284</c:v>
                </c:pt>
                <c:pt idx="6068">
                  <c:v>37282</c:v>
                </c:pt>
                <c:pt idx="6069">
                  <c:v>37281</c:v>
                </c:pt>
                <c:pt idx="6070">
                  <c:v>37280</c:v>
                </c:pt>
                <c:pt idx="6071">
                  <c:v>37279</c:v>
                </c:pt>
                <c:pt idx="6072">
                  <c:v>37278</c:v>
                </c:pt>
                <c:pt idx="6073">
                  <c:v>37277</c:v>
                </c:pt>
                <c:pt idx="6074">
                  <c:v>37275</c:v>
                </c:pt>
                <c:pt idx="6075">
                  <c:v>37274</c:v>
                </c:pt>
                <c:pt idx="6076">
                  <c:v>37273</c:v>
                </c:pt>
                <c:pt idx="6077">
                  <c:v>37272</c:v>
                </c:pt>
                <c:pt idx="6078">
                  <c:v>37271</c:v>
                </c:pt>
                <c:pt idx="6079">
                  <c:v>37270</c:v>
                </c:pt>
                <c:pt idx="6080">
                  <c:v>37268</c:v>
                </c:pt>
                <c:pt idx="6081">
                  <c:v>37267</c:v>
                </c:pt>
                <c:pt idx="6082">
                  <c:v>37266</c:v>
                </c:pt>
                <c:pt idx="6083">
                  <c:v>37265</c:v>
                </c:pt>
                <c:pt idx="6084">
                  <c:v>37264</c:v>
                </c:pt>
                <c:pt idx="6085">
                  <c:v>37263</c:v>
                </c:pt>
                <c:pt idx="6086">
                  <c:v>37261</c:v>
                </c:pt>
                <c:pt idx="6087">
                  <c:v>37260</c:v>
                </c:pt>
                <c:pt idx="6088">
                  <c:v>37259</c:v>
                </c:pt>
                <c:pt idx="6089">
                  <c:v>37258</c:v>
                </c:pt>
                <c:pt idx="6090">
                  <c:v>37256</c:v>
                </c:pt>
                <c:pt idx="6091">
                  <c:v>37254</c:v>
                </c:pt>
                <c:pt idx="6092">
                  <c:v>37253</c:v>
                </c:pt>
                <c:pt idx="6093">
                  <c:v>37252</c:v>
                </c:pt>
                <c:pt idx="6094">
                  <c:v>37251</c:v>
                </c:pt>
                <c:pt idx="6095">
                  <c:v>37249</c:v>
                </c:pt>
                <c:pt idx="6096">
                  <c:v>37247</c:v>
                </c:pt>
                <c:pt idx="6097">
                  <c:v>37246</c:v>
                </c:pt>
                <c:pt idx="6098">
                  <c:v>37245</c:v>
                </c:pt>
                <c:pt idx="6099">
                  <c:v>37244</c:v>
                </c:pt>
                <c:pt idx="6100">
                  <c:v>37243</c:v>
                </c:pt>
                <c:pt idx="6101">
                  <c:v>37242</c:v>
                </c:pt>
                <c:pt idx="6102">
                  <c:v>37240</c:v>
                </c:pt>
                <c:pt idx="6103">
                  <c:v>37239</c:v>
                </c:pt>
                <c:pt idx="6104">
                  <c:v>37238</c:v>
                </c:pt>
                <c:pt idx="6105">
                  <c:v>37237</c:v>
                </c:pt>
                <c:pt idx="6106">
                  <c:v>37236</c:v>
                </c:pt>
                <c:pt idx="6107">
                  <c:v>37235</c:v>
                </c:pt>
                <c:pt idx="6108">
                  <c:v>37233</c:v>
                </c:pt>
                <c:pt idx="6109">
                  <c:v>37232</c:v>
                </c:pt>
                <c:pt idx="6110">
                  <c:v>37231</c:v>
                </c:pt>
                <c:pt idx="6111">
                  <c:v>37230</c:v>
                </c:pt>
                <c:pt idx="6112">
                  <c:v>37229</c:v>
                </c:pt>
                <c:pt idx="6113">
                  <c:v>37228</c:v>
                </c:pt>
                <c:pt idx="6114">
                  <c:v>37226</c:v>
                </c:pt>
                <c:pt idx="6115">
                  <c:v>37225</c:v>
                </c:pt>
                <c:pt idx="6116">
                  <c:v>37224</c:v>
                </c:pt>
                <c:pt idx="6117">
                  <c:v>37223</c:v>
                </c:pt>
                <c:pt idx="6118">
                  <c:v>37222</c:v>
                </c:pt>
                <c:pt idx="6119">
                  <c:v>37221</c:v>
                </c:pt>
                <c:pt idx="6120">
                  <c:v>37219</c:v>
                </c:pt>
                <c:pt idx="6121">
                  <c:v>37218</c:v>
                </c:pt>
                <c:pt idx="6122">
                  <c:v>37217</c:v>
                </c:pt>
                <c:pt idx="6123">
                  <c:v>37216</c:v>
                </c:pt>
                <c:pt idx="6124">
                  <c:v>37215</c:v>
                </c:pt>
                <c:pt idx="6125">
                  <c:v>37214</c:v>
                </c:pt>
                <c:pt idx="6126">
                  <c:v>37212</c:v>
                </c:pt>
                <c:pt idx="6127">
                  <c:v>37211</c:v>
                </c:pt>
                <c:pt idx="6128">
                  <c:v>37210</c:v>
                </c:pt>
                <c:pt idx="6129">
                  <c:v>37209</c:v>
                </c:pt>
                <c:pt idx="6130">
                  <c:v>37208</c:v>
                </c:pt>
                <c:pt idx="6131">
                  <c:v>37207</c:v>
                </c:pt>
                <c:pt idx="6132">
                  <c:v>37205</c:v>
                </c:pt>
                <c:pt idx="6133">
                  <c:v>37204</c:v>
                </c:pt>
                <c:pt idx="6134">
                  <c:v>37203</c:v>
                </c:pt>
                <c:pt idx="6135">
                  <c:v>37202</c:v>
                </c:pt>
                <c:pt idx="6136">
                  <c:v>37201</c:v>
                </c:pt>
                <c:pt idx="6137">
                  <c:v>37200</c:v>
                </c:pt>
                <c:pt idx="6138">
                  <c:v>37198</c:v>
                </c:pt>
                <c:pt idx="6139">
                  <c:v>37197</c:v>
                </c:pt>
                <c:pt idx="6140">
                  <c:v>37196</c:v>
                </c:pt>
                <c:pt idx="6141">
                  <c:v>37195</c:v>
                </c:pt>
                <c:pt idx="6142">
                  <c:v>37194</c:v>
                </c:pt>
                <c:pt idx="6143">
                  <c:v>37193</c:v>
                </c:pt>
                <c:pt idx="6144">
                  <c:v>37191</c:v>
                </c:pt>
                <c:pt idx="6145">
                  <c:v>37190</c:v>
                </c:pt>
                <c:pt idx="6146">
                  <c:v>37189</c:v>
                </c:pt>
                <c:pt idx="6147">
                  <c:v>37188</c:v>
                </c:pt>
                <c:pt idx="6148">
                  <c:v>37187</c:v>
                </c:pt>
                <c:pt idx="6149">
                  <c:v>37186</c:v>
                </c:pt>
                <c:pt idx="6150">
                  <c:v>37184</c:v>
                </c:pt>
                <c:pt idx="6151">
                  <c:v>37183</c:v>
                </c:pt>
                <c:pt idx="6152">
                  <c:v>37182</c:v>
                </c:pt>
                <c:pt idx="6153">
                  <c:v>37181</c:v>
                </c:pt>
                <c:pt idx="6154">
                  <c:v>37180</c:v>
                </c:pt>
                <c:pt idx="6155">
                  <c:v>37179</c:v>
                </c:pt>
                <c:pt idx="6156">
                  <c:v>37177</c:v>
                </c:pt>
                <c:pt idx="6157">
                  <c:v>37176</c:v>
                </c:pt>
                <c:pt idx="6158">
                  <c:v>37175</c:v>
                </c:pt>
                <c:pt idx="6159">
                  <c:v>37174</c:v>
                </c:pt>
                <c:pt idx="6160">
                  <c:v>37173</c:v>
                </c:pt>
                <c:pt idx="6161">
                  <c:v>37172</c:v>
                </c:pt>
                <c:pt idx="6162">
                  <c:v>37170</c:v>
                </c:pt>
                <c:pt idx="6163">
                  <c:v>37169</c:v>
                </c:pt>
                <c:pt idx="6164">
                  <c:v>37168</c:v>
                </c:pt>
                <c:pt idx="6165">
                  <c:v>37163</c:v>
                </c:pt>
                <c:pt idx="6166">
                  <c:v>37162</c:v>
                </c:pt>
                <c:pt idx="6167">
                  <c:v>37161</c:v>
                </c:pt>
                <c:pt idx="6168">
                  <c:v>37160</c:v>
                </c:pt>
                <c:pt idx="6169">
                  <c:v>37159</c:v>
                </c:pt>
                <c:pt idx="6170">
                  <c:v>37158</c:v>
                </c:pt>
                <c:pt idx="6171">
                  <c:v>37156</c:v>
                </c:pt>
                <c:pt idx="6172">
                  <c:v>37155</c:v>
                </c:pt>
                <c:pt idx="6173">
                  <c:v>37154</c:v>
                </c:pt>
                <c:pt idx="6174">
                  <c:v>37153</c:v>
                </c:pt>
                <c:pt idx="6175">
                  <c:v>37152</c:v>
                </c:pt>
                <c:pt idx="6176">
                  <c:v>37151</c:v>
                </c:pt>
                <c:pt idx="6177">
                  <c:v>37149</c:v>
                </c:pt>
                <c:pt idx="6178">
                  <c:v>37148</c:v>
                </c:pt>
                <c:pt idx="6179">
                  <c:v>37147</c:v>
                </c:pt>
                <c:pt idx="6180">
                  <c:v>37146</c:v>
                </c:pt>
                <c:pt idx="6181">
                  <c:v>37145</c:v>
                </c:pt>
                <c:pt idx="6182">
                  <c:v>37144</c:v>
                </c:pt>
                <c:pt idx="6183">
                  <c:v>37142</c:v>
                </c:pt>
                <c:pt idx="6184">
                  <c:v>37141</c:v>
                </c:pt>
                <c:pt idx="6185">
                  <c:v>37140</c:v>
                </c:pt>
                <c:pt idx="6186">
                  <c:v>37139</c:v>
                </c:pt>
                <c:pt idx="6187">
                  <c:v>37138</c:v>
                </c:pt>
                <c:pt idx="6188">
                  <c:v>37137</c:v>
                </c:pt>
                <c:pt idx="6189">
                  <c:v>37135</c:v>
                </c:pt>
                <c:pt idx="6190">
                  <c:v>37134</c:v>
                </c:pt>
                <c:pt idx="6191">
                  <c:v>37133</c:v>
                </c:pt>
                <c:pt idx="6192">
                  <c:v>37132</c:v>
                </c:pt>
                <c:pt idx="6193">
                  <c:v>37131</c:v>
                </c:pt>
                <c:pt idx="6194">
                  <c:v>37130</c:v>
                </c:pt>
                <c:pt idx="6195">
                  <c:v>37128</c:v>
                </c:pt>
                <c:pt idx="6196">
                  <c:v>37127</c:v>
                </c:pt>
                <c:pt idx="6197">
                  <c:v>37126</c:v>
                </c:pt>
                <c:pt idx="6198">
                  <c:v>37125</c:v>
                </c:pt>
                <c:pt idx="6199">
                  <c:v>37124</c:v>
                </c:pt>
                <c:pt idx="6200">
                  <c:v>37123</c:v>
                </c:pt>
                <c:pt idx="6201">
                  <c:v>37121</c:v>
                </c:pt>
                <c:pt idx="6202">
                  <c:v>37120</c:v>
                </c:pt>
                <c:pt idx="6203">
                  <c:v>37119</c:v>
                </c:pt>
                <c:pt idx="6204">
                  <c:v>37117</c:v>
                </c:pt>
                <c:pt idx="6205">
                  <c:v>37116</c:v>
                </c:pt>
                <c:pt idx="6206">
                  <c:v>37114</c:v>
                </c:pt>
                <c:pt idx="6207">
                  <c:v>37113</c:v>
                </c:pt>
                <c:pt idx="6208">
                  <c:v>37112</c:v>
                </c:pt>
                <c:pt idx="6209">
                  <c:v>37111</c:v>
                </c:pt>
                <c:pt idx="6210">
                  <c:v>37110</c:v>
                </c:pt>
                <c:pt idx="6211">
                  <c:v>37109</c:v>
                </c:pt>
                <c:pt idx="6212">
                  <c:v>37107</c:v>
                </c:pt>
                <c:pt idx="6213">
                  <c:v>37106</c:v>
                </c:pt>
                <c:pt idx="6214">
                  <c:v>37105</c:v>
                </c:pt>
                <c:pt idx="6215">
                  <c:v>37104</c:v>
                </c:pt>
                <c:pt idx="6216">
                  <c:v>37103</c:v>
                </c:pt>
                <c:pt idx="6217">
                  <c:v>37102</c:v>
                </c:pt>
                <c:pt idx="6218">
                  <c:v>37100</c:v>
                </c:pt>
                <c:pt idx="6219">
                  <c:v>37099</c:v>
                </c:pt>
                <c:pt idx="6220">
                  <c:v>37098</c:v>
                </c:pt>
                <c:pt idx="6221">
                  <c:v>37097</c:v>
                </c:pt>
                <c:pt idx="6222">
                  <c:v>37096</c:v>
                </c:pt>
                <c:pt idx="6223">
                  <c:v>37095</c:v>
                </c:pt>
                <c:pt idx="6224">
                  <c:v>37093</c:v>
                </c:pt>
                <c:pt idx="6225">
                  <c:v>37092</c:v>
                </c:pt>
                <c:pt idx="6226">
                  <c:v>37091</c:v>
                </c:pt>
                <c:pt idx="6227">
                  <c:v>37090</c:v>
                </c:pt>
                <c:pt idx="6228">
                  <c:v>37088</c:v>
                </c:pt>
                <c:pt idx="6229">
                  <c:v>37086</c:v>
                </c:pt>
                <c:pt idx="6230">
                  <c:v>37085</c:v>
                </c:pt>
                <c:pt idx="6231">
                  <c:v>37084</c:v>
                </c:pt>
                <c:pt idx="6232">
                  <c:v>37083</c:v>
                </c:pt>
                <c:pt idx="6233">
                  <c:v>37082</c:v>
                </c:pt>
                <c:pt idx="6234">
                  <c:v>37081</c:v>
                </c:pt>
                <c:pt idx="6235">
                  <c:v>37079</c:v>
                </c:pt>
                <c:pt idx="6236">
                  <c:v>37078</c:v>
                </c:pt>
                <c:pt idx="6237">
                  <c:v>37077</c:v>
                </c:pt>
                <c:pt idx="6238">
                  <c:v>37076</c:v>
                </c:pt>
                <c:pt idx="6239">
                  <c:v>37075</c:v>
                </c:pt>
                <c:pt idx="6240">
                  <c:v>37074</c:v>
                </c:pt>
                <c:pt idx="6241">
                  <c:v>37072</c:v>
                </c:pt>
                <c:pt idx="6242">
                  <c:v>37071</c:v>
                </c:pt>
                <c:pt idx="6243">
                  <c:v>37070</c:v>
                </c:pt>
                <c:pt idx="6244">
                  <c:v>37069</c:v>
                </c:pt>
                <c:pt idx="6245">
                  <c:v>37068</c:v>
                </c:pt>
                <c:pt idx="6246">
                  <c:v>37067</c:v>
                </c:pt>
                <c:pt idx="6247">
                  <c:v>37065</c:v>
                </c:pt>
                <c:pt idx="6248">
                  <c:v>37064</c:v>
                </c:pt>
                <c:pt idx="6249">
                  <c:v>37063</c:v>
                </c:pt>
                <c:pt idx="6250">
                  <c:v>37062</c:v>
                </c:pt>
                <c:pt idx="6251">
                  <c:v>37061</c:v>
                </c:pt>
                <c:pt idx="6252">
                  <c:v>37060</c:v>
                </c:pt>
                <c:pt idx="6253">
                  <c:v>37058</c:v>
                </c:pt>
                <c:pt idx="6254">
                  <c:v>37057</c:v>
                </c:pt>
                <c:pt idx="6255">
                  <c:v>37056</c:v>
                </c:pt>
                <c:pt idx="6256">
                  <c:v>37055</c:v>
                </c:pt>
                <c:pt idx="6257">
                  <c:v>37054</c:v>
                </c:pt>
                <c:pt idx="6258">
                  <c:v>37053</c:v>
                </c:pt>
                <c:pt idx="6259">
                  <c:v>37051</c:v>
                </c:pt>
                <c:pt idx="6260">
                  <c:v>37050</c:v>
                </c:pt>
                <c:pt idx="6261">
                  <c:v>37049</c:v>
                </c:pt>
                <c:pt idx="6262">
                  <c:v>37047</c:v>
                </c:pt>
                <c:pt idx="6263">
                  <c:v>37046</c:v>
                </c:pt>
                <c:pt idx="6264">
                  <c:v>37044</c:v>
                </c:pt>
                <c:pt idx="6265">
                  <c:v>37043</c:v>
                </c:pt>
                <c:pt idx="6266">
                  <c:v>37042</c:v>
                </c:pt>
                <c:pt idx="6267">
                  <c:v>37040</c:v>
                </c:pt>
                <c:pt idx="6268">
                  <c:v>37039</c:v>
                </c:pt>
                <c:pt idx="6269">
                  <c:v>37037</c:v>
                </c:pt>
                <c:pt idx="6270">
                  <c:v>37036</c:v>
                </c:pt>
                <c:pt idx="6271">
                  <c:v>37035</c:v>
                </c:pt>
                <c:pt idx="6272">
                  <c:v>37034</c:v>
                </c:pt>
                <c:pt idx="6273">
                  <c:v>37033</c:v>
                </c:pt>
                <c:pt idx="6274">
                  <c:v>37032</c:v>
                </c:pt>
                <c:pt idx="6275">
                  <c:v>37030</c:v>
                </c:pt>
                <c:pt idx="6276">
                  <c:v>37029</c:v>
                </c:pt>
                <c:pt idx="6277">
                  <c:v>37028</c:v>
                </c:pt>
                <c:pt idx="6278">
                  <c:v>37027</c:v>
                </c:pt>
                <c:pt idx="6279">
                  <c:v>37026</c:v>
                </c:pt>
                <c:pt idx="6280">
                  <c:v>37025</c:v>
                </c:pt>
                <c:pt idx="6281">
                  <c:v>37023</c:v>
                </c:pt>
                <c:pt idx="6282">
                  <c:v>37022</c:v>
                </c:pt>
                <c:pt idx="6283">
                  <c:v>37021</c:v>
                </c:pt>
                <c:pt idx="6284">
                  <c:v>37020</c:v>
                </c:pt>
                <c:pt idx="6285">
                  <c:v>37019</c:v>
                </c:pt>
                <c:pt idx="6286">
                  <c:v>37018</c:v>
                </c:pt>
                <c:pt idx="6287">
                  <c:v>37015</c:v>
                </c:pt>
                <c:pt idx="6288">
                  <c:v>37014</c:v>
                </c:pt>
                <c:pt idx="6289">
                  <c:v>37013</c:v>
                </c:pt>
                <c:pt idx="6290">
                  <c:v>37011</c:v>
                </c:pt>
                <c:pt idx="6291">
                  <c:v>37009</c:v>
                </c:pt>
                <c:pt idx="6292">
                  <c:v>37008</c:v>
                </c:pt>
                <c:pt idx="6293">
                  <c:v>37007</c:v>
                </c:pt>
                <c:pt idx="6294">
                  <c:v>37006</c:v>
                </c:pt>
                <c:pt idx="6295">
                  <c:v>37005</c:v>
                </c:pt>
                <c:pt idx="6296">
                  <c:v>37004</c:v>
                </c:pt>
                <c:pt idx="6297">
                  <c:v>37002</c:v>
                </c:pt>
                <c:pt idx="6298">
                  <c:v>37001</c:v>
                </c:pt>
                <c:pt idx="6299">
                  <c:v>37000</c:v>
                </c:pt>
                <c:pt idx="6300">
                  <c:v>36999</c:v>
                </c:pt>
                <c:pt idx="6301">
                  <c:v>36998</c:v>
                </c:pt>
                <c:pt idx="6302">
                  <c:v>36997</c:v>
                </c:pt>
                <c:pt idx="6303">
                  <c:v>36995</c:v>
                </c:pt>
                <c:pt idx="6304">
                  <c:v>36994</c:v>
                </c:pt>
                <c:pt idx="6305">
                  <c:v>36993</c:v>
                </c:pt>
                <c:pt idx="6306">
                  <c:v>36992</c:v>
                </c:pt>
                <c:pt idx="6307">
                  <c:v>36991</c:v>
                </c:pt>
                <c:pt idx="6308">
                  <c:v>36990</c:v>
                </c:pt>
                <c:pt idx="6309">
                  <c:v>36988</c:v>
                </c:pt>
                <c:pt idx="6310">
                  <c:v>36987</c:v>
                </c:pt>
                <c:pt idx="6311">
                  <c:v>36985</c:v>
                </c:pt>
                <c:pt idx="6312">
                  <c:v>36984</c:v>
                </c:pt>
                <c:pt idx="6313">
                  <c:v>36983</c:v>
                </c:pt>
                <c:pt idx="6314">
                  <c:v>36981</c:v>
                </c:pt>
                <c:pt idx="6315">
                  <c:v>36980</c:v>
                </c:pt>
                <c:pt idx="6316">
                  <c:v>36979</c:v>
                </c:pt>
                <c:pt idx="6317">
                  <c:v>36978</c:v>
                </c:pt>
                <c:pt idx="6318">
                  <c:v>36977</c:v>
                </c:pt>
                <c:pt idx="6319">
                  <c:v>36976</c:v>
                </c:pt>
                <c:pt idx="6320">
                  <c:v>36974</c:v>
                </c:pt>
                <c:pt idx="6321">
                  <c:v>36973</c:v>
                </c:pt>
                <c:pt idx="6322">
                  <c:v>36972</c:v>
                </c:pt>
                <c:pt idx="6323">
                  <c:v>36971</c:v>
                </c:pt>
                <c:pt idx="6324">
                  <c:v>36970</c:v>
                </c:pt>
                <c:pt idx="6325">
                  <c:v>36969</c:v>
                </c:pt>
                <c:pt idx="6326">
                  <c:v>36967</c:v>
                </c:pt>
                <c:pt idx="6327">
                  <c:v>36966</c:v>
                </c:pt>
                <c:pt idx="6328">
                  <c:v>36965</c:v>
                </c:pt>
                <c:pt idx="6329">
                  <c:v>36964</c:v>
                </c:pt>
                <c:pt idx="6330">
                  <c:v>36963</c:v>
                </c:pt>
                <c:pt idx="6331">
                  <c:v>36962</c:v>
                </c:pt>
                <c:pt idx="6332">
                  <c:v>36960</c:v>
                </c:pt>
                <c:pt idx="6333">
                  <c:v>36959</c:v>
                </c:pt>
                <c:pt idx="6334">
                  <c:v>36958</c:v>
                </c:pt>
                <c:pt idx="6335">
                  <c:v>36957</c:v>
                </c:pt>
                <c:pt idx="6336">
                  <c:v>36956</c:v>
                </c:pt>
                <c:pt idx="6337">
                  <c:v>36955</c:v>
                </c:pt>
                <c:pt idx="6338">
                  <c:v>36953</c:v>
                </c:pt>
                <c:pt idx="6339">
                  <c:v>36952</c:v>
                </c:pt>
                <c:pt idx="6340">
                  <c:v>36950</c:v>
                </c:pt>
                <c:pt idx="6341">
                  <c:v>36949</c:v>
                </c:pt>
                <c:pt idx="6342">
                  <c:v>36948</c:v>
                </c:pt>
                <c:pt idx="6343">
                  <c:v>36946</c:v>
                </c:pt>
                <c:pt idx="6344">
                  <c:v>36945</c:v>
                </c:pt>
                <c:pt idx="6345">
                  <c:v>36944</c:v>
                </c:pt>
                <c:pt idx="6346">
                  <c:v>36943</c:v>
                </c:pt>
                <c:pt idx="6347">
                  <c:v>36942</c:v>
                </c:pt>
                <c:pt idx="6348">
                  <c:v>36941</c:v>
                </c:pt>
                <c:pt idx="6349">
                  <c:v>36939</c:v>
                </c:pt>
                <c:pt idx="6350">
                  <c:v>36938</c:v>
                </c:pt>
                <c:pt idx="6351">
                  <c:v>36937</c:v>
                </c:pt>
                <c:pt idx="6352">
                  <c:v>36936</c:v>
                </c:pt>
                <c:pt idx="6353">
                  <c:v>36935</c:v>
                </c:pt>
                <c:pt idx="6354">
                  <c:v>36934</c:v>
                </c:pt>
                <c:pt idx="6355">
                  <c:v>36932</c:v>
                </c:pt>
                <c:pt idx="6356">
                  <c:v>36931</c:v>
                </c:pt>
                <c:pt idx="6357">
                  <c:v>36930</c:v>
                </c:pt>
                <c:pt idx="6358">
                  <c:v>36929</c:v>
                </c:pt>
                <c:pt idx="6359">
                  <c:v>36928</c:v>
                </c:pt>
                <c:pt idx="6360">
                  <c:v>36927</c:v>
                </c:pt>
                <c:pt idx="6361">
                  <c:v>36925</c:v>
                </c:pt>
                <c:pt idx="6362">
                  <c:v>36924</c:v>
                </c:pt>
                <c:pt idx="6363">
                  <c:v>36923</c:v>
                </c:pt>
                <c:pt idx="6364">
                  <c:v>36922</c:v>
                </c:pt>
                <c:pt idx="6365">
                  <c:v>36921</c:v>
                </c:pt>
                <c:pt idx="6366">
                  <c:v>36920</c:v>
                </c:pt>
                <c:pt idx="6367">
                  <c:v>36918</c:v>
                </c:pt>
                <c:pt idx="6368">
                  <c:v>36917</c:v>
                </c:pt>
                <c:pt idx="6369">
                  <c:v>36913</c:v>
                </c:pt>
                <c:pt idx="6370">
                  <c:v>36911</c:v>
                </c:pt>
                <c:pt idx="6371">
                  <c:v>36910</c:v>
                </c:pt>
                <c:pt idx="6372">
                  <c:v>36909</c:v>
                </c:pt>
                <c:pt idx="6373">
                  <c:v>36908</c:v>
                </c:pt>
                <c:pt idx="6374">
                  <c:v>36907</c:v>
                </c:pt>
                <c:pt idx="6375">
                  <c:v>36906</c:v>
                </c:pt>
                <c:pt idx="6376">
                  <c:v>36904</c:v>
                </c:pt>
                <c:pt idx="6377">
                  <c:v>36903</c:v>
                </c:pt>
                <c:pt idx="6378">
                  <c:v>36902</c:v>
                </c:pt>
                <c:pt idx="6379">
                  <c:v>36901</c:v>
                </c:pt>
                <c:pt idx="6380">
                  <c:v>36900</c:v>
                </c:pt>
                <c:pt idx="6381">
                  <c:v>36899</c:v>
                </c:pt>
                <c:pt idx="6382">
                  <c:v>36897</c:v>
                </c:pt>
                <c:pt idx="6383">
                  <c:v>36896</c:v>
                </c:pt>
                <c:pt idx="6384">
                  <c:v>36895</c:v>
                </c:pt>
                <c:pt idx="6385">
                  <c:v>36894</c:v>
                </c:pt>
                <c:pt idx="6386">
                  <c:v>36893</c:v>
                </c:pt>
                <c:pt idx="6387">
                  <c:v>36890</c:v>
                </c:pt>
                <c:pt idx="6388">
                  <c:v>36889</c:v>
                </c:pt>
                <c:pt idx="6389">
                  <c:v>36888</c:v>
                </c:pt>
                <c:pt idx="6390">
                  <c:v>36887</c:v>
                </c:pt>
                <c:pt idx="6391">
                  <c:v>36886</c:v>
                </c:pt>
                <c:pt idx="6392">
                  <c:v>36883</c:v>
                </c:pt>
                <c:pt idx="6393">
                  <c:v>36882</c:v>
                </c:pt>
                <c:pt idx="6394">
                  <c:v>36881</c:v>
                </c:pt>
                <c:pt idx="6395">
                  <c:v>36880</c:v>
                </c:pt>
                <c:pt idx="6396">
                  <c:v>36879</c:v>
                </c:pt>
                <c:pt idx="6397">
                  <c:v>36878</c:v>
                </c:pt>
                <c:pt idx="6398">
                  <c:v>36876</c:v>
                </c:pt>
                <c:pt idx="6399">
                  <c:v>36875</c:v>
                </c:pt>
                <c:pt idx="6400">
                  <c:v>36874</c:v>
                </c:pt>
                <c:pt idx="6401">
                  <c:v>36873</c:v>
                </c:pt>
                <c:pt idx="6402">
                  <c:v>36872</c:v>
                </c:pt>
                <c:pt idx="6403">
                  <c:v>36871</c:v>
                </c:pt>
                <c:pt idx="6404">
                  <c:v>36869</c:v>
                </c:pt>
                <c:pt idx="6405">
                  <c:v>36868</c:v>
                </c:pt>
                <c:pt idx="6406">
                  <c:v>36867</c:v>
                </c:pt>
                <c:pt idx="6407">
                  <c:v>36866</c:v>
                </c:pt>
                <c:pt idx="6408">
                  <c:v>36865</c:v>
                </c:pt>
                <c:pt idx="6409">
                  <c:v>36864</c:v>
                </c:pt>
                <c:pt idx="6410">
                  <c:v>36862</c:v>
                </c:pt>
                <c:pt idx="6411">
                  <c:v>36861</c:v>
                </c:pt>
                <c:pt idx="6412">
                  <c:v>36860</c:v>
                </c:pt>
                <c:pt idx="6413">
                  <c:v>36859</c:v>
                </c:pt>
                <c:pt idx="6414">
                  <c:v>36858</c:v>
                </c:pt>
                <c:pt idx="6415">
                  <c:v>36857</c:v>
                </c:pt>
                <c:pt idx="6416">
                  <c:v>36855</c:v>
                </c:pt>
                <c:pt idx="6417">
                  <c:v>36854</c:v>
                </c:pt>
                <c:pt idx="6418">
                  <c:v>36853</c:v>
                </c:pt>
                <c:pt idx="6419">
                  <c:v>36852</c:v>
                </c:pt>
                <c:pt idx="6420">
                  <c:v>36851</c:v>
                </c:pt>
                <c:pt idx="6421">
                  <c:v>36850</c:v>
                </c:pt>
                <c:pt idx="6422">
                  <c:v>36848</c:v>
                </c:pt>
                <c:pt idx="6423">
                  <c:v>36847</c:v>
                </c:pt>
                <c:pt idx="6424">
                  <c:v>36846</c:v>
                </c:pt>
                <c:pt idx="6425">
                  <c:v>36845</c:v>
                </c:pt>
                <c:pt idx="6426">
                  <c:v>36844</c:v>
                </c:pt>
                <c:pt idx="6427">
                  <c:v>36843</c:v>
                </c:pt>
                <c:pt idx="6428">
                  <c:v>36841</c:v>
                </c:pt>
                <c:pt idx="6429">
                  <c:v>36840</c:v>
                </c:pt>
                <c:pt idx="6430">
                  <c:v>36839</c:v>
                </c:pt>
                <c:pt idx="6431">
                  <c:v>36838</c:v>
                </c:pt>
                <c:pt idx="6432">
                  <c:v>36837</c:v>
                </c:pt>
                <c:pt idx="6433">
                  <c:v>36836</c:v>
                </c:pt>
                <c:pt idx="6434">
                  <c:v>36834</c:v>
                </c:pt>
                <c:pt idx="6435">
                  <c:v>36833</c:v>
                </c:pt>
                <c:pt idx="6436">
                  <c:v>36832</c:v>
                </c:pt>
                <c:pt idx="6437">
                  <c:v>36831</c:v>
                </c:pt>
                <c:pt idx="6438">
                  <c:v>36830</c:v>
                </c:pt>
                <c:pt idx="6439">
                  <c:v>36829</c:v>
                </c:pt>
                <c:pt idx="6440">
                  <c:v>36827</c:v>
                </c:pt>
                <c:pt idx="6441">
                  <c:v>36826</c:v>
                </c:pt>
                <c:pt idx="6442">
                  <c:v>36825</c:v>
                </c:pt>
                <c:pt idx="6443">
                  <c:v>36824</c:v>
                </c:pt>
                <c:pt idx="6444">
                  <c:v>36823</c:v>
                </c:pt>
                <c:pt idx="6445">
                  <c:v>36822</c:v>
                </c:pt>
                <c:pt idx="6446">
                  <c:v>36820</c:v>
                </c:pt>
                <c:pt idx="6447">
                  <c:v>36819</c:v>
                </c:pt>
                <c:pt idx="6448">
                  <c:v>36818</c:v>
                </c:pt>
                <c:pt idx="6449">
                  <c:v>36817</c:v>
                </c:pt>
                <c:pt idx="6450">
                  <c:v>36816</c:v>
                </c:pt>
                <c:pt idx="6451">
                  <c:v>36815</c:v>
                </c:pt>
                <c:pt idx="6452">
                  <c:v>36813</c:v>
                </c:pt>
                <c:pt idx="6453">
                  <c:v>36812</c:v>
                </c:pt>
                <c:pt idx="6454">
                  <c:v>36811</c:v>
                </c:pt>
                <c:pt idx="6455">
                  <c:v>36810</c:v>
                </c:pt>
                <c:pt idx="6456">
                  <c:v>36809</c:v>
                </c:pt>
                <c:pt idx="6457">
                  <c:v>36808</c:v>
                </c:pt>
                <c:pt idx="6458">
                  <c:v>36806</c:v>
                </c:pt>
                <c:pt idx="6459">
                  <c:v>36805</c:v>
                </c:pt>
                <c:pt idx="6460">
                  <c:v>36804</c:v>
                </c:pt>
                <c:pt idx="6461">
                  <c:v>36803</c:v>
                </c:pt>
                <c:pt idx="6462">
                  <c:v>36801</c:v>
                </c:pt>
                <c:pt idx="6463">
                  <c:v>36799</c:v>
                </c:pt>
                <c:pt idx="6464">
                  <c:v>36798</c:v>
                </c:pt>
                <c:pt idx="6465">
                  <c:v>36797</c:v>
                </c:pt>
                <c:pt idx="6466">
                  <c:v>36796</c:v>
                </c:pt>
                <c:pt idx="6467">
                  <c:v>36795</c:v>
                </c:pt>
                <c:pt idx="6468">
                  <c:v>36794</c:v>
                </c:pt>
                <c:pt idx="6469">
                  <c:v>36792</c:v>
                </c:pt>
                <c:pt idx="6470">
                  <c:v>36791</c:v>
                </c:pt>
                <c:pt idx="6471">
                  <c:v>36790</c:v>
                </c:pt>
                <c:pt idx="6472">
                  <c:v>36789</c:v>
                </c:pt>
                <c:pt idx="6473">
                  <c:v>36788</c:v>
                </c:pt>
                <c:pt idx="6474">
                  <c:v>36787</c:v>
                </c:pt>
                <c:pt idx="6475">
                  <c:v>36785</c:v>
                </c:pt>
                <c:pt idx="6476">
                  <c:v>36784</c:v>
                </c:pt>
                <c:pt idx="6477">
                  <c:v>36783</c:v>
                </c:pt>
                <c:pt idx="6478">
                  <c:v>36778</c:v>
                </c:pt>
                <c:pt idx="6479">
                  <c:v>36777</c:v>
                </c:pt>
                <c:pt idx="6480">
                  <c:v>36776</c:v>
                </c:pt>
                <c:pt idx="6481">
                  <c:v>36775</c:v>
                </c:pt>
                <c:pt idx="6482">
                  <c:v>36774</c:v>
                </c:pt>
                <c:pt idx="6483">
                  <c:v>36773</c:v>
                </c:pt>
                <c:pt idx="6484">
                  <c:v>36771</c:v>
                </c:pt>
                <c:pt idx="6485">
                  <c:v>36770</c:v>
                </c:pt>
                <c:pt idx="6486">
                  <c:v>36769</c:v>
                </c:pt>
                <c:pt idx="6487">
                  <c:v>36768</c:v>
                </c:pt>
                <c:pt idx="6488">
                  <c:v>36767</c:v>
                </c:pt>
                <c:pt idx="6489">
                  <c:v>36766</c:v>
                </c:pt>
                <c:pt idx="6490">
                  <c:v>36764</c:v>
                </c:pt>
                <c:pt idx="6491">
                  <c:v>36763</c:v>
                </c:pt>
                <c:pt idx="6492">
                  <c:v>36762</c:v>
                </c:pt>
                <c:pt idx="6493">
                  <c:v>36761</c:v>
                </c:pt>
                <c:pt idx="6494">
                  <c:v>36760</c:v>
                </c:pt>
                <c:pt idx="6495">
                  <c:v>36759</c:v>
                </c:pt>
                <c:pt idx="6496">
                  <c:v>36757</c:v>
                </c:pt>
                <c:pt idx="6497">
                  <c:v>36756</c:v>
                </c:pt>
                <c:pt idx="6498">
                  <c:v>36755</c:v>
                </c:pt>
                <c:pt idx="6499">
                  <c:v>36754</c:v>
                </c:pt>
                <c:pt idx="6500">
                  <c:v>36752</c:v>
                </c:pt>
                <c:pt idx="6501">
                  <c:v>36750</c:v>
                </c:pt>
                <c:pt idx="6502">
                  <c:v>36749</c:v>
                </c:pt>
                <c:pt idx="6503">
                  <c:v>36748</c:v>
                </c:pt>
                <c:pt idx="6504">
                  <c:v>36747</c:v>
                </c:pt>
                <c:pt idx="6505">
                  <c:v>36746</c:v>
                </c:pt>
                <c:pt idx="6506">
                  <c:v>36745</c:v>
                </c:pt>
                <c:pt idx="6507">
                  <c:v>36743</c:v>
                </c:pt>
                <c:pt idx="6508">
                  <c:v>36742</c:v>
                </c:pt>
                <c:pt idx="6509">
                  <c:v>36741</c:v>
                </c:pt>
                <c:pt idx="6510">
                  <c:v>36740</c:v>
                </c:pt>
                <c:pt idx="6511">
                  <c:v>36739</c:v>
                </c:pt>
                <c:pt idx="6512">
                  <c:v>36738</c:v>
                </c:pt>
                <c:pt idx="6513">
                  <c:v>36736</c:v>
                </c:pt>
                <c:pt idx="6514">
                  <c:v>36735</c:v>
                </c:pt>
                <c:pt idx="6515">
                  <c:v>36734</c:v>
                </c:pt>
                <c:pt idx="6516">
                  <c:v>36733</c:v>
                </c:pt>
                <c:pt idx="6517">
                  <c:v>36732</c:v>
                </c:pt>
                <c:pt idx="6518">
                  <c:v>36731</c:v>
                </c:pt>
                <c:pt idx="6519">
                  <c:v>36729</c:v>
                </c:pt>
                <c:pt idx="6520">
                  <c:v>36728</c:v>
                </c:pt>
                <c:pt idx="6521">
                  <c:v>36727</c:v>
                </c:pt>
                <c:pt idx="6522">
                  <c:v>36726</c:v>
                </c:pt>
                <c:pt idx="6523">
                  <c:v>36725</c:v>
                </c:pt>
                <c:pt idx="6524">
                  <c:v>36722</c:v>
                </c:pt>
                <c:pt idx="6525">
                  <c:v>36721</c:v>
                </c:pt>
                <c:pt idx="6526">
                  <c:v>36720</c:v>
                </c:pt>
                <c:pt idx="6527">
                  <c:v>36719</c:v>
                </c:pt>
                <c:pt idx="6528">
                  <c:v>36718</c:v>
                </c:pt>
                <c:pt idx="6529">
                  <c:v>36717</c:v>
                </c:pt>
                <c:pt idx="6530">
                  <c:v>36715</c:v>
                </c:pt>
                <c:pt idx="6531">
                  <c:v>36714</c:v>
                </c:pt>
                <c:pt idx="6532">
                  <c:v>36713</c:v>
                </c:pt>
                <c:pt idx="6533">
                  <c:v>36712</c:v>
                </c:pt>
                <c:pt idx="6534">
                  <c:v>36711</c:v>
                </c:pt>
                <c:pt idx="6535">
                  <c:v>36710</c:v>
                </c:pt>
                <c:pt idx="6536">
                  <c:v>36708</c:v>
                </c:pt>
                <c:pt idx="6537">
                  <c:v>36707</c:v>
                </c:pt>
                <c:pt idx="6538">
                  <c:v>36706</c:v>
                </c:pt>
                <c:pt idx="6539">
                  <c:v>36705</c:v>
                </c:pt>
                <c:pt idx="6540">
                  <c:v>36704</c:v>
                </c:pt>
                <c:pt idx="6541">
                  <c:v>36703</c:v>
                </c:pt>
                <c:pt idx="6542">
                  <c:v>36701</c:v>
                </c:pt>
                <c:pt idx="6543">
                  <c:v>36700</c:v>
                </c:pt>
                <c:pt idx="6544">
                  <c:v>36699</c:v>
                </c:pt>
                <c:pt idx="6545">
                  <c:v>36698</c:v>
                </c:pt>
                <c:pt idx="6546">
                  <c:v>36697</c:v>
                </c:pt>
                <c:pt idx="6547">
                  <c:v>36696</c:v>
                </c:pt>
                <c:pt idx="6548">
                  <c:v>36694</c:v>
                </c:pt>
                <c:pt idx="6549">
                  <c:v>36693</c:v>
                </c:pt>
                <c:pt idx="6550">
                  <c:v>36692</c:v>
                </c:pt>
                <c:pt idx="6551">
                  <c:v>36691</c:v>
                </c:pt>
                <c:pt idx="6552">
                  <c:v>36690</c:v>
                </c:pt>
                <c:pt idx="6553">
                  <c:v>36689</c:v>
                </c:pt>
                <c:pt idx="6554">
                  <c:v>36687</c:v>
                </c:pt>
                <c:pt idx="6555">
                  <c:v>36686</c:v>
                </c:pt>
                <c:pt idx="6556">
                  <c:v>36685</c:v>
                </c:pt>
                <c:pt idx="6557">
                  <c:v>36684</c:v>
                </c:pt>
                <c:pt idx="6558">
                  <c:v>36682</c:v>
                </c:pt>
                <c:pt idx="6559">
                  <c:v>36680</c:v>
                </c:pt>
                <c:pt idx="6560">
                  <c:v>36679</c:v>
                </c:pt>
                <c:pt idx="6561">
                  <c:v>36678</c:v>
                </c:pt>
                <c:pt idx="6562">
                  <c:v>36677</c:v>
                </c:pt>
                <c:pt idx="6563">
                  <c:v>36676</c:v>
                </c:pt>
                <c:pt idx="6564">
                  <c:v>36675</c:v>
                </c:pt>
                <c:pt idx="6565">
                  <c:v>36673</c:v>
                </c:pt>
                <c:pt idx="6566">
                  <c:v>36672</c:v>
                </c:pt>
                <c:pt idx="6567">
                  <c:v>36671</c:v>
                </c:pt>
                <c:pt idx="6568">
                  <c:v>36670</c:v>
                </c:pt>
                <c:pt idx="6569">
                  <c:v>36669</c:v>
                </c:pt>
                <c:pt idx="6570">
                  <c:v>36668</c:v>
                </c:pt>
                <c:pt idx="6571">
                  <c:v>36666</c:v>
                </c:pt>
                <c:pt idx="6572">
                  <c:v>36665</c:v>
                </c:pt>
                <c:pt idx="6573">
                  <c:v>36664</c:v>
                </c:pt>
                <c:pt idx="6574">
                  <c:v>36663</c:v>
                </c:pt>
                <c:pt idx="6575">
                  <c:v>36662</c:v>
                </c:pt>
                <c:pt idx="6576">
                  <c:v>36661</c:v>
                </c:pt>
                <c:pt idx="6577">
                  <c:v>36659</c:v>
                </c:pt>
                <c:pt idx="6578">
                  <c:v>36658</c:v>
                </c:pt>
                <c:pt idx="6579">
                  <c:v>36656</c:v>
                </c:pt>
                <c:pt idx="6580">
                  <c:v>36655</c:v>
                </c:pt>
                <c:pt idx="6581">
                  <c:v>36654</c:v>
                </c:pt>
                <c:pt idx="6582">
                  <c:v>36652</c:v>
                </c:pt>
                <c:pt idx="6583">
                  <c:v>36650</c:v>
                </c:pt>
                <c:pt idx="6584">
                  <c:v>36649</c:v>
                </c:pt>
                <c:pt idx="6585">
                  <c:v>36648</c:v>
                </c:pt>
                <c:pt idx="6586">
                  <c:v>36645</c:v>
                </c:pt>
                <c:pt idx="6587">
                  <c:v>36644</c:v>
                </c:pt>
                <c:pt idx="6588">
                  <c:v>36643</c:v>
                </c:pt>
                <c:pt idx="6589">
                  <c:v>36642</c:v>
                </c:pt>
                <c:pt idx="6590">
                  <c:v>36641</c:v>
                </c:pt>
                <c:pt idx="6591">
                  <c:v>36640</c:v>
                </c:pt>
                <c:pt idx="6592">
                  <c:v>36638</c:v>
                </c:pt>
                <c:pt idx="6593">
                  <c:v>36637</c:v>
                </c:pt>
                <c:pt idx="6594">
                  <c:v>36636</c:v>
                </c:pt>
                <c:pt idx="6595">
                  <c:v>36635</c:v>
                </c:pt>
                <c:pt idx="6596">
                  <c:v>36634</c:v>
                </c:pt>
                <c:pt idx="6597">
                  <c:v>36633</c:v>
                </c:pt>
                <c:pt idx="6598">
                  <c:v>36631</c:v>
                </c:pt>
                <c:pt idx="6599">
                  <c:v>36630</c:v>
                </c:pt>
                <c:pt idx="6600">
                  <c:v>36628</c:v>
                </c:pt>
                <c:pt idx="6601">
                  <c:v>36627</c:v>
                </c:pt>
                <c:pt idx="6602">
                  <c:v>36626</c:v>
                </c:pt>
                <c:pt idx="6603">
                  <c:v>36624</c:v>
                </c:pt>
                <c:pt idx="6604">
                  <c:v>36623</c:v>
                </c:pt>
                <c:pt idx="6605">
                  <c:v>36622</c:v>
                </c:pt>
                <c:pt idx="6606">
                  <c:v>36620</c:v>
                </c:pt>
                <c:pt idx="6607">
                  <c:v>36619</c:v>
                </c:pt>
                <c:pt idx="6608">
                  <c:v>36617</c:v>
                </c:pt>
                <c:pt idx="6609">
                  <c:v>36616</c:v>
                </c:pt>
                <c:pt idx="6610">
                  <c:v>36615</c:v>
                </c:pt>
                <c:pt idx="6611">
                  <c:v>36614</c:v>
                </c:pt>
                <c:pt idx="6612">
                  <c:v>36613</c:v>
                </c:pt>
                <c:pt idx="6613">
                  <c:v>36612</c:v>
                </c:pt>
                <c:pt idx="6614">
                  <c:v>36610</c:v>
                </c:pt>
                <c:pt idx="6615">
                  <c:v>36609</c:v>
                </c:pt>
                <c:pt idx="6616">
                  <c:v>36608</c:v>
                </c:pt>
                <c:pt idx="6617">
                  <c:v>36607</c:v>
                </c:pt>
                <c:pt idx="6618">
                  <c:v>36606</c:v>
                </c:pt>
                <c:pt idx="6619">
                  <c:v>36605</c:v>
                </c:pt>
                <c:pt idx="6620">
                  <c:v>36603</c:v>
                </c:pt>
                <c:pt idx="6621">
                  <c:v>36602</c:v>
                </c:pt>
                <c:pt idx="6622">
                  <c:v>36601</c:v>
                </c:pt>
                <c:pt idx="6623">
                  <c:v>36600</c:v>
                </c:pt>
                <c:pt idx="6624">
                  <c:v>36599</c:v>
                </c:pt>
                <c:pt idx="6625">
                  <c:v>36598</c:v>
                </c:pt>
                <c:pt idx="6626">
                  <c:v>36596</c:v>
                </c:pt>
                <c:pt idx="6627">
                  <c:v>36595</c:v>
                </c:pt>
                <c:pt idx="6628">
                  <c:v>36594</c:v>
                </c:pt>
                <c:pt idx="6629">
                  <c:v>36593</c:v>
                </c:pt>
                <c:pt idx="6630">
                  <c:v>36592</c:v>
                </c:pt>
                <c:pt idx="6631">
                  <c:v>36591</c:v>
                </c:pt>
                <c:pt idx="6632">
                  <c:v>36589</c:v>
                </c:pt>
                <c:pt idx="6633">
                  <c:v>36588</c:v>
                </c:pt>
                <c:pt idx="6634">
                  <c:v>36587</c:v>
                </c:pt>
                <c:pt idx="6635">
                  <c:v>36585</c:v>
                </c:pt>
                <c:pt idx="6636">
                  <c:v>36584</c:v>
                </c:pt>
                <c:pt idx="6637">
                  <c:v>36582</c:v>
                </c:pt>
                <c:pt idx="6638">
                  <c:v>36581</c:v>
                </c:pt>
                <c:pt idx="6639">
                  <c:v>36580</c:v>
                </c:pt>
                <c:pt idx="6640">
                  <c:v>36579</c:v>
                </c:pt>
                <c:pt idx="6641">
                  <c:v>36578</c:v>
                </c:pt>
                <c:pt idx="6642">
                  <c:v>36577</c:v>
                </c:pt>
                <c:pt idx="6643">
                  <c:v>36575</c:v>
                </c:pt>
                <c:pt idx="6644">
                  <c:v>36574</c:v>
                </c:pt>
                <c:pt idx="6645">
                  <c:v>36573</c:v>
                </c:pt>
                <c:pt idx="6646">
                  <c:v>36572</c:v>
                </c:pt>
                <c:pt idx="6647">
                  <c:v>36571</c:v>
                </c:pt>
                <c:pt idx="6648">
                  <c:v>36570</c:v>
                </c:pt>
                <c:pt idx="6649">
                  <c:v>36568</c:v>
                </c:pt>
                <c:pt idx="6650">
                  <c:v>36567</c:v>
                </c:pt>
                <c:pt idx="6651">
                  <c:v>36566</c:v>
                </c:pt>
                <c:pt idx="6652">
                  <c:v>36565</c:v>
                </c:pt>
                <c:pt idx="6653">
                  <c:v>36564</c:v>
                </c:pt>
                <c:pt idx="6654">
                  <c:v>36563</c:v>
                </c:pt>
                <c:pt idx="6655">
                  <c:v>36559</c:v>
                </c:pt>
                <c:pt idx="6656">
                  <c:v>36558</c:v>
                </c:pt>
                <c:pt idx="6657">
                  <c:v>36557</c:v>
                </c:pt>
                <c:pt idx="6658">
                  <c:v>36556</c:v>
                </c:pt>
                <c:pt idx="6659">
                  <c:v>36554</c:v>
                </c:pt>
                <c:pt idx="6660">
                  <c:v>36553</c:v>
                </c:pt>
                <c:pt idx="6661">
                  <c:v>36552</c:v>
                </c:pt>
                <c:pt idx="6662">
                  <c:v>36551</c:v>
                </c:pt>
                <c:pt idx="6663">
                  <c:v>36550</c:v>
                </c:pt>
                <c:pt idx="6664">
                  <c:v>36549</c:v>
                </c:pt>
                <c:pt idx="6665">
                  <c:v>36547</c:v>
                </c:pt>
                <c:pt idx="6666">
                  <c:v>36546</c:v>
                </c:pt>
                <c:pt idx="6667">
                  <c:v>36545</c:v>
                </c:pt>
                <c:pt idx="6668">
                  <c:v>36544</c:v>
                </c:pt>
                <c:pt idx="6669">
                  <c:v>36543</c:v>
                </c:pt>
                <c:pt idx="6670">
                  <c:v>36542</c:v>
                </c:pt>
                <c:pt idx="6671">
                  <c:v>36540</c:v>
                </c:pt>
                <c:pt idx="6672">
                  <c:v>36539</c:v>
                </c:pt>
                <c:pt idx="6673">
                  <c:v>36538</c:v>
                </c:pt>
                <c:pt idx="6674">
                  <c:v>36537</c:v>
                </c:pt>
                <c:pt idx="6675">
                  <c:v>36536</c:v>
                </c:pt>
                <c:pt idx="6676">
                  <c:v>36535</c:v>
                </c:pt>
                <c:pt idx="6677">
                  <c:v>36533</c:v>
                </c:pt>
                <c:pt idx="6678">
                  <c:v>36532</c:v>
                </c:pt>
                <c:pt idx="6679">
                  <c:v>36531</c:v>
                </c:pt>
              </c:numCache>
            </c:numRef>
          </c:cat>
          <c:val>
            <c:numRef>
              <c:f>【杠杆与融资风险】强制平仓规模【资金与仓位】待入市保证金!$D$8:$D$6687</c:f>
              <c:numCache>
                <c:formatCode>#,##0.00_ </c:formatCode>
                <c:ptCount val="6680"/>
                <c:pt idx="0">
                  <c:v>50977</c:v>
                </c:pt>
                <c:pt idx="1">
                  <c:v>47653</c:v>
                </c:pt>
                <c:pt idx="2">
                  <c:v>110793</c:v>
                </c:pt>
                <c:pt idx="3">
                  <c:v>42427</c:v>
                </c:pt>
                <c:pt idx="4">
                  <c:v>19891</c:v>
                </c:pt>
                <c:pt idx="5">
                  <c:v>23479</c:v>
                </c:pt>
                <c:pt idx="6">
                  <c:v>14187</c:v>
                </c:pt>
                <c:pt idx="7">
                  <c:v>12035</c:v>
                </c:pt>
                <c:pt idx="8">
                  <c:v>5095</c:v>
                </c:pt>
                <c:pt idx="9">
                  <c:v>10081</c:v>
                </c:pt>
                <c:pt idx="10">
                  <c:v>47685</c:v>
                </c:pt>
                <c:pt idx="11">
                  <c:v>30620</c:v>
                </c:pt>
                <c:pt idx="12">
                  <c:v>39661</c:v>
                </c:pt>
                <c:pt idx="13">
                  <c:v>169796</c:v>
                </c:pt>
                <c:pt idx="14">
                  <c:v>139134</c:v>
                </c:pt>
                <c:pt idx="15">
                  <c:v>166192</c:v>
                </c:pt>
                <c:pt idx="16">
                  <c:v>24311</c:v>
                </c:pt>
                <c:pt idx="17">
                  <c:v>16845</c:v>
                </c:pt>
                <c:pt idx="18">
                  <c:v>33171</c:v>
                </c:pt>
                <c:pt idx="19">
                  <c:v>15414</c:v>
                </c:pt>
                <c:pt idx="20">
                  <c:v>7812</c:v>
                </c:pt>
                <c:pt idx="21">
                  <c:v>7984</c:v>
                </c:pt>
                <c:pt idx="22">
                  <c:v>5170</c:v>
                </c:pt>
                <c:pt idx="23">
                  <c:v>52399</c:v>
                </c:pt>
                <c:pt idx="24">
                  <c:v>62456</c:v>
                </c:pt>
                <c:pt idx="25">
                  <c:v>145842</c:v>
                </c:pt>
                <c:pt idx="26">
                  <c:v>67654</c:v>
                </c:pt>
                <c:pt idx="27">
                  <c:v>91706</c:v>
                </c:pt>
                <c:pt idx="28">
                  <c:v>37486</c:v>
                </c:pt>
                <c:pt idx="29">
                  <c:v>24482</c:v>
                </c:pt>
                <c:pt idx="30">
                  <c:v>23565</c:v>
                </c:pt>
                <c:pt idx="31">
                  <c:v>36936</c:v>
                </c:pt>
                <c:pt idx="32">
                  <c:v>69402</c:v>
                </c:pt>
                <c:pt idx="33">
                  <c:v>21011</c:v>
                </c:pt>
                <c:pt idx="34">
                  <c:v>11379</c:v>
                </c:pt>
                <c:pt idx="35">
                  <c:v>7164</c:v>
                </c:pt>
                <c:pt idx="36">
                  <c:v>19836</c:v>
                </c:pt>
                <c:pt idx="37">
                  <c:v>14698</c:v>
                </c:pt>
                <c:pt idx="38">
                  <c:v>7895</c:v>
                </c:pt>
                <c:pt idx="39">
                  <c:v>17570</c:v>
                </c:pt>
                <c:pt idx="40">
                  <c:v>7827</c:v>
                </c:pt>
                <c:pt idx="41">
                  <c:v>11616</c:v>
                </c:pt>
                <c:pt idx="42">
                  <c:v>6868</c:v>
                </c:pt>
                <c:pt idx="43">
                  <c:v>9817</c:v>
                </c:pt>
                <c:pt idx="44">
                  <c:v>16128</c:v>
                </c:pt>
                <c:pt idx="45">
                  <c:v>8601</c:v>
                </c:pt>
                <c:pt idx="46">
                  <c:v>8204</c:v>
                </c:pt>
                <c:pt idx="47">
                  <c:v>8504</c:v>
                </c:pt>
                <c:pt idx="48">
                  <c:v>12431</c:v>
                </c:pt>
                <c:pt idx="49">
                  <c:v>14932</c:v>
                </c:pt>
                <c:pt idx="50">
                  <c:v>12048</c:v>
                </c:pt>
                <c:pt idx="51">
                  <c:v>8058</c:v>
                </c:pt>
                <c:pt idx="52">
                  <c:v>7382</c:v>
                </c:pt>
                <c:pt idx="53">
                  <c:v>8321</c:v>
                </c:pt>
                <c:pt idx="54">
                  <c:v>19621</c:v>
                </c:pt>
                <c:pt idx="55">
                  <c:v>8099</c:v>
                </c:pt>
                <c:pt idx="56">
                  <c:v>15874</c:v>
                </c:pt>
                <c:pt idx="57">
                  <c:v>9088</c:v>
                </c:pt>
                <c:pt idx="58">
                  <c:v>30575</c:v>
                </c:pt>
                <c:pt idx="59">
                  <c:v>36751</c:v>
                </c:pt>
                <c:pt idx="60">
                  <c:v>23722</c:v>
                </c:pt>
                <c:pt idx="61">
                  <c:v>18933</c:v>
                </c:pt>
                <c:pt idx="62">
                  <c:v>11820</c:v>
                </c:pt>
                <c:pt idx="63">
                  <c:v>23618</c:v>
                </c:pt>
                <c:pt idx="64">
                  <c:v>23462</c:v>
                </c:pt>
                <c:pt idx="65">
                  <c:v>15321</c:v>
                </c:pt>
                <c:pt idx="66">
                  <c:v>8143</c:v>
                </c:pt>
                <c:pt idx="67">
                  <c:v>6785</c:v>
                </c:pt>
                <c:pt idx="68">
                  <c:v>13889</c:v>
                </c:pt>
                <c:pt idx="69">
                  <c:v>9815</c:v>
                </c:pt>
                <c:pt idx="70">
                  <c:v>31579</c:v>
                </c:pt>
                <c:pt idx="71">
                  <c:v>13389</c:v>
                </c:pt>
                <c:pt idx="72">
                  <c:v>19416</c:v>
                </c:pt>
                <c:pt idx="73">
                  <c:v>22343</c:v>
                </c:pt>
                <c:pt idx="74">
                  <c:v>44602</c:v>
                </c:pt>
                <c:pt idx="75">
                  <c:v>35419</c:v>
                </c:pt>
                <c:pt idx="76">
                  <c:v>82421</c:v>
                </c:pt>
                <c:pt idx="77">
                  <c:v>77684</c:v>
                </c:pt>
                <c:pt idx="78">
                  <c:v>22499</c:v>
                </c:pt>
                <c:pt idx="79">
                  <c:v>9219</c:v>
                </c:pt>
                <c:pt idx="80">
                  <c:v>7678</c:v>
                </c:pt>
                <c:pt idx="81">
                  <c:v>15398</c:v>
                </c:pt>
                <c:pt idx="82">
                  <c:v>29055</c:v>
                </c:pt>
                <c:pt idx="83">
                  <c:v>9684</c:v>
                </c:pt>
                <c:pt idx="84">
                  <c:v>7068</c:v>
                </c:pt>
                <c:pt idx="85">
                  <c:v>8709</c:v>
                </c:pt>
                <c:pt idx="86">
                  <c:v>9426</c:v>
                </c:pt>
                <c:pt idx="87">
                  <c:v>6257</c:v>
                </c:pt>
                <c:pt idx="88">
                  <c:v>12026</c:v>
                </c:pt>
                <c:pt idx="89">
                  <c:v>8035</c:v>
                </c:pt>
                <c:pt idx="90">
                  <c:v>16870</c:v>
                </c:pt>
                <c:pt idx="91">
                  <c:v>35997</c:v>
                </c:pt>
                <c:pt idx="92">
                  <c:v>9326</c:v>
                </c:pt>
                <c:pt idx="93">
                  <c:v>12756</c:v>
                </c:pt>
                <c:pt idx="94">
                  <c:v>13289</c:v>
                </c:pt>
                <c:pt idx="95">
                  <c:v>15940</c:v>
                </c:pt>
                <c:pt idx="96">
                  <c:v>11968</c:v>
                </c:pt>
                <c:pt idx="97">
                  <c:v>9682</c:v>
                </c:pt>
                <c:pt idx="98">
                  <c:v>8468</c:v>
                </c:pt>
                <c:pt idx="99">
                  <c:v>8717</c:v>
                </c:pt>
                <c:pt idx="100">
                  <c:v>19317</c:v>
                </c:pt>
                <c:pt idx="101">
                  <c:v>11902</c:v>
                </c:pt>
                <c:pt idx="102">
                  <c:v>14241</c:v>
                </c:pt>
                <c:pt idx="103">
                  <c:v>6942</c:v>
                </c:pt>
                <c:pt idx="104">
                  <c:v>8312</c:v>
                </c:pt>
                <c:pt idx="105">
                  <c:v>9360</c:v>
                </c:pt>
                <c:pt idx="106">
                  <c:v>8660</c:v>
                </c:pt>
                <c:pt idx="107">
                  <c:v>14956</c:v>
                </c:pt>
                <c:pt idx="108">
                  <c:v>9040</c:v>
                </c:pt>
                <c:pt idx="109">
                  <c:v>11491</c:v>
                </c:pt>
                <c:pt idx="110">
                  <c:v>12234</c:v>
                </c:pt>
                <c:pt idx="111">
                  <c:v>13077</c:v>
                </c:pt>
                <c:pt idx="112">
                  <c:v>11752</c:v>
                </c:pt>
                <c:pt idx="113">
                  <c:v>7414</c:v>
                </c:pt>
                <c:pt idx="114">
                  <c:v>7210</c:v>
                </c:pt>
                <c:pt idx="115">
                  <c:v>5209</c:v>
                </c:pt>
                <c:pt idx="116">
                  <c:v>8223</c:v>
                </c:pt>
                <c:pt idx="117">
                  <c:v>8067</c:v>
                </c:pt>
                <c:pt idx="118">
                  <c:v>2361</c:v>
                </c:pt>
                <c:pt idx="119">
                  <c:v>6834</c:v>
                </c:pt>
                <c:pt idx="120">
                  <c:v>7935</c:v>
                </c:pt>
                <c:pt idx="121">
                  <c:v>4539</c:v>
                </c:pt>
                <c:pt idx="122">
                  <c:v>3956</c:v>
                </c:pt>
                <c:pt idx="123">
                  <c:v>5062</c:v>
                </c:pt>
                <c:pt idx="124">
                  <c:v>9201</c:v>
                </c:pt>
                <c:pt idx="125">
                  <c:v>9283</c:v>
                </c:pt>
                <c:pt idx="126">
                  <c:v>15218</c:v>
                </c:pt>
                <c:pt idx="127">
                  <c:v>7125</c:v>
                </c:pt>
                <c:pt idx="128">
                  <c:v>10686</c:v>
                </c:pt>
                <c:pt idx="129">
                  <c:v>7252</c:v>
                </c:pt>
                <c:pt idx="130">
                  <c:v>8402</c:v>
                </c:pt>
                <c:pt idx="131">
                  <c:v>7869</c:v>
                </c:pt>
                <c:pt idx="132">
                  <c:v>7669</c:v>
                </c:pt>
                <c:pt idx="133">
                  <c:v>7300</c:v>
                </c:pt>
                <c:pt idx="134">
                  <c:v>7820</c:v>
                </c:pt>
                <c:pt idx="135">
                  <c:v>5085</c:v>
                </c:pt>
                <c:pt idx="136">
                  <c:v>5952</c:v>
                </c:pt>
                <c:pt idx="137">
                  <c:v>3519</c:v>
                </c:pt>
                <c:pt idx="138">
                  <c:v>8882</c:v>
                </c:pt>
                <c:pt idx="139">
                  <c:v>4396</c:v>
                </c:pt>
                <c:pt idx="140">
                  <c:v>4113</c:v>
                </c:pt>
                <c:pt idx="141">
                  <c:v>4142</c:v>
                </c:pt>
                <c:pt idx="142">
                  <c:v>7020</c:v>
                </c:pt>
                <c:pt idx="143">
                  <c:v>37308</c:v>
                </c:pt>
                <c:pt idx="144">
                  <c:v>11397</c:v>
                </c:pt>
                <c:pt idx="145">
                  <c:v>16776</c:v>
                </c:pt>
                <c:pt idx="146">
                  <c:v>12788</c:v>
                </c:pt>
                <c:pt idx="147">
                  <c:v>10602</c:v>
                </c:pt>
                <c:pt idx="148">
                  <c:v>33196</c:v>
                </c:pt>
                <c:pt idx="149">
                  <c:v>3741</c:v>
                </c:pt>
                <c:pt idx="150">
                  <c:v>10340</c:v>
                </c:pt>
                <c:pt idx="151">
                  <c:v>5041</c:v>
                </c:pt>
                <c:pt idx="152">
                  <c:v>6471</c:v>
                </c:pt>
                <c:pt idx="153">
                  <c:v>19554</c:v>
                </c:pt>
                <c:pt idx="154">
                  <c:v>19029</c:v>
                </c:pt>
                <c:pt idx="155">
                  <c:v>38023</c:v>
                </c:pt>
                <c:pt idx="156">
                  <c:v>21865</c:v>
                </c:pt>
                <c:pt idx="157">
                  <c:v>7954</c:v>
                </c:pt>
                <c:pt idx="158">
                  <c:v>16251</c:v>
                </c:pt>
                <c:pt idx="159">
                  <c:v>13361</c:v>
                </c:pt>
                <c:pt idx="160">
                  <c:v>7246</c:v>
                </c:pt>
                <c:pt idx="161">
                  <c:v>10968</c:v>
                </c:pt>
                <c:pt idx="162">
                  <c:v>3817</c:v>
                </c:pt>
                <c:pt idx="163">
                  <c:v>3952</c:v>
                </c:pt>
                <c:pt idx="164">
                  <c:v>3725</c:v>
                </c:pt>
                <c:pt idx="165">
                  <c:v>14877</c:v>
                </c:pt>
                <c:pt idx="166">
                  <c:v>5154</c:v>
                </c:pt>
                <c:pt idx="167">
                  <c:v>5362</c:v>
                </c:pt>
                <c:pt idx="168">
                  <c:v>9150</c:v>
                </c:pt>
                <c:pt idx="169">
                  <c:v>5508</c:v>
                </c:pt>
                <c:pt idx="170">
                  <c:v>10864</c:v>
                </c:pt>
                <c:pt idx="171">
                  <c:v>9866</c:v>
                </c:pt>
                <c:pt idx="172">
                  <c:v>9927</c:v>
                </c:pt>
                <c:pt idx="173">
                  <c:v>5664</c:v>
                </c:pt>
                <c:pt idx="174">
                  <c:v>3933</c:v>
                </c:pt>
                <c:pt idx="175">
                  <c:v>8056</c:v>
                </c:pt>
                <c:pt idx="176">
                  <c:v>4319</c:v>
                </c:pt>
                <c:pt idx="177">
                  <c:v>12665</c:v>
                </c:pt>
                <c:pt idx="178">
                  <c:v>14465</c:v>
                </c:pt>
                <c:pt idx="179">
                  <c:v>19739</c:v>
                </c:pt>
                <c:pt idx="180">
                  <c:v>11727</c:v>
                </c:pt>
                <c:pt idx="181">
                  <c:v>5430</c:v>
                </c:pt>
                <c:pt idx="182">
                  <c:v>5461</c:v>
                </c:pt>
                <c:pt idx="183">
                  <c:v>6543</c:v>
                </c:pt>
                <c:pt idx="184">
                  <c:v>6103</c:v>
                </c:pt>
                <c:pt idx="185">
                  <c:v>7241</c:v>
                </c:pt>
                <c:pt idx="186">
                  <c:v>7934</c:v>
                </c:pt>
                <c:pt idx="187">
                  <c:v>6024</c:v>
                </c:pt>
                <c:pt idx="188">
                  <c:v>3436</c:v>
                </c:pt>
                <c:pt idx="189">
                  <c:v>2661</c:v>
                </c:pt>
                <c:pt idx="190">
                  <c:v>4591</c:v>
                </c:pt>
                <c:pt idx="191">
                  <c:v>6389</c:v>
                </c:pt>
                <c:pt idx="192">
                  <c:v>3120</c:v>
                </c:pt>
                <c:pt idx="193">
                  <c:v>4306</c:v>
                </c:pt>
                <c:pt idx="194">
                  <c:v>4286</c:v>
                </c:pt>
                <c:pt idx="195">
                  <c:v>5214</c:v>
                </c:pt>
                <c:pt idx="196">
                  <c:v>3853</c:v>
                </c:pt>
                <c:pt idx="197">
                  <c:v>4674</c:v>
                </c:pt>
                <c:pt idx="198">
                  <c:v>6148</c:v>
                </c:pt>
                <c:pt idx="199">
                  <c:v>8723</c:v>
                </c:pt>
                <c:pt idx="200">
                  <c:v>7148</c:v>
                </c:pt>
                <c:pt idx="201">
                  <c:v>5709</c:v>
                </c:pt>
                <c:pt idx="202">
                  <c:v>3852</c:v>
                </c:pt>
                <c:pt idx="203">
                  <c:v>3771</c:v>
                </c:pt>
                <c:pt idx="204">
                  <c:v>4961</c:v>
                </c:pt>
                <c:pt idx="205">
                  <c:v>13060</c:v>
                </c:pt>
                <c:pt idx="206">
                  <c:v>12612</c:v>
                </c:pt>
                <c:pt idx="207">
                  <c:v>7516</c:v>
                </c:pt>
                <c:pt idx="208">
                  <c:v>7043</c:v>
                </c:pt>
                <c:pt idx="209">
                  <c:v>11193</c:v>
                </c:pt>
                <c:pt idx="210">
                  <c:v>7537</c:v>
                </c:pt>
                <c:pt idx="211">
                  <c:v>6826</c:v>
                </c:pt>
                <c:pt idx="212">
                  <c:v>6604</c:v>
                </c:pt>
                <c:pt idx="213">
                  <c:v>5881</c:v>
                </c:pt>
                <c:pt idx="214">
                  <c:v>3571</c:v>
                </c:pt>
                <c:pt idx="215">
                  <c:v>4307</c:v>
                </c:pt>
                <c:pt idx="216">
                  <c:v>8847</c:v>
                </c:pt>
                <c:pt idx="217">
                  <c:v>13376</c:v>
                </c:pt>
                <c:pt idx="218">
                  <c:v>16924</c:v>
                </c:pt>
                <c:pt idx="219">
                  <c:v>5707</c:v>
                </c:pt>
                <c:pt idx="220">
                  <c:v>5329</c:v>
                </c:pt>
                <c:pt idx="221">
                  <c:v>7624</c:v>
                </c:pt>
                <c:pt idx="222">
                  <c:v>9161</c:v>
                </c:pt>
                <c:pt idx="223">
                  <c:v>4740</c:v>
                </c:pt>
                <c:pt idx="224">
                  <c:v>12267</c:v>
                </c:pt>
                <c:pt idx="225">
                  <c:v>6822</c:v>
                </c:pt>
                <c:pt idx="226">
                  <c:v>4680</c:v>
                </c:pt>
                <c:pt idx="227">
                  <c:v>7509</c:v>
                </c:pt>
                <c:pt idx="228">
                  <c:v>7422</c:v>
                </c:pt>
                <c:pt idx="229">
                  <c:v>3948</c:v>
                </c:pt>
                <c:pt idx="230">
                  <c:v>4506</c:v>
                </c:pt>
                <c:pt idx="231">
                  <c:v>8890</c:v>
                </c:pt>
                <c:pt idx="232">
                  <c:v>2944</c:v>
                </c:pt>
                <c:pt idx="233">
                  <c:v>2738</c:v>
                </c:pt>
                <c:pt idx="234">
                  <c:v>2280</c:v>
                </c:pt>
                <c:pt idx="235">
                  <c:v>3497</c:v>
                </c:pt>
                <c:pt idx="236">
                  <c:v>7233</c:v>
                </c:pt>
                <c:pt idx="237">
                  <c:v>9106</c:v>
                </c:pt>
                <c:pt idx="238">
                  <c:v>7756</c:v>
                </c:pt>
                <c:pt idx="239">
                  <c:v>18192</c:v>
                </c:pt>
                <c:pt idx="240">
                  <c:v>10905</c:v>
                </c:pt>
                <c:pt idx="241">
                  <c:v>10526</c:v>
                </c:pt>
                <c:pt idx="242">
                  <c:v>12280</c:v>
                </c:pt>
                <c:pt idx="243">
                  <c:v>12807</c:v>
                </c:pt>
                <c:pt idx="244">
                  <c:v>12872</c:v>
                </c:pt>
                <c:pt idx="245">
                  <c:v>7166</c:v>
                </c:pt>
                <c:pt idx="246">
                  <c:v>4623</c:v>
                </c:pt>
                <c:pt idx="247">
                  <c:v>7645</c:v>
                </c:pt>
                <c:pt idx="248">
                  <c:v>5223</c:v>
                </c:pt>
                <c:pt idx="249">
                  <c:v>11154</c:v>
                </c:pt>
                <c:pt idx="250">
                  <c:v>4020</c:v>
                </c:pt>
                <c:pt idx="251">
                  <c:v>5167</c:v>
                </c:pt>
                <c:pt idx="252">
                  <c:v>5592</c:v>
                </c:pt>
                <c:pt idx="253">
                  <c:v>3703</c:v>
                </c:pt>
                <c:pt idx="254">
                  <c:v>4007</c:v>
                </c:pt>
                <c:pt idx="255">
                  <c:v>4557</c:v>
                </c:pt>
                <c:pt idx="256">
                  <c:v>3477</c:v>
                </c:pt>
                <c:pt idx="257">
                  <c:v>3218</c:v>
                </c:pt>
                <c:pt idx="258">
                  <c:v>1643</c:v>
                </c:pt>
                <c:pt idx="259">
                  <c:v>3523</c:v>
                </c:pt>
                <c:pt idx="260">
                  <c:v>6645</c:v>
                </c:pt>
                <c:pt idx="261">
                  <c:v>4651</c:v>
                </c:pt>
                <c:pt idx="262">
                  <c:v>3836</c:v>
                </c:pt>
                <c:pt idx="263">
                  <c:v>3369</c:v>
                </c:pt>
                <c:pt idx="264">
                  <c:v>4186</c:v>
                </c:pt>
                <c:pt idx="265">
                  <c:v>6093</c:v>
                </c:pt>
                <c:pt idx="266">
                  <c:v>5258</c:v>
                </c:pt>
                <c:pt idx="267">
                  <c:v>9763</c:v>
                </c:pt>
                <c:pt idx="268">
                  <c:v>4770</c:v>
                </c:pt>
                <c:pt idx="269">
                  <c:v>7933</c:v>
                </c:pt>
                <c:pt idx="270">
                  <c:v>7555</c:v>
                </c:pt>
                <c:pt idx="271">
                  <c:v>5112</c:v>
                </c:pt>
                <c:pt idx="272">
                  <c:v>8221</c:v>
                </c:pt>
                <c:pt idx="273">
                  <c:v>3816</c:v>
                </c:pt>
                <c:pt idx="274">
                  <c:v>4459</c:v>
                </c:pt>
                <c:pt idx="275">
                  <c:v>6450</c:v>
                </c:pt>
                <c:pt idx="276">
                  <c:v>4460</c:v>
                </c:pt>
                <c:pt idx="277">
                  <c:v>3771</c:v>
                </c:pt>
                <c:pt idx="278">
                  <c:v>4049</c:v>
                </c:pt>
                <c:pt idx="279">
                  <c:v>4760</c:v>
                </c:pt>
                <c:pt idx="280">
                  <c:v>8800</c:v>
                </c:pt>
                <c:pt idx="281">
                  <c:v>5782</c:v>
                </c:pt>
                <c:pt idx="282">
                  <c:v>5166</c:v>
                </c:pt>
                <c:pt idx="283">
                  <c:v>3519</c:v>
                </c:pt>
                <c:pt idx="284">
                  <c:v>4560</c:v>
                </c:pt>
                <c:pt idx="285">
                  <c:v>6071</c:v>
                </c:pt>
                <c:pt idx="286">
                  <c:v>2880</c:v>
                </c:pt>
                <c:pt idx="287">
                  <c:v>4033</c:v>
                </c:pt>
                <c:pt idx="288">
                  <c:v>4629</c:v>
                </c:pt>
                <c:pt idx="289">
                  <c:v>2700</c:v>
                </c:pt>
                <c:pt idx="290">
                  <c:v>3941</c:v>
                </c:pt>
                <c:pt idx="291">
                  <c:v>1592</c:v>
                </c:pt>
                <c:pt idx="292">
                  <c:v>3736</c:v>
                </c:pt>
                <c:pt idx="293">
                  <c:v>6017</c:v>
                </c:pt>
                <c:pt idx="294">
                  <c:v>5614</c:v>
                </c:pt>
                <c:pt idx="295">
                  <c:v>12505</c:v>
                </c:pt>
                <c:pt idx="296">
                  <c:v>16620</c:v>
                </c:pt>
                <c:pt idx="297">
                  <c:v>8029</c:v>
                </c:pt>
                <c:pt idx="298">
                  <c:v>6737</c:v>
                </c:pt>
                <c:pt idx="299">
                  <c:v>7991</c:v>
                </c:pt>
                <c:pt idx="300">
                  <c:v>6910</c:v>
                </c:pt>
                <c:pt idx="301">
                  <c:v>7113</c:v>
                </c:pt>
                <c:pt idx="302">
                  <c:v>13936</c:v>
                </c:pt>
                <c:pt idx="303">
                  <c:v>11505</c:v>
                </c:pt>
                <c:pt idx="304">
                  <c:v>7591</c:v>
                </c:pt>
                <c:pt idx="305">
                  <c:v>4071</c:v>
                </c:pt>
                <c:pt idx="306">
                  <c:v>5740</c:v>
                </c:pt>
                <c:pt idx="307">
                  <c:v>8593</c:v>
                </c:pt>
                <c:pt idx="308">
                  <c:v>6551</c:v>
                </c:pt>
                <c:pt idx="309">
                  <c:v>4271</c:v>
                </c:pt>
                <c:pt idx="310">
                  <c:v>3853</c:v>
                </c:pt>
                <c:pt idx="311">
                  <c:v>2990</c:v>
                </c:pt>
                <c:pt idx="312">
                  <c:v>3469</c:v>
                </c:pt>
                <c:pt idx="313">
                  <c:v>5852</c:v>
                </c:pt>
                <c:pt idx="314">
                  <c:v>3550</c:v>
                </c:pt>
                <c:pt idx="315">
                  <c:v>4038</c:v>
                </c:pt>
                <c:pt idx="316">
                  <c:v>5325</c:v>
                </c:pt>
                <c:pt idx="317">
                  <c:v>7103</c:v>
                </c:pt>
                <c:pt idx="318">
                  <c:v>8370</c:v>
                </c:pt>
                <c:pt idx="319">
                  <c:v>3970</c:v>
                </c:pt>
                <c:pt idx="320">
                  <c:v>7176</c:v>
                </c:pt>
                <c:pt idx="321">
                  <c:v>10509</c:v>
                </c:pt>
                <c:pt idx="322">
                  <c:v>10934</c:v>
                </c:pt>
                <c:pt idx="323">
                  <c:v>7762</c:v>
                </c:pt>
                <c:pt idx="324">
                  <c:v>6872</c:v>
                </c:pt>
                <c:pt idx="325">
                  <c:v>6141</c:v>
                </c:pt>
                <c:pt idx="326">
                  <c:v>8550</c:v>
                </c:pt>
                <c:pt idx="327">
                  <c:v>6918</c:v>
                </c:pt>
                <c:pt idx="328">
                  <c:v>5152</c:v>
                </c:pt>
                <c:pt idx="329">
                  <c:v>2270</c:v>
                </c:pt>
                <c:pt idx="330">
                  <c:v>2958</c:v>
                </c:pt>
                <c:pt idx="331">
                  <c:v>3788</c:v>
                </c:pt>
                <c:pt idx="332">
                  <c:v>3557</c:v>
                </c:pt>
                <c:pt idx="333">
                  <c:v>3730</c:v>
                </c:pt>
                <c:pt idx="334">
                  <c:v>3929</c:v>
                </c:pt>
                <c:pt idx="335">
                  <c:v>4560</c:v>
                </c:pt>
                <c:pt idx="336">
                  <c:v>4880</c:v>
                </c:pt>
                <c:pt idx="337">
                  <c:v>2940</c:v>
                </c:pt>
                <c:pt idx="338">
                  <c:v>4472</c:v>
                </c:pt>
                <c:pt idx="339">
                  <c:v>4095</c:v>
                </c:pt>
                <c:pt idx="340">
                  <c:v>6476</c:v>
                </c:pt>
                <c:pt idx="341">
                  <c:v>8488</c:v>
                </c:pt>
                <c:pt idx="342">
                  <c:v>7399</c:v>
                </c:pt>
                <c:pt idx="343">
                  <c:v>3057</c:v>
                </c:pt>
                <c:pt idx="344">
                  <c:v>6008</c:v>
                </c:pt>
                <c:pt idx="345">
                  <c:v>4593</c:v>
                </c:pt>
                <c:pt idx="346">
                  <c:v>5935</c:v>
                </c:pt>
                <c:pt idx="347">
                  <c:v>4649</c:v>
                </c:pt>
                <c:pt idx="348">
                  <c:v>3962</c:v>
                </c:pt>
                <c:pt idx="349">
                  <c:v>4944</c:v>
                </c:pt>
                <c:pt idx="350">
                  <c:v>5548</c:v>
                </c:pt>
                <c:pt idx="351">
                  <c:v>5059</c:v>
                </c:pt>
                <c:pt idx="352">
                  <c:v>5945</c:v>
                </c:pt>
                <c:pt idx="353">
                  <c:v>4634</c:v>
                </c:pt>
                <c:pt idx="354">
                  <c:v>4841</c:v>
                </c:pt>
                <c:pt idx="355">
                  <c:v>3574</c:v>
                </c:pt>
                <c:pt idx="356">
                  <c:v>2025</c:v>
                </c:pt>
                <c:pt idx="357">
                  <c:v>2700</c:v>
                </c:pt>
                <c:pt idx="358">
                  <c:v>5540</c:v>
                </c:pt>
                <c:pt idx="359">
                  <c:v>4339</c:v>
                </c:pt>
                <c:pt idx="360">
                  <c:v>5390</c:v>
                </c:pt>
                <c:pt idx="361">
                  <c:v>0</c:v>
                </c:pt>
                <c:pt idx="362">
                  <c:v>8534</c:v>
                </c:pt>
                <c:pt idx="363">
                  <c:v>3992</c:v>
                </c:pt>
                <c:pt idx="364">
                  <c:v>3912</c:v>
                </c:pt>
                <c:pt idx="365">
                  <c:v>6988</c:v>
                </c:pt>
                <c:pt idx="366">
                  <c:v>5860</c:v>
                </c:pt>
                <c:pt idx="367">
                  <c:v>6156</c:v>
                </c:pt>
                <c:pt idx="368">
                  <c:v>5858</c:v>
                </c:pt>
                <c:pt idx="369">
                  <c:v>3155</c:v>
                </c:pt>
                <c:pt idx="370">
                  <c:v>3321</c:v>
                </c:pt>
                <c:pt idx="371">
                  <c:v>2122</c:v>
                </c:pt>
                <c:pt idx="372">
                  <c:v>5907</c:v>
                </c:pt>
                <c:pt idx="373">
                  <c:v>3600</c:v>
                </c:pt>
                <c:pt idx="374">
                  <c:v>7593</c:v>
                </c:pt>
                <c:pt idx="375">
                  <c:v>10018</c:v>
                </c:pt>
                <c:pt idx="376">
                  <c:v>8401</c:v>
                </c:pt>
                <c:pt idx="377">
                  <c:v>6937</c:v>
                </c:pt>
                <c:pt idx="378">
                  <c:v>5348</c:v>
                </c:pt>
                <c:pt idx="379">
                  <c:v>6418</c:v>
                </c:pt>
                <c:pt idx="380">
                  <c:v>10835</c:v>
                </c:pt>
                <c:pt idx="381">
                  <c:v>8916</c:v>
                </c:pt>
                <c:pt idx="382">
                  <c:v>4811</c:v>
                </c:pt>
                <c:pt idx="383">
                  <c:v>4271</c:v>
                </c:pt>
                <c:pt idx="384">
                  <c:v>2459</c:v>
                </c:pt>
                <c:pt idx="385">
                  <c:v>3235</c:v>
                </c:pt>
                <c:pt idx="386">
                  <c:v>3827</c:v>
                </c:pt>
                <c:pt idx="387">
                  <c:v>5095</c:v>
                </c:pt>
                <c:pt idx="388">
                  <c:v>11169</c:v>
                </c:pt>
                <c:pt idx="389">
                  <c:v>10152</c:v>
                </c:pt>
                <c:pt idx="390">
                  <c:v>8530</c:v>
                </c:pt>
                <c:pt idx="391">
                  <c:v>11653</c:v>
                </c:pt>
                <c:pt idx="392">
                  <c:v>16489</c:v>
                </c:pt>
                <c:pt idx="393">
                  <c:v>13071</c:v>
                </c:pt>
                <c:pt idx="394">
                  <c:v>9647</c:v>
                </c:pt>
                <c:pt idx="395">
                  <c:v>5253</c:v>
                </c:pt>
                <c:pt idx="396">
                  <c:v>8115</c:v>
                </c:pt>
                <c:pt idx="397">
                  <c:v>4885</c:v>
                </c:pt>
                <c:pt idx="398">
                  <c:v>2936</c:v>
                </c:pt>
                <c:pt idx="399">
                  <c:v>3861</c:v>
                </c:pt>
                <c:pt idx="400">
                  <c:v>8689</c:v>
                </c:pt>
                <c:pt idx="401">
                  <c:v>8316</c:v>
                </c:pt>
                <c:pt idx="402">
                  <c:v>5317</c:v>
                </c:pt>
                <c:pt idx="403">
                  <c:v>5003</c:v>
                </c:pt>
                <c:pt idx="404">
                  <c:v>5809</c:v>
                </c:pt>
                <c:pt idx="405">
                  <c:v>5078</c:v>
                </c:pt>
                <c:pt idx="406">
                  <c:v>5236</c:v>
                </c:pt>
                <c:pt idx="407">
                  <c:v>4269</c:v>
                </c:pt>
                <c:pt idx="408">
                  <c:v>4812</c:v>
                </c:pt>
                <c:pt idx="409">
                  <c:v>6375</c:v>
                </c:pt>
                <c:pt idx="410">
                  <c:v>7711</c:v>
                </c:pt>
                <c:pt idx="411">
                  <c:v>7504</c:v>
                </c:pt>
                <c:pt idx="412">
                  <c:v>17724</c:v>
                </c:pt>
                <c:pt idx="413">
                  <c:v>9113</c:v>
                </c:pt>
                <c:pt idx="414">
                  <c:v>5671</c:v>
                </c:pt>
                <c:pt idx="415">
                  <c:v>11757</c:v>
                </c:pt>
                <c:pt idx="416">
                  <c:v>5509</c:v>
                </c:pt>
                <c:pt idx="417">
                  <c:v>5761</c:v>
                </c:pt>
                <c:pt idx="418">
                  <c:v>6575</c:v>
                </c:pt>
                <c:pt idx="419">
                  <c:v>4731</c:v>
                </c:pt>
                <c:pt idx="420">
                  <c:v>7814</c:v>
                </c:pt>
                <c:pt idx="421">
                  <c:v>13308</c:v>
                </c:pt>
                <c:pt idx="422">
                  <c:v>15611</c:v>
                </c:pt>
                <c:pt idx="423">
                  <c:v>7257</c:v>
                </c:pt>
                <c:pt idx="424">
                  <c:v>3050</c:v>
                </c:pt>
                <c:pt idx="425">
                  <c:v>5918</c:v>
                </c:pt>
                <c:pt idx="426">
                  <c:v>5675</c:v>
                </c:pt>
                <c:pt idx="427">
                  <c:v>4507</c:v>
                </c:pt>
                <c:pt idx="428">
                  <c:v>6067</c:v>
                </c:pt>
                <c:pt idx="429">
                  <c:v>6357</c:v>
                </c:pt>
                <c:pt idx="430">
                  <c:v>3042</c:v>
                </c:pt>
                <c:pt idx="431">
                  <c:v>6744</c:v>
                </c:pt>
                <c:pt idx="432">
                  <c:v>6223</c:v>
                </c:pt>
                <c:pt idx="433">
                  <c:v>11551</c:v>
                </c:pt>
                <c:pt idx="434">
                  <c:v>12584</c:v>
                </c:pt>
                <c:pt idx="435">
                  <c:v>15190</c:v>
                </c:pt>
                <c:pt idx="436">
                  <c:v>14760</c:v>
                </c:pt>
                <c:pt idx="437">
                  <c:v>7273</c:v>
                </c:pt>
                <c:pt idx="438">
                  <c:v>5524</c:v>
                </c:pt>
                <c:pt idx="439">
                  <c:v>8670</c:v>
                </c:pt>
                <c:pt idx="440">
                  <c:v>5706</c:v>
                </c:pt>
                <c:pt idx="441">
                  <c:v>4539</c:v>
                </c:pt>
                <c:pt idx="442">
                  <c:v>10736</c:v>
                </c:pt>
                <c:pt idx="443">
                  <c:v>8183</c:v>
                </c:pt>
                <c:pt idx="444">
                  <c:v>6055</c:v>
                </c:pt>
                <c:pt idx="445">
                  <c:v>5504</c:v>
                </c:pt>
                <c:pt idx="446">
                  <c:v>7791</c:v>
                </c:pt>
                <c:pt idx="447">
                  <c:v>5447</c:v>
                </c:pt>
                <c:pt idx="448">
                  <c:v>5523</c:v>
                </c:pt>
                <c:pt idx="449">
                  <c:v>5660</c:v>
                </c:pt>
                <c:pt idx="450">
                  <c:v>4723</c:v>
                </c:pt>
                <c:pt idx="451">
                  <c:v>3254</c:v>
                </c:pt>
                <c:pt idx="452">
                  <c:v>5629</c:v>
                </c:pt>
                <c:pt idx="453">
                  <c:v>4023</c:v>
                </c:pt>
                <c:pt idx="454">
                  <c:v>10695</c:v>
                </c:pt>
                <c:pt idx="455">
                  <c:v>25137</c:v>
                </c:pt>
                <c:pt idx="456">
                  <c:v>13028</c:v>
                </c:pt>
                <c:pt idx="457">
                  <c:v>21413</c:v>
                </c:pt>
                <c:pt idx="458">
                  <c:v>43307</c:v>
                </c:pt>
                <c:pt idx="459">
                  <c:v>7690</c:v>
                </c:pt>
                <c:pt idx="460">
                  <c:v>4440</c:v>
                </c:pt>
                <c:pt idx="461">
                  <c:v>7229</c:v>
                </c:pt>
                <c:pt idx="462">
                  <c:v>4230</c:v>
                </c:pt>
                <c:pt idx="463">
                  <c:v>9011</c:v>
                </c:pt>
                <c:pt idx="464">
                  <c:v>9695</c:v>
                </c:pt>
                <c:pt idx="465">
                  <c:v>8374</c:v>
                </c:pt>
                <c:pt idx="466">
                  <c:v>7844</c:v>
                </c:pt>
                <c:pt idx="467">
                  <c:v>9374</c:v>
                </c:pt>
                <c:pt idx="468">
                  <c:v>14117</c:v>
                </c:pt>
                <c:pt idx="469">
                  <c:v>11058</c:v>
                </c:pt>
                <c:pt idx="470">
                  <c:v>9468</c:v>
                </c:pt>
                <c:pt idx="471">
                  <c:v>7851</c:v>
                </c:pt>
                <c:pt idx="472">
                  <c:v>4811</c:v>
                </c:pt>
                <c:pt idx="473">
                  <c:v>9727</c:v>
                </c:pt>
                <c:pt idx="474">
                  <c:v>7480</c:v>
                </c:pt>
                <c:pt idx="475">
                  <c:v>4717</c:v>
                </c:pt>
                <c:pt idx="476">
                  <c:v>3536</c:v>
                </c:pt>
                <c:pt idx="477">
                  <c:v>3308</c:v>
                </c:pt>
                <c:pt idx="478">
                  <c:v>4637</c:v>
                </c:pt>
                <c:pt idx="479">
                  <c:v>7128</c:v>
                </c:pt>
                <c:pt idx="480">
                  <c:v>8451</c:v>
                </c:pt>
                <c:pt idx="481">
                  <c:v>7153</c:v>
                </c:pt>
                <c:pt idx="482">
                  <c:v>6508</c:v>
                </c:pt>
                <c:pt idx="483">
                  <c:v>4709</c:v>
                </c:pt>
                <c:pt idx="484">
                  <c:v>5625</c:v>
                </c:pt>
                <c:pt idx="485">
                  <c:v>6310</c:v>
                </c:pt>
                <c:pt idx="486">
                  <c:v>7863</c:v>
                </c:pt>
                <c:pt idx="487">
                  <c:v>7444</c:v>
                </c:pt>
                <c:pt idx="488">
                  <c:v>7462</c:v>
                </c:pt>
                <c:pt idx="489">
                  <c:v>6820</c:v>
                </c:pt>
                <c:pt idx="490">
                  <c:v>4566</c:v>
                </c:pt>
                <c:pt idx="491">
                  <c:v>2781</c:v>
                </c:pt>
                <c:pt idx="492">
                  <c:v>5853</c:v>
                </c:pt>
                <c:pt idx="493">
                  <c:v>10266</c:v>
                </c:pt>
                <c:pt idx="494">
                  <c:v>5026</c:v>
                </c:pt>
                <c:pt idx="495">
                  <c:v>4942</c:v>
                </c:pt>
                <c:pt idx="496">
                  <c:v>4865</c:v>
                </c:pt>
                <c:pt idx="497">
                  <c:v>6010</c:v>
                </c:pt>
                <c:pt idx="498">
                  <c:v>5794</c:v>
                </c:pt>
                <c:pt idx="499">
                  <c:v>5965</c:v>
                </c:pt>
                <c:pt idx="500">
                  <c:v>6670</c:v>
                </c:pt>
                <c:pt idx="501">
                  <c:v>5885</c:v>
                </c:pt>
                <c:pt idx="502">
                  <c:v>5919</c:v>
                </c:pt>
                <c:pt idx="503">
                  <c:v>17045</c:v>
                </c:pt>
                <c:pt idx="504">
                  <c:v>9084</c:v>
                </c:pt>
                <c:pt idx="505">
                  <c:v>6955</c:v>
                </c:pt>
                <c:pt idx="506">
                  <c:v>3990</c:v>
                </c:pt>
                <c:pt idx="507">
                  <c:v>6729</c:v>
                </c:pt>
                <c:pt idx="508">
                  <c:v>5077</c:v>
                </c:pt>
                <c:pt idx="509">
                  <c:v>6716</c:v>
                </c:pt>
                <c:pt idx="510">
                  <c:v>6997</c:v>
                </c:pt>
                <c:pt idx="511">
                  <c:v>5944</c:v>
                </c:pt>
                <c:pt idx="512">
                  <c:v>9982</c:v>
                </c:pt>
                <c:pt idx="513">
                  <c:v>6141</c:v>
                </c:pt>
                <c:pt idx="514">
                  <c:v>5266</c:v>
                </c:pt>
                <c:pt idx="515">
                  <c:v>5763</c:v>
                </c:pt>
                <c:pt idx="516">
                  <c:v>5526</c:v>
                </c:pt>
                <c:pt idx="517">
                  <c:v>5731</c:v>
                </c:pt>
                <c:pt idx="518">
                  <c:v>5206</c:v>
                </c:pt>
                <c:pt idx="519">
                  <c:v>4138</c:v>
                </c:pt>
                <c:pt idx="520">
                  <c:v>5052</c:v>
                </c:pt>
                <c:pt idx="521">
                  <c:v>7142</c:v>
                </c:pt>
                <c:pt idx="522">
                  <c:v>5379</c:v>
                </c:pt>
                <c:pt idx="523">
                  <c:v>3649</c:v>
                </c:pt>
                <c:pt idx="524">
                  <c:v>5142</c:v>
                </c:pt>
                <c:pt idx="525">
                  <c:v>4922</c:v>
                </c:pt>
                <c:pt idx="526">
                  <c:v>4286</c:v>
                </c:pt>
                <c:pt idx="527">
                  <c:v>6497</c:v>
                </c:pt>
                <c:pt idx="528">
                  <c:v>9784</c:v>
                </c:pt>
                <c:pt idx="529">
                  <c:v>5616</c:v>
                </c:pt>
                <c:pt idx="530">
                  <c:v>7393</c:v>
                </c:pt>
                <c:pt idx="531">
                  <c:v>7222</c:v>
                </c:pt>
                <c:pt idx="532">
                  <c:v>10297</c:v>
                </c:pt>
                <c:pt idx="533">
                  <c:v>17236</c:v>
                </c:pt>
                <c:pt idx="534">
                  <c:v>5954</c:v>
                </c:pt>
                <c:pt idx="535">
                  <c:v>5446</c:v>
                </c:pt>
                <c:pt idx="536">
                  <c:v>8920</c:v>
                </c:pt>
                <c:pt idx="537">
                  <c:v>8808</c:v>
                </c:pt>
                <c:pt idx="538">
                  <c:v>8763</c:v>
                </c:pt>
                <c:pt idx="539">
                  <c:v>6065</c:v>
                </c:pt>
                <c:pt idx="540">
                  <c:v>9373</c:v>
                </c:pt>
                <c:pt idx="541">
                  <c:v>7242</c:v>
                </c:pt>
                <c:pt idx="542">
                  <c:v>5696</c:v>
                </c:pt>
                <c:pt idx="543">
                  <c:v>8359</c:v>
                </c:pt>
                <c:pt idx="544">
                  <c:v>7617</c:v>
                </c:pt>
                <c:pt idx="545">
                  <c:v>6608</c:v>
                </c:pt>
                <c:pt idx="546">
                  <c:v>7019</c:v>
                </c:pt>
                <c:pt idx="547">
                  <c:v>3949</c:v>
                </c:pt>
                <c:pt idx="548">
                  <c:v>6550</c:v>
                </c:pt>
                <c:pt idx="549">
                  <c:v>2666</c:v>
                </c:pt>
                <c:pt idx="550">
                  <c:v>5551</c:v>
                </c:pt>
                <c:pt idx="551">
                  <c:v>5035</c:v>
                </c:pt>
                <c:pt idx="552">
                  <c:v>5379</c:v>
                </c:pt>
                <c:pt idx="553">
                  <c:v>4280</c:v>
                </c:pt>
                <c:pt idx="554">
                  <c:v>5839</c:v>
                </c:pt>
                <c:pt idx="555">
                  <c:v>3410</c:v>
                </c:pt>
                <c:pt idx="556">
                  <c:v>3136</c:v>
                </c:pt>
                <c:pt idx="557">
                  <c:v>6689</c:v>
                </c:pt>
                <c:pt idx="558">
                  <c:v>7669</c:v>
                </c:pt>
                <c:pt idx="559">
                  <c:v>4157</c:v>
                </c:pt>
                <c:pt idx="560">
                  <c:v>6407</c:v>
                </c:pt>
                <c:pt idx="561">
                  <c:v>6613</c:v>
                </c:pt>
                <c:pt idx="562">
                  <c:v>4188</c:v>
                </c:pt>
                <c:pt idx="563">
                  <c:v>5647</c:v>
                </c:pt>
                <c:pt idx="564">
                  <c:v>6055</c:v>
                </c:pt>
                <c:pt idx="565">
                  <c:v>7295</c:v>
                </c:pt>
                <c:pt idx="566">
                  <c:v>11470</c:v>
                </c:pt>
                <c:pt idx="567">
                  <c:v>7431</c:v>
                </c:pt>
                <c:pt idx="568">
                  <c:v>6590</c:v>
                </c:pt>
                <c:pt idx="569">
                  <c:v>6723</c:v>
                </c:pt>
                <c:pt idx="570">
                  <c:v>5677</c:v>
                </c:pt>
                <c:pt idx="571">
                  <c:v>5863</c:v>
                </c:pt>
                <c:pt idx="572">
                  <c:v>6636</c:v>
                </c:pt>
                <c:pt idx="573">
                  <c:v>7761</c:v>
                </c:pt>
                <c:pt idx="574">
                  <c:v>6409</c:v>
                </c:pt>
                <c:pt idx="575">
                  <c:v>3173</c:v>
                </c:pt>
                <c:pt idx="576">
                  <c:v>3476</c:v>
                </c:pt>
                <c:pt idx="577">
                  <c:v>3144</c:v>
                </c:pt>
                <c:pt idx="578">
                  <c:v>4989</c:v>
                </c:pt>
                <c:pt idx="579">
                  <c:v>4809</c:v>
                </c:pt>
                <c:pt idx="580">
                  <c:v>3575</c:v>
                </c:pt>
                <c:pt idx="581">
                  <c:v>3482</c:v>
                </c:pt>
                <c:pt idx="582">
                  <c:v>5953</c:v>
                </c:pt>
                <c:pt idx="583">
                  <c:v>7323</c:v>
                </c:pt>
                <c:pt idx="584">
                  <c:v>4836</c:v>
                </c:pt>
                <c:pt idx="585">
                  <c:v>7255</c:v>
                </c:pt>
                <c:pt idx="586">
                  <c:v>3323</c:v>
                </c:pt>
                <c:pt idx="587">
                  <c:v>5365</c:v>
                </c:pt>
                <c:pt idx="588">
                  <c:v>4379</c:v>
                </c:pt>
                <c:pt idx="589">
                  <c:v>6470</c:v>
                </c:pt>
                <c:pt idx="590">
                  <c:v>8142</c:v>
                </c:pt>
                <c:pt idx="591">
                  <c:v>5936</c:v>
                </c:pt>
                <c:pt idx="592">
                  <c:v>9921</c:v>
                </c:pt>
                <c:pt idx="593">
                  <c:v>10165</c:v>
                </c:pt>
                <c:pt idx="594">
                  <c:v>7953</c:v>
                </c:pt>
                <c:pt idx="595">
                  <c:v>7674</c:v>
                </c:pt>
                <c:pt idx="596">
                  <c:v>9724</c:v>
                </c:pt>
                <c:pt idx="597">
                  <c:v>8494</c:v>
                </c:pt>
                <c:pt idx="598">
                  <c:v>6084</c:v>
                </c:pt>
                <c:pt idx="599">
                  <c:v>5293</c:v>
                </c:pt>
                <c:pt idx="600">
                  <c:v>7520</c:v>
                </c:pt>
                <c:pt idx="601">
                  <c:v>8931</c:v>
                </c:pt>
                <c:pt idx="602">
                  <c:v>7261</c:v>
                </c:pt>
                <c:pt idx="603">
                  <c:v>5949</c:v>
                </c:pt>
                <c:pt idx="604">
                  <c:v>6542</c:v>
                </c:pt>
                <c:pt idx="605">
                  <c:v>5397</c:v>
                </c:pt>
                <c:pt idx="606">
                  <c:v>0</c:v>
                </c:pt>
                <c:pt idx="607">
                  <c:v>5173</c:v>
                </c:pt>
                <c:pt idx="608">
                  <c:v>9201</c:v>
                </c:pt>
                <c:pt idx="609">
                  <c:v>6756</c:v>
                </c:pt>
                <c:pt idx="610">
                  <c:v>2106</c:v>
                </c:pt>
                <c:pt idx="611">
                  <c:v>4310</c:v>
                </c:pt>
                <c:pt idx="612">
                  <c:v>4041</c:v>
                </c:pt>
                <c:pt idx="613">
                  <c:v>4864</c:v>
                </c:pt>
                <c:pt idx="614">
                  <c:v>2727</c:v>
                </c:pt>
                <c:pt idx="615">
                  <c:v>4111</c:v>
                </c:pt>
                <c:pt idx="616">
                  <c:v>6441</c:v>
                </c:pt>
                <c:pt idx="617">
                  <c:v>3748</c:v>
                </c:pt>
                <c:pt idx="618">
                  <c:v>5598</c:v>
                </c:pt>
                <c:pt idx="619">
                  <c:v>3495</c:v>
                </c:pt>
                <c:pt idx="620">
                  <c:v>7673</c:v>
                </c:pt>
                <c:pt idx="621">
                  <c:v>7289</c:v>
                </c:pt>
                <c:pt idx="622">
                  <c:v>7702</c:v>
                </c:pt>
                <c:pt idx="623">
                  <c:v>5329</c:v>
                </c:pt>
                <c:pt idx="624">
                  <c:v>4658</c:v>
                </c:pt>
                <c:pt idx="625">
                  <c:v>3569</c:v>
                </c:pt>
                <c:pt idx="626">
                  <c:v>5643</c:v>
                </c:pt>
                <c:pt idx="627">
                  <c:v>2794</c:v>
                </c:pt>
                <c:pt idx="628">
                  <c:v>3897</c:v>
                </c:pt>
                <c:pt idx="629">
                  <c:v>3159</c:v>
                </c:pt>
                <c:pt idx="630">
                  <c:v>4208</c:v>
                </c:pt>
                <c:pt idx="631">
                  <c:v>2865</c:v>
                </c:pt>
                <c:pt idx="632">
                  <c:v>2545</c:v>
                </c:pt>
                <c:pt idx="633">
                  <c:v>9850</c:v>
                </c:pt>
                <c:pt idx="634">
                  <c:v>5200</c:v>
                </c:pt>
                <c:pt idx="635">
                  <c:v>2409</c:v>
                </c:pt>
                <c:pt idx="636">
                  <c:v>2945</c:v>
                </c:pt>
                <c:pt idx="637">
                  <c:v>3464</c:v>
                </c:pt>
                <c:pt idx="638">
                  <c:v>7292</c:v>
                </c:pt>
                <c:pt idx="639">
                  <c:v>5150</c:v>
                </c:pt>
                <c:pt idx="640">
                  <c:v>10490</c:v>
                </c:pt>
                <c:pt idx="641">
                  <c:v>5926</c:v>
                </c:pt>
                <c:pt idx="642">
                  <c:v>1946</c:v>
                </c:pt>
                <c:pt idx="643">
                  <c:v>4321</c:v>
                </c:pt>
                <c:pt idx="644">
                  <c:v>2137</c:v>
                </c:pt>
                <c:pt idx="645">
                  <c:v>50624</c:v>
                </c:pt>
                <c:pt idx="646">
                  <c:v>21877</c:v>
                </c:pt>
                <c:pt idx="647">
                  <c:v>10367</c:v>
                </c:pt>
                <c:pt idx="648">
                  <c:v>8387</c:v>
                </c:pt>
                <c:pt idx="649">
                  <c:v>12215</c:v>
                </c:pt>
                <c:pt idx="650">
                  <c:v>12700</c:v>
                </c:pt>
                <c:pt idx="651">
                  <c:v>11334</c:v>
                </c:pt>
                <c:pt idx="652">
                  <c:v>9622</c:v>
                </c:pt>
                <c:pt idx="653">
                  <c:v>548729</c:v>
                </c:pt>
                <c:pt idx="654">
                  <c:v>549586</c:v>
                </c:pt>
                <c:pt idx="655">
                  <c:v>549737</c:v>
                </c:pt>
                <c:pt idx="656">
                  <c:v>525720</c:v>
                </c:pt>
                <c:pt idx="657">
                  <c:v>276755</c:v>
                </c:pt>
                <c:pt idx="658">
                  <c:v>51152</c:v>
                </c:pt>
                <c:pt idx="659">
                  <c:v>47069</c:v>
                </c:pt>
                <c:pt idx="660">
                  <c:v>45671</c:v>
                </c:pt>
                <c:pt idx="661">
                  <c:v>51450</c:v>
                </c:pt>
                <c:pt idx="662">
                  <c:v>54478</c:v>
                </c:pt>
                <c:pt idx="663">
                  <c:v>51581</c:v>
                </c:pt>
                <c:pt idx="664">
                  <c:v>56364</c:v>
                </c:pt>
                <c:pt idx="665">
                  <c:v>54747</c:v>
                </c:pt>
                <c:pt idx="666">
                  <c:v>49939</c:v>
                </c:pt>
                <c:pt idx="667">
                  <c:v>54345</c:v>
                </c:pt>
                <c:pt idx="668">
                  <c:v>57477</c:v>
                </c:pt>
                <c:pt idx="669">
                  <c:v>58191</c:v>
                </c:pt>
                <c:pt idx="670">
                  <c:v>50511</c:v>
                </c:pt>
                <c:pt idx="671">
                  <c:v>47522</c:v>
                </c:pt>
                <c:pt idx="672">
                  <c:v>49747</c:v>
                </c:pt>
                <c:pt idx="673">
                  <c:v>51790</c:v>
                </c:pt>
                <c:pt idx="674">
                  <c:v>47256</c:v>
                </c:pt>
                <c:pt idx="675">
                  <c:v>51403</c:v>
                </c:pt>
                <c:pt idx="676">
                  <c:v>50386</c:v>
                </c:pt>
                <c:pt idx="677">
                  <c:v>51987</c:v>
                </c:pt>
                <c:pt idx="678">
                  <c:v>50948</c:v>
                </c:pt>
                <c:pt idx="679">
                  <c:v>54819</c:v>
                </c:pt>
                <c:pt idx="680">
                  <c:v>49434</c:v>
                </c:pt>
                <c:pt idx="681">
                  <c:v>48101</c:v>
                </c:pt>
                <c:pt idx="682">
                  <c:v>49181</c:v>
                </c:pt>
                <c:pt idx="683">
                  <c:v>50832</c:v>
                </c:pt>
                <c:pt idx="684">
                  <c:v>47486</c:v>
                </c:pt>
                <c:pt idx="685">
                  <c:v>47929</c:v>
                </c:pt>
                <c:pt idx="686">
                  <c:v>47995</c:v>
                </c:pt>
                <c:pt idx="687">
                  <c:v>46397</c:v>
                </c:pt>
                <c:pt idx="688">
                  <c:v>48203</c:v>
                </c:pt>
                <c:pt idx="689">
                  <c:v>50667</c:v>
                </c:pt>
                <c:pt idx="690">
                  <c:v>47212</c:v>
                </c:pt>
                <c:pt idx="691">
                  <c:v>48501</c:v>
                </c:pt>
                <c:pt idx="692">
                  <c:v>47638</c:v>
                </c:pt>
                <c:pt idx="693">
                  <c:v>52151</c:v>
                </c:pt>
                <c:pt idx="694">
                  <c:v>57268</c:v>
                </c:pt>
                <c:pt idx="695">
                  <c:v>51964</c:v>
                </c:pt>
                <c:pt idx="696">
                  <c:v>51781</c:v>
                </c:pt>
                <c:pt idx="697">
                  <c:v>54778</c:v>
                </c:pt>
                <c:pt idx="698">
                  <c:v>46440</c:v>
                </c:pt>
                <c:pt idx="699">
                  <c:v>49587</c:v>
                </c:pt>
                <c:pt idx="700">
                  <c:v>51140</c:v>
                </c:pt>
                <c:pt idx="701">
                  <c:v>53536</c:v>
                </c:pt>
                <c:pt idx="702">
                  <c:v>54015</c:v>
                </c:pt>
                <c:pt idx="703">
                  <c:v>54373</c:v>
                </c:pt>
                <c:pt idx="704">
                  <c:v>55175</c:v>
                </c:pt>
                <c:pt idx="705">
                  <c:v>57983</c:v>
                </c:pt>
                <c:pt idx="706">
                  <c:v>49951</c:v>
                </c:pt>
                <c:pt idx="707">
                  <c:v>54539</c:v>
                </c:pt>
                <c:pt idx="708">
                  <c:v>74298</c:v>
                </c:pt>
                <c:pt idx="709">
                  <c:v>68488</c:v>
                </c:pt>
                <c:pt idx="710">
                  <c:v>57534</c:v>
                </c:pt>
                <c:pt idx="711">
                  <c:v>49627</c:v>
                </c:pt>
                <c:pt idx="712">
                  <c:v>49517</c:v>
                </c:pt>
                <c:pt idx="713">
                  <c:v>48167</c:v>
                </c:pt>
                <c:pt idx="714">
                  <c:v>51358</c:v>
                </c:pt>
                <c:pt idx="715">
                  <c:v>50034</c:v>
                </c:pt>
                <c:pt idx="716">
                  <c:v>48434</c:v>
                </c:pt>
                <c:pt idx="717">
                  <c:v>49239</c:v>
                </c:pt>
                <c:pt idx="718">
                  <c:v>49154</c:v>
                </c:pt>
                <c:pt idx="719">
                  <c:v>49494</c:v>
                </c:pt>
                <c:pt idx="720">
                  <c:v>48984</c:v>
                </c:pt>
                <c:pt idx="721">
                  <c:v>48700</c:v>
                </c:pt>
                <c:pt idx="722">
                  <c:v>51066</c:v>
                </c:pt>
                <c:pt idx="723">
                  <c:v>49923</c:v>
                </c:pt>
                <c:pt idx="724">
                  <c:v>68355</c:v>
                </c:pt>
                <c:pt idx="725">
                  <c:v>49366</c:v>
                </c:pt>
                <c:pt idx="726">
                  <c:v>44068</c:v>
                </c:pt>
                <c:pt idx="727">
                  <c:v>97667</c:v>
                </c:pt>
                <c:pt idx="728">
                  <c:v>92858</c:v>
                </c:pt>
                <c:pt idx="729">
                  <c:v>46823</c:v>
                </c:pt>
                <c:pt idx="730">
                  <c:v>46270</c:v>
                </c:pt>
                <c:pt idx="731">
                  <c:v>46048</c:v>
                </c:pt>
                <c:pt idx="732">
                  <c:v>47248</c:v>
                </c:pt>
                <c:pt idx="733">
                  <c:v>51697</c:v>
                </c:pt>
                <c:pt idx="734">
                  <c:v>47980</c:v>
                </c:pt>
                <c:pt idx="735">
                  <c:v>49806</c:v>
                </c:pt>
                <c:pt idx="736">
                  <c:v>45871</c:v>
                </c:pt>
                <c:pt idx="737">
                  <c:v>48561</c:v>
                </c:pt>
                <c:pt idx="738">
                  <c:v>48229</c:v>
                </c:pt>
                <c:pt idx="739">
                  <c:v>48393</c:v>
                </c:pt>
                <c:pt idx="740">
                  <c:v>46968</c:v>
                </c:pt>
                <c:pt idx="741">
                  <c:v>45529</c:v>
                </c:pt>
                <c:pt idx="742">
                  <c:v>44717</c:v>
                </c:pt>
                <c:pt idx="743">
                  <c:v>43893</c:v>
                </c:pt>
                <c:pt idx="744">
                  <c:v>45564</c:v>
                </c:pt>
                <c:pt idx="745">
                  <c:v>43654</c:v>
                </c:pt>
                <c:pt idx="746">
                  <c:v>48144</c:v>
                </c:pt>
                <c:pt idx="747">
                  <c:v>45126</c:v>
                </c:pt>
                <c:pt idx="748">
                  <c:v>44288</c:v>
                </c:pt>
                <c:pt idx="749">
                  <c:v>46211</c:v>
                </c:pt>
                <c:pt idx="750">
                  <c:v>47574</c:v>
                </c:pt>
                <c:pt idx="751">
                  <c:v>50588</c:v>
                </c:pt>
                <c:pt idx="752">
                  <c:v>47383</c:v>
                </c:pt>
                <c:pt idx="753">
                  <c:v>43601</c:v>
                </c:pt>
                <c:pt idx="754">
                  <c:v>43701</c:v>
                </c:pt>
                <c:pt idx="755">
                  <c:v>44570</c:v>
                </c:pt>
                <c:pt idx="756">
                  <c:v>46312</c:v>
                </c:pt>
                <c:pt idx="757">
                  <c:v>44495</c:v>
                </c:pt>
                <c:pt idx="758">
                  <c:v>45415</c:v>
                </c:pt>
                <c:pt idx="759">
                  <c:v>45183</c:v>
                </c:pt>
                <c:pt idx="760">
                  <c:v>50372</c:v>
                </c:pt>
                <c:pt idx="761">
                  <c:v>51668</c:v>
                </c:pt>
                <c:pt idx="762">
                  <c:v>49587</c:v>
                </c:pt>
                <c:pt idx="763">
                  <c:v>50566</c:v>
                </c:pt>
                <c:pt idx="764">
                  <c:v>50752</c:v>
                </c:pt>
                <c:pt idx="765">
                  <c:v>49208</c:v>
                </c:pt>
                <c:pt idx="766">
                  <c:v>48043</c:v>
                </c:pt>
                <c:pt idx="767">
                  <c:v>53866</c:v>
                </c:pt>
                <c:pt idx="768">
                  <c:v>59719</c:v>
                </c:pt>
                <c:pt idx="769">
                  <c:v>56315</c:v>
                </c:pt>
                <c:pt idx="770">
                  <c:v>38951</c:v>
                </c:pt>
                <c:pt idx="771">
                  <c:v>26282</c:v>
                </c:pt>
                <c:pt idx="772">
                  <c:v>35074</c:v>
                </c:pt>
                <c:pt idx="773">
                  <c:v>19366</c:v>
                </c:pt>
                <c:pt idx="774">
                  <c:v>16064</c:v>
                </c:pt>
                <c:pt idx="775">
                  <c:v>15504</c:v>
                </c:pt>
                <c:pt idx="776">
                  <c:v>14251</c:v>
                </c:pt>
                <c:pt idx="777">
                  <c:v>11590</c:v>
                </c:pt>
                <c:pt idx="778">
                  <c:v>11591</c:v>
                </c:pt>
                <c:pt idx="779">
                  <c:v>12004</c:v>
                </c:pt>
                <c:pt idx="780">
                  <c:v>19089</c:v>
                </c:pt>
                <c:pt idx="781">
                  <c:v>16962</c:v>
                </c:pt>
                <c:pt idx="782">
                  <c:v>12154</c:v>
                </c:pt>
                <c:pt idx="783">
                  <c:v>13986</c:v>
                </c:pt>
                <c:pt idx="784">
                  <c:v>12398</c:v>
                </c:pt>
                <c:pt idx="785">
                  <c:v>19395</c:v>
                </c:pt>
                <c:pt idx="786">
                  <c:v>12751</c:v>
                </c:pt>
                <c:pt idx="787">
                  <c:v>13724</c:v>
                </c:pt>
                <c:pt idx="788">
                  <c:v>18633</c:v>
                </c:pt>
                <c:pt idx="789">
                  <c:v>13318</c:v>
                </c:pt>
                <c:pt idx="790">
                  <c:v>30768</c:v>
                </c:pt>
                <c:pt idx="791">
                  <c:v>26579</c:v>
                </c:pt>
                <c:pt idx="792">
                  <c:v>24164</c:v>
                </c:pt>
                <c:pt idx="793">
                  <c:v>25919</c:v>
                </c:pt>
                <c:pt idx="794">
                  <c:v>24228</c:v>
                </c:pt>
                <c:pt idx="795">
                  <c:v>20777</c:v>
                </c:pt>
                <c:pt idx="796">
                  <c:v>21692</c:v>
                </c:pt>
                <c:pt idx="797">
                  <c:v>20946</c:v>
                </c:pt>
                <c:pt idx="798">
                  <c:v>23730</c:v>
                </c:pt>
                <c:pt idx="799">
                  <c:v>19080</c:v>
                </c:pt>
                <c:pt idx="800">
                  <c:v>22270</c:v>
                </c:pt>
                <c:pt idx="801">
                  <c:v>23883</c:v>
                </c:pt>
                <c:pt idx="802">
                  <c:v>25060</c:v>
                </c:pt>
                <c:pt idx="803">
                  <c:v>26838</c:v>
                </c:pt>
                <c:pt idx="804">
                  <c:v>30121</c:v>
                </c:pt>
                <c:pt idx="805">
                  <c:v>23202</c:v>
                </c:pt>
                <c:pt idx="806">
                  <c:v>22886</c:v>
                </c:pt>
                <c:pt idx="807">
                  <c:v>18929</c:v>
                </c:pt>
                <c:pt idx="808">
                  <c:v>26608</c:v>
                </c:pt>
                <c:pt idx="809">
                  <c:v>18114</c:v>
                </c:pt>
                <c:pt idx="810">
                  <c:v>17533</c:v>
                </c:pt>
                <c:pt idx="811">
                  <c:v>22411</c:v>
                </c:pt>
                <c:pt idx="812">
                  <c:v>12525</c:v>
                </c:pt>
                <c:pt idx="813">
                  <c:v>10746</c:v>
                </c:pt>
                <c:pt idx="814">
                  <c:v>10992</c:v>
                </c:pt>
                <c:pt idx="815">
                  <c:v>18867</c:v>
                </c:pt>
                <c:pt idx="816">
                  <c:v>10779</c:v>
                </c:pt>
                <c:pt idx="817">
                  <c:v>12748</c:v>
                </c:pt>
                <c:pt idx="818">
                  <c:v>12064</c:v>
                </c:pt>
                <c:pt idx="819">
                  <c:v>12147</c:v>
                </c:pt>
                <c:pt idx="820">
                  <c:v>11778</c:v>
                </c:pt>
                <c:pt idx="821">
                  <c:v>12943</c:v>
                </c:pt>
                <c:pt idx="822">
                  <c:v>13615</c:v>
                </c:pt>
                <c:pt idx="823">
                  <c:v>12945</c:v>
                </c:pt>
                <c:pt idx="824">
                  <c:v>10059</c:v>
                </c:pt>
                <c:pt idx="825">
                  <c:v>10917</c:v>
                </c:pt>
                <c:pt idx="826">
                  <c:v>9205</c:v>
                </c:pt>
                <c:pt idx="827">
                  <c:v>11564</c:v>
                </c:pt>
                <c:pt idx="828">
                  <c:v>10565</c:v>
                </c:pt>
                <c:pt idx="829">
                  <c:v>11379</c:v>
                </c:pt>
                <c:pt idx="830">
                  <c:v>10158</c:v>
                </c:pt>
                <c:pt idx="831">
                  <c:v>14141</c:v>
                </c:pt>
                <c:pt idx="832">
                  <c:v>11336</c:v>
                </c:pt>
                <c:pt idx="833">
                  <c:v>9053</c:v>
                </c:pt>
                <c:pt idx="834">
                  <c:v>8137</c:v>
                </c:pt>
                <c:pt idx="835">
                  <c:v>9499</c:v>
                </c:pt>
                <c:pt idx="836">
                  <c:v>11118</c:v>
                </c:pt>
                <c:pt idx="837">
                  <c:v>14012</c:v>
                </c:pt>
                <c:pt idx="838">
                  <c:v>11594</c:v>
                </c:pt>
                <c:pt idx="839">
                  <c:v>10458</c:v>
                </c:pt>
                <c:pt idx="840">
                  <c:v>11015</c:v>
                </c:pt>
                <c:pt idx="841">
                  <c:v>9589</c:v>
                </c:pt>
                <c:pt idx="842">
                  <c:v>9185</c:v>
                </c:pt>
                <c:pt idx="843">
                  <c:v>9284</c:v>
                </c:pt>
                <c:pt idx="844">
                  <c:v>9224</c:v>
                </c:pt>
                <c:pt idx="845">
                  <c:v>10166</c:v>
                </c:pt>
                <c:pt idx="846">
                  <c:v>12400</c:v>
                </c:pt>
                <c:pt idx="847">
                  <c:v>19168</c:v>
                </c:pt>
                <c:pt idx="848">
                  <c:v>12975</c:v>
                </c:pt>
                <c:pt idx="849">
                  <c:v>21033</c:v>
                </c:pt>
                <c:pt idx="850">
                  <c:v>25027</c:v>
                </c:pt>
                <c:pt idx="851">
                  <c:v>19408</c:v>
                </c:pt>
                <c:pt idx="852">
                  <c:v>9650</c:v>
                </c:pt>
                <c:pt idx="853">
                  <c:v>10773</c:v>
                </c:pt>
                <c:pt idx="854">
                  <c:v>16439</c:v>
                </c:pt>
                <c:pt idx="855">
                  <c:v>17678</c:v>
                </c:pt>
                <c:pt idx="856">
                  <c:v>12266</c:v>
                </c:pt>
                <c:pt idx="857">
                  <c:v>11575</c:v>
                </c:pt>
                <c:pt idx="858">
                  <c:v>14302</c:v>
                </c:pt>
                <c:pt idx="859">
                  <c:v>13869</c:v>
                </c:pt>
                <c:pt idx="860">
                  <c:v>13994</c:v>
                </c:pt>
                <c:pt idx="861">
                  <c:v>13398</c:v>
                </c:pt>
                <c:pt idx="862">
                  <c:v>10757</c:v>
                </c:pt>
                <c:pt idx="863">
                  <c:v>11257</c:v>
                </c:pt>
                <c:pt idx="864">
                  <c:v>13265</c:v>
                </c:pt>
                <c:pt idx="865">
                  <c:v>14177</c:v>
                </c:pt>
                <c:pt idx="866">
                  <c:v>13826</c:v>
                </c:pt>
                <c:pt idx="867">
                  <c:v>13521</c:v>
                </c:pt>
                <c:pt idx="868">
                  <c:v>18778</c:v>
                </c:pt>
                <c:pt idx="869">
                  <c:v>16335</c:v>
                </c:pt>
                <c:pt idx="870">
                  <c:v>16637</c:v>
                </c:pt>
                <c:pt idx="871">
                  <c:v>10363</c:v>
                </c:pt>
                <c:pt idx="872">
                  <c:v>9868</c:v>
                </c:pt>
                <c:pt idx="873">
                  <c:v>10676</c:v>
                </c:pt>
                <c:pt idx="874">
                  <c:v>10111</c:v>
                </c:pt>
                <c:pt idx="875">
                  <c:v>13337</c:v>
                </c:pt>
                <c:pt idx="876">
                  <c:v>11112</c:v>
                </c:pt>
                <c:pt idx="877">
                  <c:v>10804</c:v>
                </c:pt>
                <c:pt idx="878">
                  <c:v>11169</c:v>
                </c:pt>
                <c:pt idx="879">
                  <c:v>12535</c:v>
                </c:pt>
                <c:pt idx="880">
                  <c:v>15838</c:v>
                </c:pt>
                <c:pt idx="881">
                  <c:v>14402</c:v>
                </c:pt>
                <c:pt idx="882">
                  <c:v>14824</c:v>
                </c:pt>
                <c:pt idx="883">
                  <c:v>10962</c:v>
                </c:pt>
                <c:pt idx="884">
                  <c:v>13182</c:v>
                </c:pt>
                <c:pt idx="885">
                  <c:v>10803</c:v>
                </c:pt>
                <c:pt idx="886">
                  <c:v>8979</c:v>
                </c:pt>
                <c:pt idx="887">
                  <c:v>9974</c:v>
                </c:pt>
                <c:pt idx="888">
                  <c:v>10492</c:v>
                </c:pt>
                <c:pt idx="889">
                  <c:v>9448</c:v>
                </c:pt>
                <c:pt idx="890">
                  <c:v>12262</c:v>
                </c:pt>
                <c:pt idx="891">
                  <c:v>12152</c:v>
                </c:pt>
                <c:pt idx="892">
                  <c:v>11162</c:v>
                </c:pt>
                <c:pt idx="893">
                  <c:v>10145</c:v>
                </c:pt>
                <c:pt idx="894">
                  <c:v>10948</c:v>
                </c:pt>
                <c:pt idx="895">
                  <c:v>11062</c:v>
                </c:pt>
                <c:pt idx="896">
                  <c:v>11252</c:v>
                </c:pt>
                <c:pt idx="897">
                  <c:v>10392</c:v>
                </c:pt>
                <c:pt idx="898">
                  <c:v>12544</c:v>
                </c:pt>
                <c:pt idx="899">
                  <c:v>10678</c:v>
                </c:pt>
                <c:pt idx="900">
                  <c:v>16413</c:v>
                </c:pt>
                <c:pt idx="901">
                  <c:v>15192</c:v>
                </c:pt>
                <c:pt idx="902">
                  <c:v>16071</c:v>
                </c:pt>
                <c:pt idx="903">
                  <c:v>10232</c:v>
                </c:pt>
                <c:pt idx="904">
                  <c:v>10677</c:v>
                </c:pt>
                <c:pt idx="905">
                  <c:v>13771</c:v>
                </c:pt>
                <c:pt idx="906">
                  <c:v>14987</c:v>
                </c:pt>
                <c:pt idx="907">
                  <c:v>17292</c:v>
                </c:pt>
                <c:pt idx="908">
                  <c:v>16451</c:v>
                </c:pt>
                <c:pt idx="909">
                  <c:v>20149</c:v>
                </c:pt>
                <c:pt idx="910">
                  <c:v>17406</c:v>
                </c:pt>
                <c:pt idx="911">
                  <c:v>13190</c:v>
                </c:pt>
                <c:pt idx="912">
                  <c:v>13982</c:v>
                </c:pt>
                <c:pt idx="913">
                  <c:v>20794</c:v>
                </c:pt>
                <c:pt idx="914">
                  <c:v>25942</c:v>
                </c:pt>
                <c:pt idx="915">
                  <c:v>32434</c:v>
                </c:pt>
                <c:pt idx="916">
                  <c:v>29846</c:v>
                </c:pt>
                <c:pt idx="917">
                  <c:v>29413</c:v>
                </c:pt>
                <c:pt idx="918">
                  <c:v>38274</c:v>
                </c:pt>
                <c:pt idx="919">
                  <c:v>18993</c:v>
                </c:pt>
                <c:pt idx="920">
                  <c:v>17929</c:v>
                </c:pt>
                <c:pt idx="921">
                  <c:v>15255</c:v>
                </c:pt>
                <c:pt idx="922">
                  <c:v>20315</c:v>
                </c:pt>
                <c:pt idx="923">
                  <c:v>22649</c:v>
                </c:pt>
                <c:pt idx="924">
                  <c:v>15381</c:v>
                </c:pt>
                <c:pt idx="925">
                  <c:v>14078</c:v>
                </c:pt>
                <c:pt idx="926">
                  <c:v>13005</c:v>
                </c:pt>
                <c:pt idx="927">
                  <c:v>14333</c:v>
                </c:pt>
                <c:pt idx="928">
                  <c:v>16408</c:v>
                </c:pt>
                <c:pt idx="929">
                  <c:v>16229</c:v>
                </c:pt>
                <c:pt idx="930">
                  <c:v>14909</c:v>
                </c:pt>
                <c:pt idx="931">
                  <c:v>18964</c:v>
                </c:pt>
                <c:pt idx="932">
                  <c:v>20338</c:v>
                </c:pt>
                <c:pt idx="933">
                  <c:v>11810</c:v>
                </c:pt>
                <c:pt idx="934">
                  <c:v>10964</c:v>
                </c:pt>
                <c:pt idx="935">
                  <c:v>15487</c:v>
                </c:pt>
                <c:pt idx="936">
                  <c:v>11429</c:v>
                </c:pt>
                <c:pt idx="937">
                  <c:v>10447</c:v>
                </c:pt>
                <c:pt idx="938">
                  <c:v>11269</c:v>
                </c:pt>
                <c:pt idx="939">
                  <c:v>11558</c:v>
                </c:pt>
                <c:pt idx="940">
                  <c:v>12469</c:v>
                </c:pt>
                <c:pt idx="941">
                  <c:v>15327</c:v>
                </c:pt>
                <c:pt idx="942">
                  <c:v>13951</c:v>
                </c:pt>
                <c:pt idx="943">
                  <c:v>11800</c:v>
                </c:pt>
                <c:pt idx="944">
                  <c:v>11063</c:v>
                </c:pt>
                <c:pt idx="945">
                  <c:v>10836</c:v>
                </c:pt>
                <c:pt idx="946">
                  <c:v>12124</c:v>
                </c:pt>
                <c:pt idx="947">
                  <c:v>14314</c:v>
                </c:pt>
                <c:pt idx="948">
                  <c:v>15340</c:v>
                </c:pt>
                <c:pt idx="949">
                  <c:v>11695</c:v>
                </c:pt>
                <c:pt idx="950">
                  <c:v>13315</c:v>
                </c:pt>
                <c:pt idx="951">
                  <c:v>9625</c:v>
                </c:pt>
                <c:pt idx="952">
                  <c:v>10683</c:v>
                </c:pt>
                <c:pt idx="953">
                  <c:v>11179</c:v>
                </c:pt>
                <c:pt idx="954">
                  <c:v>12980</c:v>
                </c:pt>
                <c:pt idx="955">
                  <c:v>12739</c:v>
                </c:pt>
                <c:pt idx="956">
                  <c:v>11652</c:v>
                </c:pt>
                <c:pt idx="957">
                  <c:v>10941</c:v>
                </c:pt>
                <c:pt idx="958">
                  <c:v>12228</c:v>
                </c:pt>
                <c:pt idx="959">
                  <c:v>13833</c:v>
                </c:pt>
                <c:pt idx="960">
                  <c:v>12924</c:v>
                </c:pt>
                <c:pt idx="961">
                  <c:v>12254</c:v>
                </c:pt>
                <c:pt idx="962">
                  <c:v>12521</c:v>
                </c:pt>
                <c:pt idx="963">
                  <c:v>11230</c:v>
                </c:pt>
                <c:pt idx="964">
                  <c:v>9988</c:v>
                </c:pt>
                <c:pt idx="965">
                  <c:v>11958</c:v>
                </c:pt>
                <c:pt idx="966">
                  <c:v>13707</c:v>
                </c:pt>
                <c:pt idx="967">
                  <c:v>14037</c:v>
                </c:pt>
                <c:pt idx="968">
                  <c:v>12635</c:v>
                </c:pt>
                <c:pt idx="969">
                  <c:v>12867</c:v>
                </c:pt>
                <c:pt idx="970">
                  <c:v>11266</c:v>
                </c:pt>
                <c:pt idx="971">
                  <c:v>11738</c:v>
                </c:pt>
                <c:pt idx="972">
                  <c:v>11596</c:v>
                </c:pt>
                <c:pt idx="973">
                  <c:v>13956</c:v>
                </c:pt>
                <c:pt idx="974">
                  <c:v>14236</c:v>
                </c:pt>
                <c:pt idx="975">
                  <c:v>22184</c:v>
                </c:pt>
                <c:pt idx="976">
                  <c:v>18770</c:v>
                </c:pt>
                <c:pt idx="977">
                  <c:v>15409</c:v>
                </c:pt>
                <c:pt idx="978">
                  <c:v>14893</c:v>
                </c:pt>
                <c:pt idx="979">
                  <c:v>20635</c:v>
                </c:pt>
                <c:pt idx="980">
                  <c:v>17630</c:v>
                </c:pt>
                <c:pt idx="981">
                  <c:v>20534</c:v>
                </c:pt>
                <c:pt idx="982">
                  <c:v>28977</c:v>
                </c:pt>
                <c:pt idx="983">
                  <c:v>17798</c:v>
                </c:pt>
                <c:pt idx="984">
                  <c:v>22875</c:v>
                </c:pt>
                <c:pt idx="985">
                  <c:v>26079</c:v>
                </c:pt>
                <c:pt idx="986">
                  <c:v>25606</c:v>
                </c:pt>
                <c:pt idx="987">
                  <c:v>26402</c:v>
                </c:pt>
                <c:pt idx="988">
                  <c:v>30269</c:v>
                </c:pt>
                <c:pt idx="989">
                  <c:v>31555</c:v>
                </c:pt>
                <c:pt idx="990">
                  <c:v>26034</c:v>
                </c:pt>
                <c:pt idx="991">
                  <c:v>16589</c:v>
                </c:pt>
                <c:pt idx="992">
                  <c:v>17415</c:v>
                </c:pt>
                <c:pt idx="993">
                  <c:v>17198</c:v>
                </c:pt>
                <c:pt idx="994">
                  <c:v>16940</c:v>
                </c:pt>
                <c:pt idx="995">
                  <c:v>13611</c:v>
                </c:pt>
                <c:pt idx="996">
                  <c:v>13496</c:v>
                </c:pt>
                <c:pt idx="997">
                  <c:v>12779</c:v>
                </c:pt>
                <c:pt idx="998">
                  <c:v>11955</c:v>
                </c:pt>
                <c:pt idx="999">
                  <c:v>12208</c:v>
                </c:pt>
                <c:pt idx="1000">
                  <c:v>14373</c:v>
                </c:pt>
                <c:pt idx="1001">
                  <c:v>19166</c:v>
                </c:pt>
                <c:pt idx="1002">
                  <c:v>14587</c:v>
                </c:pt>
                <c:pt idx="1003">
                  <c:v>14750</c:v>
                </c:pt>
                <c:pt idx="1004">
                  <c:v>12123</c:v>
                </c:pt>
                <c:pt idx="1005">
                  <c:v>16969</c:v>
                </c:pt>
                <c:pt idx="1006">
                  <c:v>13797</c:v>
                </c:pt>
                <c:pt idx="1007">
                  <c:v>12884</c:v>
                </c:pt>
                <c:pt idx="1008">
                  <c:v>17439</c:v>
                </c:pt>
                <c:pt idx="1009">
                  <c:v>19378</c:v>
                </c:pt>
                <c:pt idx="1010">
                  <c:v>17807</c:v>
                </c:pt>
                <c:pt idx="1011">
                  <c:v>20764</c:v>
                </c:pt>
                <c:pt idx="1012">
                  <c:v>23487</c:v>
                </c:pt>
                <c:pt idx="1013">
                  <c:v>23822</c:v>
                </c:pt>
                <c:pt idx="1014">
                  <c:v>18188</c:v>
                </c:pt>
                <c:pt idx="1015">
                  <c:v>14814</c:v>
                </c:pt>
                <c:pt idx="1016">
                  <c:v>16779</c:v>
                </c:pt>
                <c:pt idx="1017">
                  <c:v>14100</c:v>
                </c:pt>
                <c:pt idx="1018">
                  <c:v>16653</c:v>
                </c:pt>
                <c:pt idx="1019">
                  <c:v>17646</c:v>
                </c:pt>
                <c:pt idx="1020">
                  <c:v>19542</c:v>
                </c:pt>
                <c:pt idx="1021">
                  <c:v>20483</c:v>
                </c:pt>
                <c:pt idx="1022">
                  <c:v>20694</c:v>
                </c:pt>
                <c:pt idx="1023">
                  <c:v>16174</c:v>
                </c:pt>
                <c:pt idx="1024">
                  <c:v>13413</c:v>
                </c:pt>
                <c:pt idx="1025">
                  <c:v>11604</c:v>
                </c:pt>
                <c:pt idx="1026">
                  <c:v>12636</c:v>
                </c:pt>
                <c:pt idx="1027">
                  <c:v>15992</c:v>
                </c:pt>
                <c:pt idx="1028">
                  <c:v>12994</c:v>
                </c:pt>
                <c:pt idx="1029">
                  <c:v>11902</c:v>
                </c:pt>
                <c:pt idx="1030">
                  <c:v>15478</c:v>
                </c:pt>
                <c:pt idx="1031">
                  <c:v>18490</c:v>
                </c:pt>
                <c:pt idx="1032">
                  <c:v>17939</c:v>
                </c:pt>
                <c:pt idx="1033">
                  <c:v>16110</c:v>
                </c:pt>
                <c:pt idx="1034">
                  <c:v>15264</c:v>
                </c:pt>
                <c:pt idx="1035">
                  <c:v>14234</c:v>
                </c:pt>
                <c:pt idx="1036">
                  <c:v>12082</c:v>
                </c:pt>
                <c:pt idx="1037">
                  <c:v>14245</c:v>
                </c:pt>
                <c:pt idx="1038">
                  <c:v>13722</c:v>
                </c:pt>
                <c:pt idx="1039">
                  <c:v>16733</c:v>
                </c:pt>
                <c:pt idx="1040">
                  <c:v>15593</c:v>
                </c:pt>
                <c:pt idx="1041">
                  <c:v>15454</c:v>
                </c:pt>
                <c:pt idx="1042">
                  <c:v>17815</c:v>
                </c:pt>
                <c:pt idx="1043">
                  <c:v>16094</c:v>
                </c:pt>
                <c:pt idx="1044">
                  <c:v>12106</c:v>
                </c:pt>
                <c:pt idx="1045">
                  <c:v>9551</c:v>
                </c:pt>
                <c:pt idx="1046">
                  <c:v>14782</c:v>
                </c:pt>
                <c:pt idx="1047">
                  <c:v>11604</c:v>
                </c:pt>
                <c:pt idx="1048">
                  <c:v>11261</c:v>
                </c:pt>
                <c:pt idx="1049">
                  <c:v>11334</c:v>
                </c:pt>
                <c:pt idx="1050">
                  <c:v>14698</c:v>
                </c:pt>
                <c:pt idx="1051">
                  <c:v>17461</c:v>
                </c:pt>
                <c:pt idx="1052">
                  <c:v>18045</c:v>
                </c:pt>
                <c:pt idx="1053">
                  <c:v>25595</c:v>
                </c:pt>
                <c:pt idx="1054">
                  <c:v>12513</c:v>
                </c:pt>
                <c:pt idx="1055">
                  <c:v>18926</c:v>
                </c:pt>
                <c:pt idx="1056">
                  <c:v>16821</c:v>
                </c:pt>
                <c:pt idx="1057">
                  <c:v>12728</c:v>
                </c:pt>
                <c:pt idx="1058">
                  <c:v>12274</c:v>
                </c:pt>
                <c:pt idx="1059">
                  <c:v>12367</c:v>
                </c:pt>
                <c:pt idx="1060">
                  <c:v>13421</c:v>
                </c:pt>
                <c:pt idx="1061">
                  <c:v>12511</c:v>
                </c:pt>
                <c:pt idx="1062">
                  <c:v>12177</c:v>
                </c:pt>
                <c:pt idx="1063">
                  <c:v>9434</c:v>
                </c:pt>
                <c:pt idx="1064">
                  <c:v>11094</c:v>
                </c:pt>
                <c:pt idx="1065">
                  <c:v>13516</c:v>
                </c:pt>
                <c:pt idx="1066">
                  <c:v>12498</c:v>
                </c:pt>
                <c:pt idx="1067">
                  <c:v>11045</c:v>
                </c:pt>
                <c:pt idx="1068">
                  <c:v>13597</c:v>
                </c:pt>
                <c:pt idx="1069">
                  <c:v>18893</c:v>
                </c:pt>
                <c:pt idx="1070">
                  <c:v>27026</c:v>
                </c:pt>
                <c:pt idx="1071">
                  <c:v>18332</c:v>
                </c:pt>
                <c:pt idx="1072">
                  <c:v>14954</c:v>
                </c:pt>
                <c:pt idx="1073">
                  <c:v>15156</c:v>
                </c:pt>
                <c:pt idx="1074">
                  <c:v>15240</c:v>
                </c:pt>
                <c:pt idx="1075">
                  <c:v>21795</c:v>
                </c:pt>
                <c:pt idx="1076">
                  <c:v>14436</c:v>
                </c:pt>
                <c:pt idx="1077">
                  <c:v>15555</c:v>
                </c:pt>
                <c:pt idx="1078">
                  <c:v>20833</c:v>
                </c:pt>
                <c:pt idx="1079">
                  <c:v>21837</c:v>
                </c:pt>
                <c:pt idx="1080">
                  <c:v>22497</c:v>
                </c:pt>
                <c:pt idx="1081">
                  <c:v>28946</c:v>
                </c:pt>
                <c:pt idx="1082">
                  <c:v>21501</c:v>
                </c:pt>
                <c:pt idx="1083">
                  <c:v>13209</c:v>
                </c:pt>
                <c:pt idx="1084">
                  <c:v>18031</c:v>
                </c:pt>
                <c:pt idx="1085">
                  <c:v>22351</c:v>
                </c:pt>
                <c:pt idx="1086">
                  <c:v>24320</c:v>
                </c:pt>
                <c:pt idx="1087">
                  <c:v>22112</c:v>
                </c:pt>
                <c:pt idx="1088">
                  <c:v>17280</c:v>
                </c:pt>
                <c:pt idx="1089">
                  <c:v>13292</c:v>
                </c:pt>
                <c:pt idx="1090">
                  <c:v>14678</c:v>
                </c:pt>
                <c:pt idx="1091">
                  <c:v>18595</c:v>
                </c:pt>
                <c:pt idx="1092">
                  <c:v>31371</c:v>
                </c:pt>
                <c:pt idx="1093">
                  <c:v>24129</c:v>
                </c:pt>
                <c:pt idx="1094">
                  <c:v>23179</c:v>
                </c:pt>
                <c:pt idx="1095">
                  <c:v>19603</c:v>
                </c:pt>
                <c:pt idx="1096">
                  <c:v>17434</c:v>
                </c:pt>
                <c:pt idx="1097">
                  <c:v>21079</c:v>
                </c:pt>
                <c:pt idx="1098">
                  <c:v>16868</c:v>
                </c:pt>
                <c:pt idx="1099">
                  <c:v>7917</c:v>
                </c:pt>
                <c:pt idx="1100">
                  <c:v>6167</c:v>
                </c:pt>
                <c:pt idx="1101">
                  <c:v>13772</c:v>
                </c:pt>
                <c:pt idx="1102">
                  <c:v>15892</c:v>
                </c:pt>
                <c:pt idx="1103">
                  <c:v>12172</c:v>
                </c:pt>
                <c:pt idx="1104">
                  <c:v>15326</c:v>
                </c:pt>
                <c:pt idx="1105">
                  <c:v>18190</c:v>
                </c:pt>
                <c:pt idx="1106">
                  <c:v>14724</c:v>
                </c:pt>
                <c:pt idx="1107">
                  <c:v>18248</c:v>
                </c:pt>
                <c:pt idx="1108">
                  <c:v>13219</c:v>
                </c:pt>
                <c:pt idx="1109">
                  <c:v>13359</c:v>
                </c:pt>
                <c:pt idx="1110">
                  <c:v>14270</c:v>
                </c:pt>
                <c:pt idx="1111">
                  <c:v>18056</c:v>
                </c:pt>
                <c:pt idx="1112">
                  <c:v>14798</c:v>
                </c:pt>
                <c:pt idx="1113">
                  <c:v>10539</c:v>
                </c:pt>
                <c:pt idx="1114">
                  <c:v>11078</c:v>
                </c:pt>
                <c:pt idx="1115">
                  <c:v>10866</c:v>
                </c:pt>
                <c:pt idx="1116">
                  <c:v>12029</c:v>
                </c:pt>
                <c:pt idx="1117">
                  <c:v>17800</c:v>
                </c:pt>
                <c:pt idx="1118">
                  <c:v>14720</c:v>
                </c:pt>
                <c:pt idx="1119">
                  <c:v>18944</c:v>
                </c:pt>
                <c:pt idx="1120">
                  <c:v>21912</c:v>
                </c:pt>
                <c:pt idx="1121">
                  <c:v>26630</c:v>
                </c:pt>
                <c:pt idx="1122">
                  <c:v>19560</c:v>
                </c:pt>
                <c:pt idx="1123">
                  <c:v>16198</c:v>
                </c:pt>
                <c:pt idx="1124">
                  <c:v>17393</c:v>
                </c:pt>
                <c:pt idx="1125">
                  <c:v>19515</c:v>
                </c:pt>
                <c:pt idx="1126">
                  <c:v>19507</c:v>
                </c:pt>
                <c:pt idx="1127">
                  <c:v>18748</c:v>
                </c:pt>
                <c:pt idx="1128">
                  <c:v>14229</c:v>
                </c:pt>
                <c:pt idx="1129">
                  <c:v>16923</c:v>
                </c:pt>
                <c:pt idx="1130">
                  <c:v>15866</c:v>
                </c:pt>
                <c:pt idx="1131">
                  <c:v>12817</c:v>
                </c:pt>
                <c:pt idx="1132">
                  <c:v>16890</c:v>
                </c:pt>
                <c:pt idx="1133">
                  <c:v>12992</c:v>
                </c:pt>
                <c:pt idx="1134">
                  <c:v>22304</c:v>
                </c:pt>
                <c:pt idx="1135">
                  <c:v>20382</c:v>
                </c:pt>
                <c:pt idx="1136">
                  <c:v>15607</c:v>
                </c:pt>
                <c:pt idx="1137">
                  <c:v>18707</c:v>
                </c:pt>
                <c:pt idx="1138">
                  <c:v>19141</c:v>
                </c:pt>
                <c:pt idx="1139">
                  <c:v>16589</c:v>
                </c:pt>
                <c:pt idx="1140">
                  <c:v>16086</c:v>
                </c:pt>
                <c:pt idx="1141">
                  <c:v>12866</c:v>
                </c:pt>
                <c:pt idx="1142">
                  <c:v>17500</c:v>
                </c:pt>
                <c:pt idx="1143">
                  <c:v>15244</c:v>
                </c:pt>
                <c:pt idx="1144">
                  <c:v>13096</c:v>
                </c:pt>
                <c:pt idx="1145">
                  <c:v>10562</c:v>
                </c:pt>
                <c:pt idx="1146">
                  <c:v>9794</c:v>
                </c:pt>
                <c:pt idx="1147">
                  <c:v>14402</c:v>
                </c:pt>
                <c:pt idx="1148">
                  <c:v>15963</c:v>
                </c:pt>
                <c:pt idx="1149">
                  <c:v>17344</c:v>
                </c:pt>
                <c:pt idx="1150">
                  <c:v>15621</c:v>
                </c:pt>
                <c:pt idx="1151">
                  <c:v>13247</c:v>
                </c:pt>
                <c:pt idx="1152">
                  <c:v>13644</c:v>
                </c:pt>
                <c:pt idx="1153">
                  <c:v>11149</c:v>
                </c:pt>
                <c:pt idx="1154">
                  <c:v>16642</c:v>
                </c:pt>
                <c:pt idx="1155">
                  <c:v>18377</c:v>
                </c:pt>
                <c:pt idx="1156">
                  <c:v>22105</c:v>
                </c:pt>
                <c:pt idx="1157">
                  <c:v>23999</c:v>
                </c:pt>
                <c:pt idx="1158">
                  <c:v>26321</c:v>
                </c:pt>
                <c:pt idx="1159">
                  <c:v>34417</c:v>
                </c:pt>
                <c:pt idx="1160">
                  <c:v>39385</c:v>
                </c:pt>
                <c:pt idx="1161">
                  <c:v>23317</c:v>
                </c:pt>
                <c:pt idx="1162">
                  <c:v>24787</c:v>
                </c:pt>
                <c:pt idx="1163">
                  <c:v>31600</c:v>
                </c:pt>
                <c:pt idx="1164">
                  <c:v>25587</c:v>
                </c:pt>
                <c:pt idx="1165">
                  <c:v>20890</c:v>
                </c:pt>
                <c:pt idx="1166">
                  <c:v>15388</c:v>
                </c:pt>
                <c:pt idx="1167">
                  <c:v>16224</c:v>
                </c:pt>
                <c:pt idx="1168">
                  <c:v>14177</c:v>
                </c:pt>
                <c:pt idx="1169">
                  <c:v>14159</c:v>
                </c:pt>
                <c:pt idx="1170">
                  <c:v>14347</c:v>
                </c:pt>
                <c:pt idx="1171">
                  <c:v>16052</c:v>
                </c:pt>
                <c:pt idx="1172">
                  <c:v>17791</c:v>
                </c:pt>
                <c:pt idx="1173">
                  <c:v>16432</c:v>
                </c:pt>
                <c:pt idx="1174">
                  <c:v>22594</c:v>
                </c:pt>
                <c:pt idx="1175">
                  <c:v>14372</c:v>
                </c:pt>
                <c:pt idx="1176">
                  <c:v>14292</c:v>
                </c:pt>
                <c:pt idx="1177">
                  <c:v>17605</c:v>
                </c:pt>
                <c:pt idx="1178">
                  <c:v>16904</c:v>
                </c:pt>
                <c:pt idx="1179">
                  <c:v>13499</c:v>
                </c:pt>
                <c:pt idx="1180">
                  <c:v>11274</c:v>
                </c:pt>
                <c:pt idx="1181">
                  <c:v>12625</c:v>
                </c:pt>
                <c:pt idx="1182">
                  <c:v>15313</c:v>
                </c:pt>
                <c:pt idx="1183">
                  <c:v>15980</c:v>
                </c:pt>
                <c:pt idx="1184">
                  <c:v>15880</c:v>
                </c:pt>
                <c:pt idx="1185">
                  <c:v>16166</c:v>
                </c:pt>
                <c:pt idx="1186">
                  <c:v>17271</c:v>
                </c:pt>
                <c:pt idx="1187">
                  <c:v>22803</c:v>
                </c:pt>
                <c:pt idx="1188">
                  <c:v>37688</c:v>
                </c:pt>
                <c:pt idx="1189">
                  <c:v>28908</c:v>
                </c:pt>
                <c:pt idx="1190">
                  <c:v>42170</c:v>
                </c:pt>
                <c:pt idx="1191">
                  <c:v>37007</c:v>
                </c:pt>
                <c:pt idx="1192">
                  <c:v>31869</c:v>
                </c:pt>
                <c:pt idx="1193">
                  <c:v>33667</c:v>
                </c:pt>
                <c:pt idx="1194">
                  <c:v>23844</c:v>
                </c:pt>
                <c:pt idx="1195">
                  <c:v>22472</c:v>
                </c:pt>
                <c:pt idx="1196">
                  <c:v>18008</c:v>
                </c:pt>
                <c:pt idx="1197">
                  <c:v>14850</c:v>
                </c:pt>
                <c:pt idx="1198">
                  <c:v>18749</c:v>
                </c:pt>
                <c:pt idx="1199">
                  <c:v>19693</c:v>
                </c:pt>
                <c:pt idx="1200">
                  <c:v>15123</c:v>
                </c:pt>
                <c:pt idx="1201">
                  <c:v>19460</c:v>
                </c:pt>
                <c:pt idx="1202">
                  <c:v>15370</c:v>
                </c:pt>
                <c:pt idx="1203">
                  <c:v>19309</c:v>
                </c:pt>
                <c:pt idx="1204">
                  <c:v>21094</c:v>
                </c:pt>
                <c:pt idx="1205">
                  <c:v>20153</c:v>
                </c:pt>
                <c:pt idx="1206">
                  <c:v>17335</c:v>
                </c:pt>
                <c:pt idx="1207">
                  <c:v>18209</c:v>
                </c:pt>
                <c:pt idx="1208">
                  <c:v>19820</c:v>
                </c:pt>
                <c:pt idx="1209">
                  <c:v>20045</c:v>
                </c:pt>
                <c:pt idx="1210">
                  <c:v>18105</c:v>
                </c:pt>
                <c:pt idx="1211">
                  <c:v>25389</c:v>
                </c:pt>
                <c:pt idx="1212">
                  <c:v>16875</c:v>
                </c:pt>
                <c:pt idx="1213">
                  <c:v>19903</c:v>
                </c:pt>
                <c:pt idx="1214">
                  <c:v>15429</c:v>
                </c:pt>
                <c:pt idx="1215">
                  <c:v>20368</c:v>
                </c:pt>
                <c:pt idx="1216">
                  <c:v>22446</c:v>
                </c:pt>
                <c:pt idx="1217">
                  <c:v>23626</c:v>
                </c:pt>
                <c:pt idx="1218">
                  <c:v>18226</c:v>
                </c:pt>
                <c:pt idx="1219">
                  <c:v>18596</c:v>
                </c:pt>
                <c:pt idx="1220">
                  <c:v>17229</c:v>
                </c:pt>
                <c:pt idx="1221">
                  <c:v>16101</c:v>
                </c:pt>
                <c:pt idx="1222">
                  <c:v>14561</c:v>
                </c:pt>
                <c:pt idx="1223">
                  <c:v>18747</c:v>
                </c:pt>
                <c:pt idx="1224">
                  <c:v>18278</c:v>
                </c:pt>
                <c:pt idx="1225">
                  <c:v>22089</c:v>
                </c:pt>
                <c:pt idx="1226">
                  <c:v>28339</c:v>
                </c:pt>
                <c:pt idx="1227">
                  <c:v>23184</c:v>
                </c:pt>
                <c:pt idx="1228">
                  <c:v>20309</c:v>
                </c:pt>
                <c:pt idx="1229">
                  <c:v>18976</c:v>
                </c:pt>
                <c:pt idx="1230">
                  <c:v>20327</c:v>
                </c:pt>
                <c:pt idx="1231">
                  <c:v>22303</c:v>
                </c:pt>
                <c:pt idx="1232">
                  <c:v>22206</c:v>
                </c:pt>
                <c:pt idx="1233">
                  <c:v>18492</c:v>
                </c:pt>
                <c:pt idx="1234">
                  <c:v>17084</c:v>
                </c:pt>
                <c:pt idx="1235">
                  <c:v>16169</c:v>
                </c:pt>
                <c:pt idx="1236">
                  <c:v>16409</c:v>
                </c:pt>
                <c:pt idx="1237">
                  <c:v>16219</c:v>
                </c:pt>
                <c:pt idx="1238">
                  <c:v>20289</c:v>
                </c:pt>
                <c:pt idx="1239">
                  <c:v>16797</c:v>
                </c:pt>
                <c:pt idx="1240">
                  <c:v>16560</c:v>
                </c:pt>
                <c:pt idx="1241">
                  <c:v>22695</c:v>
                </c:pt>
                <c:pt idx="1242">
                  <c:v>15947</c:v>
                </c:pt>
                <c:pt idx="1243">
                  <c:v>13402</c:v>
                </c:pt>
                <c:pt idx="1244">
                  <c:v>19496</c:v>
                </c:pt>
                <c:pt idx="1245">
                  <c:v>17844</c:v>
                </c:pt>
                <c:pt idx="1246">
                  <c:v>16984</c:v>
                </c:pt>
                <c:pt idx="1247">
                  <c:v>14544</c:v>
                </c:pt>
                <c:pt idx="1248">
                  <c:v>15262</c:v>
                </c:pt>
                <c:pt idx="1249">
                  <c:v>27305</c:v>
                </c:pt>
                <c:pt idx="1250">
                  <c:v>22083</c:v>
                </c:pt>
                <c:pt idx="1251">
                  <c:v>32426</c:v>
                </c:pt>
                <c:pt idx="1252">
                  <c:v>20663</c:v>
                </c:pt>
                <c:pt idx="1253">
                  <c:v>29160</c:v>
                </c:pt>
                <c:pt idx="1254">
                  <c:v>28360</c:v>
                </c:pt>
                <c:pt idx="1255">
                  <c:v>26616</c:v>
                </c:pt>
                <c:pt idx="1256">
                  <c:v>32320</c:v>
                </c:pt>
                <c:pt idx="1257">
                  <c:v>36020</c:v>
                </c:pt>
                <c:pt idx="1258">
                  <c:v>30289</c:v>
                </c:pt>
                <c:pt idx="1259">
                  <c:v>15799</c:v>
                </c:pt>
                <c:pt idx="1260">
                  <c:v>17131</c:v>
                </c:pt>
                <c:pt idx="1261">
                  <c:v>16420</c:v>
                </c:pt>
                <c:pt idx="1262">
                  <c:v>19002</c:v>
                </c:pt>
                <c:pt idx="1263">
                  <c:v>23756</c:v>
                </c:pt>
                <c:pt idx="1264">
                  <c:v>26804</c:v>
                </c:pt>
                <c:pt idx="1265">
                  <c:v>29678</c:v>
                </c:pt>
                <c:pt idx="1266">
                  <c:v>25543</c:v>
                </c:pt>
                <c:pt idx="1267">
                  <c:v>19407</c:v>
                </c:pt>
                <c:pt idx="1268">
                  <c:v>19181</c:v>
                </c:pt>
                <c:pt idx="1269">
                  <c:v>27911</c:v>
                </c:pt>
                <c:pt idx="1270">
                  <c:v>19023</c:v>
                </c:pt>
                <c:pt idx="1271">
                  <c:v>18484</c:v>
                </c:pt>
                <c:pt idx="1272">
                  <c:v>16237</c:v>
                </c:pt>
                <c:pt idx="1273">
                  <c:v>13950</c:v>
                </c:pt>
                <c:pt idx="1274">
                  <c:v>18573</c:v>
                </c:pt>
                <c:pt idx="1275">
                  <c:v>17800</c:v>
                </c:pt>
                <c:pt idx="1276">
                  <c:v>21972</c:v>
                </c:pt>
                <c:pt idx="1277">
                  <c:v>17163</c:v>
                </c:pt>
                <c:pt idx="1278">
                  <c:v>17301</c:v>
                </c:pt>
                <c:pt idx="1279">
                  <c:v>21101</c:v>
                </c:pt>
                <c:pt idx="1280">
                  <c:v>15459</c:v>
                </c:pt>
                <c:pt idx="1281">
                  <c:v>21146</c:v>
                </c:pt>
                <c:pt idx="1282">
                  <c:v>16090</c:v>
                </c:pt>
                <c:pt idx="1283">
                  <c:v>17706</c:v>
                </c:pt>
                <c:pt idx="1284">
                  <c:v>16680</c:v>
                </c:pt>
                <c:pt idx="1285">
                  <c:v>16920</c:v>
                </c:pt>
                <c:pt idx="1286">
                  <c:v>15345</c:v>
                </c:pt>
                <c:pt idx="1287">
                  <c:v>15998</c:v>
                </c:pt>
                <c:pt idx="1288">
                  <c:v>15650</c:v>
                </c:pt>
                <c:pt idx="1289">
                  <c:v>15089</c:v>
                </c:pt>
                <c:pt idx="1290">
                  <c:v>20043</c:v>
                </c:pt>
                <c:pt idx="1291">
                  <c:v>20781</c:v>
                </c:pt>
                <c:pt idx="1292">
                  <c:v>21442</c:v>
                </c:pt>
                <c:pt idx="1293">
                  <c:v>26502</c:v>
                </c:pt>
                <c:pt idx="1294">
                  <c:v>17299</c:v>
                </c:pt>
                <c:pt idx="1295">
                  <c:v>14087</c:v>
                </c:pt>
                <c:pt idx="1296">
                  <c:v>13436</c:v>
                </c:pt>
                <c:pt idx="1297">
                  <c:v>11423</c:v>
                </c:pt>
                <c:pt idx="1298">
                  <c:v>12456</c:v>
                </c:pt>
                <c:pt idx="1299">
                  <c:v>12987</c:v>
                </c:pt>
                <c:pt idx="1300">
                  <c:v>14207</c:v>
                </c:pt>
                <c:pt idx="1301">
                  <c:v>16481</c:v>
                </c:pt>
                <c:pt idx="1302">
                  <c:v>35130</c:v>
                </c:pt>
                <c:pt idx="1303">
                  <c:v>29648</c:v>
                </c:pt>
                <c:pt idx="1304">
                  <c:v>24593</c:v>
                </c:pt>
                <c:pt idx="1305">
                  <c:v>19909</c:v>
                </c:pt>
                <c:pt idx="1306">
                  <c:v>21876</c:v>
                </c:pt>
                <c:pt idx="1307">
                  <c:v>20564</c:v>
                </c:pt>
                <c:pt idx="1308">
                  <c:v>22537</c:v>
                </c:pt>
                <c:pt idx="1309">
                  <c:v>24689</c:v>
                </c:pt>
                <c:pt idx="1310">
                  <c:v>29337</c:v>
                </c:pt>
                <c:pt idx="1311">
                  <c:v>30076</c:v>
                </c:pt>
                <c:pt idx="1312">
                  <c:v>25043</c:v>
                </c:pt>
                <c:pt idx="1313">
                  <c:v>28049</c:v>
                </c:pt>
                <c:pt idx="1314">
                  <c:v>30193</c:v>
                </c:pt>
                <c:pt idx="1315">
                  <c:v>28533</c:v>
                </c:pt>
                <c:pt idx="1316">
                  <c:v>22825</c:v>
                </c:pt>
                <c:pt idx="1317">
                  <c:v>14537</c:v>
                </c:pt>
                <c:pt idx="1318">
                  <c:v>15720</c:v>
                </c:pt>
                <c:pt idx="1319">
                  <c:v>18157</c:v>
                </c:pt>
                <c:pt idx="1320">
                  <c:v>26445</c:v>
                </c:pt>
                <c:pt idx="1321">
                  <c:v>17623</c:v>
                </c:pt>
                <c:pt idx="1322">
                  <c:v>15818</c:v>
                </c:pt>
                <c:pt idx="1323">
                  <c:v>15256</c:v>
                </c:pt>
                <c:pt idx="1324">
                  <c:v>15128</c:v>
                </c:pt>
                <c:pt idx="1325">
                  <c:v>16825</c:v>
                </c:pt>
                <c:pt idx="1326">
                  <c:v>24622</c:v>
                </c:pt>
                <c:pt idx="1327">
                  <c:v>32234</c:v>
                </c:pt>
                <c:pt idx="1328">
                  <c:v>28503</c:v>
                </c:pt>
                <c:pt idx="1329">
                  <c:v>25248</c:v>
                </c:pt>
                <c:pt idx="1330">
                  <c:v>25905</c:v>
                </c:pt>
                <c:pt idx="1331">
                  <c:v>15008</c:v>
                </c:pt>
                <c:pt idx="1332">
                  <c:v>18714</c:v>
                </c:pt>
                <c:pt idx="1333">
                  <c:v>15267</c:v>
                </c:pt>
                <c:pt idx="1334">
                  <c:v>21219</c:v>
                </c:pt>
                <c:pt idx="1335">
                  <c:v>22213</c:v>
                </c:pt>
                <c:pt idx="1336">
                  <c:v>32618</c:v>
                </c:pt>
                <c:pt idx="1337">
                  <c:v>25276</c:v>
                </c:pt>
                <c:pt idx="1338">
                  <c:v>23142</c:v>
                </c:pt>
                <c:pt idx="1339">
                  <c:v>38712</c:v>
                </c:pt>
                <c:pt idx="1340">
                  <c:v>29577</c:v>
                </c:pt>
                <c:pt idx="1341">
                  <c:v>21049</c:v>
                </c:pt>
                <c:pt idx="1342">
                  <c:v>22090</c:v>
                </c:pt>
                <c:pt idx="1343">
                  <c:v>23351</c:v>
                </c:pt>
                <c:pt idx="1344">
                  <c:v>18997</c:v>
                </c:pt>
                <c:pt idx="1345">
                  <c:v>16145</c:v>
                </c:pt>
                <c:pt idx="1346">
                  <c:v>16160</c:v>
                </c:pt>
                <c:pt idx="1347">
                  <c:v>19612</c:v>
                </c:pt>
                <c:pt idx="1348">
                  <c:v>11179</c:v>
                </c:pt>
                <c:pt idx="1349">
                  <c:v>5926</c:v>
                </c:pt>
                <c:pt idx="1350">
                  <c:v>25841</c:v>
                </c:pt>
                <c:pt idx="1351">
                  <c:v>25916</c:v>
                </c:pt>
                <c:pt idx="1352">
                  <c:v>24454</c:v>
                </c:pt>
                <c:pt idx="1353">
                  <c:v>22336</c:v>
                </c:pt>
                <c:pt idx="1354">
                  <c:v>17593</c:v>
                </c:pt>
                <c:pt idx="1355">
                  <c:v>13643</c:v>
                </c:pt>
                <c:pt idx="1356">
                  <c:v>14205</c:v>
                </c:pt>
                <c:pt idx="1357">
                  <c:v>16750</c:v>
                </c:pt>
                <c:pt idx="1358">
                  <c:v>18173</c:v>
                </c:pt>
                <c:pt idx="1359">
                  <c:v>12773</c:v>
                </c:pt>
                <c:pt idx="1360">
                  <c:v>19207</c:v>
                </c:pt>
                <c:pt idx="1361">
                  <c:v>18535</c:v>
                </c:pt>
                <c:pt idx="1362">
                  <c:v>18922</c:v>
                </c:pt>
                <c:pt idx="1363">
                  <c:v>17917</c:v>
                </c:pt>
                <c:pt idx="1364">
                  <c:v>16353</c:v>
                </c:pt>
                <c:pt idx="1365">
                  <c:v>18524</c:v>
                </c:pt>
                <c:pt idx="1366">
                  <c:v>14619</c:v>
                </c:pt>
                <c:pt idx="1367">
                  <c:v>16707</c:v>
                </c:pt>
                <c:pt idx="1368">
                  <c:v>15615</c:v>
                </c:pt>
                <c:pt idx="1369">
                  <c:v>16106</c:v>
                </c:pt>
                <c:pt idx="1370">
                  <c:v>19348</c:v>
                </c:pt>
                <c:pt idx="1371">
                  <c:v>22930</c:v>
                </c:pt>
                <c:pt idx="1372">
                  <c:v>16489</c:v>
                </c:pt>
                <c:pt idx="1373">
                  <c:v>14241</c:v>
                </c:pt>
                <c:pt idx="1374">
                  <c:v>15426</c:v>
                </c:pt>
                <c:pt idx="1375">
                  <c:v>16096</c:v>
                </c:pt>
                <c:pt idx="1376">
                  <c:v>21728</c:v>
                </c:pt>
                <c:pt idx="1377">
                  <c:v>15232</c:v>
                </c:pt>
                <c:pt idx="1378">
                  <c:v>16777</c:v>
                </c:pt>
                <c:pt idx="1379">
                  <c:v>16419</c:v>
                </c:pt>
                <c:pt idx="1380">
                  <c:v>22254</c:v>
                </c:pt>
                <c:pt idx="1381">
                  <c:v>25605</c:v>
                </c:pt>
                <c:pt idx="1382">
                  <c:v>18213</c:v>
                </c:pt>
                <c:pt idx="1383">
                  <c:v>15344</c:v>
                </c:pt>
                <c:pt idx="1384">
                  <c:v>14553</c:v>
                </c:pt>
                <c:pt idx="1385">
                  <c:v>11580</c:v>
                </c:pt>
                <c:pt idx="1386">
                  <c:v>10700</c:v>
                </c:pt>
                <c:pt idx="1387">
                  <c:v>10488</c:v>
                </c:pt>
                <c:pt idx="1388">
                  <c:v>12965</c:v>
                </c:pt>
                <c:pt idx="1389">
                  <c:v>14908</c:v>
                </c:pt>
                <c:pt idx="1390">
                  <c:v>15285</c:v>
                </c:pt>
                <c:pt idx="1391">
                  <c:v>13790</c:v>
                </c:pt>
                <c:pt idx="1392">
                  <c:v>19051</c:v>
                </c:pt>
                <c:pt idx="1393">
                  <c:v>18663</c:v>
                </c:pt>
                <c:pt idx="1394">
                  <c:v>20630</c:v>
                </c:pt>
                <c:pt idx="1395">
                  <c:v>22395</c:v>
                </c:pt>
                <c:pt idx="1396">
                  <c:v>18806</c:v>
                </c:pt>
                <c:pt idx="1397">
                  <c:v>20535</c:v>
                </c:pt>
                <c:pt idx="1398">
                  <c:v>20210</c:v>
                </c:pt>
                <c:pt idx="1399">
                  <c:v>24271</c:v>
                </c:pt>
                <c:pt idx="1400">
                  <c:v>20903</c:v>
                </c:pt>
                <c:pt idx="1401">
                  <c:v>21811</c:v>
                </c:pt>
                <c:pt idx="1402">
                  <c:v>18740</c:v>
                </c:pt>
                <c:pt idx="1403">
                  <c:v>18404</c:v>
                </c:pt>
                <c:pt idx="1404">
                  <c:v>15088</c:v>
                </c:pt>
                <c:pt idx="1405">
                  <c:v>15162</c:v>
                </c:pt>
                <c:pt idx="1406">
                  <c:v>13092</c:v>
                </c:pt>
                <c:pt idx="1407">
                  <c:v>11001</c:v>
                </c:pt>
                <c:pt idx="1408">
                  <c:v>15070</c:v>
                </c:pt>
                <c:pt idx="1409">
                  <c:v>15046</c:v>
                </c:pt>
                <c:pt idx="1410">
                  <c:v>20024</c:v>
                </c:pt>
                <c:pt idx="1411">
                  <c:v>20944</c:v>
                </c:pt>
                <c:pt idx="1412">
                  <c:v>28565</c:v>
                </c:pt>
                <c:pt idx="1413">
                  <c:v>28226</c:v>
                </c:pt>
                <c:pt idx="1414">
                  <c:v>30272</c:v>
                </c:pt>
                <c:pt idx="1415">
                  <c:v>19250</c:v>
                </c:pt>
                <c:pt idx="1416">
                  <c:v>18921</c:v>
                </c:pt>
                <c:pt idx="1417">
                  <c:v>17261</c:v>
                </c:pt>
                <c:pt idx="1418">
                  <c:v>15311</c:v>
                </c:pt>
                <c:pt idx="1419">
                  <c:v>16197</c:v>
                </c:pt>
                <c:pt idx="1420">
                  <c:v>14542</c:v>
                </c:pt>
                <c:pt idx="1421">
                  <c:v>15510</c:v>
                </c:pt>
                <c:pt idx="1422">
                  <c:v>21983</c:v>
                </c:pt>
                <c:pt idx="1423">
                  <c:v>24166</c:v>
                </c:pt>
                <c:pt idx="1424">
                  <c:v>19634</c:v>
                </c:pt>
                <c:pt idx="1425">
                  <c:v>18463</c:v>
                </c:pt>
                <c:pt idx="1426">
                  <c:v>17248</c:v>
                </c:pt>
                <c:pt idx="1427">
                  <c:v>16724</c:v>
                </c:pt>
                <c:pt idx="1428">
                  <c:v>16455</c:v>
                </c:pt>
                <c:pt idx="1429">
                  <c:v>13909</c:v>
                </c:pt>
                <c:pt idx="1430">
                  <c:v>17154</c:v>
                </c:pt>
                <c:pt idx="1431">
                  <c:v>17468</c:v>
                </c:pt>
                <c:pt idx="1432">
                  <c:v>12824</c:v>
                </c:pt>
                <c:pt idx="1433">
                  <c:v>10247</c:v>
                </c:pt>
                <c:pt idx="1434">
                  <c:v>11868</c:v>
                </c:pt>
                <c:pt idx="1435">
                  <c:v>17710</c:v>
                </c:pt>
                <c:pt idx="1436">
                  <c:v>19499</c:v>
                </c:pt>
                <c:pt idx="1437">
                  <c:v>25059</c:v>
                </c:pt>
                <c:pt idx="1438">
                  <c:v>25051</c:v>
                </c:pt>
                <c:pt idx="1439">
                  <c:v>22565</c:v>
                </c:pt>
                <c:pt idx="1440">
                  <c:v>21695</c:v>
                </c:pt>
                <c:pt idx="1441">
                  <c:v>23867</c:v>
                </c:pt>
                <c:pt idx="1442">
                  <c:v>19999</c:v>
                </c:pt>
                <c:pt idx="1443">
                  <c:v>14188</c:v>
                </c:pt>
                <c:pt idx="1444">
                  <c:v>16385</c:v>
                </c:pt>
                <c:pt idx="1445">
                  <c:v>16949</c:v>
                </c:pt>
                <c:pt idx="1446">
                  <c:v>15597</c:v>
                </c:pt>
                <c:pt idx="1447">
                  <c:v>12368</c:v>
                </c:pt>
                <c:pt idx="1448">
                  <c:v>13749</c:v>
                </c:pt>
                <c:pt idx="1449">
                  <c:v>13580</c:v>
                </c:pt>
                <c:pt idx="1450">
                  <c:v>15092</c:v>
                </c:pt>
                <c:pt idx="1451">
                  <c:v>14119</c:v>
                </c:pt>
                <c:pt idx="1452">
                  <c:v>17452</c:v>
                </c:pt>
                <c:pt idx="1453">
                  <c:v>17110</c:v>
                </c:pt>
                <c:pt idx="1454">
                  <c:v>15526</c:v>
                </c:pt>
                <c:pt idx="1455">
                  <c:v>15528</c:v>
                </c:pt>
                <c:pt idx="1456">
                  <c:v>14581</c:v>
                </c:pt>
                <c:pt idx="1457">
                  <c:v>12579</c:v>
                </c:pt>
                <c:pt idx="1458">
                  <c:v>11814</c:v>
                </c:pt>
                <c:pt idx="1459">
                  <c:v>12738</c:v>
                </c:pt>
                <c:pt idx="1460">
                  <c:v>16813</c:v>
                </c:pt>
                <c:pt idx="1461">
                  <c:v>14701</c:v>
                </c:pt>
                <c:pt idx="1462">
                  <c:v>15104</c:v>
                </c:pt>
                <c:pt idx="1463">
                  <c:v>13417</c:v>
                </c:pt>
                <c:pt idx="1464">
                  <c:v>12913</c:v>
                </c:pt>
                <c:pt idx="1465">
                  <c:v>13121</c:v>
                </c:pt>
                <c:pt idx="1466">
                  <c:v>13856</c:v>
                </c:pt>
                <c:pt idx="1467">
                  <c:v>15400</c:v>
                </c:pt>
                <c:pt idx="1468">
                  <c:v>11965</c:v>
                </c:pt>
                <c:pt idx="1469">
                  <c:v>15640</c:v>
                </c:pt>
                <c:pt idx="1470">
                  <c:v>12548</c:v>
                </c:pt>
                <c:pt idx="1471">
                  <c:v>14822</c:v>
                </c:pt>
                <c:pt idx="1472">
                  <c:v>18891</c:v>
                </c:pt>
                <c:pt idx="1473">
                  <c:v>16154</c:v>
                </c:pt>
                <c:pt idx="1474">
                  <c:v>18901</c:v>
                </c:pt>
                <c:pt idx="1475">
                  <c:v>21801</c:v>
                </c:pt>
                <c:pt idx="1476">
                  <c:v>18778</c:v>
                </c:pt>
                <c:pt idx="1477">
                  <c:v>15176</c:v>
                </c:pt>
                <c:pt idx="1478">
                  <c:v>19276</c:v>
                </c:pt>
                <c:pt idx="1479">
                  <c:v>16368</c:v>
                </c:pt>
                <c:pt idx="1480">
                  <c:v>14635</c:v>
                </c:pt>
                <c:pt idx="1481">
                  <c:v>13861</c:v>
                </c:pt>
                <c:pt idx="1482">
                  <c:v>18941</c:v>
                </c:pt>
                <c:pt idx="1483">
                  <c:v>18853</c:v>
                </c:pt>
                <c:pt idx="1484">
                  <c:v>21326</c:v>
                </c:pt>
                <c:pt idx="1485">
                  <c:v>26269</c:v>
                </c:pt>
                <c:pt idx="1486">
                  <c:v>18282</c:v>
                </c:pt>
                <c:pt idx="1487">
                  <c:v>14895</c:v>
                </c:pt>
                <c:pt idx="1488">
                  <c:v>15156</c:v>
                </c:pt>
                <c:pt idx="1489">
                  <c:v>13276</c:v>
                </c:pt>
                <c:pt idx="1490">
                  <c:v>13860</c:v>
                </c:pt>
                <c:pt idx="1491">
                  <c:v>15129</c:v>
                </c:pt>
                <c:pt idx="1492">
                  <c:v>14353</c:v>
                </c:pt>
                <c:pt idx="1493">
                  <c:v>16187</c:v>
                </c:pt>
                <c:pt idx="1494">
                  <c:v>18625</c:v>
                </c:pt>
                <c:pt idx="1495">
                  <c:v>16648</c:v>
                </c:pt>
                <c:pt idx="1496">
                  <c:v>14714</c:v>
                </c:pt>
                <c:pt idx="1497">
                  <c:v>12924</c:v>
                </c:pt>
                <c:pt idx="1498">
                  <c:v>12018</c:v>
                </c:pt>
                <c:pt idx="1499">
                  <c:v>15061</c:v>
                </c:pt>
                <c:pt idx="1500">
                  <c:v>13721</c:v>
                </c:pt>
                <c:pt idx="1501">
                  <c:v>13631</c:v>
                </c:pt>
                <c:pt idx="1502">
                  <c:v>17328</c:v>
                </c:pt>
                <c:pt idx="1503">
                  <c:v>17288</c:v>
                </c:pt>
                <c:pt idx="1504">
                  <c:v>18980</c:v>
                </c:pt>
                <c:pt idx="1505">
                  <c:v>17101</c:v>
                </c:pt>
                <c:pt idx="1506">
                  <c:v>15824</c:v>
                </c:pt>
                <c:pt idx="1507">
                  <c:v>15718</c:v>
                </c:pt>
                <c:pt idx="1508">
                  <c:v>16840</c:v>
                </c:pt>
                <c:pt idx="1509">
                  <c:v>15207</c:v>
                </c:pt>
                <c:pt idx="1510">
                  <c:v>12544</c:v>
                </c:pt>
                <c:pt idx="1511">
                  <c:v>16211</c:v>
                </c:pt>
                <c:pt idx="1512">
                  <c:v>16504</c:v>
                </c:pt>
                <c:pt idx="1513">
                  <c:v>16543</c:v>
                </c:pt>
                <c:pt idx="1514">
                  <c:v>14034</c:v>
                </c:pt>
                <c:pt idx="1515">
                  <c:v>14726</c:v>
                </c:pt>
                <c:pt idx="1516">
                  <c:v>16515</c:v>
                </c:pt>
                <c:pt idx="1517">
                  <c:v>16316</c:v>
                </c:pt>
                <c:pt idx="1518">
                  <c:v>16038</c:v>
                </c:pt>
                <c:pt idx="1519">
                  <c:v>15204</c:v>
                </c:pt>
                <c:pt idx="1520">
                  <c:v>15640</c:v>
                </c:pt>
                <c:pt idx="1521">
                  <c:v>18234</c:v>
                </c:pt>
                <c:pt idx="1522">
                  <c:v>12894</c:v>
                </c:pt>
                <c:pt idx="1523">
                  <c:v>13167</c:v>
                </c:pt>
                <c:pt idx="1524">
                  <c:v>14451</c:v>
                </c:pt>
                <c:pt idx="1525">
                  <c:v>14344</c:v>
                </c:pt>
                <c:pt idx="1526">
                  <c:v>10366</c:v>
                </c:pt>
                <c:pt idx="1527">
                  <c:v>11459</c:v>
                </c:pt>
                <c:pt idx="1528">
                  <c:v>11390</c:v>
                </c:pt>
                <c:pt idx="1529">
                  <c:v>11646</c:v>
                </c:pt>
                <c:pt idx="1530">
                  <c:v>9816</c:v>
                </c:pt>
                <c:pt idx="1531">
                  <c:v>14370</c:v>
                </c:pt>
                <c:pt idx="1532">
                  <c:v>15167</c:v>
                </c:pt>
                <c:pt idx="1533">
                  <c:v>14162</c:v>
                </c:pt>
                <c:pt idx="1534">
                  <c:v>11808</c:v>
                </c:pt>
                <c:pt idx="1535">
                  <c:v>11753</c:v>
                </c:pt>
                <c:pt idx="1536">
                  <c:v>12765</c:v>
                </c:pt>
                <c:pt idx="1537">
                  <c:v>10617</c:v>
                </c:pt>
                <c:pt idx="1538">
                  <c:v>12859</c:v>
                </c:pt>
                <c:pt idx="1539">
                  <c:v>17367</c:v>
                </c:pt>
                <c:pt idx="1540">
                  <c:v>18990</c:v>
                </c:pt>
                <c:pt idx="1541">
                  <c:v>21036</c:v>
                </c:pt>
                <c:pt idx="1542">
                  <c:v>24971</c:v>
                </c:pt>
                <c:pt idx="1543">
                  <c:v>26058</c:v>
                </c:pt>
                <c:pt idx="1544">
                  <c:v>24520</c:v>
                </c:pt>
                <c:pt idx="1545">
                  <c:v>24964</c:v>
                </c:pt>
                <c:pt idx="1546">
                  <c:v>19145</c:v>
                </c:pt>
                <c:pt idx="1547">
                  <c:v>21888</c:v>
                </c:pt>
                <c:pt idx="1548">
                  <c:v>13668</c:v>
                </c:pt>
                <c:pt idx="1549">
                  <c:v>11163</c:v>
                </c:pt>
                <c:pt idx="1550">
                  <c:v>13333</c:v>
                </c:pt>
                <c:pt idx="1551">
                  <c:v>10775</c:v>
                </c:pt>
                <c:pt idx="1552">
                  <c:v>13131</c:v>
                </c:pt>
                <c:pt idx="1553">
                  <c:v>8639</c:v>
                </c:pt>
                <c:pt idx="1554">
                  <c:v>11866</c:v>
                </c:pt>
                <c:pt idx="1555">
                  <c:v>11607</c:v>
                </c:pt>
                <c:pt idx="1556">
                  <c:v>16507</c:v>
                </c:pt>
                <c:pt idx="1557">
                  <c:v>10642</c:v>
                </c:pt>
                <c:pt idx="1558">
                  <c:v>13684</c:v>
                </c:pt>
                <c:pt idx="1559">
                  <c:v>14882</c:v>
                </c:pt>
                <c:pt idx="1560">
                  <c:v>16481</c:v>
                </c:pt>
                <c:pt idx="1561">
                  <c:v>11953</c:v>
                </c:pt>
                <c:pt idx="1562">
                  <c:v>12836</c:v>
                </c:pt>
                <c:pt idx="1563">
                  <c:v>11197</c:v>
                </c:pt>
                <c:pt idx="1564">
                  <c:v>11047</c:v>
                </c:pt>
                <c:pt idx="1565">
                  <c:v>9959</c:v>
                </c:pt>
                <c:pt idx="1566">
                  <c:v>11171</c:v>
                </c:pt>
                <c:pt idx="1567">
                  <c:v>10473</c:v>
                </c:pt>
                <c:pt idx="1568">
                  <c:v>11419</c:v>
                </c:pt>
                <c:pt idx="1569">
                  <c:v>9583</c:v>
                </c:pt>
                <c:pt idx="1570">
                  <c:v>11637</c:v>
                </c:pt>
                <c:pt idx="1571">
                  <c:v>11206</c:v>
                </c:pt>
                <c:pt idx="1572">
                  <c:v>8589</c:v>
                </c:pt>
                <c:pt idx="1573">
                  <c:v>10269</c:v>
                </c:pt>
                <c:pt idx="1574">
                  <c:v>11793</c:v>
                </c:pt>
                <c:pt idx="1575">
                  <c:v>12063</c:v>
                </c:pt>
                <c:pt idx="1576">
                  <c:v>13673</c:v>
                </c:pt>
                <c:pt idx="1577">
                  <c:v>14076</c:v>
                </c:pt>
                <c:pt idx="1578">
                  <c:v>13013</c:v>
                </c:pt>
                <c:pt idx="1579">
                  <c:v>12451</c:v>
                </c:pt>
                <c:pt idx="1580">
                  <c:v>8781</c:v>
                </c:pt>
                <c:pt idx="1581">
                  <c:v>9499</c:v>
                </c:pt>
                <c:pt idx="1582">
                  <c:v>10146</c:v>
                </c:pt>
                <c:pt idx="1583">
                  <c:v>10005</c:v>
                </c:pt>
                <c:pt idx="1584">
                  <c:v>9555</c:v>
                </c:pt>
                <c:pt idx="1585">
                  <c:v>9678</c:v>
                </c:pt>
                <c:pt idx="1586">
                  <c:v>9853</c:v>
                </c:pt>
                <c:pt idx="1587">
                  <c:v>10447</c:v>
                </c:pt>
                <c:pt idx="1588">
                  <c:v>10166</c:v>
                </c:pt>
                <c:pt idx="1589">
                  <c:v>12940</c:v>
                </c:pt>
                <c:pt idx="1590">
                  <c:v>10383</c:v>
                </c:pt>
                <c:pt idx="1591">
                  <c:v>11050</c:v>
                </c:pt>
                <c:pt idx="1592">
                  <c:v>11173</c:v>
                </c:pt>
                <c:pt idx="1593">
                  <c:v>9365</c:v>
                </c:pt>
                <c:pt idx="1594">
                  <c:v>10509</c:v>
                </c:pt>
                <c:pt idx="1595">
                  <c:v>10360</c:v>
                </c:pt>
                <c:pt idx="1596">
                  <c:v>11181</c:v>
                </c:pt>
                <c:pt idx="1597">
                  <c:v>7455</c:v>
                </c:pt>
                <c:pt idx="1598">
                  <c:v>2659</c:v>
                </c:pt>
                <c:pt idx="1599">
                  <c:v>10231</c:v>
                </c:pt>
                <c:pt idx="1600">
                  <c:v>8729</c:v>
                </c:pt>
                <c:pt idx="1601">
                  <c:v>9737</c:v>
                </c:pt>
                <c:pt idx="1602">
                  <c:v>8920</c:v>
                </c:pt>
                <c:pt idx="1603">
                  <c:v>10414</c:v>
                </c:pt>
                <c:pt idx="1604">
                  <c:v>8516</c:v>
                </c:pt>
                <c:pt idx="1605">
                  <c:v>8979</c:v>
                </c:pt>
                <c:pt idx="1606">
                  <c:v>8154</c:v>
                </c:pt>
                <c:pt idx="1607">
                  <c:v>7769</c:v>
                </c:pt>
                <c:pt idx="1608">
                  <c:v>7588</c:v>
                </c:pt>
                <c:pt idx="1609">
                  <c:v>7900</c:v>
                </c:pt>
                <c:pt idx="1610">
                  <c:v>10752</c:v>
                </c:pt>
                <c:pt idx="1611">
                  <c:v>9228</c:v>
                </c:pt>
                <c:pt idx="1612">
                  <c:v>8576</c:v>
                </c:pt>
                <c:pt idx="1613">
                  <c:v>12595</c:v>
                </c:pt>
                <c:pt idx="1614">
                  <c:v>12422</c:v>
                </c:pt>
                <c:pt idx="1615">
                  <c:v>11955</c:v>
                </c:pt>
                <c:pt idx="1616">
                  <c:v>12311</c:v>
                </c:pt>
                <c:pt idx="1617">
                  <c:v>12317</c:v>
                </c:pt>
                <c:pt idx="1618">
                  <c:v>9681</c:v>
                </c:pt>
                <c:pt idx="1619">
                  <c:v>9104</c:v>
                </c:pt>
                <c:pt idx="1620">
                  <c:v>10264</c:v>
                </c:pt>
                <c:pt idx="1621">
                  <c:v>9831</c:v>
                </c:pt>
                <c:pt idx="1622">
                  <c:v>12296</c:v>
                </c:pt>
                <c:pt idx="1623">
                  <c:v>12617</c:v>
                </c:pt>
                <c:pt idx="1624">
                  <c:v>13367</c:v>
                </c:pt>
                <c:pt idx="1625">
                  <c:v>10964</c:v>
                </c:pt>
                <c:pt idx="1626">
                  <c:v>10339</c:v>
                </c:pt>
                <c:pt idx="1627">
                  <c:v>9145</c:v>
                </c:pt>
                <c:pt idx="1628">
                  <c:v>9855</c:v>
                </c:pt>
                <c:pt idx="1629">
                  <c:v>10502</c:v>
                </c:pt>
                <c:pt idx="1630">
                  <c:v>11122</c:v>
                </c:pt>
                <c:pt idx="1631">
                  <c:v>11431</c:v>
                </c:pt>
                <c:pt idx="1632">
                  <c:v>11494</c:v>
                </c:pt>
                <c:pt idx="1633">
                  <c:v>8407</c:v>
                </c:pt>
                <c:pt idx="1634">
                  <c:v>10232</c:v>
                </c:pt>
                <c:pt idx="1635">
                  <c:v>9135</c:v>
                </c:pt>
                <c:pt idx="1636">
                  <c:v>10044</c:v>
                </c:pt>
                <c:pt idx="1637">
                  <c:v>9917</c:v>
                </c:pt>
                <c:pt idx="1638">
                  <c:v>8800</c:v>
                </c:pt>
                <c:pt idx="1639">
                  <c:v>8592</c:v>
                </c:pt>
                <c:pt idx="1640">
                  <c:v>9639</c:v>
                </c:pt>
                <c:pt idx="1641">
                  <c:v>8496</c:v>
                </c:pt>
                <c:pt idx="1642">
                  <c:v>9095</c:v>
                </c:pt>
                <c:pt idx="1643">
                  <c:v>9514</c:v>
                </c:pt>
                <c:pt idx="1644">
                  <c:v>8760</c:v>
                </c:pt>
                <c:pt idx="1645">
                  <c:v>9502</c:v>
                </c:pt>
                <c:pt idx="1646">
                  <c:v>9106</c:v>
                </c:pt>
                <c:pt idx="1647">
                  <c:v>9569</c:v>
                </c:pt>
                <c:pt idx="1648">
                  <c:v>9476</c:v>
                </c:pt>
                <c:pt idx="1649">
                  <c:v>9847</c:v>
                </c:pt>
                <c:pt idx="1650">
                  <c:v>9270</c:v>
                </c:pt>
                <c:pt idx="1651">
                  <c:v>10148</c:v>
                </c:pt>
                <c:pt idx="1652">
                  <c:v>10417</c:v>
                </c:pt>
                <c:pt idx="1653">
                  <c:v>9971</c:v>
                </c:pt>
                <c:pt idx="1654">
                  <c:v>10058</c:v>
                </c:pt>
                <c:pt idx="1655">
                  <c:v>10281</c:v>
                </c:pt>
                <c:pt idx="1656">
                  <c:v>11074</c:v>
                </c:pt>
                <c:pt idx="1657">
                  <c:v>10373</c:v>
                </c:pt>
                <c:pt idx="1658">
                  <c:v>14836</c:v>
                </c:pt>
                <c:pt idx="1659">
                  <c:v>15781</c:v>
                </c:pt>
                <c:pt idx="1660">
                  <c:v>13994</c:v>
                </c:pt>
                <c:pt idx="1661">
                  <c:v>11577</c:v>
                </c:pt>
                <c:pt idx="1662">
                  <c:v>8457</c:v>
                </c:pt>
                <c:pt idx="1663">
                  <c:v>8673</c:v>
                </c:pt>
                <c:pt idx="1664">
                  <c:v>9058</c:v>
                </c:pt>
                <c:pt idx="1665">
                  <c:v>8076</c:v>
                </c:pt>
                <c:pt idx="1666">
                  <c:v>7308</c:v>
                </c:pt>
                <c:pt idx="1667">
                  <c:v>8905</c:v>
                </c:pt>
                <c:pt idx="1668">
                  <c:v>7115</c:v>
                </c:pt>
                <c:pt idx="1669">
                  <c:v>7968</c:v>
                </c:pt>
                <c:pt idx="1670">
                  <c:v>6973</c:v>
                </c:pt>
                <c:pt idx="1671">
                  <c:v>8404</c:v>
                </c:pt>
                <c:pt idx="1672">
                  <c:v>7152</c:v>
                </c:pt>
                <c:pt idx="1673">
                  <c:v>7580</c:v>
                </c:pt>
                <c:pt idx="1674">
                  <c:v>6737</c:v>
                </c:pt>
                <c:pt idx="1675">
                  <c:v>5593</c:v>
                </c:pt>
                <c:pt idx="1676">
                  <c:v>6770</c:v>
                </c:pt>
                <c:pt idx="1677">
                  <c:v>5985</c:v>
                </c:pt>
                <c:pt idx="1678">
                  <c:v>7335</c:v>
                </c:pt>
                <c:pt idx="1679">
                  <c:v>6770</c:v>
                </c:pt>
                <c:pt idx="1680">
                  <c:v>6262</c:v>
                </c:pt>
                <c:pt idx="1681">
                  <c:v>8005</c:v>
                </c:pt>
                <c:pt idx="1682">
                  <c:v>9224</c:v>
                </c:pt>
                <c:pt idx="1683">
                  <c:v>9025</c:v>
                </c:pt>
                <c:pt idx="1684">
                  <c:v>8969</c:v>
                </c:pt>
                <c:pt idx="1685">
                  <c:v>6997</c:v>
                </c:pt>
                <c:pt idx="1686">
                  <c:v>7811</c:v>
                </c:pt>
                <c:pt idx="1687">
                  <c:v>7115</c:v>
                </c:pt>
                <c:pt idx="1688">
                  <c:v>8606</c:v>
                </c:pt>
                <c:pt idx="1689">
                  <c:v>6666</c:v>
                </c:pt>
                <c:pt idx="1690">
                  <c:v>8700</c:v>
                </c:pt>
                <c:pt idx="1691">
                  <c:v>11130</c:v>
                </c:pt>
                <c:pt idx="1692">
                  <c:v>14127</c:v>
                </c:pt>
                <c:pt idx="1693">
                  <c:v>16330</c:v>
                </c:pt>
                <c:pt idx="1694">
                  <c:v>14209</c:v>
                </c:pt>
                <c:pt idx="1695">
                  <c:v>10971</c:v>
                </c:pt>
                <c:pt idx="1696">
                  <c:v>12548</c:v>
                </c:pt>
                <c:pt idx="1697">
                  <c:v>8825</c:v>
                </c:pt>
                <c:pt idx="1698">
                  <c:v>7993</c:v>
                </c:pt>
                <c:pt idx="1699">
                  <c:v>7897</c:v>
                </c:pt>
                <c:pt idx="1700">
                  <c:v>11052</c:v>
                </c:pt>
                <c:pt idx="1701">
                  <c:v>9115</c:v>
                </c:pt>
                <c:pt idx="1702">
                  <c:v>8519</c:v>
                </c:pt>
                <c:pt idx="1703">
                  <c:v>11356</c:v>
                </c:pt>
                <c:pt idx="1704">
                  <c:v>4672</c:v>
                </c:pt>
                <c:pt idx="1705">
                  <c:v>5368</c:v>
                </c:pt>
                <c:pt idx="1706">
                  <c:v>5853</c:v>
                </c:pt>
                <c:pt idx="1707">
                  <c:v>7555</c:v>
                </c:pt>
                <c:pt idx="1708">
                  <c:v>9208</c:v>
                </c:pt>
                <c:pt idx="1709">
                  <c:v>7844</c:v>
                </c:pt>
                <c:pt idx="1710">
                  <c:v>6227</c:v>
                </c:pt>
                <c:pt idx="1711">
                  <c:v>6928</c:v>
                </c:pt>
                <c:pt idx="1712">
                  <c:v>7904</c:v>
                </c:pt>
                <c:pt idx="1713">
                  <c:v>8095</c:v>
                </c:pt>
                <c:pt idx="1714">
                  <c:v>9669</c:v>
                </c:pt>
                <c:pt idx="1715">
                  <c:v>8952</c:v>
                </c:pt>
                <c:pt idx="1716">
                  <c:v>7198</c:v>
                </c:pt>
                <c:pt idx="1717">
                  <c:v>10655</c:v>
                </c:pt>
                <c:pt idx="1718">
                  <c:v>7089</c:v>
                </c:pt>
                <c:pt idx="1719">
                  <c:v>7026</c:v>
                </c:pt>
                <c:pt idx="1720">
                  <c:v>8426</c:v>
                </c:pt>
                <c:pt idx="1721">
                  <c:v>7610</c:v>
                </c:pt>
                <c:pt idx="1722">
                  <c:v>10844</c:v>
                </c:pt>
                <c:pt idx="1723">
                  <c:v>8372</c:v>
                </c:pt>
                <c:pt idx="1724">
                  <c:v>8780</c:v>
                </c:pt>
                <c:pt idx="1725">
                  <c:v>7193</c:v>
                </c:pt>
                <c:pt idx="1726">
                  <c:v>6364</c:v>
                </c:pt>
                <c:pt idx="1727">
                  <c:v>6416</c:v>
                </c:pt>
                <c:pt idx="1728">
                  <c:v>6149</c:v>
                </c:pt>
                <c:pt idx="1729">
                  <c:v>7923</c:v>
                </c:pt>
                <c:pt idx="1730">
                  <c:v>8838</c:v>
                </c:pt>
                <c:pt idx="1731">
                  <c:v>6194</c:v>
                </c:pt>
                <c:pt idx="1732">
                  <c:v>6975</c:v>
                </c:pt>
                <c:pt idx="1733">
                  <c:v>5654</c:v>
                </c:pt>
                <c:pt idx="1734">
                  <c:v>7768</c:v>
                </c:pt>
                <c:pt idx="1735">
                  <c:v>6582</c:v>
                </c:pt>
                <c:pt idx="1736">
                  <c:v>6418</c:v>
                </c:pt>
                <c:pt idx="1737">
                  <c:v>4542</c:v>
                </c:pt>
                <c:pt idx="1738">
                  <c:v>6367</c:v>
                </c:pt>
                <c:pt idx="1739">
                  <c:v>6270</c:v>
                </c:pt>
                <c:pt idx="1740">
                  <c:v>5888</c:v>
                </c:pt>
                <c:pt idx="1741">
                  <c:v>6569</c:v>
                </c:pt>
                <c:pt idx="1742">
                  <c:v>7631</c:v>
                </c:pt>
                <c:pt idx="1743">
                  <c:v>6239</c:v>
                </c:pt>
                <c:pt idx="1744">
                  <c:v>6750</c:v>
                </c:pt>
                <c:pt idx="1745">
                  <c:v>7751</c:v>
                </c:pt>
                <c:pt idx="1746">
                  <c:v>6954</c:v>
                </c:pt>
                <c:pt idx="1747">
                  <c:v>7398</c:v>
                </c:pt>
                <c:pt idx="1748">
                  <c:v>6918</c:v>
                </c:pt>
                <c:pt idx="1749">
                  <c:v>7949</c:v>
                </c:pt>
                <c:pt idx="1750">
                  <c:v>7147</c:v>
                </c:pt>
                <c:pt idx="1751">
                  <c:v>7909</c:v>
                </c:pt>
                <c:pt idx="1752">
                  <c:v>7088</c:v>
                </c:pt>
                <c:pt idx="1753">
                  <c:v>8059</c:v>
                </c:pt>
                <c:pt idx="1754">
                  <c:v>9320</c:v>
                </c:pt>
                <c:pt idx="1755">
                  <c:v>10413</c:v>
                </c:pt>
                <c:pt idx="1756">
                  <c:v>11072</c:v>
                </c:pt>
                <c:pt idx="1757">
                  <c:v>7948</c:v>
                </c:pt>
                <c:pt idx="1758">
                  <c:v>9131</c:v>
                </c:pt>
                <c:pt idx="1759">
                  <c:v>6693</c:v>
                </c:pt>
                <c:pt idx="1760">
                  <c:v>7000</c:v>
                </c:pt>
                <c:pt idx="1761">
                  <c:v>6604</c:v>
                </c:pt>
                <c:pt idx="1762">
                  <c:v>5707</c:v>
                </c:pt>
                <c:pt idx="1763">
                  <c:v>5794</c:v>
                </c:pt>
                <c:pt idx="1764">
                  <c:v>8762</c:v>
                </c:pt>
                <c:pt idx="1765">
                  <c:v>7325</c:v>
                </c:pt>
                <c:pt idx="1766">
                  <c:v>6773</c:v>
                </c:pt>
                <c:pt idx="1767">
                  <c:v>8957</c:v>
                </c:pt>
                <c:pt idx="1768">
                  <c:v>6978</c:v>
                </c:pt>
                <c:pt idx="1769">
                  <c:v>8273</c:v>
                </c:pt>
                <c:pt idx="1770">
                  <c:v>7996</c:v>
                </c:pt>
                <c:pt idx="1771">
                  <c:v>7915</c:v>
                </c:pt>
                <c:pt idx="1772">
                  <c:v>5998</c:v>
                </c:pt>
                <c:pt idx="1773">
                  <c:v>5509</c:v>
                </c:pt>
                <c:pt idx="1774">
                  <c:v>5709</c:v>
                </c:pt>
                <c:pt idx="1775">
                  <c:v>6021</c:v>
                </c:pt>
                <c:pt idx="1776">
                  <c:v>7723</c:v>
                </c:pt>
                <c:pt idx="1777">
                  <c:v>7119</c:v>
                </c:pt>
                <c:pt idx="1778">
                  <c:v>6518</c:v>
                </c:pt>
                <c:pt idx="1779">
                  <c:v>7536</c:v>
                </c:pt>
                <c:pt idx="1780">
                  <c:v>7307</c:v>
                </c:pt>
                <c:pt idx="1781">
                  <c:v>5282</c:v>
                </c:pt>
                <c:pt idx="1782">
                  <c:v>6168</c:v>
                </c:pt>
                <c:pt idx="1783">
                  <c:v>9088</c:v>
                </c:pt>
                <c:pt idx="1784">
                  <c:v>8236</c:v>
                </c:pt>
                <c:pt idx="1785">
                  <c:v>7858</c:v>
                </c:pt>
                <c:pt idx="1786">
                  <c:v>6848</c:v>
                </c:pt>
                <c:pt idx="1787">
                  <c:v>7132</c:v>
                </c:pt>
                <c:pt idx="1788">
                  <c:v>10437</c:v>
                </c:pt>
                <c:pt idx="1789">
                  <c:v>7390</c:v>
                </c:pt>
                <c:pt idx="1790">
                  <c:v>5807</c:v>
                </c:pt>
                <c:pt idx="1791">
                  <c:v>6686</c:v>
                </c:pt>
                <c:pt idx="1792">
                  <c:v>5987</c:v>
                </c:pt>
                <c:pt idx="1793">
                  <c:v>4971</c:v>
                </c:pt>
                <c:pt idx="1794">
                  <c:v>6269</c:v>
                </c:pt>
                <c:pt idx="1795">
                  <c:v>5558</c:v>
                </c:pt>
                <c:pt idx="1796">
                  <c:v>5942</c:v>
                </c:pt>
                <c:pt idx="1797">
                  <c:v>5370</c:v>
                </c:pt>
                <c:pt idx="1798">
                  <c:v>6546</c:v>
                </c:pt>
                <c:pt idx="1799">
                  <c:v>7714</c:v>
                </c:pt>
                <c:pt idx="1800">
                  <c:v>9246</c:v>
                </c:pt>
                <c:pt idx="1801">
                  <c:v>11881</c:v>
                </c:pt>
                <c:pt idx="1802">
                  <c:v>9787</c:v>
                </c:pt>
                <c:pt idx="1803">
                  <c:v>10798</c:v>
                </c:pt>
                <c:pt idx="1804">
                  <c:v>9843</c:v>
                </c:pt>
                <c:pt idx="1805">
                  <c:v>10260</c:v>
                </c:pt>
                <c:pt idx="1806">
                  <c:v>8474</c:v>
                </c:pt>
                <c:pt idx="1807">
                  <c:v>9429</c:v>
                </c:pt>
                <c:pt idx="1808">
                  <c:v>8365</c:v>
                </c:pt>
                <c:pt idx="1809">
                  <c:v>8892</c:v>
                </c:pt>
                <c:pt idx="1810">
                  <c:v>6806</c:v>
                </c:pt>
                <c:pt idx="1811">
                  <c:v>6757</c:v>
                </c:pt>
                <c:pt idx="1812">
                  <c:v>8475</c:v>
                </c:pt>
                <c:pt idx="1813">
                  <c:v>8342</c:v>
                </c:pt>
                <c:pt idx="1814">
                  <c:v>10058</c:v>
                </c:pt>
                <c:pt idx="1815">
                  <c:v>10245</c:v>
                </c:pt>
                <c:pt idx="1816">
                  <c:v>9622</c:v>
                </c:pt>
                <c:pt idx="1817">
                  <c:v>8086</c:v>
                </c:pt>
                <c:pt idx="1818">
                  <c:v>8475</c:v>
                </c:pt>
                <c:pt idx="1819">
                  <c:v>8504</c:v>
                </c:pt>
                <c:pt idx="1820">
                  <c:v>9898</c:v>
                </c:pt>
                <c:pt idx="1821">
                  <c:v>8858</c:v>
                </c:pt>
                <c:pt idx="1822">
                  <c:v>6707</c:v>
                </c:pt>
                <c:pt idx="1823">
                  <c:v>6880</c:v>
                </c:pt>
                <c:pt idx="1824">
                  <c:v>6573</c:v>
                </c:pt>
                <c:pt idx="1825">
                  <c:v>6710</c:v>
                </c:pt>
                <c:pt idx="1826">
                  <c:v>7857</c:v>
                </c:pt>
                <c:pt idx="1827">
                  <c:v>9101</c:v>
                </c:pt>
                <c:pt idx="1828">
                  <c:v>6778</c:v>
                </c:pt>
                <c:pt idx="1829">
                  <c:v>7067</c:v>
                </c:pt>
                <c:pt idx="1830">
                  <c:v>8058</c:v>
                </c:pt>
                <c:pt idx="1831">
                  <c:v>7501</c:v>
                </c:pt>
                <c:pt idx="1832">
                  <c:v>7261</c:v>
                </c:pt>
                <c:pt idx="1833">
                  <c:v>8336</c:v>
                </c:pt>
                <c:pt idx="1834">
                  <c:v>7488</c:v>
                </c:pt>
                <c:pt idx="1835">
                  <c:v>6136</c:v>
                </c:pt>
                <c:pt idx="1836">
                  <c:v>6434</c:v>
                </c:pt>
                <c:pt idx="1837">
                  <c:v>6536</c:v>
                </c:pt>
                <c:pt idx="1838">
                  <c:v>7937</c:v>
                </c:pt>
                <c:pt idx="1839">
                  <c:v>12857</c:v>
                </c:pt>
                <c:pt idx="1840">
                  <c:v>10705</c:v>
                </c:pt>
                <c:pt idx="1841">
                  <c:v>9989</c:v>
                </c:pt>
                <c:pt idx="1842">
                  <c:v>10444</c:v>
                </c:pt>
                <c:pt idx="1843">
                  <c:v>10690</c:v>
                </c:pt>
                <c:pt idx="1844">
                  <c:v>8520</c:v>
                </c:pt>
                <c:pt idx="1845">
                  <c:v>4220</c:v>
                </c:pt>
                <c:pt idx="1846">
                  <c:v>7043</c:v>
                </c:pt>
                <c:pt idx="1847">
                  <c:v>9311</c:v>
                </c:pt>
                <c:pt idx="1848">
                  <c:v>12029</c:v>
                </c:pt>
                <c:pt idx="1849">
                  <c:v>9930</c:v>
                </c:pt>
                <c:pt idx="1850">
                  <c:v>11491</c:v>
                </c:pt>
                <c:pt idx="1851">
                  <c:v>11260</c:v>
                </c:pt>
                <c:pt idx="1852">
                  <c:v>9144</c:v>
                </c:pt>
                <c:pt idx="1853">
                  <c:v>7915</c:v>
                </c:pt>
                <c:pt idx="1854">
                  <c:v>6956</c:v>
                </c:pt>
                <c:pt idx="1855">
                  <c:v>9401</c:v>
                </c:pt>
                <c:pt idx="1856">
                  <c:v>9318</c:v>
                </c:pt>
                <c:pt idx="1857">
                  <c:v>13071</c:v>
                </c:pt>
                <c:pt idx="1858">
                  <c:v>11096</c:v>
                </c:pt>
                <c:pt idx="1859">
                  <c:v>10666</c:v>
                </c:pt>
                <c:pt idx="1860">
                  <c:v>9874</c:v>
                </c:pt>
                <c:pt idx="1861">
                  <c:v>5546</c:v>
                </c:pt>
                <c:pt idx="1862">
                  <c:v>7050</c:v>
                </c:pt>
                <c:pt idx="1863">
                  <c:v>10690</c:v>
                </c:pt>
                <c:pt idx="1864">
                  <c:v>5353</c:v>
                </c:pt>
                <c:pt idx="1865">
                  <c:v>4758</c:v>
                </c:pt>
                <c:pt idx="1866">
                  <c:v>5504</c:v>
                </c:pt>
                <c:pt idx="1867">
                  <c:v>5895</c:v>
                </c:pt>
                <c:pt idx="1868">
                  <c:v>6128</c:v>
                </c:pt>
                <c:pt idx="1869">
                  <c:v>6740</c:v>
                </c:pt>
                <c:pt idx="1870">
                  <c:v>7202</c:v>
                </c:pt>
                <c:pt idx="1871">
                  <c:v>6073</c:v>
                </c:pt>
                <c:pt idx="1872">
                  <c:v>4569</c:v>
                </c:pt>
                <c:pt idx="1873">
                  <c:v>5151</c:v>
                </c:pt>
                <c:pt idx="1874">
                  <c:v>4362</c:v>
                </c:pt>
                <c:pt idx="1875">
                  <c:v>6089</c:v>
                </c:pt>
                <c:pt idx="1876">
                  <c:v>5664</c:v>
                </c:pt>
                <c:pt idx="1877">
                  <c:v>6694</c:v>
                </c:pt>
                <c:pt idx="1878">
                  <c:v>8478</c:v>
                </c:pt>
                <c:pt idx="1879">
                  <c:v>6801</c:v>
                </c:pt>
                <c:pt idx="1880">
                  <c:v>8638</c:v>
                </c:pt>
                <c:pt idx="1881">
                  <c:v>6423</c:v>
                </c:pt>
                <c:pt idx="1882">
                  <c:v>4301</c:v>
                </c:pt>
                <c:pt idx="1883">
                  <c:v>5095</c:v>
                </c:pt>
                <c:pt idx="1884">
                  <c:v>7359</c:v>
                </c:pt>
                <c:pt idx="1885">
                  <c:v>9158</c:v>
                </c:pt>
                <c:pt idx="1886">
                  <c:v>9766</c:v>
                </c:pt>
                <c:pt idx="1887">
                  <c:v>15221</c:v>
                </c:pt>
                <c:pt idx="1888">
                  <c:v>12174</c:v>
                </c:pt>
                <c:pt idx="1889">
                  <c:v>14772</c:v>
                </c:pt>
                <c:pt idx="1890">
                  <c:v>14329</c:v>
                </c:pt>
                <c:pt idx="1891">
                  <c:v>7213</c:v>
                </c:pt>
                <c:pt idx="1892">
                  <c:v>6362</c:v>
                </c:pt>
                <c:pt idx="1893">
                  <c:v>5400</c:v>
                </c:pt>
                <c:pt idx="1894">
                  <c:v>7605</c:v>
                </c:pt>
                <c:pt idx="1895">
                  <c:v>5619</c:v>
                </c:pt>
                <c:pt idx="1896">
                  <c:v>8564</c:v>
                </c:pt>
                <c:pt idx="1897">
                  <c:v>10542</c:v>
                </c:pt>
                <c:pt idx="1898">
                  <c:v>14644</c:v>
                </c:pt>
                <c:pt idx="1899">
                  <c:v>11789</c:v>
                </c:pt>
                <c:pt idx="1900">
                  <c:v>12206</c:v>
                </c:pt>
                <c:pt idx="1901">
                  <c:v>11067</c:v>
                </c:pt>
                <c:pt idx="1902">
                  <c:v>11059</c:v>
                </c:pt>
                <c:pt idx="1903">
                  <c:v>12775</c:v>
                </c:pt>
                <c:pt idx="1904">
                  <c:v>8194</c:v>
                </c:pt>
                <c:pt idx="1905">
                  <c:v>9775</c:v>
                </c:pt>
                <c:pt idx="1906">
                  <c:v>6902</c:v>
                </c:pt>
                <c:pt idx="1907">
                  <c:v>5209</c:v>
                </c:pt>
                <c:pt idx="1908">
                  <c:v>6116</c:v>
                </c:pt>
                <c:pt idx="1909">
                  <c:v>5747</c:v>
                </c:pt>
                <c:pt idx="1910">
                  <c:v>8751</c:v>
                </c:pt>
                <c:pt idx="1911">
                  <c:v>5649</c:v>
                </c:pt>
                <c:pt idx="1912">
                  <c:v>7246</c:v>
                </c:pt>
                <c:pt idx="1913">
                  <c:v>4978</c:v>
                </c:pt>
                <c:pt idx="1914">
                  <c:v>8017</c:v>
                </c:pt>
                <c:pt idx="1915">
                  <c:v>6406</c:v>
                </c:pt>
                <c:pt idx="1916">
                  <c:v>4964</c:v>
                </c:pt>
                <c:pt idx="1917">
                  <c:v>8439</c:v>
                </c:pt>
                <c:pt idx="1918">
                  <c:v>5624</c:v>
                </c:pt>
                <c:pt idx="1919">
                  <c:v>6194</c:v>
                </c:pt>
                <c:pt idx="1920">
                  <c:v>6652</c:v>
                </c:pt>
                <c:pt idx="1921">
                  <c:v>4282</c:v>
                </c:pt>
                <c:pt idx="1922">
                  <c:v>3563</c:v>
                </c:pt>
                <c:pt idx="1923">
                  <c:v>3850</c:v>
                </c:pt>
                <c:pt idx="1924">
                  <c:v>5365</c:v>
                </c:pt>
                <c:pt idx="1925">
                  <c:v>7607</c:v>
                </c:pt>
                <c:pt idx="1926">
                  <c:v>6156</c:v>
                </c:pt>
                <c:pt idx="1927">
                  <c:v>3418</c:v>
                </c:pt>
                <c:pt idx="1928">
                  <c:v>4505</c:v>
                </c:pt>
                <c:pt idx="1929">
                  <c:v>3495</c:v>
                </c:pt>
                <c:pt idx="1930">
                  <c:v>4092</c:v>
                </c:pt>
                <c:pt idx="1931">
                  <c:v>4345</c:v>
                </c:pt>
                <c:pt idx="1932">
                  <c:v>5405</c:v>
                </c:pt>
                <c:pt idx="1933">
                  <c:v>5157</c:v>
                </c:pt>
                <c:pt idx="1934">
                  <c:v>9120</c:v>
                </c:pt>
                <c:pt idx="1935">
                  <c:v>9636</c:v>
                </c:pt>
                <c:pt idx="1936">
                  <c:v>6105</c:v>
                </c:pt>
                <c:pt idx="1937">
                  <c:v>4885</c:v>
                </c:pt>
                <c:pt idx="1938">
                  <c:v>5031</c:v>
                </c:pt>
                <c:pt idx="1939">
                  <c:v>4858</c:v>
                </c:pt>
                <c:pt idx="1940">
                  <c:v>3966</c:v>
                </c:pt>
                <c:pt idx="1941">
                  <c:v>5604</c:v>
                </c:pt>
                <c:pt idx="1942">
                  <c:v>4963</c:v>
                </c:pt>
                <c:pt idx="1943">
                  <c:v>5309</c:v>
                </c:pt>
                <c:pt idx="1944">
                  <c:v>4549</c:v>
                </c:pt>
                <c:pt idx="1945">
                  <c:v>4868</c:v>
                </c:pt>
                <c:pt idx="1946">
                  <c:v>4088</c:v>
                </c:pt>
                <c:pt idx="1947">
                  <c:v>5809</c:v>
                </c:pt>
                <c:pt idx="1948">
                  <c:v>5959</c:v>
                </c:pt>
                <c:pt idx="1949">
                  <c:v>9835</c:v>
                </c:pt>
                <c:pt idx="1950">
                  <c:v>8000</c:v>
                </c:pt>
                <c:pt idx="1951">
                  <c:v>8414</c:v>
                </c:pt>
                <c:pt idx="1952">
                  <c:v>6737</c:v>
                </c:pt>
                <c:pt idx="1953">
                  <c:v>6763</c:v>
                </c:pt>
                <c:pt idx="1954">
                  <c:v>4091</c:v>
                </c:pt>
                <c:pt idx="1955">
                  <c:v>5476</c:v>
                </c:pt>
                <c:pt idx="1956">
                  <c:v>4713</c:v>
                </c:pt>
                <c:pt idx="1957">
                  <c:v>3820</c:v>
                </c:pt>
                <c:pt idx="1958">
                  <c:v>4732</c:v>
                </c:pt>
                <c:pt idx="1959">
                  <c:v>5034</c:v>
                </c:pt>
                <c:pt idx="1960">
                  <c:v>4400</c:v>
                </c:pt>
                <c:pt idx="1961">
                  <c:v>4254</c:v>
                </c:pt>
                <c:pt idx="1962">
                  <c:v>6742</c:v>
                </c:pt>
                <c:pt idx="1963">
                  <c:v>5775</c:v>
                </c:pt>
                <c:pt idx="1964">
                  <c:v>10291</c:v>
                </c:pt>
                <c:pt idx="1965">
                  <c:v>7126</c:v>
                </c:pt>
                <c:pt idx="1966">
                  <c:v>6949</c:v>
                </c:pt>
                <c:pt idx="1967">
                  <c:v>7624</c:v>
                </c:pt>
                <c:pt idx="1968">
                  <c:v>6669</c:v>
                </c:pt>
                <c:pt idx="1969">
                  <c:v>6438</c:v>
                </c:pt>
                <c:pt idx="1970">
                  <c:v>5586</c:v>
                </c:pt>
                <c:pt idx="1971">
                  <c:v>7381</c:v>
                </c:pt>
                <c:pt idx="1972">
                  <c:v>7480</c:v>
                </c:pt>
                <c:pt idx="1973">
                  <c:v>8344</c:v>
                </c:pt>
                <c:pt idx="1974">
                  <c:v>13549</c:v>
                </c:pt>
                <c:pt idx="1975">
                  <c:v>17327</c:v>
                </c:pt>
                <c:pt idx="1976">
                  <c:v>10116</c:v>
                </c:pt>
                <c:pt idx="1977">
                  <c:v>10441</c:v>
                </c:pt>
                <c:pt idx="1978">
                  <c:v>10035</c:v>
                </c:pt>
                <c:pt idx="1979">
                  <c:v>7964</c:v>
                </c:pt>
                <c:pt idx="1980">
                  <c:v>7764</c:v>
                </c:pt>
                <c:pt idx="1981">
                  <c:v>6811</c:v>
                </c:pt>
                <c:pt idx="1982">
                  <c:v>7565</c:v>
                </c:pt>
                <c:pt idx="1983">
                  <c:v>8470</c:v>
                </c:pt>
                <c:pt idx="1984">
                  <c:v>9365</c:v>
                </c:pt>
                <c:pt idx="1985">
                  <c:v>12361</c:v>
                </c:pt>
                <c:pt idx="1986">
                  <c:v>12032</c:v>
                </c:pt>
                <c:pt idx="1987">
                  <c:v>9067</c:v>
                </c:pt>
                <c:pt idx="1988">
                  <c:v>7430</c:v>
                </c:pt>
                <c:pt idx="1989">
                  <c:v>5459</c:v>
                </c:pt>
                <c:pt idx="1990">
                  <c:v>6235</c:v>
                </c:pt>
                <c:pt idx="1991">
                  <c:v>6362</c:v>
                </c:pt>
                <c:pt idx="1992">
                  <c:v>5776</c:v>
                </c:pt>
                <c:pt idx="1993">
                  <c:v>5908</c:v>
                </c:pt>
                <c:pt idx="1994">
                  <c:v>7633</c:v>
                </c:pt>
                <c:pt idx="1995">
                  <c:v>7532</c:v>
                </c:pt>
                <c:pt idx="1996">
                  <c:v>6519</c:v>
                </c:pt>
                <c:pt idx="1997">
                  <c:v>5433</c:v>
                </c:pt>
                <c:pt idx="1998">
                  <c:v>6837</c:v>
                </c:pt>
                <c:pt idx="1999">
                  <c:v>8608</c:v>
                </c:pt>
                <c:pt idx="2000">
                  <c:v>9419</c:v>
                </c:pt>
                <c:pt idx="2001">
                  <c:v>11920</c:v>
                </c:pt>
                <c:pt idx="2002">
                  <c:v>11717</c:v>
                </c:pt>
                <c:pt idx="2003">
                  <c:v>11338</c:v>
                </c:pt>
                <c:pt idx="2004">
                  <c:v>11170</c:v>
                </c:pt>
                <c:pt idx="2005">
                  <c:v>8267</c:v>
                </c:pt>
                <c:pt idx="2006">
                  <c:v>6999</c:v>
                </c:pt>
                <c:pt idx="2007">
                  <c:v>9566</c:v>
                </c:pt>
                <c:pt idx="2008">
                  <c:v>7892</c:v>
                </c:pt>
                <c:pt idx="2009">
                  <c:v>9454</c:v>
                </c:pt>
                <c:pt idx="2010">
                  <c:v>10745</c:v>
                </c:pt>
                <c:pt idx="2011">
                  <c:v>8569</c:v>
                </c:pt>
                <c:pt idx="2012">
                  <c:v>7892</c:v>
                </c:pt>
                <c:pt idx="2013">
                  <c:v>6994</c:v>
                </c:pt>
                <c:pt idx="2014">
                  <c:v>6475</c:v>
                </c:pt>
                <c:pt idx="2015">
                  <c:v>5120</c:v>
                </c:pt>
                <c:pt idx="2016">
                  <c:v>6490</c:v>
                </c:pt>
                <c:pt idx="2017">
                  <c:v>4954</c:v>
                </c:pt>
                <c:pt idx="2018">
                  <c:v>4693</c:v>
                </c:pt>
                <c:pt idx="2019">
                  <c:v>4526</c:v>
                </c:pt>
                <c:pt idx="2020">
                  <c:v>4540</c:v>
                </c:pt>
                <c:pt idx="2021">
                  <c:v>5462</c:v>
                </c:pt>
                <c:pt idx="2022">
                  <c:v>6336</c:v>
                </c:pt>
                <c:pt idx="2023">
                  <c:v>5534</c:v>
                </c:pt>
                <c:pt idx="2024">
                  <c:v>6260</c:v>
                </c:pt>
                <c:pt idx="2025">
                  <c:v>7364</c:v>
                </c:pt>
                <c:pt idx="2026">
                  <c:v>6635</c:v>
                </c:pt>
                <c:pt idx="2027">
                  <c:v>6051</c:v>
                </c:pt>
                <c:pt idx="2028">
                  <c:v>8087</c:v>
                </c:pt>
                <c:pt idx="2029">
                  <c:v>9059</c:v>
                </c:pt>
                <c:pt idx="2030">
                  <c:v>10650</c:v>
                </c:pt>
                <c:pt idx="2031">
                  <c:v>11618</c:v>
                </c:pt>
                <c:pt idx="2032">
                  <c:v>10058</c:v>
                </c:pt>
                <c:pt idx="2033">
                  <c:v>6155</c:v>
                </c:pt>
                <c:pt idx="2034">
                  <c:v>7959</c:v>
                </c:pt>
                <c:pt idx="2035">
                  <c:v>4174</c:v>
                </c:pt>
                <c:pt idx="2036">
                  <c:v>4810</c:v>
                </c:pt>
                <c:pt idx="2037">
                  <c:v>5477</c:v>
                </c:pt>
                <c:pt idx="2038">
                  <c:v>4800</c:v>
                </c:pt>
                <c:pt idx="2039">
                  <c:v>5847</c:v>
                </c:pt>
                <c:pt idx="2040">
                  <c:v>7045</c:v>
                </c:pt>
                <c:pt idx="2041">
                  <c:v>5291</c:v>
                </c:pt>
                <c:pt idx="2042">
                  <c:v>7236</c:v>
                </c:pt>
                <c:pt idx="2043">
                  <c:v>6178</c:v>
                </c:pt>
                <c:pt idx="2044">
                  <c:v>8954</c:v>
                </c:pt>
                <c:pt idx="2045">
                  <c:v>6274</c:v>
                </c:pt>
                <c:pt idx="2046">
                  <c:v>10286</c:v>
                </c:pt>
                <c:pt idx="2047">
                  <c:v>11337</c:v>
                </c:pt>
                <c:pt idx="2048">
                  <c:v>6575</c:v>
                </c:pt>
                <c:pt idx="2049">
                  <c:v>5256</c:v>
                </c:pt>
                <c:pt idx="2050">
                  <c:v>5440</c:v>
                </c:pt>
                <c:pt idx="2051">
                  <c:v>5019</c:v>
                </c:pt>
                <c:pt idx="2052">
                  <c:v>10533</c:v>
                </c:pt>
                <c:pt idx="2053">
                  <c:v>7617</c:v>
                </c:pt>
                <c:pt idx="2054">
                  <c:v>7502</c:v>
                </c:pt>
                <c:pt idx="2055">
                  <c:v>6064</c:v>
                </c:pt>
                <c:pt idx="2056">
                  <c:v>6606</c:v>
                </c:pt>
                <c:pt idx="2057">
                  <c:v>6478</c:v>
                </c:pt>
                <c:pt idx="2058">
                  <c:v>7233</c:v>
                </c:pt>
                <c:pt idx="2059">
                  <c:v>9515</c:v>
                </c:pt>
                <c:pt idx="2060">
                  <c:v>9760</c:v>
                </c:pt>
                <c:pt idx="2061">
                  <c:v>9014</c:v>
                </c:pt>
                <c:pt idx="2062">
                  <c:v>13679</c:v>
                </c:pt>
                <c:pt idx="2063">
                  <c:v>10162</c:v>
                </c:pt>
                <c:pt idx="2064">
                  <c:v>13399</c:v>
                </c:pt>
                <c:pt idx="2065">
                  <c:v>11249</c:v>
                </c:pt>
                <c:pt idx="2066">
                  <c:v>4626</c:v>
                </c:pt>
                <c:pt idx="2067">
                  <c:v>3465</c:v>
                </c:pt>
                <c:pt idx="2068">
                  <c:v>2785</c:v>
                </c:pt>
                <c:pt idx="2069">
                  <c:v>5054</c:v>
                </c:pt>
                <c:pt idx="2070">
                  <c:v>3494</c:v>
                </c:pt>
                <c:pt idx="2071">
                  <c:v>5867</c:v>
                </c:pt>
                <c:pt idx="2072">
                  <c:v>7444</c:v>
                </c:pt>
                <c:pt idx="2073">
                  <c:v>8772</c:v>
                </c:pt>
                <c:pt idx="2074">
                  <c:v>7516</c:v>
                </c:pt>
                <c:pt idx="2075">
                  <c:v>5038</c:v>
                </c:pt>
                <c:pt idx="2076">
                  <c:v>7834</c:v>
                </c:pt>
                <c:pt idx="2077">
                  <c:v>4481</c:v>
                </c:pt>
                <c:pt idx="2078">
                  <c:v>5864</c:v>
                </c:pt>
                <c:pt idx="2079">
                  <c:v>7147</c:v>
                </c:pt>
                <c:pt idx="2080">
                  <c:v>9851</c:v>
                </c:pt>
                <c:pt idx="2081">
                  <c:v>6802</c:v>
                </c:pt>
                <c:pt idx="2082">
                  <c:v>4943</c:v>
                </c:pt>
                <c:pt idx="2083">
                  <c:v>6346</c:v>
                </c:pt>
                <c:pt idx="2084">
                  <c:v>7301</c:v>
                </c:pt>
                <c:pt idx="2085">
                  <c:v>5122</c:v>
                </c:pt>
                <c:pt idx="2086">
                  <c:v>7357</c:v>
                </c:pt>
                <c:pt idx="2087">
                  <c:v>3286</c:v>
                </c:pt>
                <c:pt idx="2088">
                  <c:v>2951</c:v>
                </c:pt>
                <c:pt idx="2089">
                  <c:v>2428</c:v>
                </c:pt>
                <c:pt idx="2090">
                  <c:v>2610</c:v>
                </c:pt>
                <c:pt idx="2091">
                  <c:v>6352</c:v>
                </c:pt>
                <c:pt idx="2092">
                  <c:v>4257</c:v>
                </c:pt>
                <c:pt idx="2093">
                  <c:v>6989</c:v>
                </c:pt>
                <c:pt idx="2094">
                  <c:v>4998</c:v>
                </c:pt>
                <c:pt idx="2095">
                  <c:v>4381</c:v>
                </c:pt>
                <c:pt idx="2096">
                  <c:v>5151</c:v>
                </c:pt>
                <c:pt idx="2097">
                  <c:v>4200</c:v>
                </c:pt>
                <c:pt idx="2098">
                  <c:v>4233</c:v>
                </c:pt>
                <c:pt idx="2099">
                  <c:v>6193</c:v>
                </c:pt>
                <c:pt idx="2100">
                  <c:v>6156</c:v>
                </c:pt>
                <c:pt idx="2101">
                  <c:v>7152</c:v>
                </c:pt>
                <c:pt idx="2102">
                  <c:v>9681</c:v>
                </c:pt>
                <c:pt idx="2103">
                  <c:v>6594</c:v>
                </c:pt>
                <c:pt idx="2104">
                  <c:v>7465</c:v>
                </c:pt>
                <c:pt idx="2105">
                  <c:v>8051</c:v>
                </c:pt>
                <c:pt idx="2106">
                  <c:v>8337</c:v>
                </c:pt>
                <c:pt idx="2107">
                  <c:v>5379</c:v>
                </c:pt>
                <c:pt idx="2108">
                  <c:v>8590</c:v>
                </c:pt>
                <c:pt idx="2109">
                  <c:v>7459</c:v>
                </c:pt>
                <c:pt idx="2110">
                  <c:v>7397</c:v>
                </c:pt>
                <c:pt idx="2111">
                  <c:v>8282</c:v>
                </c:pt>
                <c:pt idx="2112">
                  <c:v>8809</c:v>
                </c:pt>
                <c:pt idx="2113">
                  <c:v>11929</c:v>
                </c:pt>
                <c:pt idx="2114">
                  <c:v>6954</c:v>
                </c:pt>
                <c:pt idx="2115">
                  <c:v>4904</c:v>
                </c:pt>
                <c:pt idx="2116">
                  <c:v>4613</c:v>
                </c:pt>
                <c:pt idx="2117">
                  <c:v>12138</c:v>
                </c:pt>
                <c:pt idx="2118">
                  <c:v>4238</c:v>
                </c:pt>
                <c:pt idx="2119">
                  <c:v>3205</c:v>
                </c:pt>
                <c:pt idx="2120">
                  <c:v>3035</c:v>
                </c:pt>
                <c:pt idx="2121">
                  <c:v>5080</c:v>
                </c:pt>
                <c:pt idx="2122">
                  <c:v>4346</c:v>
                </c:pt>
                <c:pt idx="2123">
                  <c:v>4284</c:v>
                </c:pt>
                <c:pt idx="2124">
                  <c:v>2918</c:v>
                </c:pt>
                <c:pt idx="2125">
                  <c:v>3300</c:v>
                </c:pt>
                <c:pt idx="2126">
                  <c:v>4115</c:v>
                </c:pt>
                <c:pt idx="2127">
                  <c:v>6318</c:v>
                </c:pt>
                <c:pt idx="2128">
                  <c:v>6254</c:v>
                </c:pt>
                <c:pt idx="2129">
                  <c:v>4699</c:v>
                </c:pt>
                <c:pt idx="2130">
                  <c:v>3121</c:v>
                </c:pt>
                <c:pt idx="2131">
                  <c:v>6369</c:v>
                </c:pt>
                <c:pt idx="2132">
                  <c:v>4827</c:v>
                </c:pt>
                <c:pt idx="2133">
                  <c:v>4613</c:v>
                </c:pt>
                <c:pt idx="2134">
                  <c:v>6630</c:v>
                </c:pt>
                <c:pt idx="2135">
                  <c:v>3968</c:v>
                </c:pt>
                <c:pt idx="2136">
                  <c:v>4637</c:v>
                </c:pt>
                <c:pt idx="2137">
                  <c:v>6069</c:v>
                </c:pt>
                <c:pt idx="2138">
                  <c:v>7939</c:v>
                </c:pt>
                <c:pt idx="2139">
                  <c:v>8157</c:v>
                </c:pt>
                <c:pt idx="2140">
                  <c:v>7248</c:v>
                </c:pt>
                <c:pt idx="2141">
                  <c:v>8090</c:v>
                </c:pt>
                <c:pt idx="2142">
                  <c:v>6328</c:v>
                </c:pt>
                <c:pt idx="2143">
                  <c:v>5786</c:v>
                </c:pt>
                <c:pt idx="2144">
                  <c:v>4099</c:v>
                </c:pt>
                <c:pt idx="2145">
                  <c:v>3786</c:v>
                </c:pt>
                <c:pt idx="2146">
                  <c:v>4043</c:v>
                </c:pt>
                <c:pt idx="2147">
                  <c:v>4959</c:v>
                </c:pt>
                <c:pt idx="2148">
                  <c:v>5266</c:v>
                </c:pt>
                <c:pt idx="2149">
                  <c:v>6088</c:v>
                </c:pt>
                <c:pt idx="2150">
                  <c:v>5002</c:v>
                </c:pt>
                <c:pt idx="2151">
                  <c:v>8312</c:v>
                </c:pt>
                <c:pt idx="2152">
                  <c:v>5150</c:v>
                </c:pt>
                <c:pt idx="2153">
                  <c:v>4636</c:v>
                </c:pt>
                <c:pt idx="2154">
                  <c:v>4269</c:v>
                </c:pt>
                <c:pt idx="2155">
                  <c:v>2707</c:v>
                </c:pt>
                <c:pt idx="2156">
                  <c:v>4155</c:v>
                </c:pt>
                <c:pt idx="2157">
                  <c:v>4499</c:v>
                </c:pt>
                <c:pt idx="2158">
                  <c:v>4911</c:v>
                </c:pt>
                <c:pt idx="2159">
                  <c:v>4371</c:v>
                </c:pt>
                <c:pt idx="2160">
                  <c:v>4079</c:v>
                </c:pt>
                <c:pt idx="2161">
                  <c:v>4613</c:v>
                </c:pt>
                <c:pt idx="2162">
                  <c:v>3931</c:v>
                </c:pt>
                <c:pt idx="2163">
                  <c:v>5389</c:v>
                </c:pt>
                <c:pt idx="2164">
                  <c:v>3832</c:v>
                </c:pt>
                <c:pt idx="2165">
                  <c:v>3752</c:v>
                </c:pt>
                <c:pt idx="2166">
                  <c:v>3875</c:v>
                </c:pt>
                <c:pt idx="2167">
                  <c:v>2612</c:v>
                </c:pt>
                <c:pt idx="2168">
                  <c:v>4323</c:v>
                </c:pt>
                <c:pt idx="2169">
                  <c:v>4124</c:v>
                </c:pt>
                <c:pt idx="2170">
                  <c:v>5320</c:v>
                </c:pt>
                <c:pt idx="2171">
                  <c:v>4615</c:v>
                </c:pt>
                <c:pt idx="2172">
                  <c:v>3204</c:v>
                </c:pt>
                <c:pt idx="2173">
                  <c:v>3196</c:v>
                </c:pt>
                <c:pt idx="2174">
                  <c:v>3627</c:v>
                </c:pt>
                <c:pt idx="2175">
                  <c:v>3275</c:v>
                </c:pt>
                <c:pt idx="2176">
                  <c:v>4530</c:v>
                </c:pt>
                <c:pt idx="2177">
                  <c:v>4517</c:v>
                </c:pt>
                <c:pt idx="2178">
                  <c:v>4244</c:v>
                </c:pt>
                <c:pt idx="2179">
                  <c:v>4194</c:v>
                </c:pt>
                <c:pt idx="2180">
                  <c:v>4437</c:v>
                </c:pt>
                <c:pt idx="2181">
                  <c:v>4714</c:v>
                </c:pt>
                <c:pt idx="2182">
                  <c:v>4343</c:v>
                </c:pt>
                <c:pt idx="2183">
                  <c:v>3516</c:v>
                </c:pt>
                <c:pt idx="2184">
                  <c:v>5809</c:v>
                </c:pt>
                <c:pt idx="2185">
                  <c:v>4966</c:v>
                </c:pt>
                <c:pt idx="2186">
                  <c:v>6612</c:v>
                </c:pt>
                <c:pt idx="2187">
                  <c:v>3805</c:v>
                </c:pt>
                <c:pt idx="2188">
                  <c:v>6788</c:v>
                </c:pt>
                <c:pt idx="2189">
                  <c:v>5491</c:v>
                </c:pt>
                <c:pt idx="2190">
                  <c:v>6153</c:v>
                </c:pt>
                <c:pt idx="2191">
                  <c:v>6215</c:v>
                </c:pt>
                <c:pt idx="2192">
                  <c:v>6456</c:v>
                </c:pt>
                <c:pt idx="2193">
                  <c:v>3933</c:v>
                </c:pt>
                <c:pt idx="2194">
                  <c:v>4077</c:v>
                </c:pt>
                <c:pt idx="2195">
                  <c:v>4034</c:v>
                </c:pt>
                <c:pt idx="2196">
                  <c:v>3443</c:v>
                </c:pt>
                <c:pt idx="2197">
                  <c:v>2903</c:v>
                </c:pt>
                <c:pt idx="2198">
                  <c:v>3981</c:v>
                </c:pt>
                <c:pt idx="2199">
                  <c:v>4045</c:v>
                </c:pt>
                <c:pt idx="2200">
                  <c:v>4112</c:v>
                </c:pt>
                <c:pt idx="2201">
                  <c:v>4401</c:v>
                </c:pt>
                <c:pt idx="2202">
                  <c:v>4934</c:v>
                </c:pt>
                <c:pt idx="2203">
                  <c:v>6189</c:v>
                </c:pt>
                <c:pt idx="2204">
                  <c:v>5847</c:v>
                </c:pt>
                <c:pt idx="2205">
                  <c:v>3369</c:v>
                </c:pt>
                <c:pt idx="2206">
                  <c:v>4449</c:v>
                </c:pt>
                <c:pt idx="2207">
                  <c:v>3882</c:v>
                </c:pt>
                <c:pt idx="2208">
                  <c:v>4186</c:v>
                </c:pt>
                <c:pt idx="2209">
                  <c:v>3911</c:v>
                </c:pt>
                <c:pt idx="2210">
                  <c:v>9487</c:v>
                </c:pt>
                <c:pt idx="2211">
                  <c:v>5471</c:v>
                </c:pt>
                <c:pt idx="2212">
                  <c:v>6216</c:v>
                </c:pt>
                <c:pt idx="2213">
                  <c:v>4187</c:v>
                </c:pt>
                <c:pt idx="2214">
                  <c:v>4000</c:v>
                </c:pt>
                <c:pt idx="2215">
                  <c:v>4573</c:v>
                </c:pt>
                <c:pt idx="2216">
                  <c:v>6166</c:v>
                </c:pt>
                <c:pt idx="2217">
                  <c:v>8124</c:v>
                </c:pt>
                <c:pt idx="2218">
                  <c:v>3914</c:v>
                </c:pt>
                <c:pt idx="2219">
                  <c:v>5980</c:v>
                </c:pt>
                <c:pt idx="2220">
                  <c:v>4693</c:v>
                </c:pt>
                <c:pt idx="2221">
                  <c:v>4481</c:v>
                </c:pt>
                <c:pt idx="2222">
                  <c:v>3703</c:v>
                </c:pt>
                <c:pt idx="2223">
                  <c:v>3171</c:v>
                </c:pt>
                <c:pt idx="2224">
                  <c:v>5419</c:v>
                </c:pt>
                <c:pt idx="2225">
                  <c:v>2907</c:v>
                </c:pt>
                <c:pt idx="2226">
                  <c:v>3930</c:v>
                </c:pt>
                <c:pt idx="2227">
                  <c:v>3943</c:v>
                </c:pt>
                <c:pt idx="2228">
                  <c:v>3656</c:v>
                </c:pt>
                <c:pt idx="2229">
                  <c:v>3185</c:v>
                </c:pt>
                <c:pt idx="2230">
                  <c:v>3337</c:v>
                </c:pt>
                <c:pt idx="2231">
                  <c:v>4391</c:v>
                </c:pt>
                <c:pt idx="2232">
                  <c:v>2828</c:v>
                </c:pt>
                <c:pt idx="2233">
                  <c:v>3730</c:v>
                </c:pt>
                <c:pt idx="2234">
                  <c:v>3193</c:v>
                </c:pt>
                <c:pt idx="2235">
                  <c:v>2963</c:v>
                </c:pt>
                <c:pt idx="2236">
                  <c:v>2865</c:v>
                </c:pt>
                <c:pt idx="2237">
                  <c:v>4870</c:v>
                </c:pt>
                <c:pt idx="2238">
                  <c:v>3620</c:v>
                </c:pt>
                <c:pt idx="2239">
                  <c:v>3982</c:v>
                </c:pt>
                <c:pt idx="2240">
                  <c:v>4310</c:v>
                </c:pt>
                <c:pt idx="2241">
                  <c:v>4579</c:v>
                </c:pt>
                <c:pt idx="2242">
                  <c:v>5584</c:v>
                </c:pt>
                <c:pt idx="2243">
                  <c:v>5522</c:v>
                </c:pt>
                <c:pt idx="2244">
                  <c:v>6252</c:v>
                </c:pt>
                <c:pt idx="2245">
                  <c:v>4758</c:v>
                </c:pt>
                <c:pt idx="2246">
                  <c:v>2995</c:v>
                </c:pt>
                <c:pt idx="2247">
                  <c:v>3900</c:v>
                </c:pt>
                <c:pt idx="2248">
                  <c:v>4286</c:v>
                </c:pt>
                <c:pt idx="2249">
                  <c:v>4174</c:v>
                </c:pt>
                <c:pt idx="2250">
                  <c:v>4440</c:v>
                </c:pt>
                <c:pt idx="2251">
                  <c:v>3279</c:v>
                </c:pt>
                <c:pt idx="2252">
                  <c:v>4408</c:v>
                </c:pt>
                <c:pt idx="2253">
                  <c:v>4159</c:v>
                </c:pt>
                <c:pt idx="2254">
                  <c:v>3912</c:v>
                </c:pt>
                <c:pt idx="2255">
                  <c:v>3451</c:v>
                </c:pt>
                <c:pt idx="2256">
                  <c:v>4262</c:v>
                </c:pt>
                <c:pt idx="2257">
                  <c:v>3583</c:v>
                </c:pt>
                <c:pt idx="2258">
                  <c:v>2456</c:v>
                </c:pt>
                <c:pt idx="2259">
                  <c:v>4670</c:v>
                </c:pt>
                <c:pt idx="2260">
                  <c:v>3395</c:v>
                </c:pt>
                <c:pt idx="2261">
                  <c:v>3648</c:v>
                </c:pt>
                <c:pt idx="2262">
                  <c:v>4351</c:v>
                </c:pt>
                <c:pt idx="2263">
                  <c:v>4013</c:v>
                </c:pt>
                <c:pt idx="2264">
                  <c:v>4598</c:v>
                </c:pt>
                <c:pt idx="2265">
                  <c:v>3414</c:v>
                </c:pt>
                <c:pt idx="2266">
                  <c:v>4035</c:v>
                </c:pt>
                <c:pt idx="2267">
                  <c:v>4238</c:v>
                </c:pt>
                <c:pt idx="2268">
                  <c:v>2898</c:v>
                </c:pt>
                <c:pt idx="2269">
                  <c:v>3342</c:v>
                </c:pt>
                <c:pt idx="2270">
                  <c:v>3759</c:v>
                </c:pt>
                <c:pt idx="2271">
                  <c:v>4822</c:v>
                </c:pt>
                <c:pt idx="2272">
                  <c:v>3944</c:v>
                </c:pt>
                <c:pt idx="2273">
                  <c:v>4065</c:v>
                </c:pt>
                <c:pt idx="2274">
                  <c:v>4318</c:v>
                </c:pt>
                <c:pt idx="2275">
                  <c:v>3641</c:v>
                </c:pt>
                <c:pt idx="2276">
                  <c:v>4381</c:v>
                </c:pt>
                <c:pt idx="2277">
                  <c:v>2714</c:v>
                </c:pt>
                <c:pt idx="2278">
                  <c:v>5877</c:v>
                </c:pt>
                <c:pt idx="2279">
                  <c:v>4534</c:v>
                </c:pt>
                <c:pt idx="2280">
                  <c:v>3690</c:v>
                </c:pt>
                <c:pt idx="2281">
                  <c:v>3891</c:v>
                </c:pt>
                <c:pt idx="2282">
                  <c:v>3716</c:v>
                </c:pt>
                <c:pt idx="2283">
                  <c:v>4569</c:v>
                </c:pt>
                <c:pt idx="2284">
                  <c:v>3428</c:v>
                </c:pt>
                <c:pt idx="2285">
                  <c:v>3149</c:v>
                </c:pt>
                <c:pt idx="2286">
                  <c:v>3532</c:v>
                </c:pt>
                <c:pt idx="2287">
                  <c:v>3189</c:v>
                </c:pt>
                <c:pt idx="2288">
                  <c:v>3275</c:v>
                </c:pt>
                <c:pt idx="2289">
                  <c:v>3693</c:v>
                </c:pt>
                <c:pt idx="2290">
                  <c:v>4417</c:v>
                </c:pt>
                <c:pt idx="2291">
                  <c:v>3781</c:v>
                </c:pt>
                <c:pt idx="2292">
                  <c:v>6633</c:v>
                </c:pt>
                <c:pt idx="2293">
                  <c:v>3787</c:v>
                </c:pt>
                <c:pt idx="2294">
                  <c:v>3923</c:v>
                </c:pt>
                <c:pt idx="2295">
                  <c:v>3059</c:v>
                </c:pt>
                <c:pt idx="2296">
                  <c:v>3426</c:v>
                </c:pt>
                <c:pt idx="2297">
                  <c:v>2804</c:v>
                </c:pt>
                <c:pt idx="2298">
                  <c:v>2768</c:v>
                </c:pt>
                <c:pt idx="2299">
                  <c:v>2897</c:v>
                </c:pt>
                <c:pt idx="2300">
                  <c:v>3485</c:v>
                </c:pt>
                <c:pt idx="2301">
                  <c:v>2711</c:v>
                </c:pt>
                <c:pt idx="2302">
                  <c:v>2555</c:v>
                </c:pt>
                <c:pt idx="2303">
                  <c:v>3529</c:v>
                </c:pt>
                <c:pt idx="2304">
                  <c:v>3583</c:v>
                </c:pt>
                <c:pt idx="2305">
                  <c:v>5050</c:v>
                </c:pt>
                <c:pt idx="2306">
                  <c:v>9381</c:v>
                </c:pt>
                <c:pt idx="2307">
                  <c:v>4417</c:v>
                </c:pt>
                <c:pt idx="2308">
                  <c:v>5370</c:v>
                </c:pt>
                <c:pt idx="2309">
                  <c:v>5567</c:v>
                </c:pt>
                <c:pt idx="2310">
                  <c:v>5872</c:v>
                </c:pt>
                <c:pt idx="2311">
                  <c:v>3292</c:v>
                </c:pt>
                <c:pt idx="2312">
                  <c:v>3270</c:v>
                </c:pt>
                <c:pt idx="2313">
                  <c:v>3291</c:v>
                </c:pt>
                <c:pt idx="2314">
                  <c:v>5708</c:v>
                </c:pt>
                <c:pt idx="2315">
                  <c:v>3588</c:v>
                </c:pt>
                <c:pt idx="2316">
                  <c:v>5480</c:v>
                </c:pt>
                <c:pt idx="2317">
                  <c:v>2753</c:v>
                </c:pt>
                <c:pt idx="2318">
                  <c:v>3242</c:v>
                </c:pt>
                <c:pt idx="2319">
                  <c:v>3547</c:v>
                </c:pt>
                <c:pt idx="2320">
                  <c:v>3098</c:v>
                </c:pt>
                <c:pt idx="2321">
                  <c:v>4383</c:v>
                </c:pt>
                <c:pt idx="2322">
                  <c:v>3749</c:v>
                </c:pt>
                <c:pt idx="2323">
                  <c:v>3802</c:v>
                </c:pt>
                <c:pt idx="2324">
                  <c:v>4025</c:v>
                </c:pt>
                <c:pt idx="2325">
                  <c:v>2307</c:v>
                </c:pt>
                <c:pt idx="2326">
                  <c:v>2214</c:v>
                </c:pt>
                <c:pt idx="2327">
                  <c:v>2046</c:v>
                </c:pt>
                <c:pt idx="2328">
                  <c:v>2650</c:v>
                </c:pt>
                <c:pt idx="2329">
                  <c:v>2081</c:v>
                </c:pt>
                <c:pt idx="2330">
                  <c:v>1741</c:v>
                </c:pt>
                <c:pt idx="2331">
                  <c:v>2632</c:v>
                </c:pt>
                <c:pt idx="2332">
                  <c:v>2955</c:v>
                </c:pt>
                <c:pt idx="2333">
                  <c:v>2070</c:v>
                </c:pt>
                <c:pt idx="2334">
                  <c:v>1379</c:v>
                </c:pt>
                <c:pt idx="2335">
                  <c:v>3798</c:v>
                </c:pt>
                <c:pt idx="2336">
                  <c:v>3722</c:v>
                </c:pt>
                <c:pt idx="2337">
                  <c:v>4172</c:v>
                </c:pt>
                <c:pt idx="2338">
                  <c:v>4491</c:v>
                </c:pt>
                <c:pt idx="2339">
                  <c:v>3334</c:v>
                </c:pt>
                <c:pt idx="2340">
                  <c:v>3243</c:v>
                </c:pt>
                <c:pt idx="2341">
                  <c:v>3533</c:v>
                </c:pt>
                <c:pt idx="2342">
                  <c:v>2382</c:v>
                </c:pt>
                <c:pt idx="2343">
                  <c:v>3419</c:v>
                </c:pt>
                <c:pt idx="2344">
                  <c:v>3777</c:v>
                </c:pt>
                <c:pt idx="2345">
                  <c:v>3706</c:v>
                </c:pt>
                <c:pt idx="2346">
                  <c:v>3616</c:v>
                </c:pt>
                <c:pt idx="2347">
                  <c:v>4470</c:v>
                </c:pt>
                <c:pt idx="2348">
                  <c:v>3744</c:v>
                </c:pt>
                <c:pt idx="2349">
                  <c:v>7684</c:v>
                </c:pt>
                <c:pt idx="2350">
                  <c:v>4271</c:v>
                </c:pt>
                <c:pt idx="2351">
                  <c:v>4950</c:v>
                </c:pt>
                <c:pt idx="2352">
                  <c:v>3383</c:v>
                </c:pt>
                <c:pt idx="2353">
                  <c:v>3090</c:v>
                </c:pt>
                <c:pt idx="2354">
                  <c:v>2834</c:v>
                </c:pt>
                <c:pt idx="2355">
                  <c:v>3308</c:v>
                </c:pt>
                <c:pt idx="2356">
                  <c:v>2854</c:v>
                </c:pt>
                <c:pt idx="2357">
                  <c:v>3242</c:v>
                </c:pt>
                <c:pt idx="2358">
                  <c:v>4293</c:v>
                </c:pt>
                <c:pt idx="2359">
                  <c:v>3960</c:v>
                </c:pt>
                <c:pt idx="2360">
                  <c:v>4596</c:v>
                </c:pt>
                <c:pt idx="2361">
                  <c:v>4489</c:v>
                </c:pt>
                <c:pt idx="2362">
                  <c:v>3128</c:v>
                </c:pt>
                <c:pt idx="2363">
                  <c:v>4600</c:v>
                </c:pt>
                <c:pt idx="2364">
                  <c:v>4858</c:v>
                </c:pt>
                <c:pt idx="2365">
                  <c:v>4036</c:v>
                </c:pt>
                <c:pt idx="2366">
                  <c:v>4988</c:v>
                </c:pt>
                <c:pt idx="2367">
                  <c:v>5976</c:v>
                </c:pt>
                <c:pt idx="2368">
                  <c:v>4036</c:v>
                </c:pt>
                <c:pt idx="2369">
                  <c:v>1783</c:v>
                </c:pt>
                <c:pt idx="2370">
                  <c:v>2667</c:v>
                </c:pt>
                <c:pt idx="2371">
                  <c:v>3207</c:v>
                </c:pt>
                <c:pt idx="2372">
                  <c:v>4265</c:v>
                </c:pt>
                <c:pt idx="2373">
                  <c:v>5370</c:v>
                </c:pt>
                <c:pt idx="2374">
                  <c:v>6829</c:v>
                </c:pt>
                <c:pt idx="2375">
                  <c:v>5705</c:v>
                </c:pt>
                <c:pt idx="2376">
                  <c:v>4880</c:v>
                </c:pt>
                <c:pt idx="2377">
                  <c:v>4810</c:v>
                </c:pt>
                <c:pt idx="2378">
                  <c:v>5522</c:v>
                </c:pt>
                <c:pt idx="2379">
                  <c:v>4632</c:v>
                </c:pt>
                <c:pt idx="2380">
                  <c:v>2700</c:v>
                </c:pt>
                <c:pt idx="2381">
                  <c:v>3104</c:v>
                </c:pt>
                <c:pt idx="2382">
                  <c:v>3202</c:v>
                </c:pt>
                <c:pt idx="2383">
                  <c:v>2898</c:v>
                </c:pt>
                <c:pt idx="2384">
                  <c:v>2701</c:v>
                </c:pt>
                <c:pt idx="2385">
                  <c:v>3392</c:v>
                </c:pt>
                <c:pt idx="2386">
                  <c:v>3620</c:v>
                </c:pt>
                <c:pt idx="2387">
                  <c:v>4693</c:v>
                </c:pt>
                <c:pt idx="2388">
                  <c:v>8543</c:v>
                </c:pt>
                <c:pt idx="2389">
                  <c:v>4245</c:v>
                </c:pt>
                <c:pt idx="2390">
                  <c:v>4483</c:v>
                </c:pt>
                <c:pt idx="2391">
                  <c:v>5852</c:v>
                </c:pt>
                <c:pt idx="2392">
                  <c:v>6307</c:v>
                </c:pt>
                <c:pt idx="2393">
                  <c:v>4968</c:v>
                </c:pt>
                <c:pt idx="2394">
                  <c:v>6177</c:v>
                </c:pt>
                <c:pt idx="2395">
                  <c:v>6286</c:v>
                </c:pt>
                <c:pt idx="2396">
                  <c:v>5435</c:v>
                </c:pt>
                <c:pt idx="2397">
                  <c:v>4916</c:v>
                </c:pt>
                <c:pt idx="2398">
                  <c:v>3415</c:v>
                </c:pt>
                <c:pt idx="2399">
                  <c:v>4637</c:v>
                </c:pt>
                <c:pt idx="2400">
                  <c:v>4180</c:v>
                </c:pt>
                <c:pt idx="2401">
                  <c:v>4262</c:v>
                </c:pt>
                <c:pt idx="2402">
                  <c:v>2297</c:v>
                </c:pt>
                <c:pt idx="2403">
                  <c:v>3064</c:v>
                </c:pt>
                <c:pt idx="2404">
                  <c:v>4805</c:v>
                </c:pt>
                <c:pt idx="2405">
                  <c:v>4747</c:v>
                </c:pt>
                <c:pt idx="2406">
                  <c:v>5250</c:v>
                </c:pt>
                <c:pt idx="2407">
                  <c:v>6001</c:v>
                </c:pt>
                <c:pt idx="2408">
                  <c:v>7616</c:v>
                </c:pt>
                <c:pt idx="2409">
                  <c:v>4314</c:v>
                </c:pt>
                <c:pt idx="2410">
                  <c:v>4226</c:v>
                </c:pt>
                <c:pt idx="2411">
                  <c:v>3163</c:v>
                </c:pt>
                <c:pt idx="2412">
                  <c:v>3471</c:v>
                </c:pt>
                <c:pt idx="2413">
                  <c:v>3670</c:v>
                </c:pt>
                <c:pt idx="2414">
                  <c:v>3038</c:v>
                </c:pt>
                <c:pt idx="2415">
                  <c:v>3645</c:v>
                </c:pt>
                <c:pt idx="2416">
                  <c:v>4354</c:v>
                </c:pt>
                <c:pt idx="2417">
                  <c:v>5499</c:v>
                </c:pt>
                <c:pt idx="2418">
                  <c:v>4410</c:v>
                </c:pt>
                <c:pt idx="2419">
                  <c:v>4339</c:v>
                </c:pt>
                <c:pt idx="2420">
                  <c:v>4944</c:v>
                </c:pt>
                <c:pt idx="2421">
                  <c:v>4159</c:v>
                </c:pt>
                <c:pt idx="2422">
                  <c:v>6564</c:v>
                </c:pt>
                <c:pt idx="2423">
                  <c:v>4898</c:v>
                </c:pt>
                <c:pt idx="2424">
                  <c:v>5636</c:v>
                </c:pt>
                <c:pt idx="2425">
                  <c:v>4359</c:v>
                </c:pt>
                <c:pt idx="2426">
                  <c:v>4611</c:v>
                </c:pt>
                <c:pt idx="2427">
                  <c:v>3824</c:v>
                </c:pt>
                <c:pt idx="2428">
                  <c:v>3314</c:v>
                </c:pt>
                <c:pt idx="2429">
                  <c:v>3070</c:v>
                </c:pt>
                <c:pt idx="2430">
                  <c:v>3255</c:v>
                </c:pt>
                <c:pt idx="2431">
                  <c:v>4153</c:v>
                </c:pt>
                <c:pt idx="2432">
                  <c:v>4089</c:v>
                </c:pt>
                <c:pt idx="2433">
                  <c:v>4800</c:v>
                </c:pt>
                <c:pt idx="2434">
                  <c:v>5592</c:v>
                </c:pt>
                <c:pt idx="2435">
                  <c:v>5753</c:v>
                </c:pt>
                <c:pt idx="2436">
                  <c:v>4303</c:v>
                </c:pt>
                <c:pt idx="2437">
                  <c:v>3757</c:v>
                </c:pt>
                <c:pt idx="2438">
                  <c:v>4967</c:v>
                </c:pt>
                <c:pt idx="2439">
                  <c:v>4511</c:v>
                </c:pt>
                <c:pt idx="2440">
                  <c:v>3354</c:v>
                </c:pt>
                <c:pt idx="2441">
                  <c:v>4878</c:v>
                </c:pt>
                <c:pt idx="2442">
                  <c:v>3479</c:v>
                </c:pt>
                <c:pt idx="2443">
                  <c:v>4427</c:v>
                </c:pt>
                <c:pt idx="2444">
                  <c:v>3081</c:v>
                </c:pt>
                <c:pt idx="2445">
                  <c:v>4096</c:v>
                </c:pt>
                <c:pt idx="2446">
                  <c:v>4413</c:v>
                </c:pt>
                <c:pt idx="2447">
                  <c:v>4362</c:v>
                </c:pt>
                <c:pt idx="2448">
                  <c:v>4100</c:v>
                </c:pt>
                <c:pt idx="2449">
                  <c:v>2923</c:v>
                </c:pt>
                <c:pt idx="2450">
                  <c:v>3069</c:v>
                </c:pt>
                <c:pt idx="2451">
                  <c:v>4738</c:v>
                </c:pt>
                <c:pt idx="2452">
                  <c:v>3945</c:v>
                </c:pt>
                <c:pt idx="2453">
                  <c:v>4352</c:v>
                </c:pt>
                <c:pt idx="2454">
                  <c:v>3419</c:v>
                </c:pt>
                <c:pt idx="2455">
                  <c:v>2903</c:v>
                </c:pt>
                <c:pt idx="2456">
                  <c:v>3615</c:v>
                </c:pt>
                <c:pt idx="2457">
                  <c:v>4443</c:v>
                </c:pt>
                <c:pt idx="2458">
                  <c:v>3425</c:v>
                </c:pt>
                <c:pt idx="2459">
                  <c:v>5198</c:v>
                </c:pt>
                <c:pt idx="2460">
                  <c:v>4469</c:v>
                </c:pt>
                <c:pt idx="2461">
                  <c:v>6275</c:v>
                </c:pt>
                <c:pt idx="2462">
                  <c:v>5423</c:v>
                </c:pt>
                <c:pt idx="2463">
                  <c:v>4783</c:v>
                </c:pt>
                <c:pt idx="2464">
                  <c:v>3128</c:v>
                </c:pt>
                <c:pt idx="2465">
                  <c:v>3458</c:v>
                </c:pt>
                <c:pt idx="2466">
                  <c:v>5135</c:v>
                </c:pt>
                <c:pt idx="2467">
                  <c:v>6141</c:v>
                </c:pt>
                <c:pt idx="2468">
                  <c:v>5663</c:v>
                </c:pt>
                <c:pt idx="2469">
                  <c:v>5872</c:v>
                </c:pt>
                <c:pt idx="2470">
                  <c:v>6126</c:v>
                </c:pt>
                <c:pt idx="2471">
                  <c:v>5600</c:v>
                </c:pt>
                <c:pt idx="2472">
                  <c:v>4978</c:v>
                </c:pt>
                <c:pt idx="2473">
                  <c:v>3233</c:v>
                </c:pt>
                <c:pt idx="2474">
                  <c:v>2637</c:v>
                </c:pt>
                <c:pt idx="2475">
                  <c:v>4206</c:v>
                </c:pt>
                <c:pt idx="2476">
                  <c:v>4056</c:v>
                </c:pt>
                <c:pt idx="2477">
                  <c:v>3609</c:v>
                </c:pt>
                <c:pt idx="2478">
                  <c:v>2877</c:v>
                </c:pt>
                <c:pt idx="2479">
                  <c:v>2275</c:v>
                </c:pt>
                <c:pt idx="2480">
                  <c:v>4073</c:v>
                </c:pt>
                <c:pt idx="2481">
                  <c:v>4750</c:v>
                </c:pt>
                <c:pt idx="2482">
                  <c:v>5765</c:v>
                </c:pt>
                <c:pt idx="2483">
                  <c:v>6359</c:v>
                </c:pt>
                <c:pt idx="2484">
                  <c:v>4660</c:v>
                </c:pt>
                <c:pt idx="2485">
                  <c:v>6361</c:v>
                </c:pt>
                <c:pt idx="2486">
                  <c:v>6463</c:v>
                </c:pt>
                <c:pt idx="2487">
                  <c:v>6807</c:v>
                </c:pt>
                <c:pt idx="2488">
                  <c:v>5734</c:v>
                </c:pt>
                <c:pt idx="2489">
                  <c:v>3687</c:v>
                </c:pt>
                <c:pt idx="2490">
                  <c:v>4266</c:v>
                </c:pt>
                <c:pt idx="2491">
                  <c:v>3309</c:v>
                </c:pt>
                <c:pt idx="2492">
                  <c:v>4784</c:v>
                </c:pt>
                <c:pt idx="2493">
                  <c:v>3047</c:v>
                </c:pt>
                <c:pt idx="2494">
                  <c:v>5202</c:v>
                </c:pt>
                <c:pt idx="2495">
                  <c:v>4138</c:v>
                </c:pt>
                <c:pt idx="2496">
                  <c:v>5319</c:v>
                </c:pt>
                <c:pt idx="2497">
                  <c:v>5271</c:v>
                </c:pt>
                <c:pt idx="2498">
                  <c:v>5814</c:v>
                </c:pt>
                <c:pt idx="2499">
                  <c:v>8213</c:v>
                </c:pt>
                <c:pt idx="2500">
                  <c:v>5132</c:v>
                </c:pt>
                <c:pt idx="2501">
                  <c:v>4451</c:v>
                </c:pt>
                <c:pt idx="2502">
                  <c:v>3874</c:v>
                </c:pt>
                <c:pt idx="2503">
                  <c:v>4137</c:v>
                </c:pt>
                <c:pt idx="2504">
                  <c:v>3243</c:v>
                </c:pt>
                <c:pt idx="2505">
                  <c:v>3827</c:v>
                </c:pt>
                <c:pt idx="2506">
                  <c:v>3181</c:v>
                </c:pt>
                <c:pt idx="2507">
                  <c:v>5445</c:v>
                </c:pt>
                <c:pt idx="2508">
                  <c:v>4576</c:v>
                </c:pt>
                <c:pt idx="2509">
                  <c:v>3759</c:v>
                </c:pt>
                <c:pt idx="2510">
                  <c:v>4504</c:v>
                </c:pt>
                <c:pt idx="2511">
                  <c:v>3927</c:v>
                </c:pt>
                <c:pt idx="2512">
                  <c:v>5339</c:v>
                </c:pt>
                <c:pt idx="2513">
                  <c:v>5024</c:v>
                </c:pt>
                <c:pt idx="2514">
                  <c:v>6706</c:v>
                </c:pt>
                <c:pt idx="2515">
                  <c:v>6118</c:v>
                </c:pt>
                <c:pt idx="2516">
                  <c:v>3786</c:v>
                </c:pt>
                <c:pt idx="2517">
                  <c:v>3299</c:v>
                </c:pt>
                <c:pt idx="2518">
                  <c:v>4542</c:v>
                </c:pt>
                <c:pt idx="2519">
                  <c:v>4097</c:v>
                </c:pt>
                <c:pt idx="2520">
                  <c:v>3082</c:v>
                </c:pt>
                <c:pt idx="2521">
                  <c:v>4515</c:v>
                </c:pt>
                <c:pt idx="2522">
                  <c:v>4522</c:v>
                </c:pt>
                <c:pt idx="2523">
                  <c:v>5393</c:v>
                </c:pt>
                <c:pt idx="2524">
                  <c:v>4787</c:v>
                </c:pt>
                <c:pt idx="2525">
                  <c:v>6411</c:v>
                </c:pt>
                <c:pt idx="2526">
                  <c:v>3642</c:v>
                </c:pt>
                <c:pt idx="2527">
                  <c:v>2415</c:v>
                </c:pt>
                <c:pt idx="2528">
                  <c:v>2869</c:v>
                </c:pt>
                <c:pt idx="2529">
                  <c:v>3599</c:v>
                </c:pt>
                <c:pt idx="2530">
                  <c:v>3416</c:v>
                </c:pt>
                <c:pt idx="2531">
                  <c:v>5185</c:v>
                </c:pt>
                <c:pt idx="2532">
                  <c:v>2990</c:v>
                </c:pt>
                <c:pt idx="2533">
                  <c:v>3069</c:v>
                </c:pt>
                <c:pt idx="2534">
                  <c:v>4907</c:v>
                </c:pt>
                <c:pt idx="2535">
                  <c:v>4374</c:v>
                </c:pt>
                <c:pt idx="2536">
                  <c:v>4276</c:v>
                </c:pt>
                <c:pt idx="2537">
                  <c:v>4224</c:v>
                </c:pt>
                <c:pt idx="2538">
                  <c:v>3800</c:v>
                </c:pt>
                <c:pt idx="2539">
                  <c:v>3672</c:v>
                </c:pt>
                <c:pt idx="2540">
                  <c:v>3027</c:v>
                </c:pt>
                <c:pt idx="2541">
                  <c:v>3497</c:v>
                </c:pt>
                <c:pt idx="2542">
                  <c:v>2909</c:v>
                </c:pt>
                <c:pt idx="2543">
                  <c:v>5246</c:v>
                </c:pt>
                <c:pt idx="2544">
                  <c:v>4997</c:v>
                </c:pt>
                <c:pt idx="2545">
                  <c:v>4133</c:v>
                </c:pt>
                <c:pt idx="2546">
                  <c:v>3143</c:v>
                </c:pt>
                <c:pt idx="2547">
                  <c:v>3598</c:v>
                </c:pt>
                <c:pt idx="2548">
                  <c:v>4216</c:v>
                </c:pt>
                <c:pt idx="2549">
                  <c:v>3849</c:v>
                </c:pt>
                <c:pt idx="2550">
                  <c:v>7588</c:v>
                </c:pt>
                <c:pt idx="2551">
                  <c:v>9791</c:v>
                </c:pt>
                <c:pt idx="2552">
                  <c:v>6946</c:v>
                </c:pt>
                <c:pt idx="2553">
                  <c:v>4839</c:v>
                </c:pt>
                <c:pt idx="2554">
                  <c:v>3416</c:v>
                </c:pt>
                <c:pt idx="2555">
                  <c:v>3423</c:v>
                </c:pt>
                <c:pt idx="2556">
                  <c:v>4549</c:v>
                </c:pt>
                <c:pt idx="2557">
                  <c:v>4144</c:v>
                </c:pt>
                <c:pt idx="2558">
                  <c:v>3338</c:v>
                </c:pt>
                <c:pt idx="2559">
                  <c:v>3573</c:v>
                </c:pt>
                <c:pt idx="2560">
                  <c:v>5226</c:v>
                </c:pt>
                <c:pt idx="2561">
                  <c:v>3513</c:v>
                </c:pt>
                <c:pt idx="2562">
                  <c:v>4643</c:v>
                </c:pt>
                <c:pt idx="2563">
                  <c:v>4788</c:v>
                </c:pt>
                <c:pt idx="2564">
                  <c:v>6145</c:v>
                </c:pt>
                <c:pt idx="2565">
                  <c:v>8001</c:v>
                </c:pt>
                <c:pt idx="2566">
                  <c:v>4305</c:v>
                </c:pt>
                <c:pt idx="2567">
                  <c:v>4748</c:v>
                </c:pt>
                <c:pt idx="2568">
                  <c:v>3552</c:v>
                </c:pt>
                <c:pt idx="2569">
                  <c:v>5557</c:v>
                </c:pt>
                <c:pt idx="2570">
                  <c:v>4966</c:v>
                </c:pt>
                <c:pt idx="2571">
                  <c:v>4347</c:v>
                </c:pt>
                <c:pt idx="2572">
                  <c:v>5623</c:v>
                </c:pt>
                <c:pt idx="2573">
                  <c:v>5027</c:v>
                </c:pt>
                <c:pt idx="2574">
                  <c:v>9467</c:v>
                </c:pt>
                <c:pt idx="2575">
                  <c:v>6376</c:v>
                </c:pt>
                <c:pt idx="2576">
                  <c:v>6793</c:v>
                </c:pt>
                <c:pt idx="2577">
                  <c:v>4999</c:v>
                </c:pt>
                <c:pt idx="2578">
                  <c:v>4115</c:v>
                </c:pt>
                <c:pt idx="2579">
                  <c:v>3786</c:v>
                </c:pt>
                <c:pt idx="2580">
                  <c:v>2083</c:v>
                </c:pt>
                <c:pt idx="2581">
                  <c:v>2455</c:v>
                </c:pt>
                <c:pt idx="2582">
                  <c:v>6346</c:v>
                </c:pt>
                <c:pt idx="2583">
                  <c:v>7119</c:v>
                </c:pt>
                <c:pt idx="2584">
                  <c:v>3060</c:v>
                </c:pt>
                <c:pt idx="2585">
                  <c:v>2577</c:v>
                </c:pt>
                <c:pt idx="2586">
                  <c:v>1991</c:v>
                </c:pt>
                <c:pt idx="2587">
                  <c:v>3044</c:v>
                </c:pt>
                <c:pt idx="2588">
                  <c:v>3128</c:v>
                </c:pt>
                <c:pt idx="2589">
                  <c:v>3965</c:v>
                </c:pt>
                <c:pt idx="2590">
                  <c:v>3448</c:v>
                </c:pt>
                <c:pt idx="2591">
                  <c:v>5725</c:v>
                </c:pt>
                <c:pt idx="2592">
                  <c:v>4532</c:v>
                </c:pt>
                <c:pt idx="2593">
                  <c:v>4512</c:v>
                </c:pt>
                <c:pt idx="2594">
                  <c:v>5485</c:v>
                </c:pt>
                <c:pt idx="2595">
                  <c:v>4340</c:v>
                </c:pt>
                <c:pt idx="2596">
                  <c:v>5240</c:v>
                </c:pt>
                <c:pt idx="2597">
                  <c:v>5170</c:v>
                </c:pt>
                <c:pt idx="2598">
                  <c:v>4609</c:v>
                </c:pt>
                <c:pt idx="2599">
                  <c:v>7147</c:v>
                </c:pt>
                <c:pt idx="2600">
                  <c:v>5335</c:v>
                </c:pt>
                <c:pt idx="2601">
                  <c:v>4535</c:v>
                </c:pt>
                <c:pt idx="2602">
                  <c:v>5113</c:v>
                </c:pt>
                <c:pt idx="2603">
                  <c:v>3118</c:v>
                </c:pt>
                <c:pt idx="2604">
                  <c:v>4137</c:v>
                </c:pt>
                <c:pt idx="2605">
                  <c:v>3870</c:v>
                </c:pt>
                <c:pt idx="2606">
                  <c:v>4035</c:v>
                </c:pt>
                <c:pt idx="2607">
                  <c:v>3265</c:v>
                </c:pt>
                <c:pt idx="2608">
                  <c:v>3157</c:v>
                </c:pt>
                <c:pt idx="2609">
                  <c:v>5188</c:v>
                </c:pt>
                <c:pt idx="2610">
                  <c:v>6021</c:v>
                </c:pt>
                <c:pt idx="2611">
                  <c:v>4555</c:v>
                </c:pt>
                <c:pt idx="2612">
                  <c:v>4352</c:v>
                </c:pt>
                <c:pt idx="2613">
                  <c:v>7553</c:v>
                </c:pt>
                <c:pt idx="2614">
                  <c:v>10287</c:v>
                </c:pt>
                <c:pt idx="2615">
                  <c:v>7927</c:v>
                </c:pt>
                <c:pt idx="2616">
                  <c:v>4986</c:v>
                </c:pt>
                <c:pt idx="2617">
                  <c:v>3670</c:v>
                </c:pt>
                <c:pt idx="2618">
                  <c:v>4324</c:v>
                </c:pt>
                <c:pt idx="2619">
                  <c:v>2651</c:v>
                </c:pt>
                <c:pt idx="2620">
                  <c:v>3216</c:v>
                </c:pt>
                <c:pt idx="2621">
                  <c:v>5419</c:v>
                </c:pt>
                <c:pt idx="2622">
                  <c:v>5412</c:v>
                </c:pt>
                <c:pt idx="2623">
                  <c:v>5456</c:v>
                </c:pt>
                <c:pt idx="2624">
                  <c:v>5140</c:v>
                </c:pt>
                <c:pt idx="2625">
                  <c:v>4693</c:v>
                </c:pt>
                <c:pt idx="2626">
                  <c:v>7833</c:v>
                </c:pt>
                <c:pt idx="2627">
                  <c:v>5493</c:v>
                </c:pt>
                <c:pt idx="2628">
                  <c:v>6882</c:v>
                </c:pt>
                <c:pt idx="2629">
                  <c:v>4875</c:v>
                </c:pt>
                <c:pt idx="2630">
                  <c:v>3782</c:v>
                </c:pt>
                <c:pt idx="2631">
                  <c:v>4405</c:v>
                </c:pt>
                <c:pt idx="2632">
                  <c:v>5434</c:v>
                </c:pt>
                <c:pt idx="2633">
                  <c:v>5884</c:v>
                </c:pt>
                <c:pt idx="2634">
                  <c:v>3910</c:v>
                </c:pt>
                <c:pt idx="2635">
                  <c:v>6663</c:v>
                </c:pt>
                <c:pt idx="2636">
                  <c:v>5728</c:v>
                </c:pt>
                <c:pt idx="2637">
                  <c:v>6730</c:v>
                </c:pt>
                <c:pt idx="2638">
                  <c:v>6512</c:v>
                </c:pt>
                <c:pt idx="2639">
                  <c:v>4772</c:v>
                </c:pt>
                <c:pt idx="2640">
                  <c:v>5792</c:v>
                </c:pt>
                <c:pt idx="2641">
                  <c:v>3706</c:v>
                </c:pt>
                <c:pt idx="2642">
                  <c:v>3438</c:v>
                </c:pt>
                <c:pt idx="2643">
                  <c:v>4449</c:v>
                </c:pt>
                <c:pt idx="2644">
                  <c:v>5301</c:v>
                </c:pt>
                <c:pt idx="2645">
                  <c:v>6249</c:v>
                </c:pt>
                <c:pt idx="2646">
                  <c:v>6258</c:v>
                </c:pt>
                <c:pt idx="2647">
                  <c:v>5564</c:v>
                </c:pt>
                <c:pt idx="2648">
                  <c:v>3347</c:v>
                </c:pt>
                <c:pt idx="2649">
                  <c:v>3520</c:v>
                </c:pt>
                <c:pt idx="2650">
                  <c:v>2092</c:v>
                </c:pt>
                <c:pt idx="2651">
                  <c:v>2568</c:v>
                </c:pt>
                <c:pt idx="2652">
                  <c:v>4152</c:v>
                </c:pt>
                <c:pt idx="2653">
                  <c:v>2973</c:v>
                </c:pt>
                <c:pt idx="2654">
                  <c:v>2774</c:v>
                </c:pt>
                <c:pt idx="2655">
                  <c:v>2848</c:v>
                </c:pt>
                <c:pt idx="2656">
                  <c:v>3441</c:v>
                </c:pt>
                <c:pt idx="2657">
                  <c:v>6148</c:v>
                </c:pt>
                <c:pt idx="2658">
                  <c:v>8470</c:v>
                </c:pt>
                <c:pt idx="2659">
                  <c:v>6411</c:v>
                </c:pt>
                <c:pt idx="2660">
                  <c:v>6441</c:v>
                </c:pt>
                <c:pt idx="2661">
                  <c:v>5909</c:v>
                </c:pt>
                <c:pt idx="2662">
                  <c:v>4569</c:v>
                </c:pt>
                <c:pt idx="2663">
                  <c:v>4855</c:v>
                </c:pt>
                <c:pt idx="2664">
                  <c:v>4469</c:v>
                </c:pt>
                <c:pt idx="2665">
                  <c:v>4265</c:v>
                </c:pt>
                <c:pt idx="2666">
                  <c:v>4530</c:v>
                </c:pt>
                <c:pt idx="2667">
                  <c:v>11864</c:v>
                </c:pt>
                <c:pt idx="2668">
                  <c:v>11542</c:v>
                </c:pt>
                <c:pt idx="2669">
                  <c:v>16373</c:v>
                </c:pt>
                <c:pt idx="2670">
                  <c:v>10357</c:v>
                </c:pt>
                <c:pt idx="2671">
                  <c:v>10447</c:v>
                </c:pt>
                <c:pt idx="2672">
                  <c:v>7072</c:v>
                </c:pt>
                <c:pt idx="2673">
                  <c:v>6298</c:v>
                </c:pt>
                <c:pt idx="2674">
                  <c:v>8049</c:v>
                </c:pt>
                <c:pt idx="2675">
                  <c:v>6519</c:v>
                </c:pt>
                <c:pt idx="2676">
                  <c:v>5827</c:v>
                </c:pt>
                <c:pt idx="2677">
                  <c:v>5105</c:v>
                </c:pt>
                <c:pt idx="2678">
                  <c:v>4778</c:v>
                </c:pt>
                <c:pt idx="2679">
                  <c:v>3594</c:v>
                </c:pt>
                <c:pt idx="2680">
                  <c:v>4221</c:v>
                </c:pt>
                <c:pt idx="2681">
                  <c:v>6253</c:v>
                </c:pt>
                <c:pt idx="2682">
                  <c:v>7451</c:v>
                </c:pt>
                <c:pt idx="2683">
                  <c:v>9049</c:v>
                </c:pt>
                <c:pt idx="2684">
                  <c:v>7971</c:v>
                </c:pt>
                <c:pt idx="2685">
                  <c:v>8436</c:v>
                </c:pt>
                <c:pt idx="2686">
                  <c:v>7109</c:v>
                </c:pt>
                <c:pt idx="2687">
                  <c:v>9459</c:v>
                </c:pt>
                <c:pt idx="2688">
                  <c:v>8487</c:v>
                </c:pt>
                <c:pt idx="2689">
                  <c:v>8336</c:v>
                </c:pt>
                <c:pt idx="2690">
                  <c:v>8262</c:v>
                </c:pt>
                <c:pt idx="2691">
                  <c:v>8131</c:v>
                </c:pt>
                <c:pt idx="2692">
                  <c:v>9218</c:v>
                </c:pt>
                <c:pt idx="2693">
                  <c:v>7500</c:v>
                </c:pt>
                <c:pt idx="2694">
                  <c:v>4685</c:v>
                </c:pt>
                <c:pt idx="2695">
                  <c:v>5907</c:v>
                </c:pt>
                <c:pt idx="2696">
                  <c:v>4793</c:v>
                </c:pt>
                <c:pt idx="2697">
                  <c:v>5552</c:v>
                </c:pt>
                <c:pt idx="2698">
                  <c:v>6923</c:v>
                </c:pt>
                <c:pt idx="2699">
                  <c:v>11628</c:v>
                </c:pt>
                <c:pt idx="2700">
                  <c:v>12821</c:v>
                </c:pt>
                <c:pt idx="2701">
                  <c:v>8880</c:v>
                </c:pt>
                <c:pt idx="2702">
                  <c:v>6734</c:v>
                </c:pt>
                <c:pt idx="2703">
                  <c:v>4274</c:v>
                </c:pt>
                <c:pt idx="2704">
                  <c:v>3059</c:v>
                </c:pt>
                <c:pt idx="2705">
                  <c:v>3257</c:v>
                </c:pt>
                <c:pt idx="2706">
                  <c:v>5433</c:v>
                </c:pt>
                <c:pt idx="2707">
                  <c:v>4169</c:v>
                </c:pt>
                <c:pt idx="2708">
                  <c:v>4565</c:v>
                </c:pt>
                <c:pt idx="2709">
                  <c:v>5504</c:v>
                </c:pt>
                <c:pt idx="2710">
                  <c:v>6446</c:v>
                </c:pt>
                <c:pt idx="2711">
                  <c:v>5304</c:v>
                </c:pt>
                <c:pt idx="2712">
                  <c:v>5454</c:v>
                </c:pt>
                <c:pt idx="2713">
                  <c:v>5330</c:v>
                </c:pt>
                <c:pt idx="2714">
                  <c:v>5372</c:v>
                </c:pt>
                <c:pt idx="2715">
                  <c:v>5861</c:v>
                </c:pt>
                <c:pt idx="2716">
                  <c:v>5066</c:v>
                </c:pt>
                <c:pt idx="2717">
                  <c:v>6943</c:v>
                </c:pt>
                <c:pt idx="2718">
                  <c:v>8366</c:v>
                </c:pt>
                <c:pt idx="2719">
                  <c:v>6307</c:v>
                </c:pt>
                <c:pt idx="2720">
                  <c:v>6824</c:v>
                </c:pt>
                <c:pt idx="2721">
                  <c:v>6977</c:v>
                </c:pt>
                <c:pt idx="2722">
                  <c:v>6424</c:v>
                </c:pt>
                <c:pt idx="2723">
                  <c:v>9617</c:v>
                </c:pt>
                <c:pt idx="2724">
                  <c:v>8335</c:v>
                </c:pt>
                <c:pt idx="2725">
                  <c:v>8932</c:v>
                </c:pt>
                <c:pt idx="2726">
                  <c:v>9383</c:v>
                </c:pt>
                <c:pt idx="2727">
                  <c:v>11456</c:v>
                </c:pt>
                <c:pt idx="2728">
                  <c:v>11916</c:v>
                </c:pt>
                <c:pt idx="2729">
                  <c:v>12609</c:v>
                </c:pt>
                <c:pt idx="2730">
                  <c:v>9554</c:v>
                </c:pt>
                <c:pt idx="2731">
                  <c:v>8583</c:v>
                </c:pt>
                <c:pt idx="2732">
                  <c:v>6860</c:v>
                </c:pt>
                <c:pt idx="2733">
                  <c:v>6632</c:v>
                </c:pt>
                <c:pt idx="2734">
                  <c:v>4834</c:v>
                </c:pt>
                <c:pt idx="2735">
                  <c:v>7129</c:v>
                </c:pt>
                <c:pt idx="2736">
                  <c:v>8069</c:v>
                </c:pt>
                <c:pt idx="2737">
                  <c:v>5987</c:v>
                </c:pt>
                <c:pt idx="2738">
                  <c:v>7418</c:v>
                </c:pt>
                <c:pt idx="2739">
                  <c:v>5331</c:v>
                </c:pt>
                <c:pt idx="2740">
                  <c:v>7773</c:v>
                </c:pt>
                <c:pt idx="2741">
                  <c:v>7548</c:v>
                </c:pt>
                <c:pt idx="2742">
                  <c:v>10197</c:v>
                </c:pt>
                <c:pt idx="2743">
                  <c:v>6112</c:v>
                </c:pt>
                <c:pt idx="2744">
                  <c:v>10948</c:v>
                </c:pt>
                <c:pt idx="2745">
                  <c:v>9481</c:v>
                </c:pt>
                <c:pt idx="2746">
                  <c:v>9170</c:v>
                </c:pt>
                <c:pt idx="2747">
                  <c:v>7013</c:v>
                </c:pt>
                <c:pt idx="2748">
                  <c:v>10761</c:v>
                </c:pt>
                <c:pt idx="2749">
                  <c:v>10946</c:v>
                </c:pt>
                <c:pt idx="2750">
                  <c:v>14639</c:v>
                </c:pt>
                <c:pt idx="2751">
                  <c:v>10683</c:v>
                </c:pt>
                <c:pt idx="2752">
                  <c:v>8130</c:v>
                </c:pt>
                <c:pt idx="2753">
                  <c:v>6039</c:v>
                </c:pt>
                <c:pt idx="2754">
                  <c:v>6143</c:v>
                </c:pt>
                <c:pt idx="2755">
                  <c:v>7910</c:v>
                </c:pt>
                <c:pt idx="2756">
                  <c:v>9411</c:v>
                </c:pt>
                <c:pt idx="2757">
                  <c:v>9134</c:v>
                </c:pt>
                <c:pt idx="2758">
                  <c:v>6555</c:v>
                </c:pt>
                <c:pt idx="2759">
                  <c:v>5085</c:v>
                </c:pt>
                <c:pt idx="2760">
                  <c:v>7511</c:v>
                </c:pt>
                <c:pt idx="2761">
                  <c:v>5852</c:v>
                </c:pt>
                <c:pt idx="2762">
                  <c:v>7389</c:v>
                </c:pt>
                <c:pt idx="2763">
                  <c:v>5860</c:v>
                </c:pt>
                <c:pt idx="2764">
                  <c:v>7065</c:v>
                </c:pt>
                <c:pt idx="2765">
                  <c:v>5732</c:v>
                </c:pt>
                <c:pt idx="2766">
                  <c:v>5605</c:v>
                </c:pt>
                <c:pt idx="2767">
                  <c:v>4951</c:v>
                </c:pt>
                <c:pt idx="2768">
                  <c:v>5476</c:v>
                </c:pt>
                <c:pt idx="2769">
                  <c:v>5854</c:v>
                </c:pt>
                <c:pt idx="2770">
                  <c:v>4264</c:v>
                </c:pt>
                <c:pt idx="2771">
                  <c:v>4674</c:v>
                </c:pt>
                <c:pt idx="2772">
                  <c:v>4968</c:v>
                </c:pt>
                <c:pt idx="2773">
                  <c:v>4569</c:v>
                </c:pt>
                <c:pt idx="2774">
                  <c:v>5171</c:v>
                </c:pt>
                <c:pt idx="2775">
                  <c:v>7689</c:v>
                </c:pt>
                <c:pt idx="2776">
                  <c:v>5398</c:v>
                </c:pt>
                <c:pt idx="2777">
                  <c:v>4461</c:v>
                </c:pt>
                <c:pt idx="2778">
                  <c:v>2712</c:v>
                </c:pt>
                <c:pt idx="2779">
                  <c:v>4055</c:v>
                </c:pt>
                <c:pt idx="2780">
                  <c:v>6033</c:v>
                </c:pt>
                <c:pt idx="2781">
                  <c:v>8689</c:v>
                </c:pt>
                <c:pt idx="2782">
                  <c:v>10186</c:v>
                </c:pt>
                <c:pt idx="2783">
                  <c:v>6945</c:v>
                </c:pt>
                <c:pt idx="2784">
                  <c:v>8834</c:v>
                </c:pt>
                <c:pt idx="2785">
                  <c:v>5665</c:v>
                </c:pt>
                <c:pt idx="2786">
                  <c:v>6996</c:v>
                </c:pt>
                <c:pt idx="2787">
                  <c:v>7028</c:v>
                </c:pt>
                <c:pt idx="2788">
                  <c:v>5418</c:v>
                </c:pt>
                <c:pt idx="2789">
                  <c:v>5238</c:v>
                </c:pt>
                <c:pt idx="2790">
                  <c:v>7826</c:v>
                </c:pt>
                <c:pt idx="2791">
                  <c:v>5707</c:v>
                </c:pt>
                <c:pt idx="2792">
                  <c:v>6264</c:v>
                </c:pt>
                <c:pt idx="2793">
                  <c:v>5073</c:v>
                </c:pt>
                <c:pt idx="2794">
                  <c:v>5791</c:v>
                </c:pt>
                <c:pt idx="2795">
                  <c:v>5478</c:v>
                </c:pt>
                <c:pt idx="2796">
                  <c:v>5942</c:v>
                </c:pt>
                <c:pt idx="2797">
                  <c:v>4602</c:v>
                </c:pt>
                <c:pt idx="2798">
                  <c:v>5074</c:v>
                </c:pt>
                <c:pt idx="2799">
                  <c:v>7867</c:v>
                </c:pt>
                <c:pt idx="2800">
                  <c:v>6289</c:v>
                </c:pt>
                <c:pt idx="2801">
                  <c:v>6499</c:v>
                </c:pt>
                <c:pt idx="2802">
                  <c:v>5697</c:v>
                </c:pt>
                <c:pt idx="2803">
                  <c:v>5776</c:v>
                </c:pt>
                <c:pt idx="2804">
                  <c:v>4164</c:v>
                </c:pt>
                <c:pt idx="2805">
                  <c:v>6021</c:v>
                </c:pt>
                <c:pt idx="2806">
                  <c:v>8062</c:v>
                </c:pt>
                <c:pt idx="2807">
                  <c:v>5588</c:v>
                </c:pt>
                <c:pt idx="2808">
                  <c:v>5278</c:v>
                </c:pt>
                <c:pt idx="2809">
                  <c:v>4564</c:v>
                </c:pt>
                <c:pt idx="2810">
                  <c:v>4441</c:v>
                </c:pt>
                <c:pt idx="2811">
                  <c:v>6415</c:v>
                </c:pt>
                <c:pt idx="2812">
                  <c:v>6035</c:v>
                </c:pt>
                <c:pt idx="2813">
                  <c:v>4087</c:v>
                </c:pt>
                <c:pt idx="2814">
                  <c:v>4853</c:v>
                </c:pt>
                <c:pt idx="2815">
                  <c:v>5869</c:v>
                </c:pt>
                <c:pt idx="2816">
                  <c:v>5206</c:v>
                </c:pt>
                <c:pt idx="2817">
                  <c:v>6902</c:v>
                </c:pt>
                <c:pt idx="2818">
                  <c:v>5040</c:v>
                </c:pt>
                <c:pt idx="2819">
                  <c:v>6735</c:v>
                </c:pt>
                <c:pt idx="2820">
                  <c:v>7698</c:v>
                </c:pt>
                <c:pt idx="2821">
                  <c:v>4621</c:v>
                </c:pt>
                <c:pt idx="2822">
                  <c:v>3669</c:v>
                </c:pt>
                <c:pt idx="2823">
                  <c:v>7223</c:v>
                </c:pt>
                <c:pt idx="2824">
                  <c:v>8358</c:v>
                </c:pt>
                <c:pt idx="2825">
                  <c:v>5436</c:v>
                </c:pt>
                <c:pt idx="2826">
                  <c:v>6261</c:v>
                </c:pt>
                <c:pt idx="2827">
                  <c:v>3965</c:v>
                </c:pt>
                <c:pt idx="2828">
                  <c:v>4514</c:v>
                </c:pt>
                <c:pt idx="2829">
                  <c:v>105</c:v>
                </c:pt>
                <c:pt idx="2830">
                  <c:v>2538</c:v>
                </c:pt>
                <c:pt idx="2831">
                  <c:v>7203</c:v>
                </c:pt>
                <c:pt idx="2832">
                  <c:v>4355</c:v>
                </c:pt>
                <c:pt idx="2833">
                  <c:v>4775</c:v>
                </c:pt>
                <c:pt idx="2834">
                  <c:v>4002</c:v>
                </c:pt>
                <c:pt idx="2835">
                  <c:v>5687</c:v>
                </c:pt>
                <c:pt idx="2836">
                  <c:v>5282</c:v>
                </c:pt>
                <c:pt idx="2837">
                  <c:v>4610</c:v>
                </c:pt>
                <c:pt idx="2838">
                  <c:v>4646</c:v>
                </c:pt>
                <c:pt idx="2839">
                  <c:v>6761</c:v>
                </c:pt>
                <c:pt idx="2840">
                  <c:v>7843</c:v>
                </c:pt>
                <c:pt idx="2841">
                  <c:v>6766</c:v>
                </c:pt>
                <c:pt idx="2842">
                  <c:v>7481</c:v>
                </c:pt>
                <c:pt idx="2843">
                  <c:v>5510</c:v>
                </c:pt>
                <c:pt idx="2844">
                  <c:v>4567</c:v>
                </c:pt>
                <c:pt idx="2845">
                  <c:v>3308</c:v>
                </c:pt>
                <c:pt idx="2846">
                  <c:v>4281</c:v>
                </c:pt>
                <c:pt idx="2847">
                  <c:v>5801</c:v>
                </c:pt>
                <c:pt idx="2848">
                  <c:v>7570</c:v>
                </c:pt>
                <c:pt idx="2849">
                  <c:v>7978</c:v>
                </c:pt>
                <c:pt idx="2850">
                  <c:v>7269</c:v>
                </c:pt>
                <c:pt idx="2851">
                  <c:v>4682</c:v>
                </c:pt>
                <c:pt idx="2852">
                  <c:v>7386</c:v>
                </c:pt>
                <c:pt idx="2853">
                  <c:v>4771</c:v>
                </c:pt>
                <c:pt idx="2854">
                  <c:v>3562</c:v>
                </c:pt>
                <c:pt idx="2855">
                  <c:v>4054</c:v>
                </c:pt>
                <c:pt idx="2856">
                  <c:v>4323</c:v>
                </c:pt>
                <c:pt idx="2857">
                  <c:v>4024</c:v>
                </c:pt>
                <c:pt idx="2858">
                  <c:v>4481</c:v>
                </c:pt>
                <c:pt idx="2859">
                  <c:v>6192</c:v>
                </c:pt>
                <c:pt idx="2860">
                  <c:v>4826</c:v>
                </c:pt>
                <c:pt idx="2861">
                  <c:v>4797</c:v>
                </c:pt>
                <c:pt idx="2862">
                  <c:v>3982</c:v>
                </c:pt>
                <c:pt idx="2863">
                  <c:v>2772</c:v>
                </c:pt>
                <c:pt idx="2864">
                  <c:v>4538</c:v>
                </c:pt>
                <c:pt idx="2865">
                  <c:v>4705</c:v>
                </c:pt>
                <c:pt idx="2866">
                  <c:v>7696</c:v>
                </c:pt>
                <c:pt idx="2867">
                  <c:v>6716</c:v>
                </c:pt>
                <c:pt idx="2868">
                  <c:v>7107</c:v>
                </c:pt>
                <c:pt idx="2869">
                  <c:v>6553</c:v>
                </c:pt>
                <c:pt idx="2870">
                  <c:v>5329</c:v>
                </c:pt>
                <c:pt idx="2871">
                  <c:v>5342</c:v>
                </c:pt>
                <c:pt idx="2872">
                  <c:v>4377</c:v>
                </c:pt>
                <c:pt idx="2873">
                  <c:v>4344</c:v>
                </c:pt>
                <c:pt idx="2874">
                  <c:v>5302</c:v>
                </c:pt>
                <c:pt idx="2875">
                  <c:v>8344</c:v>
                </c:pt>
                <c:pt idx="2876">
                  <c:v>5736</c:v>
                </c:pt>
                <c:pt idx="2877">
                  <c:v>5372</c:v>
                </c:pt>
                <c:pt idx="2878">
                  <c:v>5007</c:v>
                </c:pt>
                <c:pt idx="2879">
                  <c:v>4108</c:v>
                </c:pt>
                <c:pt idx="2880">
                  <c:v>6065</c:v>
                </c:pt>
                <c:pt idx="2881">
                  <c:v>5705</c:v>
                </c:pt>
                <c:pt idx="2882">
                  <c:v>5312</c:v>
                </c:pt>
                <c:pt idx="2883">
                  <c:v>6486</c:v>
                </c:pt>
                <c:pt idx="2884">
                  <c:v>5713</c:v>
                </c:pt>
                <c:pt idx="2885">
                  <c:v>6605</c:v>
                </c:pt>
                <c:pt idx="2886">
                  <c:v>7420</c:v>
                </c:pt>
                <c:pt idx="2887">
                  <c:v>5759</c:v>
                </c:pt>
                <c:pt idx="2888">
                  <c:v>7390</c:v>
                </c:pt>
                <c:pt idx="2889">
                  <c:v>7693</c:v>
                </c:pt>
                <c:pt idx="2890">
                  <c:v>7868</c:v>
                </c:pt>
                <c:pt idx="2891">
                  <c:v>5921</c:v>
                </c:pt>
                <c:pt idx="2892">
                  <c:v>4743</c:v>
                </c:pt>
                <c:pt idx="2893">
                  <c:v>4660</c:v>
                </c:pt>
                <c:pt idx="2894">
                  <c:v>6070</c:v>
                </c:pt>
                <c:pt idx="2895">
                  <c:v>8855</c:v>
                </c:pt>
                <c:pt idx="2896">
                  <c:v>7371</c:v>
                </c:pt>
                <c:pt idx="2897">
                  <c:v>9239</c:v>
                </c:pt>
                <c:pt idx="2898">
                  <c:v>5620</c:v>
                </c:pt>
                <c:pt idx="2899">
                  <c:v>4712</c:v>
                </c:pt>
                <c:pt idx="2900">
                  <c:v>5179</c:v>
                </c:pt>
                <c:pt idx="2901">
                  <c:v>5709</c:v>
                </c:pt>
                <c:pt idx="2902">
                  <c:v>6946</c:v>
                </c:pt>
                <c:pt idx="2903">
                  <c:v>7959</c:v>
                </c:pt>
                <c:pt idx="2904">
                  <c:v>7722</c:v>
                </c:pt>
                <c:pt idx="2905">
                  <c:v>8585</c:v>
                </c:pt>
                <c:pt idx="2906">
                  <c:v>6670</c:v>
                </c:pt>
                <c:pt idx="2907">
                  <c:v>5658</c:v>
                </c:pt>
                <c:pt idx="2908">
                  <c:v>4465</c:v>
                </c:pt>
                <c:pt idx="2909">
                  <c:v>4943</c:v>
                </c:pt>
                <c:pt idx="2910">
                  <c:v>4438</c:v>
                </c:pt>
                <c:pt idx="2911">
                  <c:v>5108</c:v>
                </c:pt>
                <c:pt idx="2912">
                  <c:v>4492</c:v>
                </c:pt>
                <c:pt idx="2913">
                  <c:v>4099</c:v>
                </c:pt>
                <c:pt idx="2914">
                  <c:v>5105</c:v>
                </c:pt>
                <c:pt idx="2915">
                  <c:v>8095</c:v>
                </c:pt>
                <c:pt idx="2916">
                  <c:v>8050</c:v>
                </c:pt>
                <c:pt idx="2917">
                  <c:v>5155</c:v>
                </c:pt>
                <c:pt idx="2918">
                  <c:v>4197</c:v>
                </c:pt>
                <c:pt idx="2919">
                  <c:v>3961</c:v>
                </c:pt>
                <c:pt idx="2920">
                  <c:v>3915</c:v>
                </c:pt>
                <c:pt idx="2921">
                  <c:v>4482</c:v>
                </c:pt>
                <c:pt idx="2922">
                  <c:v>4431</c:v>
                </c:pt>
                <c:pt idx="2923">
                  <c:v>7333</c:v>
                </c:pt>
                <c:pt idx="2924">
                  <c:v>9216</c:v>
                </c:pt>
                <c:pt idx="2925">
                  <c:v>6524</c:v>
                </c:pt>
                <c:pt idx="2926">
                  <c:v>5619</c:v>
                </c:pt>
                <c:pt idx="2927">
                  <c:v>3620</c:v>
                </c:pt>
                <c:pt idx="2928">
                  <c:v>5008</c:v>
                </c:pt>
                <c:pt idx="2929">
                  <c:v>6023</c:v>
                </c:pt>
                <c:pt idx="2930">
                  <c:v>7553</c:v>
                </c:pt>
                <c:pt idx="2931">
                  <c:v>9668</c:v>
                </c:pt>
                <c:pt idx="2932">
                  <c:v>5616</c:v>
                </c:pt>
                <c:pt idx="2933">
                  <c:v>7375</c:v>
                </c:pt>
                <c:pt idx="2934">
                  <c:v>6229</c:v>
                </c:pt>
                <c:pt idx="2935">
                  <c:v>3798</c:v>
                </c:pt>
                <c:pt idx="2936">
                  <c:v>4082</c:v>
                </c:pt>
                <c:pt idx="2937">
                  <c:v>4130</c:v>
                </c:pt>
                <c:pt idx="2938">
                  <c:v>3578</c:v>
                </c:pt>
                <c:pt idx="2939">
                  <c:v>5484</c:v>
                </c:pt>
                <c:pt idx="2940">
                  <c:v>6661</c:v>
                </c:pt>
                <c:pt idx="2941">
                  <c:v>4888</c:v>
                </c:pt>
                <c:pt idx="2942">
                  <c:v>4537</c:v>
                </c:pt>
                <c:pt idx="2943">
                  <c:v>5105</c:v>
                </c:pt>
                <c:pt idx="2944">
                  <c:v>4952</c:v>
                </c:pt>
                <c:pt idx="2945">
                  <c:v>3997</c:v>
                </c:pt>
                <c:pt idx="2946">
                  <c:v>5086</c:v>
                </c:pt>
                <c:pt idx="2947">
                  <c:v>4014</c:v>
                </c:pt>
                <c:pt idx="2948">
                  <c:v>5980</c:v>
                </c:pt>
                <c:pt idx="2949">
                  <c:v>4435</c:v>
                </c:pt>
                <c:pt idx="2950">
                  <c:v>3277</c:v>
                </c:pt>
                <c:pt idx="2951">
                  <c:v>2310</c:v>
                </c:pt>
                <c:pt idx="2952">
                  <c:v>2834</c:v>
                </c:pt>
                <c:pt idx="2953">
                  <c:v>5206</c:v>
                </c:pt>
                <c:pt idx="2954">
                  <c:v>5157</c:v>
                </c:pt>
                <c:pt idx="2955">
                  <c:v>4485</c:v>
                </c:pt>
                <c:pt idx="2956">
                  <c:v>4962</c:v>
                </c:pt>
                <c:pt idx="2957">
                  <c:v>6616</c:v>
                </c:pt>
                <c:pt idx="2958">
                  <c:v>6398</c:v>
                </c:pt>
                <c:pt idx="2959">
                  <c:v>5235</c:v>
                </c:pt>
                <c:pt idx="2960">
                  <c:v>7400</c:v>
                </c:pt>
                <c:pt idx="2961">
                  <c:v>5190</c:v>
                </c:pt>
                <c:pt idx="2962">
                  <c:v>4771</c:v>
                </c:pt>
                <c:pt idx="2963">
                  <c:v>6831</c:v>
                </c:pt>
                <c:pt idx="2964">
                  <c:v>3696</c:v>
                </c:pt>
                <c:pt idx="2965">
                  <c:v>4413</c:v>
                </c:pt>
                <c:pt idx="2966">
                  <c:v>2977</c:v>
                </c:pt>
                <c:pt idx="2967">
                  <c:v>4357</c:v>
                </c:pt>
                <c:pt idx="2968">
                  <c:v>5283</c:v>
                </c:pt>
                <c:pt idx="2969">
                  <c:v>7425</c:v>
                </c:pt>
                <c:pt idx="2970">
                  <c:v>7054</c:v>
                </c:pt>
                <c:pt idx="2971">
                  <c:v>7245</c:v>
                </c:pt>
                <c:pt idx="2972">
                  <c:v>6223</c:v>
                </c:pt>
                <c:pt idx="2973">
                  <c:v>4336</c:v>
                </c:pt>
                <c:pt idx="2974">
                  <c:v>4822</c:v>
                </c:pt>
                <c:pt idx="2975">
                  <c:v>4037</c:v>
                </c:pt>
                <c:pt idx="2976">
                  <c:v>4950</c:v>
                </c:pt>
                <c:pt idx="2977">
                  <c:v>5115</c:v>
                </c:pt>
                <c:pt idx="2978">
                  <c:v>4526</c:v>
                </c:pt>
                <c:pt idx="2979">
                  <c:v>6604</c:v>
                </c:pt>
                <c:pt idx="2980">
                  <c:v>7117</c:v>
                </c:pt>
                <c:pt idx="2981">
                  <c:v>6582</c:v>
                </c:pt>
                <c:pt idx="2982">
                  <c:v>6247</c:v>
                </c:pt>
                <c:pt idx="2983">
                  <c:v>4330</c:v>
                </c:pt>
                <c:pt idx="2984">
                  <c:v>4531</c:v>
                </c:pt>
                <c:pt idx="2985">
                  <c:v>3828</c:v>
                </c:pt>
                <c:pt idx="2986">
                  <c:v>6380</c:v>
                </c:pt>
                <c:pt idx="2987">
                  <c:v>7765</c:v>
                </c:pt>
                <c:pt idx="2988">
                  <c:v>7208</c:v>
                </c:pt>
                <c:pt idx="2989">
                  <c:v>12677</c:v>
                </c:pt>
                <c:pt idx="2990">
                  <c:v>8398</c:v>
                </c:pt>
                <c:pt idx="2991">
                  <c:v>4688</c:v>
                </c:pt>
                <c:pt idx="2992">
                  <c:v>7890</c:v>
                </c:pt>
                <c:pt idx="2993">
                  <c:v>6789</c:v>
                </c:pt>
                <c:pt idx="2994">
                  <c:v>8386</c:v>
                </c:pt>
                <c:pt idx="2995">
                  <c:v>8259</c:v>
                </c:pt>
                <c:pt idx="2996">
                  <c:v>3847</c:v>
                </c:pt>
                <c:pt idx="2997">
                  <c:v>3761</c:v>
                </c:pt>
                <c:pt idx="2998">
                  <c:v>4669</c:v>
                </c:pt>
                <c:pt idx="2999">
                  <c:v>3759</c:v>
                </c:pt>
                <c:pt idx="3000">
                  <c:v>3988</c:v>
                </c:pt>
                <c:pt idx="3001">
                  <c:v>5075</c:v>
                </c:pt>
                <c:pt idx="3002">
                  <c:v>3620</c:v>
                </c:pt>
                <c:pt idx="3003">
                  <c:v>3294</c:v>
                </c:pt>
                <c:pt idx="3004">
                  <c:v>4772</c:v>
                </c:pt>
                <c:pt idx="3005">
                  <c:v>9998</c:v>
                </c:pt>
                <c:pt idx="3006">
                  <c:v>6480</c:v>
                </c:pt>
                <c:pt idx="3007">
                  <c:v>4854</c:v>
                </c:pt>
                <c:pt idx="3008">
                  <c:v>6558</c:v>
                </c:pt>
                <c:pt idx="3009">
                  <c:v>4382</c:v>
                </c:pt>
                <c:pt idx="3010">
                  <c:v>4151</c:v>
                </c:pt>
                <c:pt idx="3011">
                  <c:v>5269</c:v>
                </c:pt>
                <c:pt idx="3012">
                  <c:v>4181</c:v>
                </c:pt>
                <c:pt idx="3013">
                  <c:v>3997</c:v>
                </c:pt>
                <c:pt idx="3014">
                  <c:v>5038</c:v>
                </c:pt>
                <c:pt idx="3015">
                  <c:v>7938</c:v>
                </c:pt>
                <c:pt idx="3016">
                  <c:v>4381</c:v>
                </c:pt>
                <c:pt idx="3017">
                  <c:v>3297</c:v>
                </c:pt>
                <c:pt idx="3018">
                  <c:v>3674</c:v>
                </c:pt>
                <c:pt idx="3019">
                  <c:v>4144</c:v>
                </c:pt>
                <c:pt idx="3020">
                  <c:v>4851</c:v>
                </c:pt>
                <c:pt idx="3021">
                  <c:v>4486</c:v>
                </c:pt>
                <c:pt idx="3022">
                  <c:v>4607</c:v>
                </c:pt>
                <c:pt idx="3023">
                  <c:v>5285</c:v>
                </c:pt>
                <c:pt idx="3024">
                  <c:v>7051</c:v>
                </c:pt>
                <c:pt idx="3025">
                  <c:v>5521</c:v>
                </c:pt>
                <c:pt idx="3026">
                  <c:v>7508</c:v>
                </c:pt>
                <c:pt idx="3027">
                  <c:v>4292</c:v>
                </c:pt>
                <c:pt idx="3028">
                  <c:v>3396</c:v>
                </c:pt>
                <c:pt idx="3029">
                  <c:v>3349</c:v>
                </c:pt>
                <c:pt idx="3030">
                  <c:v>2527</c:v>
                </c:pt>
                <c:pt idx="3031">
                  <c:v>3452</c:v>
                </c:pt>
                <c:pt idx="3032">
                  <c:v>4620</c:v>
                </c:pt>
                <c:pt idx="3033">
                  <c:v>5410</c:v>
                </c:pt>
                <c:pt idx="3034">
                  <c:v>5805</c:v>
                </c:pt>
                <c:pt idx="3035">
                  <c:v>3594</c:v>
                </c:pt>
                <c:pt idx="3036">
                  <c:v>4635</c:v>
                </c:pt>
                <c:pt idx="3037">
                  <c:v>3844</c:v>
                </c:pt>
                <c:pt idx="3038">
                  <c:v>4293</c:v>
                </c:pt>
                <c:pt idx="3039">
                  <c:v>5394</c:v>
                </c:pt>
                <c:pt idx="3040">
                  <c:v>3595</c:v>
                </c:pt>
                <c:pt idx="3041">
                  <c:v>4534</c:v>
                </c:pt>
                <c:pt idx="3042">
                  <c:v>3860</c:v>
                </c:pt>
                <c:pt idx="3043">
                  <c:v>4197</c:v>
                </c:pt>
                <c:pt idx="3044">
                  <c:v>4045</c:v>
                </c:pt>
                <c:pt idx="3045">
                  <c:v>6689</c:v>
                </c:pt>
                <c:pt idx="3046">
                  <c:v>3948</c:v>
                </c:pt>
                <c:pt idx="3047">
                  <c:v>3429</c:v>
                </c:pt>
                <c:pt idx="3048">
                  <c:v>4478</c:v>
                </c:pt>
                <c:pt idx="3049">
                  <c:v>3729</c:v>
                </c:pt>
                <c:pt idx="3050">
                  <c:v>4278</c:v>
                </c:pt>
                <c:pt idx="3051">
                  <c:v>5235</c:v>
                </c:pt>
                <c:pt idx="3052">
                  <c:v>5235</c:v>
                </c:pt>
                <c:pt idx="3053">
                  <c:v>4772</c:v>
                </c:pt>
                <c:pt idx="3054">
                  <c:v>4290</c:v>
                </c:pt>
                <c:pt idx="3055">
                  <c:v>4884</c:v>
                </c:pt>
                <c:pt idx="3056">
                  <c:v>5442</c:v>
                </c:pt>
                <c:pt idx="3057">
                  <c:v>5216</c:v>
                </c:pt>
                <c:pt idx="3058">
                  <c:v>6710</c:v>
                </c:pt>
                <c:pt idx="3059">
                  <c:v>3197</c:v>
                </c:pt>
                <c:pt idx="3060">
                  <c:v>3748</c:v>
                </c:pt>
                <c:pt idx="3061">
                  <c:v>4434</c:v>
                </c:pt>
                <c:pt idx="3062">
                  <c:v>4631</c:v>
                </c:pt>
                <c:pt idx="3063">
                  <c:v>4777</c:v>
                </c:pt>
                <c:pt idx="3064">
                  <c:v>3693</c:v>
                </c:pt>
                <c:pt idx="3065">
                  <c:v>4284</c:v>
                </c:pt>
                <c:pt idx="3066">
                  <c:v>4803</c:v>
                </c:pt>
                <c:pt idx="3067">
                  <c:v>6472</c:v>
                </c:pt>
                <c:pt idx="3068">
                  <c:v>5978</c:v>
                </c:pt>
                <c:pt idx="3069">
                  <c:v>5873</c:v>
                </c:pt>
                <c:pt idx="3070">
                  <c:v>5323</c:v>
                </c:pt>
                <c:pt idx="3071">
                  <c:v>8777</c:v>
                </c:pt>
                <c:pt idx="3072">
                  <c:v>8420</c:v>
                </c:pt>
                <c:pt idx="3073">
                  <c:v>2676</c:v>
                </c:pt>
                <c:pt idx="3074">
                  <c:v>2860</c:v>
                </c:pt>
                <c:pt idx="3075">
                  <c:v>2013</c:v>
                </c:pt>
                <c:pt idx="3076">
                  <c:v>952</c:v>
                </c:pt>
                <c:pt idx="3077">
                  <c:v>2624</c:v>
                </c:pt>
                <c:pt idx="3078">
                  <c:v>2681</c:v>
                </c:pt>
                <c:pt idx="3079">
                  <c:v>2887</c:v>
                </c:pt>
                <c:pt idx="3080">
                  <c:v>4130</c:v>
                </c:pt>
                <c:pt idx="3081">
                  <c:v>4887</c:v>
                </c:pt>
                <c:pt idx="3082">
                  <c:v>4490</c:v>
                </c:pt>
                <c:pt idx="3083">
                  <c:v>4111</c:v>
                </c:pt>
                <c:pt idx="3084">
                  <c:v>3723</c:v>
                </c:pt>
                <c:pt idx="3085">
                  <c:v>4576</c:v>
                </c:pt>
                <c:pt idx="3086">
                  <c:v>5629</c:v>
                </c:pt>
                <c:pt idx="3087">
                  <c:v>4248</c:v>
                </c:pt>
                <c:pt idx="3088">
                  <c:v>4048</c:v>
                </c:pt>
                <c:pt idx="3089">
                  <c:v>4281</c:v>
                </c:pt>
                <c:pt idx="3090">
                  <c:v>5449</c:v>
                </c:pt>
                <c:pt idx="3091">
                  <c:v>6443</c:v>
                </c:pt>
                <c:pt idx="3092">
                  <c:v>7441</c:v>
                </c:pt>
                <c:pt idx="3093">
                  <c:v>4589</c:v>
                </c:pt>
                <c:pt idx="3094">
                  <c:v>4446</c:v>
                </c:pt>
                <c:pt idx="3095">
                  <c:v>3836</c:v>
                </c:pt>
                <c:pt idx="3096">
                  <c:v>2893</c:v>
                </c:pt>
                <c:pt idx="3097">
                  <c:v>4118</c:v>
                </c:pt>
                <c:pt idx="3098">
                  <c:v>6750</c:v>
                </c:pt>
                <c:pt idx="3099">
                  <c:v>4085</c:v>
                </c:pt>
                <c:pt idx="3100">
                  <c:v>4462</c:v>
                </c:pt>
                <c:pt idx="3101">
                  <c:v>5963</c:v>
                </c:pt>
                <c:pt idx="3102">
                  <c:v>4845</c:v>
                </c:pt>
                <c:pt idx="3103">
                  <c:v>4586</c:v>
                </c:pt>
                <c:pt idx="3104">
                  <c:v>4836</c:v>
                </c:pt>
                <c:pt idx="3105">
                  <c:v>3971</c:v>
                </c:pt>
                <c:pt idx="3106">
                  <c:v>4896</c:v>
                </c:pt>
                <c:pt idx="3107">
                  <c:v>7776</c:v>
                </c:pt>
                <c:pt idx="3108">
                  <c:v>6658</c:v>
                </c:pt>
                <c:pt idx="3109">
                  <c:v>5718</c:v>
                </c:pt>
                <c:pt idx="3110">
                  <c:v>6954</c:v>
                </c:pt>
                <c:pt idx="3111">
                  <c:v>7263</c:v>
                </c:pt>
                <c:pt idx="3112">
                  <c:v>6024</c:v>
                </c:pt>
                <c:pt idx="3113">
                  <c:v>5997</c:v>
                </c:pt>
                <c:pt idx="3114">
                  <c:v>6145</c:v>
                </c:pt>
                <c:pt idx="3115">
                  <c:v>6492</c:v>
                </c:pt>
                <c:pt idx="3116">
                  <c:v>6135</c:v>
                </c:pt>
                <c:pt idx="3117">
                  <c:v>4661</c:v>
                </c:pt>
                <c:pt idx="3118">
                  <c:v>5486</c:v>
                </c:pt>
                <c:pt idx="3119">
                  <c:v>4156</c:v>
                </c:pt>
                <c:pt idx="3120">
                  <c:v>5026</c:v>
                </c:pt>
                <c:pt idx="3121">
                  <c:v>5446</c:v>
                </c:pt>
                <c:pt idx="3122">
                  <c:v>4895</c:v>
                </c:pt>
                <c:pt idx="3123">
                  <c:v>4639</c:v>
                </c:pt>
                <c:pt idx="3124">
                  <c:v>3851</c:v>
                </c:pt>
                <c:pt idx="3125">
                  <c:v>5336</c:v>
                </c:pt>
                <c:pt idx="3126">
                  <c:v>5703</c:v>
                </c:pt>
                <c:pt idx="3127">
                  <c:v>7008</c:v>
                </c:pt>
                <c:pt idx="3128">
                  <c:v>5239</c:v>
                </c:pt>
                <c:pt idx="3129">
                  <c:v>4871</c:v>
                </c:pt>
                <c:pt idx="3130">
                  <c:v>4235</c:v>
                </c:pt>
                <c:pt idx="3131">
                  <c:v>4188</c:v>
                </c:pt>
                <c:pt idx="3132">
                  <c:v>5755</c:v>
                </c:pt>
                <c:pt idx="3133">
                  <c:v>5877</c:v>
                </c:pt>
                <c:pt idx="3134">
                  <c:v>8164</c:v>
                </c:pt>
                <c:pt idx="3135">
                  <c:v>6159</c:v>
                </c:pt>
                <c:pt idx="3136">
                  <c:v>6044</c:v>
                </c:pt>
                <c:pt idx="3137">
                  <c:v>3652</c:v>
                </c:pt>
                <c:pt idx="3138">
                  <c:v>5494</c:v>
                </c:pt>
                <c:pt idx="3139">
                  <c:v>6301</c:v>
                </c:pt>
                <c:pt idx="3140">
                  <c:v>9152</c:v>
                </c:pt>
                <c:pt idx="3141">
                  <c:v>8094</c:v>
                </c:pt>
                <c:pt idx="3142">
                  <c:v>5758</c:v>
                </c:pt>
                <c:pt idx="3143">
                  <c:v>3996</c:v>
                </c:pt>
                <c:pt idx="3144">
                  <c:v>4849</c:v>
                </c:pt>
                <c:pt idx="3145">
                  <c:v>4929</c:v>
                </c:pt>
                <c:pt idx="3146">
                  <c:v>5487</c:v>
                </c:pt>
                <c:pt idx="3147">
                  <c:v>4962</c:v>
                </c:pt>
                <c:pt idx="3148">
                  <c:v>4487</c:v>
                </c:pt>
                <c:pt idx="3149">
                  <c:v>5240</c:v>
                </c:pt>
                <c:pt idx="3150">
                  <c:v>3972</c:v>
                </c:pt>
                <c:pt idx="3151">
                  <c:v>3000</c:v>
                </c:pt>
                <c:pt idx="3152">
                  <c:v>3393</c:v>
                </c:pt>
                <c:pt idx="3153">
                  <c:v>4625</c:v>
                </c:pt>
                <c:pt idx="3154">
                  <c:v>4781</c:v>
                </c:pt>
                <c:pt idx="3155">
                  <c:v>7226</c:v>
                </c:pt>
                <c:pt idx="3156">
                  <c:v>8043</c:v>
                </c:pt>
                <c:pt idx="3157">
                  <c:v>4859</c:v>
                </c:pt>
                <c:pt idx="3158">
                  <c:v>4940</c:v>
                </c:pt>
                <c:pt idx="3159">
                  <c:v>5420</c:v>
                </c:pt>
                <c:pt idx="3160">
                  <c:v>7098</c:v>
                </c:pt>
                <c:pt idx="3161">
                  <c:v>11048</c:v>
                </c:pt>
                <c:pt idx="3162">
                  <c:v>9990</c:v>
                </c:pt>
                <c:pt idx="3163">
                  <c:v>8064</c:v>
                </c:pt>
                <c:pt idx="3164">
                  <c:v>6460</c:v>
                </c:pt>
                <c:pt idx="3165">
                  <c:v>5389</c:v>
                </c:pt>
                <c:pt idx="3166">
                  <c:v>5098</c:v>
                </c:pt>
                <c:pt idx="3167">
                  <c:v>4941</c:v>
                </c:pt>
                <c:pt idx="3168">
                  <c:v>5335</c:v>
                </c:pt>
                <c:pt idx="3169">
                  <c:v>6403</c:v>
                </c:pt>
                <c:pt idx="3170">
                  <c:v>7377</c:v>
                </c:pt>
                <c:pt idx="3171">
                  <c:v>6903</c:v>
                </c:pt>
                <c:pt idx="3172">
                  <c:v>6949</c:v>
                </c:pt>
                <c:pt idx="3173">
                  <c:v>5200</c:v>
                </c:pt>
                <c:pt idx="3174">
                  <c:v>3451</c:v>
                </c:pt>
                <c:pt idx="3175">
                  <c:v>4329</c:v>
                </c:pt>
                <c:pt idx="3176">
                  <c:v>5163</c:v>
                </c:pt>
                <c:pt idx="3177">
                  <c:v>6040</c:v>
                </c:pt>
                <c:pt idx="3178">
                  <c:v>6354</c:v>
                </c:pt>
                <c:pt idx="3179">
                  <c:v>5196</c:v>
                </c:pt>
                <c:pt idx="3180">
                  <c:v>3277</c:v>
                </c:pt>
                <c:pt idx="3181">
                  <c:v>4903</c:v>
                </c:pt>
                <c:pt idx="3182">
                  <c:v>4173</c:v>
                </c:pt>
                <c:pt idx="3183">
                  <c:v>5678</c:v>
                </c:pt>
                <c:pt idx="3184">
                  <c:v>4661</c:v>
                </c:pt>
                <c:pt idx="3185">
                  <c:v>3951</c:v>
                </c:pt>
                <c:pt idx="3186">
                  <c:v>4324</c:v>
                </c:pt>
                <c:pt idx="3187">
                  <c:v>4217</c:v>
                </c:pt>
                <c:pt idx="3188">
                  <c:v>3415</c:v>
                </c:pt>
                <c:pt idx="3189">
                  <c:v>2532</c:v>
                </c:pt>
                <c:pt idx="3190">
                  <c:v>2990</c:v>
                </c:pt>
                <c:pt idx="3191">
                  <c:v>5083</c:v>
                </c:pt>
                <c:pt idx="3192">
                  <c:v>7583</c:v>
                </c:pt>
                <c:pt idx="3193">
                  <c:v>6853</c:v>
                </c:pt>
                <c:pt idx="3194">
                  <c:v>9516</c:v>
                </c:pt>
                <c:pt idx="3195">
                  <c:v>11310</c:v>
                </c:pt>
                <c:pt idx="3196">
                  <c:v>5315</c:v>
                </c:pt>
                <c:pt idx="3197">
                  <c:v>4997</c:v>
                </c:pt>
                <c:pt idx="3198">
                  <c:v>4431</c:v>
                </c:pt>
                <c:pt idx="3199">
                  <c:v>3929</c:v>
                </c:pt>
                <c:pt idx="3200">
                  <c:v>5220</c:v>
                </c:pt>
                <c:pt idx="3201">
                  <c:v>6507</c:v>
                </c:pt>
                <c:pt idx="3202">
                  <c:v>8515</c:v>
                </c:pt>
                <c:pt idx="3203">
                  <c:v>8237</c:v>
                </c:pt>
                <c:pt idx="3204">
                  <c:v>8833</c:v>
                </c:pt>
                <c:pt idx="3205">
                  <c:v>6158</c:v>
                </c:pt>
                <c:pt idx="3206">
                  <c:v>6067</c:v>
                </c:pt>
                <c:pt idx="3207">
                  <c:v>6447</c:v>
                </c:pt>
                <c:pt idx="3208">
                  <c:v>7140</c:v>
                </c:pt>
                <c:pt idx="3209">
                  <c:v>11789</c:v>
                </c:pt>
                <c:pt idx="3210">
                  <c:v>11736</c:v>
                </c:pt>
                <c:pt idx="3211">
                  <c:v>10037</c:v>
                </c:pt>
                <c:pt idx="3212">
                  <c:v>10849</c:v>
                </c:pt>
                <c:pt idx="3213">
                  <c:v>11455</c:v>
                </c:pt>
                <c:pt idx="3214">
                  <c:v>8738</c:v>
                </c:pt>
                <c:pt idx="3215">
                  <c:v>8714</c:v>
                </c:pt>
                <c:pt idx="3216">
                  <c:v>7095</c:v>
                </c:pt>
                <c:pt idx="3217">
                  <c:v>6248</c:v>
                </c:pt>
                <c:pt idx="3218">
                  <c:v>7573</c:v>
                </c:pt>
                <c:pt idx="3219">
                  <c:v>5856</c:v>
                </c:pt>
                <c:pt idx="3220">
                  <c:v>4346</c:v>
                </c:pt>
                <c:pt idx="3221">
                  <c:v>3790</c:v>
                </c:pt>
                <c:pt idx="3222">
                  <c:v>6610</c:v>
                </c:pt>
                <c:pt idx="3223">
                  <c:v>8933</c:v>
                </c:pt>
                <c:pt idx="3224">
                  <c:v>5058</c:v>
                </c:pt>
                <c:pt idx="3225">
                  <c:v>5784</c:v>
                </c:pt>
                <c:pt idx="3226">
                  <c:v>4655</c:v>
                </c:pt>
                <c:pt idx="3227">
                  <c:v>3632</c:v>
                </c:pt>
                <c:pt idx="3228">
                  <c:v>4917</c:v>
                </c:pt>
                <c:pt idx="3229">
                  <c:v>4480</c:v>
                </c:pt>
                <c:pt idx="3230">
                  <c:v>7243</c:v>
                </c:pt>
                <c:pt idx="3231">
                  <c:v>6161</c:v>
                </c:pt>
                <c:pt idx="3232">
                  <c:v>8480</c:v>
                </c:pt>
                <c:pt idx="3233">
                  <c:v>4896</c:v>
                </c:pt>
                <c:pt idx="3234">
                  <c:v>7354</c:v>
                </c:pt>
                <c:pt idx="3235">
                  <c:v>8065</c:v>
                </c:pt>
                <c:pt idx="3236">
                  <c:v>5276</c:v>
                </c:pt>
                <c:pt idx="3237">
                  <c:v>5344</c:v>
                </c:pt>
                <c:pt idx="3238">
                  <c:v>5372</c:v>
                </c:pt>
                <c:pt idx="3239">
                  <c:v>4836</c:v>
                </c:pt>
                <c:pt idx="3240">
                  <c:v>5358</c:v>
                </c:pt>
                <c:pt idx="3241">
                  <c:v>4605</c:v>
                </c:pt>
                <c:pt idx="3242">
                  <c:v>3538</c:v>
                </c:pt>
                <c:pt idx="3243">
                  <c:v>4186</c:v>
                </c:pt>
                <c:pt idx="3244">
                  <c:v>6203</c:v>
                </c:pt>
                <c:pt idx="3245">
                  <c:v>9097</c:v>
                </c:pt>
                <c:pt idx="3246">
                  <c:v>10327</c:v>
                </c:pt>
                <c:pt idx="3247">
                  <c:v>9948</c:v>
                </c:pt>
                <c:pt idx="3248">
                  <c:v>7996</c:v>
                </c:pt>
                <c:pt idx="3249">
                  <c:v>7582</c:v>
                </c:pt>
                <c:pt idx="3250">
                  <c:v>7111</c:v>
                </c:pt>
                <c:pt idx="3251">
                  <c:v>5683</c:v>
                </c:pt>
                <c:pt idx="3252">
                  <c:v>4083</c:v>
                </c:pt>
                <c:pt idx="3253">
                  <c:v>7850</c:v>
                </c:pt>
                <c:pt idx="3254">
                  <c:v>8544</c:v>
                </c:pt>
                <c:pt idx="3255">
                  <c:v>8243</c:v>
                </c:pt>
                <c:pt idx="3256">
                  <c:v>6176</c:v>
                </c:pt>
                <c:pt idx="3257">
                  <c:v>7498</c:v>
                </c:pt>
                <c:pt idx="3258">
                  <c:v>5730</c:v>
                </c:pt>
                <c:pt idx="3259">
                  <c:v>5604</c:v>
                </c:pt>
                <c:pt idx="3260">
                  <c:v>5427</c:v>
                </c:pt>
                <c:pt idx="3261">
                  <c:v>6159</c:v>
                </c:pt>
                <c:pt idx="3262">
                  <c:v>5344</c:v>
                </c:pt>
                <c:pt idx="3263">
                  <c:v>5579</c:v>
                </c:pt>
                <c:pt idx="3264">
                  <c:v>5070</c:v>
                </c:pt>
                <c:pt idx="3265">
                  <c:v>4789</c:v>
                </c:pt>
                <c:pt idx="3266">
                  <c:v>7141</c:v>
                </c:pt>
                <c:pt idx="3267">
                  <c:v>8495</c:v>
                </c:pt>
                <c:pt idx="3268">
                  <c:v>6682</c:v>
                </c:pt>
                <c:pt idx="3269">
                  <c:v>9743</c:v>
                </c:pt>
                <c:pt idx="3270">
                  <c:v>5106</c:v>
                </c:pt>
                <c:pt idx="3271">
                  <c:v>3733</c:v>
                </c:pt>
                <c:pt idx="3272">
                  <c:v>5303</c:v>
                </c:pt>
                <c:pt idx="3273">
                  <c:v>5184</c:v>
                </c:pt>
                <c:pt idx="3274">
                  <c:v>5876</c:v>
                </c:pt>
                <c:pt idx="3275">
                  <c:v>7565</c:v>
                </c:pt>
                <c:pt idx="3276">
                  <c:v>6719</c:v>
                </c:pt>
                <c:pt idx="3277">
                  <c:v>4952</c:v>
                </c:pt>
                <c:pt idx="3278">
                  <c:v>5779</c:v>
                </c:pt>
                <c:pt idx="3279">
                  <c:v>4315</c:v>
                </c:pt>
                <c:pt idx="3280">
                  <c:v>4073</c:v>
                </c:pt>
                <c:pt idx="3281">
                  <c:v>3881</c:v>
                </c:pt>
                <c:pt idx="3282">
                  <c:v>4614</c:v>
                </c:pt>
                <c:pt idx="3283">
                  <c:v>4827</c:v>
                </c:pt>
                <c:pt idx="3284">
                  <c:v>5205</c:v>
                </c:pt>
                <c:pt idx="3285">
                  <c:v>5639</c:v>
                </c:pt>
                <c:pt idx="3286">
                  <c:v>4376</c:v>
                </c:pt>
                <c:pt idx="3287">
                  <c:v>3288</c:v>
                </c:pt>
                <c:pt idx="3288">
                  <c:v>4103</c:v>
                </c:pt>
                <c:pt idx="3289">
                  <c:v>5052</c:v>
                </c:pt>
                <c:pt idx="3290">
                  <c:v>4070</c:v>
                </c:pt>
                <c:pt idx="3291">
                  <c:v>2691</c:v>
                </c:pt>
                <c:pt idx="3292">
                  <c:v>3519</c:v>
                </c:pt>
                <c:pt idx="3293">
                  <c:v>3269</c:v>
                </c:pt>
                <c:pt idx="3294">
                  <c:v>5132</c:v>
                </c:pt>
                <c:pt idx="3295">
                  <c:v>4508</c:v>
                </c:pt>
                <c:pt idx="3296">
                  <c:v>5017</c:v>
                </c:pt>
                <c:pt idx="3297">
                  <c:v>5184</c:v>
                </c:pt>
                <c:pt idx="3298">
                  <c:v>5226</c:v>
                </c:pt>
                <c:pt idx="3299">
                  <c:v>3950</c:v>
                </c:pt>
                <c:pt idx="3300">
                  <c:v>4947</c:v>
                </c:pt>
                <c:pt idx="3301">
                  <c:v>3769</c:v>
                </c:pt>
                <c:pt idx="3302">
                  <c:v>4698</c:v>
                </c:pt>
                <c:pt idx="3303">
                  <c:v>5242</c:v>
                </c:pt>
                <c:pt idx="3304">
                  <c:v>5481</c:v>
                </c:pt>
                <c:pt idx="3305">
                  <c:v>7366</c:v>
                </c:pt>
                <c:pt idx="3306">
                  <c:v>4064</c:v>
                </c:pt>
                <c:pt idx="3307">
                  <c:v>3513</c:v>
                </c:pt>
                <c:pt idx="3308">
                  <c:v>6941</c:v>
                </c:pt>
                <c:pt idx="3309">
                  <c:v>4605</c:v>
                </c:pt>
                <c:pt idx="3310">
                  <c:v>6790</c:v>
                </c:pt>
                <c:pt idx="3311">
                  <c:v>8396</c:v>
                </c:pt>
                <c:pt idx="3312">
                  <c:v>7802</c:v>
                </c:pt>
                <c:pt idx="3313">
                  <c:v>6063</c:v>
                </c:pt>
                <c:pt idx="3314">
                  <c:v>7845</c:v>
                </c:pt>
                <c:pt idx="3315">
                  <c:v>5581</c:v>
                </c:pt>
                <c:pt idx="3316">
                  <c:v>5171</c:v>
                </c:pt>
                <c:pt idx="3317">
                  <c:v>7691</c:v>
                </c:pt>
                <c:pt idx="3318">
                  <c:v>7794</c:v>
                </c:pt>
                <c:pt idx="3319">
                  <c:v>9071</c:v>
                </c:pt>
                <c:pt idx="3320">
                  <c:v>5998</c:v>
                </c:pt>
                <c:pt idx="3321">
                  <c:v>3886</c:v>
                </c:pt>
                <c:pt idx="3322">
                  <c:v>5009</c:v>
                </c:pt>
                <c:pt idx="3323">
                  <c:v>2075</c:v>
                </c:pt>
                <c:pt idx="3324">
                  <c:v>2391</c:v>
                </c:pt>
                <c:pt idx="3325">
                  <c:v>4792</c:v>
                </c:pt>
                <c:pt idx="3326">
                  <c:v>6706</c:v>
                </c:pt>
                <c:pt idx="3327">
                  <c:v>5528</c:v>
                </c:pt>
                <c:pt idx="3328">
                  <c:v>4948</c:v>
                </c:pt>
                <c:pt idx="3329">
                  <c:v>6071</c:v>
                </c:pt>
                <c:pt idx="3330">
                  <c:v>4042</c:v>
                </c:pt>
                <c:pt idx="3331">
                  <c:v>3458</c:v>
                </c:pt>
                <c:pt idx="3332">
                  <c:v>5647</c:v>
                </c:pt>
                <c:pt idx="3333">
                  <c:v>6333</c:v>
                </c:pt>
                <c:pt idx="3334">
                  <c:v>4578</c:v>
                </c:pt>
                <c:pt idx="3335">
                  <c:v>7285</c:v>
                </c:pt>
                <c:pt idx="3336">
                  <c:v>5707</c:v>
                </c:pt>
                <c:pt idx="3337">
                  <c:v>5391</c:v>
                </c:pt>
                <c:pt idx="3338">
                  <c:v>4227</c:v>
                </c:pt>
                <c:pt idx="3339">
                  <c:v>5055</c:v>
                </c:pt>
                <c:pt idx="3340">
                  <c:v>7580</c:v>
                </c:pt>
                <c:pt idx="3341">
                  <c:v>4862</c:v>
                </c:pt>
                <c:pt idx="3342">
                  <c:v>5712</c:v>
                </c:pt>
                <c:pt idx="3343">
                  <c:v>4121</c:v>
                </c:pt>
                <c:pt idx="3344">
                  <c:v>3936</c:v>
                </c:pt>
                <c:pt idx="3345">
                  <c:v>4552</c:v>
                </c:pt>
                <c:pt idx="3346">
                  <c:v>4980</c:v>
                </c:pt>
                <c:pt idx="3347">
                  <c:v>5529</c:v>
                </c:pt>
                <c:pt idx="3348">
                  <c:v>6340</c:v>
                </c:pt>
                <c:pt idx="3349">
                  <c:v>5360</c:v>
                </c:pt>
                <c:pt idx="3350">
                  <c:v>6594</c:v>
                </c:pt>
                <c:pt idx="3351">
                  <c:v>9255</c:v>
                </c:pt>
                <c:pt idx="3352">
                  <c:v>7990</c:v>
                </c:pt>
                <c:pt idx="3353">
                  <c:v>7788</c:v>
                </c:pt>
                <c:pt idx="3354">
                  <c:v>14542</c:v>
                </c:pt>
                <c:pt idx="3355">
                  <c:v>8973</c:v>
                </c:pt>
                <c:pt idx="3356">
                  <c:v>7773</c:v>
                </c:pt>
                <c:pt idx="3357">
                  <c:v>4959</c:v>
                </c:pt>
                <c:pt idx="3358">
                  <c:v>4137</c:v>
                </c:pt>
                <c:pt idx="3359">
                  <c:v>3738</c:v>
                </c:pt>
                <c:pt idx="3360">
                  <c:v>3895</c:v>
                </c:pt>
                <c:pt idx="3361">
                  <c:v>3701</c:v>
                </c:pt>
                <c:pt idx="3362">
                  <c:v>4018</c:v>
                </c:pt>
                <c:pt idx="3363">
                  <c:v>4016</c:v>
                </c:pt>
                <c:pt idx="3364">
                  <c:v>9305</c:v>
                </c:pt>
                <c:pt idx="3365">
                  <c:v>9213</c:v>
                </c:pt>
                <c:pt idx="3366">
                  <c:v>8841</c:v>
                </c:pt>
                <c:pt idx="3367">
                  <c:v>6109</c:v>
                </c:pt>
                <c:pt idx="3368">
                  <c:v>5429</c:v>
                </c:pt>
                <c:pt idx="3369">
                  <c:v>5150</c:v>
                </c:pt>
                <c:pt idx="3370">
                  <c:v>7843</c:v>
                </c:pt>
                <c:pt idx="3371">
                  <c:v>7947</c:v>
                </c:pt>
                <c:pt idx="3372">
                  <c:v>5524</c:v>
                </c:pt>
                <c:pt idx="3373">
                  <c:v>9136</c:v>
                </c:pt>
                <c:pt idx="3374">
                  <c:v>7557</c:v>
                </c:pt>
                <c:pt idx="3375">
                  <c:v>10413</c:v>
                </c:pt>
                <c:pt idx="3376">
                  <c:v>12393</c:v>
                </c:pt>
                <c:pt idx="3377">
                  <c:v>13347</c:v>
                </c:pt>
                <c:pt idx="3378">
                  <c:v>9480</c:v>
                </c:pt>
                <c:pt idx="3379">
                  <c:v>10554</c:v>
                </c:pt>
                <c:pt idx="3380">
                  <c:v>8973</c:v>
                </c:pt>
                <c:pt idx="3381">
                  <c:v>6397</c:v>
                </c:pt>
                <c:pt idx="3382">
                  <c:v>5136</c:v>
                </c:pt>
                <c:pt idx="3383">
                  <c:v>6132</c:v>
                </c:pt>
                <c:pt idx="3384">
                  <c:v>9186</c:v>
                </c:pt>
                <c:pt idx="3385">
                  <c:v>7811</c:v>
                </c:pt>
                <c:pt idx="3386">
                  <c:v>9174</c:v>
                </c:pt>
                <c:pt idx="3387">
                  <c:v>7044</c:v>
                </c:pt>
                <c:pt idx="3388">
                  <c:v>11674</c:v>
                </c:pt>
                <c:pt idx="3389">
                  <c:v>6975</c:v>
                </c:pt>
                <c:pt idx="3390">
                  <c:v>6551</c:v>
                </c:pt>
                <c:pt idx="3391">
                  <c:v>7597</c:v>
                </c:pt>
                <c:pt idx="3392">
                  <c:v>7357</c:v>
                </c:pt>
                <c:pt idx="3393">
                  <c:v>5760</c:v>
                </c:pt>
                <c:pt idx="3394">
                  <c:v>4987</c:v>
                </c:pt>
                <c:pt idx="3395">
                  <c:v>4525</c:v>
                </c:pt>
                <c:pt idx="3396">
                  <c:v>5387</c:v>
                </c:pt>
                <c:pt idx="3397">
                  <c:v>4813</c:v>
                </c:pt>
                <c:pt idx="3398">
                  <c:v>3755</c:v>
                </c:pt>
                <c:pt idx="3399">
                  <c:v>4847</c:v>
                </c:pt>
                <c:pt idx="3400">
                  <c:v>7688</c:v>
                </c:pt>
                <c:pt idx="3401">
                  <c:v>7526</c:v>
                </c:pt>
                <c:pt idx="3402">
                  <c:v>5676</c:v>
                </c:pt>
                <c:pt idx="3403">
                  <c:v>6148</c:v>
                </c:pt>
                <c:pt idx="3404">
                  <c:v>8011</c:v>
                </c:pt>
                <c:pt idx="3405">
                  <c:v>8495</c:v>
                </c:pt>
                <c:pt idx="3406">
                  <c:v>5406</c:v>
                </c:pt>
                <c:pt idx="3407">
                  <c:v>5997</c:v>
                </c:pt>
                <c:pt idx="3408">
                  <c:v>6357</c:v>
                </c:pt>
                <c:pt idx="3409">
                  <c:v>6838</c:v>
                </c:pt>
                <c:pt idx="3410">
                  <c:v>6631</c:v>
                </c:pt>
                <c:pt idx="3411">
                  <c:v>5077</c:v>
                </c:pt>
                <c:pt idx="3412">
                  <c:v>6410</c:v>
                </c:pt>
                <c:pt idx="3413">
                  <c:v>5364</c:v>
                </c:pt>
                <c:pt idx="3414">
                  <c:v>3199</c:v>
                </c:pt>
                <c:pt idx="3415">
                  <c:v>5346</c:v>
                </c:pt>
                <c:pt idx="3416">
                  <c:v>4162</c:v>
                </c:pt>
                <c:pt idx="3417">
                  <c:v>5018</c:v>
                </c:pt>
                <c:pt idx="3418">
                  <c:v>4610</c:v>
                </c:pt>
                <c:pt idx="3419">
                  <c:v>3320</c:v>
                </c:pt>
                <c:pt idx="3420">
                  <c:v>2869</c:v>
                </c:pt>
                <c:pt idx="3421">
                  <c:v>2699</c:v>
                </c:pt>
                <c:pt idx="3422">
                  <c:v>3498</c:v>
                </c:pt>
                <c:pt idx="3423">
                  <c:v>4715</c:v>
                </c:pt>
                <c:pt idx="3424">
                  <c:v>4197</c:v>
                </c:pt>
                <c:pt idx="3425">
                  <c:v>3994</c:v>
                </c:pt>
                <c:pt idx="3426">
                  <c:v>9702</c:v>
                </c:pt>
                <c:pt idx="3427">
                  <c:v>3714</c:v>
                </c:pt>
                <c:pt idx="3428">
                  <c:v>4754</c:v>
                </c:pt>
                <c:pt idx="3429">
                  <c:v>11310</c:v>
                </c:pt>
                <c:pt idx="3430">
                  <c:v>11023</c:v>
                </c:pt>
                <c:pt idx="3431">
                  <c:v>11599</c:v>
                </c:pt>
                <c:pt idx="3432">
                  <c:v>7563</c:v>
                </c:pt>
                <c:pt idx="3433">
                  <c:v>8225</c:v>
                </c:pt>
                <c:pt idx="3434">
                  <c:v>7251</c:v>
                </c:pt>
                <c:pt idx="3435">
                  <c:v>7129</c:v>
                </c:pt>
                <c:pt idx="3436">
                  <c:v>9921</c:v>
                </c:pt>
                <c:pt idx="3437">
                  <c:v>9611</c:v>
                </c:pt>
                <c:pt idx="3438">
                  <c:v>8230</c:v>
                </c:pt>
                <c:pt idx="3439">
                  <c:v>7546</c:v>
                </c:pt>
                <c:pt idx="3440">
                  <c:v>12359</c:v>
                </c:pt>
                <c:pt idx="3441">
                  <c:v>8951</c:v>
                </c:pt>
                <c:pt idx="3442">
                  <c:v>5861</c:v>
                </c:pt>
                <c:pt idx="3443">
                  <c:v>7228</c:v>
                </c:pt>
                <c:pt idx="3444">
                  <c:v>5974</c:v>
                </c:pt>
                <c:pt idx="3445">
                  <c:v>6585</c:v>
                </c:pt>
                <c:pt idx="3446">
                  <c:v>3595</c:v>
                </c:pt>
                <c:pt idx="3447">
                  <c:v>4370</c:v>
                </c:pt>
                <c:pt idx="3448">
                  <c:v>5088</c:v>
                </c:pt>
                <c:pt idx="3449">
                  <c:v>6165</c:v>
                </c:pt>
                <c:pt idx="3450">
                  <c:v>10088</c:v>
                </c:pt>
                <c:pt idx="3451">
                  <c:v>10518</c:v>
                </c:pt>
                <c:pt idx="3452">
                  <c:v>8468</c:v>
                </c:pt>
                <c:pt idx="3453">
                  <c:v>6880</c:v>
                </c:pt>
                <c:pt idx="3454">
                  <c:v>5834</c:v>
                </c:pt>
                <c:pt idx="3455">
                  <c:v>5611</c:v>
                </c:pt>
                <c:pt idx="3456">
                  <c:v>4441</c:v>
                </c:pt>
                <c:pt idx="3457">
                  <c:v>5464</c:v>
                </c:pt>
                <c:pt idx="3458">
                  <c:v>6308</c:v>
                </c:pt>
                <c:pt idx="3459">
                  <c:v>6007</c:v>
                </c:pt>
                <c:pt idx="3460">
                  <c:v>5411</c:v>
                </c:pt>
                <c:pt idx="3461">
                  <c:v>5327</c:v>
                </c:pt>
                <c:pt idx="3462">
                  <c:v>3939</c:v>
                </c:pt>
                <c:pt idx="3463">
                  <c:v>3969</c:v>
                </c:pt>
                <c:pt idx="3464">
                  <c:v>4721</c:v>
                </c:pt>
                <c:pt idx="3465">
                  <c:v>7816</c:v>
                </c:pt>
                <c:pt idx="3466">
                  <c:v>10487</c:v>
                </c:pt>
                <c:pt idx="3467">
                  <c:v>5116</c:v>
                </c:pt>
                <c:pt idx="3468">
                  <c:v>7596</c:v>
                </c:pt>
                <c:pt idx="3469">
                  <c:v>3787</c:v>
                </c:pt>
                <c:pt idx="3470">
                  <c:v>4012</c:v>
                </c:pt>
                <c:pt idx="3471">
                  <c:v>5265</c:v>
                </c:pt>
                <c:pt idx="3472">
                  <c:v>6815</c:v>
                </c:pt>
                <c:pt idx="3473">
                  <c:v>8413</c:v>
                </c:pt>
                <c:pt idx="3474">
                  <c:v>7437</c:v>
                </c:pt>
                <c:pt idx="3475">
                  <c:v>9677</c:v>
                </c:pt>
                <c:pt idx="3476">
                  <c:v>10626</c:v>
                </c:pt>
                <c:pt idx="3477">
                  <c:v>13330</c:v>
                </c:pt>
                <c:pt idx="3478">
                  <c:v>11031</c:v>
                </c:pt>
                <c:pt idx="3479">
                  <c:v>11609</c:v>
                </c:pt>
                <c:pt idx="3480">
                  <c:v>10130</c:v>
                </c:pt>
                <c:pt idx="3481">
                  <c:v>11340</c:v>
                </c:pt>
                <c:pt idx="3482">
                  <c:v>10838</c:v>
                </c:pt>
                <c:pt idx="3483">
                  <c:v>9792</c:v>
                </c:pt>
                <c:pt idx="3484">
                  <c:v>9863</c:v>
                </c:pt>
                <c:pt idx="3485">
                  <c:v>7571</c:v>
                </c:pt>
                <c:pt idx="3486">
                  <c:v>6424</c:v>
                </c:pt>
                <c:pt idx="3487">
                  <c:v>6444</c:v>
                </c:pt>
                <c:pt idx="3488">
                  <c:v>7387</c:v>
                </c:pt>
                <c:pt idx="3489">
                  <c:v>7474</c:v>
                </c:pt>
                <c:pt idx="3490">
                  <c:v>9761</c:v>
                </c:pt>
                <c:pt idx="3491">
                  <c:v>9408</c:v>
                </c:pt>
                <c:pt idx="3492">
                  <c:v>8775</c:v>
                </c:pt>
                <c:pt idx="3493">
                  <c:v>11475</c:v>
                </c:pt>
                <c:pt idx="3494">
                  <c:v>6776</c:v>
                </c:pt>
                <c:pt idx="3495">
                  <c:v>10145</c:v>
                </c:pt>
                <c:pt idx="3496">
                  <c:v>10435</c:v>
                </c:pt>
                <c:pt idx="3497">
                  <c:v>7722</c:v>
                </c:pt>
                <c:pt idx="3498">
                  <c:v>7161</c:v>
                </c:pt>
                <c:pt idx="3499">
                  <c:v>6498</c:v>
                </c:pt>
                <c:pt idx="3500">
                  <c:v>5402</c:v>
                </c:pt>
                <c:pt idx="3501">
                  <c:v>6888</c:v>
                </c:pt>
                <c:pt idx="3502">
                  <c:v>9740</c:v>
                </c:pt>
                <c:pt idx="3503">
                  <c:v>8238</c:v>
                </c:pt>
                <c:pt idx="3504">
                  <c:v>9743</c:v>
                </c:pt>
                <c:pt idx="3505">
                  <c:v>9915</c:v>
                </c:pt>
                <c:pt idx="3506">
                  <c:v>6788</c:v>
                </c:pt>
                <c:pt idx="3507">
                  <c:v>5529</c:v>
                </c:pt>
                <c:pt idx="3508">
                  <c:v>5415</c:v>
                </c:pt>
                <c:pt idx="3509">
                  <c:v>11241</c:v>
                </c:pt>
                <c:pt idx="3510">
                  <c:v>10315</c:v>
                </c:pt>
                <c:pt idx="3511">
                  <c:v>9627</c:v>
                </c:pt>
                <c:pt idx="3512">
                  <c:v>8497</c:v>
                </c:pt>
                <c:pt idx="3513">
                  <c:v>9109</c:v>
                </c:pt>
                <c:pt idx="3514">
                  <c:v>7820</c:v>
                </c:pt>
                <c:pt idx="3515">
                  <c:v>7012</c:v>
                </c:pt>
                <c:pt idx="3516">
                  <c:v>7727</c:v>
                </c:pt>
                <c:pt idx="3517">
                  <c:v>6229</c:v>
                </c:pt>
                <c:pt idx="3518">
                  <c:v>6806</c:v>
                </c:pt>
                <c:pt idx="3519">
                  <c:v>7904</c:v>
                </c:pt>
                <c:pt idx="3520">
                  <c:v>6519</c:v>
                </c:pt>
                <c:pt idx="3521">
                  <c:v>6947</c:v>
                </c:pt>
                <c:pt idx="3522">
                  <c:v>7080</c:v>
                </c:pt>
                <c:pt idx="3523">
                  <c:v>7863</c:v>
                </c:pt>
                <c:pt idx="3524">
                  <c:v>6425</c:v>
                </c:pt>
                <c:pt idx="3525">
                  <c:v>9257</c:v>
                </c:pt>
                <c:pt idx="3526">
                  <c:v>10327</c:v>
                </c:pt>
                <c:pt idx="3527">
                  <c:v>9598</c:v>
                </c:pt>
                <c:pt idx="3528">
                  <c:v>6648</c:v>
                </c:pt>
                <c:pt idx="3529">
                  <c:v>4957</c:v>
                </c:pt>
                <c:pt idx="3530">
                  <c:v>5216</c:v>
                </c:pt>
                <c:pt idx="3531">
                  <c:v>5759</c:v>
                </c:pt>
                <c:pt idx="3532">
                  <c:v>8992</c:v>
                </c:pt>
                <c:pt idx="3533">
                  <c:v>8256</c:v>
                </c:pt>
                <c:pt idx="3534">
                  <c:v>8958</c:v>
                </c:pt>
                <c:pt idx="3535">
                  <c:v>8031</c:v>
                </c:pt>
                <c:pt idx="3536">
                  <c:v>8592</c:v>
                </c:pt>
                <c:pt idx="3537">
                  <c:v>7752</c:v>
                </c:pt>
                <c:pt idx="3538">
                  <c:v>9810</c:v>
                </c:pt>
                <c:pt idx="3539">
                  <c:v>9554</c:v>
                </c:pt>
                <c:pt idx="3540">
                  <c:v>8781</c:v>
                </c:pt>
                <c:pt idx="3541">
                  <c:v>8274</c:v>
                </c:pt>
                <c:pt idx="3542">
                  <c:v>8803</c:v>
                </c:pt>
                <c:pt idx="3543">
                  <c:v>9423</c:v>
                </c:pt>
                <c:pt idx="3544">
                  <c:v>7874</c:v>
                </c:pt>
                <c:pt idx="3545">
                  <c:v>8223</c:v>
                </c:pt>
                <c:pt idx="3546">
                  <c:v>9982</c:v>
                </c:pt>
                <c:pt idx="3547">
                  <c:v>8637</c:v>
                </c:pt>
                <c:pt idx="3548">
                  <c:v>6495</c:v>
                </c:pt>
                <c:pt idx="3549">
                  <c:v>6686</c:v>
                </c:pt>
                <c:pt idx="3550">
                  <c:v>6971</c:v>
                </c:pt>
                <c:pt idx="3551">
                  <c:v>12052</c:v>
                </c:pt>
                <c:pt idx="3552">
                  <c:v>12354</c:v>
                </c:pt>
                <c:pt idx="3553">
                  <c:v>10794</c:v>
                </c:pt>
                <c:pt idx="3554">
                  <c:v>8894</c:v>
                </c:pt>
                <c:pt idx="3555">
                  <c:v>11771</c:v>
                </c:pt>
                <c:pt idx="3556">
                  <c:v>6254</c:v>
                </c:pt>
                <c:pt idx="3557">
                  <c:v>6214</c:v>
                </c:pt>
                <c:pt idx="3558">
                  <c:v>5200</c:v>
                </c:pt>
                <c:pt idx="3559">
                  <c:v>7977</c:v>
                </c:pt>
                <c:pt idx="3560">
                  <c:v>6178</c:v>
                </c:pt>
                <c:pt idx="3561">
                  <c:v>6278</c:v>
                </c:pt>
                <c:pt idx="3562">
                  <c:v>8103</c:v>
                </c:pt>
                <c:pt idx="3563">
                  <c:v>7457</c:v>
                </c:pt>
                <c:pt idx="3564">
                  <c:v>6975</c:v>
                </c:pt>
                <c:pt idx="3565">
                  <c:v>11531</c:v>
                </c:pt>
                <c:pt idx="3566">
                  <c:v>11216</c:v>
                </c:pt>
                <c:pt idx="3567">
                  <c:v>7158</c:v>
                </c:pt>
                <c:pt idx="3568">
                  <c:v>4924</c:v>
                </c:pt>
                <c:pt idx="3569">
                  <c:v>3745</c:v>
                </c:pt>
                <c:pt idx="3570">
                  <c:v>6431</c:v>
                </c:pt>
                <c:pt idx="3571">
                  <c:v>8269</c:v>
                </c:pt>
                <c:pt idx="3572">
                  <c:v>0</c:v>
                </c:pt>
                <c:pt idx="3573">
                  <c:v>9827</c:v>
                </c:pt>
                <c:pt idx="3574">
                  <c:v>10481</c:v>
                </c:pt>
                <c:pt idx="3575">
                  <c:v>7018</c:v>
                </c:pt>
                <c:pt idx="3576">
                  <c:v>7166</c:v>
                </c:pt>
                <c:pt idx="3577">
                  <c:v>6059</c:v>
                </c:pt>
                <c:pt idx="3578">
                  <c:v>9353</c:v>
                </c:pt>
                <c:pt idx="3579">
                  <c:v>10310</c:v>
                </c:pt>
                <c:pt idx="3580">
                  <c:v>12464</c:v>
                </c:pt>
                <c:pt idx="3581">
                  <c:v>10676</c:v>
                </c:pt>
                <c:pt idx="3582">
                  <c:v>11034</c:v>
                </c:pt>
                <c:pt idx="3583">
                  <c:v>13985</c:v>
                </c:pt>
                <c:pt idx="3584">
                  <c:v>10562</c:v>
                </c:pt>
                <c:pt idx="3585">
                  <c:v>9527</c:v>
                </c:pt>
                <c:pt idx="3586">
                  <c:v>6616</c:v>
                </c:pt>
                <c:pt idx="3587">
                  <c:v>7001</c:v>
                </c:pt>
                <c:pt idx="3588">
                  <c:v>5884</c:v>
                </c:pt>
                <c:pt idx="3589">
                  <c:v>6580</c:v>
                </c:pt>
                <c:pt idx="3590">
                  <c:v>7422</c:v>
                </c:pt>
                <c:pt idx="3591">
                  <c:v>6640</c:v>
                </c:pt>
                <c:pt idx="3592">
                  <c:v>5041</c:v>
                </c:pt>
                <c:pt idx="3593">
                  <c:v>4321</c:v>
                </c:pt>
                <c:pt idx="3594">
                  <c:v>4593</c:v>
                </c:pt>
                <c:pt idx="3595">
                  <c:v>6462</c:v>
                </c:pt>
                <c:pt idx="3596">
                  <c:v>9799</c:v>
                </c:pt>
                <c:pt idx="3597">
                  <c:v>12218</c:v>
                </c:pt>
                <c:pt idx="3598">
                  <c:v>9111</c:v>
                </c:pt>
                <c:pt idx="3599">
                  <c:v>8170</c:v>
                </c:pt>
                <c:pt idx="3600">
                  <c:v>10422</c:v>
                </c:pt>
                <c:pt idx="3601">
                  <c:v>11371</c:v>
                </c:pt>
                <c:pt idx="3602">
                  <c:v>10959</c:v>
                </c:pt>
                <c:pt idx="3603">
                  <c:v>12260</c:v>
                </c:pt>
                <c:pt idx="3604">
                  <c:v>6680</c:v>
                </c:pt>
                <c:pt idx="3605">
                  <c:v>8289</c:v>
                </c:pt>
                <c:pt idx="3606">
                  <c:v>11315</c:v>
                </c:pt>
                <c:pt idx="3607">
                  <c:v>11170</c:v>
                </c:pt>
                <c:pt idx="3608">
                  <c:v>6894</c:v>
                </c:pt>
                <c:pt idx="3609">
                  <c:v>5498</c:v>
                </c:pt>
                <c:pt idx="3610">
                  <c:v>7083</c:v>
                </c:pt>
                <c:pt idx="3611">
                  <c:v>8065</c:v>
                </c:pt>
                <c:pt idx="3612">
                  <c:v>9658</c:v>
                </c:pt>
                <c:pt idx="3613">
                  <c:v>10111</c:v>
                </c:pt>
                <c:pt idx="3614">
                  <c:v>11963</c:v>
                </c:pt>
                <c:pt idx="3615">
                  <c:v>8582</c:v>
                </c:pt>
                <c:pt idx="3616">
                  <c:v>3868</c:v>
                </c:pt>
                <c:pt idx="3617">
                  <c:v>5835</c:v>
                </c:pt>
                <c:pt idx="3618">
                  <c:v>7661</c:v>
                </c:pt>
                <c:pt idx="3619">
                  <c:v>4052</c:v>
                </c:pt>
                <c:pt idx="3620">
                  <c:v>5678</c:v>
                </c:pt>
                <c:pt idx="3621">
                  <c:v>11105</c:v>
                </c:pt>
                <c:pt idx="3622">
                  <c:v>7656</c:v>
                </c:pt>
                <c:pt idx="3623">
                  <c:v>5880</c:v>
                </c:pt>
                <c:pt idx="3624">
                  <c:v>5049</c:v>
                </c:pt>
                <c:pt idx="3625">
                  <c:v>5491</c:v>
                </c:pt>
                <c:pt idx="3626">
                  <c:v>3844</c:v>
                </c:pt>
                <c:pt idx="3627">
                  <c:v>5913</c:v>
                </c:pt>
                <c:pt idx="3628">
                  <c:v>3697</c:v>
                </c:pt>
                <c:pt idx="3629">
                  <c:v>6450</c:v>
                </c:pt>
                <c:pt idx="3630">
                  <c:v>6529</c:v>
                </c:pt>
                <c:pt idx="3631">
                  <c:v>6294</c:v>
                </c:pt>
                <c:pt idx="3632">
                  <c:v>6916</c:v>
                </c:pt>
                <c:pt idx="3633">
                  <c:v>8961</c:v>
                </c:pt>
                <c:pt idx="3634">
                  <c:v>5530</c:v>
                </c:pt>
                <c:pt idx="3635">
                  <c:v>6101</c:v>
                </c:pt>
                <c:pt idx="3636">
                  <c:v>7269</c:v>
                </c:pt>
                <c:pt idx="3637">
                  <c:v>13270</c:v>
                </c:pt>
                <c:pt idx="3638">
                  <c:v>15634</c:v>
                </c:pt>
                <c:pt idx="3639">
                  <c:v>18057</c:v>
                </c:pt>
                <c:pt idx="3640">
                  <c:v>11450</c:v>
                </c:pt>
                <c:pt idx="3641">
                  <c:v>6848</c:v>
                </c:pt>
                <c:pt idx="3642">
                  <c:v>6234</c:v>
                </c:pt>
                <c:pt idx="3643">
                  <c:v>5914</c:v>
                </c:pt>
                <c:pt idx="3644">
                  <c:v>5170</c:v>
                </c:pt>
                <c:pt idx="3645">
                  <c:v>5167</c:v>
                </c:pt>
                <c:pt idx="3646">
                  <c:v>6032</c:v>
                </c:pt>
                <c:pt idx="3647">
                  <c:v>8191</c:v>
                </c:pt>
                <c:pt idx="3648">
                  <c:v>5274</c:v>
                </c:pt>
                <c:pt idx="3649">
                  <c:v>7469</c:v>
                </c:pt>
                <c:pt idx="3650">
                  <c:v>10466</c:v>
                </c:pt>
                <c:pt idx="3651">
                  <c:v>10500</c:v>
                </c:pt>
                <c:pt idx="3652">
                  <c:v>11895</c:v>
                </c:pt>
                <c:pt idx="3653">
                  <c:v>4939</c:v>
                </c:pt>
                <c:pt idx="3654">
                  <c:v>4967</c:v>
                </c:pt>
                <c:pt idx="3655">
                  <c:v>3945</c:v>
                </c:pt>
                <c:pt idx="3656">
                  <c:v>2987</c:v>
                </c:pt>
                <c:pt idx="3657">
                  <c:v>6568</c:v>
                </c:pt>
                <c:pt idx="3658">
                  <c:v>7767</c:v>
                </c:pt>
                <c:pt idx="3659">
                  <c:v>13258</c:v>
                </c:pt>
                <c:pt idx="3660">
                  <c:v>13071</c:v>
                </c:pt>
                <c:pt idx="3661">
                  <c:v>13996</c:v>
                </c:pt>
                <c:pt idx="3662">
                  <c:v>20270</c:v>
                </c:pt>
                <c:pt idx="3663">
                  <c:v>11543</c:v>
                </c:pt>
                <c:pt idx="3664">
                  <c:v>4769</c:v>
                </c:pt>
                <c:pt idx="3665">
                  <c:v>6660</c:v>
                </c:pt>
                <c:pt idx="3666">
                  <c:v>5144</c:v>
                </c:pt>
                <c:pt idx="3667">
                  <c:v>19411</c:v>
                </c:pt>
                <c:pt idx="3668">
                  <c:v>15374</c:v>
                </c:pt>
                <c:pt idx="3669">
                  <c:v>22395</c:v>
                </c:pt>
                <c:pt idx="3670">
                  <c:v>22102</c:v>
                </c:pt>
                <c:pt idx="3671">
                  <c:v>31135</c:v>
                </c:pt>
                <c:pt idx="3672">
                  <c:v>18254</c:v>
                </c:pt>
                <c:pt idx="3673">
                  <c:v>22848</c:v>
                </c:pt>
                <c:pt idx="3674">
                  <c:v>10983</c:v>
                </c:pt>
                <c:pt idx="3675">
                  <c:v>10793</c:v>
                </c:pt>
                <c:pt idx="3676">
                  <c:v>10022</c:v>
                </c:pt>
                <c:pt idx="3677">
                  <c:v>7496</c:v>
                </c:pt>
                <c:pt idx="3678">
                  <c:v>9679</c:v>
                </c:pt>
                <c:pt idx="3679">
                  <c:v>7328</c:v>
                </c:pt>
                <c:pt idx="3680">
                  <c:v>5934</c:v>
                </c:pt>
                <c:pt idx="3681">
                  <c:v>8439</c:v>
                </c:pt>
                <c:pt idx="3682">
                  <c:v>9777</c:v>
                </c:pt>
                <c:pt idx="3683">
                  <c:v>5951</c:v>
                </c:pt>
                <c:pt idx="3684">
                  <c:v>5797</c:v>
                </c:pt>
                <c:pt idx="3685">
                  <c:v>6167</c:v>
                </c:pt>
                <c:pt idx="3686">
                  <c:v>8207</c:v>
                </c:pt>
                <c:pt idx="3687">
                  <c:v>9564</c:v>
                </c:pt>
                <c:pt idx="3688">
                  <c:v>10113</c:v>
                </c:pt>
                <c:pt idx="3689">
                  <c:v>9092</c:v>
                </c:pt>
                <c:pt idx="3690">
                  <c:v>8290</c:v>
                </c:pt>
                <c:pt idx="3691">
                  <c:v>6085</c:v>
                </c:pt>
                <c:pt idx="3692">
                  <c:v>5194</c:v>
                </c:pt>
                <c:pt idx="3693">
                  <c:v>5274</c:v>
                </c:pt>
                <c:pt idx="3694">
                  <c:v>5628</c:v>
                </c:pt>
                <c:pt idx="3695">
                  <c:v>4800</c:v>
                </c:pt>
                <c:pt idx="3696">
                  <c:v>3695</c:v>
                </c:pt>
                <c:pt idx="3697">
                  <c:v>3789</c:v>
                </c:pt>
                <c:pt idx="3698">
                  <c:v>7254</c:v>
                </c:pt>
                <c:pt idx="3699">
                  <c:v>6169</c:v>
                </c:pt>
                <c:pt idx="3700">
                  <c:v>7536</c:v>
                </c:pt>
                <c:pt idx="3701">
                  <c:v>3418</c:v>
                </c:pt>
                <c:pt idx="3702">
                  <c:v>5090</c:v>
                </c:pt>
                <c:pt idx="3703">
                  <c:v>7704</c:v>
                </c:pt>
                <c:pt idx="3704">
                  <c:v>6362</c:v>
                </c:pt>
                <c:pt idx="3705">
                  <c:v>9005</c:v>
                </c:pt>
                <c:pt idx="3706">
                  <c:v>8454</c:v>
                </c:pt>
                <c:pt idx="3707">
                  <c:v>9110</c:v>
                </c:pt>
                <c:pt idx="3708">
                  <c:v>6939</c:v>
                </c:pt>
                <c:pt idx="3709">
                  <c:v>5638</c:v>
                </c:pt>
                <c:pt idx="3710">
                  <c:v>12972</c:v>
                </c:pt>
                <c:pt idx="3711">
                  <c:v>7008</c:v>
                </c:pt>
                <c:pt idx="3712">
                  <c:v>8448</c:v>
                </c:pt>
                <c:pt idx="3713">
                  <c:v>5785</c:v>
                </c:pt>
                <c:pt idx="3714">
                  <c:v>10915</c:v>
                </c:pt>
                <c:pt idx="3715">
                  <c:v>9667</c:v>
                </c:pt>
                <c:pt idx="3716">
                  <c:v>11716</c:v>
                </c:pt>
                <c:pt idx="3717">
                  <c:v>4824</c:v>
                </c:pt>
                <c:pt idx="3718">
                  <c:v>6720</c:v>
                </c:pt>
                <c:pt idx="3719">
                  <c:v>6836</c:v>
                </c:pt>
                <c:pt idx="3720">
                  <c:v>5510</c:v>
                </c:pt>
                <c:pt idx="3721">
                  <c:v>12440</c:v>
                </c:pt>
                <c:pt idx="3722">
                  <c:v>5796</c:v>
                </c:pt>
                <c:pt idx="3723">
                  <c:v>13341</c:v>
                </c:pt>
                <c:pt idx="3724">
                  <c:v>10231</c:v>
                </c:pt>
                <c:pt idx="3725">
                  <c:v>16096</c:v>
                </c:pt>
                <c:pt idx="3726">
                  <c:v>10471</c:v>
                </c:pt>
                <c:pt idx="3727">
                  <c:v>9252</c:v>
                </c:pt>
                <c:pt idx="3728">
                  <c:v>6127</c:v>
                </c:pt>
                <c:pt idx="3729">
                  <c:v>12488</c:v>
                </c:pt>
                <c:pt idx="3730">
                  <c:v>9696</c:v>
                </c:pt>
                <c:pt idx="3731">
                  <c:v>7513</c:v>
                </c:pt>
                <c:pt idx="3732">
                  <c:v>9902</c:v>
                </c:pt>
                <c:pt idx="3733">
                  <c:v>8085</c:v>
                </c:pt>
                <c:pt idx="3734">
                  <c:v>22961</c:v>
                </c:pt>
                <c:pt idx="3735">
                  <c:v>15467</c:v>
                </c:pt>
                <c:pt idx="3736">
                  <c:v>9635</c:v>
                </c:pt>
                <c:pt idx="3737">
                  <c:v>13444</c:v>
                </c:pt>
                <c:pt idx="3738">
                  <c:v>12666</c:v>
                </c:pt>
                <c:pt idx="3739">
                  <c:v>16535</c:v>
                </c:pt>
                <c:pt idx="3740">
                  <c:v>12425</c:v>
                </c:pt>
                <c:pt idx="3741">
                  <c:v>7395</c:v>
                </c:pt>
                <c:pt idx="3742">
                  <c:v>8363</c:v>
                </c:pt>
                <c:pt idx="3743">
                  <c:v>11244</c:v>
                </c:pt>
                <c:pt idx="3744">
                  <c:v>7794</c:v>
                </c:pt>
                <c:pt idx="3745">
                  <c:v>7061</c:v>
                </c:pt>
                <c:pt idx="3746">
                  <c:v>7235</c:v>
                </c:pt>
                <c:pt idx="3747">
                  <c:v>7661</c:v>
                </c:pt>
                <c:pt idx="3748">
                  <c:v>7780</c:v>
                </c:pt>
                <c:pt idx="3749">
                  <c:v>4188</c:v>
                </c:pt>
                <c:pt idx="3750">
                  <c:v>9731</c:v>
                </c:pt>
                <c:pt idx="3751">
                  <c:v>9590</c:v>
                </c:pt>
                <c:pt idx="3752">
                  <c:v>9650</c:v>
                </c:pt>
                <c:pt idx="3753">
                  <c:v>9161</c:v>
                </c:pt>
                <c:pt idx="3754">
                  <c:v>10888</c:v>
                </c:pt>
                <c:pt idx="3755">
                  <c:v>6050</c:v>
                </c:pt>
                <c:pt idx="3756">
                  <c:v>5660</c:v>
                </c:pt>
                <c:pt idx="3757">
                  <c:v>3878</c:v>
                </c:pt>
                <c:pt idx="3758">
                  <c:v>6259</c:v>
                </c:pt>
                <c:pt idx="3759">
                  <c:v>7509</c:v>
                </c:pt>
                <c:pt idx="3760">
                  <c:v>4746</c:v>
                </c:pt>
                <c:pt idx="3761">
                  <c:v>8058</c:v>
                </c:pt>
                <c:pt idx="3762">
                  <c:v>7595</c:v>
                </c:pt>
                <c:pt idx="3763">
                  <c:v>7530</c:v>
                </c:pt>
                <c:pt idx="3764">
                  <c:v>5463</c:v>
                </c:pt>
                <c:pt idx="3765">
                  <c:v>6805</c:v>
                </c:pt>
                <c:pt idx="3766">
                  <c:v>4777</c:v>
                </c:pt>
                <c:pt idx="3767">
                  <c:v>4310</c:v>
                </c:pt>
                <c:pt idx="3768">
                  <c:v>4138</c:v>
                </c:pt>
                <c:pt idx="3769">
                  <c:v>6477</c:v>
                </c:pt>
                <c:pt idx="3770">
                  <c:v>10184</c:v>
                </c:pt>
                <c:pt idx="3771">
                  <c:v>8500</c:v>
                </c:pt>
                <c:pt idx="3772">
                  <c:v>7272</c:v>
                </c:pt>
                <c:pt idx="3773">
                  <c:v>6338</c:v>
                </c:pt>
                <c:pt idx="3774">
                  <c:v>13788</c:v>
                </c:pt>
                <c:pt idx="3775">
                  <c:v>5528</c:v>
                </c:pt>
                <c:pt idx="3776">
                  <c:v>5322</c:v>
                </c:pt>
                <c:pt idx="3777">
                  <c:v>4682</c:v>
                </c:pt>
                <c:pt idx="3778">
                  <c:v>4958</c:v>
                </c:pt>
                <c:pt idx="3779">
                  <c:v>12075</c:v>
                </c:pt>
                <c:pt idx="3780">
                  <c:v>5123</c:v>
                </c:pt>
                <c:pt idx="3781">
                  <c:v>5283</c:v>
                </c:pt>
                <c:pt idx="3782">
                  <c:v>6890</c:v>
                </c:pt>
                <c:pt idx="3783">
                  <c:v>7047</c:v>
                </c:pt>
                <c:pt idx="3784">
                  <c:v>9715</c:v>
                </c:pt>
                <c:pt idx="3785">
                  <c:v>10021</c:v>
                </c:pt>
                <c:pt idx="3786">
                  <c:v>4136</c:v>
                </c:pt>
                <c:pt idx="3787">
                  <c:v>5970</c:v>
                </c:pt>
                <c:pt idx="3788">
                  <c:v>6591</c:v>
                </c:pt>
                <c:pt idx="3789">
                  <c:v>8616</c:v>
                </c:pt>
                <c:pt idx="3790">
                  <c:v>8151</c:v>
                </c:pt>
                <c:pt idx="3791">
                  <c:v>9904</c:v>
                </c:pt>
                <c:pt idx="3792">
                  <c:v>9369</c:v>
                </c:pt>
                <c:pt idx="3793">
                  <c:v>14603</c:v>
                </c:pt>
                <c:pt idx="3794">
                  <c:v>14492</c:v>
                </c:pt>
                <c:pt idx="3795">
                  <c:v>9590</c:v>
                </c:pt>
                <c:pt idx="3796">
                  <c:v>5171</c:v>
                </c:pt>
                <c:pt idx="3797">
                  <c:v>8415</c:v>
                </c:pt>
                <c:pt idx="3798">
                  <c:v>11912</c:v>
                </c:pt>
                <c:pt idx="3799">
                  <c:v>8623</c:v>
                </c:pt>
                <c:pt idx="3800">
                  <c:v>5149</c:v>
                </c:pt>
                <c:pt idx="3801">
                  <c:v>7003</c:v>
                </c:pt>
                <c:pt idx="3802">
                  <c:v>5991</c:v>
                </c:pt>
                <c:pt idx="3803">
                  <c:v>8166</c:v>
                </c:pt>
                <c:pt idx="3804">
                  <c:v>8369</c:v>
                </c:pt>
                <c:pt idx="3805">
                  <c:v>6758</c:v>
                </c:pt>
                <c:pt idx="3806">
                  <c:v>9199</c:v>
                </c:pt>
                <c:pt idx="3807">
                  <c:v>9293</c:v>
                </c:pt>
                <c:pt idx="3808">
                  <c:v>6487</c:v>
                </c:pt>
                <c:pt idx="3809">
                  <c:v>7184</c:v>
                </c:pt>
                <c:pt idx="3810">
                  <c:v>6123</c:v>
                </c:pt>
                <c:pt idx="3811">
                  <c:v>7852</c:v>
                </c:pt>
                <c:pt idx="3812">
                  <c:v>5833</c:v>
                </c:pt>
                <c:pt idx="3813">
                  <c:v>10308</c:v>
                </c:pt>
                <c:pt idx="3814">
                  <c:v>11787</c:v>
                </c:pt>
                <c:pt idx="3815">
                  <c:v>9399</c:v>
                </c:pt>
                <c:pt idx="3816">
                  <c:v>12390</c:v>
                </c:pt>
                <c:pt idx="3817">
                  <c:v>4320</c:v>
                </c:pt>
                <c:pt idx="3818">
                  <c:v>3793</c:v>
                </c:pt>
                <c:pt idx="3819">
                  <c:v>4372</c:v>
                </c:pt>
                <c:pt idx="3820">
                  <c:v>5893</c:v>
                </c:pt>
                <c:pt idx="3821">
                  <c:v>7373</c:v>
                </c:pt>
                <c:pt idx="3822">
                  <c:v>8082</c:v>
                </c:pt>
                <c:pt idx="3823">
                  <c:v>7624</c:v>
                </c:pt>
                <c:pt idx="3824">
                  <c:v>7859</c:v>
                </c:pt>
                <c:pt idx="3825">
                  <c:v>8797</c:v>
                </c:pt>
                <c:pt idx="3826">
                  <c:v>8089</c:v>
                </c:pt>
                <c:pt idx="3827">
                  <c:v>7326</c:v>
                </c:pt>
                <c:pt idx="3828">
                  <c:v>7171</c:v>
                </c:pt>
                <c:pt idx="3829">
                  <c:v>6959</c:v>
                </c:pt>
                <c:pt idx="3830">
                  <c:v>6814</c:v>
                </c:pt>
                <c:pt idx="3831">
                  <c:v>5909</c:v>
                </c:pt>
                <c:pt idx="3832">
                  <c:v>4838</c:v>
                </c:pt>
                <c:pt idx="3833">
                  <c:v>7028</c:v>
                </c:pt>
                <c:pt idx="3834">
                  <c:v>5217</c:v>
                </c:pt>
                <c:pt idx="3835">
                  <c:v>4293</c:v>
                </c:pt>
                <c:pt idx="3836">
                  <c:v>3897</c:v>
                </c:pt>
                <c:pt idx="3837">
                  <c:v>4317</c:v>
                </c:pt>
                <c:pt idx="3838">
                  <c:v>5846</c:v>
                </c:pt>
                <c:pt idx="3839">
                  <c:v>4165</c:v>
                </c:pt>
                <c:pt idx="3840">
                  <c:v>4348</c:v>
                </c:pt>
                <c:pt idx="3841">
                  <c:v>5628</c:v>
                </c:pt>
                <c:pt idx="3842">
                  <c:v>7113</c:v>
                </c:pt>
                <c:pt idx="3843">
                  <c:v>8855</c:v>
                </c:pt>
                <c:pt idx="3844">
                  <c:v>9322</c:v>
                </c:pt>
                <c:pt idx="3845">
                  <c:v>10218</c:v>
                </c:pt>
                <c:pt idx="3846">
                  <c:v>7665</c:v>
                </c:pt>
                <c:pt idx="3847">
                  <c:v>5490</c:v>
                </c:pt>
                <c:pt idx="3848">
                  <c:v>5490</c:v>
                </c:pt>
                <c:pt idx="3849">
                  <c:v>3618</c:v>
                </c:pt>
                <c:pt idx="3850">
                  <c:v>4699</c:v>
                </c:pt>
                <c:pt idx="3851">
                  <c:v>8135</c:v>
                </c:pt>
                <c:pt idx="3852">
                  <c:v>12536</c:v>
                </c:pt>
                <c:pt idx="3853">
                  <c:v>15015</c:v>
                </c:pt>
                <c:pt idx="3854">
                  <c:v>10287</c:v>
                </c:pt>
                <c:pt idx="3855">
                  <c:v>7392</c:v>
                </c:pt>
                <c:pt idx="3856">
                  <c:v>6909</c:v>
                </c:pt>
                <c:pt idx="3857">
                  <c:v>6446</c:v>
                </c:pt>
                <c:pt idx="3858">
                  <c:v>9688</c:v>
                </c:pt>
                <c:pt idx="3859">
                  <c:v>7112</c:v>
                </c:pt>
                <c:pt idx="3860">
                  <c:v>5917</c:v>
                </c:pt>
                <c:pt idx="3861">
                  <c:v>5883</c:v>
                </c:pt>
                <c:pt idx="3862">
                  <c:v>8818</c:v>
                </c:pt>
                <c:pt idx="3863">
                  <c:v>7074</c:v>
                </c:pt>
                <c:pt idx="3864">
                  <c:v>6668</c:v>
                </c:pt>
                <c:pt idx="3865">
                  <c:v>9020</c:v>
                </c:pt>
                <c:pt idx="3866">
                  <c:v>7569</c:v>
                </c:pt>
                <c:pt idx="3867">
                  <c:v>4658</c:v>
                </c:pt>
                <c:pt idx="3868">
                  <c:v>4764</c:v>
                </c:pt>
                <c:pt idx="3869">
                  <c:v>6030</c:v>
                </c:pt>
                <c:pt idx="3870">
                  <c:v>6063</c:v>
                </c:pt>
                <c:pt idx="3871">
                  <c:v>6749</c:v>
                </c:pt>
                <c:pt idx="3872">
                  <c:v>6702</c:v>
                </c:pt>
                <c:pt idx="3873">
                  <c:v>5183</c:v>
                </c:pt>
                <c:pt idx="3874">
                  <c:v>5381</c:v>
                </c:pt>
                <c:pt idx="3875">
                  <c:v>5723</c:v>
                </c:pt>
                <c:pt idx="3876">
                  <c:v>10814</c:v>
                </c:pt>
                <c:pt idx="3877">
                  <c:v>9981</c:v>
                </c:pt>
                <c:pt idx="3878">
                  <c:v>8304</c:v>
                </c:pt>
                <c:pt idx="3879">
                  <c:v>8992</c:v>
                </c:pt>
                <c:pt idx="3880">
                  <c:v>7720</c:v>
                </c:pt>
                <c:pt idx="3881">
                  <c:v>6119</c:v>
                </c:pt>
                <c:pt idx="3882">
                  <c:v>9793</c:v>
                </c:pt>
                <c:pt idx="3883">
                  <c:v>7979</c:v>
                </c:pt>
                <c:pt idx="3884">
                  <c:v>6026</c:v>
                </c:pt>
                <c:pt idx="3885">
                  <c:v>6153</c:v>
                </c:pt>
                <c:pt idx="3886">
                  <c:v>10378</c:v>
                </c:pt>
                <c:pt idx="3887">
                  <c:v>7389</c:v>
                </c:pt>
                <c:pt idx="3888">
                  <c:v>6732</c:v>
                </c:pt>
                <c:pt idx="3889">
                  <c:v>6931</c:v>
                </c:pt>
                <c:pt idx="3890">
                  <c:v>6547</c:v>
                </c:pt>
                <c:pt idx="3891">
                  <c:v>5982</c:v>
                </c:pt>
                <c:pt idx="3892">
                  <c:v>6208</c:v>
                </c:pt>
                <c:pt idx="3893">
                  <c:v>8954</c:v>
                </c:pt>
                <c:pt idx="3894">
                  <c:v>7269</c:v>
                </c:pt>
                <c:pt idx="3895">
                  <c:v>6212</c:v>
                </c:pt>
                <c:pt idx="3896">
                  <c:v>4844</c:v>
                </c:pt>
                <c:pt idx="3897">
                  <c:v>5398</c:v>
                </c:pt>
                <c:pt idx="3898">
                  <c:v>6916</c:v>
                </c:pt>
                <c:pt idx="3899">
                  <c:v>7619</c:v>
                </c:pt>
                <c:pt idx="3900">
                  <c:v>7262</c:v>
                </c:pt>
                <c:pt idx="3901">
                  <c:v>4551</c:v>
                </c:pt>
                <c:pt idx="3902">
                  <c:v>4563</c:v>
                </c:pt>
                <c:pt idx="3903">
                  <c:v>5437</c:v>
                </c:pt>
                <c:pt idx="3904">
                  <c:v>7254</c:v>
                </c:pt>
                <c:pt idx="3905">
                  <c:v>4121</c:v>
                </c:pt>
                <c:pt idx="3906">
                  <c:v>6927</c:v>
                </c:pt>
                <c:pt idx="3907">
                  <c:v>8626</c:v>
                </c:pt>
                <c:pt idx="3908">
                  <c:v>8187</c:v>
                </c:pt>
                <c:pt idx="3909">
                  <c:v>10910</c:v>
                </c:pt>
                <c:pt idx="3910">
                  <c:v>7489</c:v>
                </c:pt>
                <c:pt idx="3911">
                  <c:v>5666</c:v>
                </c:pt>
                <c:pt idx="3912">
                  <c:v>6048</c:v>
                </c:pt>
                <c:pt idx="3913">
                  <c:v>5435</c:v>
                </c:pt>
                <c:pt idx="3914">
                  <c:v>8385</c:v>
                </c:pt>
                <c:pt idx="3915">
                  <c:v>6368</c:v>
                </c:pt>
                <c:pt idx="3916">
                  <c:v>14279</c:v>
                </c:pt>
                <c:pt idx="3917">
                  <c:v>19275</c:v>
                </c:pt>
                <c:pt idx="3918">
                  <c:v>13653</c:v>
                </c:pt>
                <c:pt idx="3919">
                  <c:v>8682</c:v>
                </c:pt>
                <c:pt idx="3920">
                  <c:v>7054</c:v>
                </c:pt>
                <c:pt idx="3921">
                  <c:v>9685</c:v>
                </c:pt>
                <c:pt idx="3922">
                  <c:v>11439</c:v>
                </c:pt>
                <c:pt idx="3923">
                  <c:v>8456</c:v>
                </c:pt>
                <c:pt idx="3924">
                  <c:v>6061</c:v>
                </c:pt>
                <c:pt idx="3925">
                  <c:v>5985</c:v>
                </c:pt>
                <c:pt idx="3926">
                  <c:v>8598</c:v>
                </c:pt>
                <c:pt idx="3927">
                  <c:v>7534</c:v>
                </c:pt>
                <c:pt idx="3928">
                  <c:v>8130</c:v>
                </c:pt>
                <c:pt idx="3929">
                  <c:v>5497</c:v>
                </c:pt>
                <c:pt idx="3930">
                  <c:v>6634</c:v>
                </c:pt>
                <c:pt idx="3931">
                  <c:v>6938</c:v>
                </c:pt>
                <c:pt idx="3932">
                  <c:v>8559</c:v>
                </c:pt>
                <c:pt idx="3933">
                  <c:v>7131</c:v>
                </c:pt>
                <c:pt idx="3934">
                  <c:v>6241</c:v>
                </c:pt>
                <c:pt idx="3935">
                  <c:v>8418</c:v>
                </c:pt>
                <c:pt idx="3936">
                  <c:v>6163</c:v>
                </c:pt>
                <c:pt idx="3937">
                  <c:v>8561</c:v>
                </c:pt>
                <c:pt idx="3938">
                  <c:v>7772</c:v>
                </c:pt>
                <c:pt idx="3939">
                  <c:v>4211</c:v>
                </c:pt>
                <c:pt idx="3940">
                  <c:v>4375</c:v>
                </c:pt>
                <c:pt idx="3941">
                  <c:v>5681</c:v>
                </c:pt>
                <c:pt idx="3942">
                  <c:v>3991</c:v>
                </c:pt>
                <c:pt idx="3943">
                  <c:v>3809</c:v>
                </c:pt>
                <c:pt idx="3944">
                  <c:v>5595</c:v>
                </c:pt>
                <c:pt idx="3945">
                  <c:v>8605</c:v>
                </c:pt>
                <c:pt idx="3946">
                  <c:v>9893</c:v>
                </c:pt>
                <c:pt idx="3947">
                  <c:v>7479</c:v>
                </c:pt>
                <c:pt idx="3948">
                  <c:v>11990</c:v>
                </c:pt>
                <c:pt idx="3949">
                  <c:v>7749</c:v>
                </c:pt>
                <c:pt idx="3950">
                  <c:v>5658</c:v>
                </c:pt>
                <c:pt idx="3951">
                  <c:v>5665</c:v>
                </c:pt>
                <c:pt idx="3952">
                  <c:v>6316</c:v>
                </c:pt>
                <c:pt idx="3953">
                  <c:v>6221</c:v>
                </c:pt>
                <c:pt idx="3954">
                  <c:v>7867</c:v>
                </c:pt>
                <c:pt idx="3955">
                  <c:v>4219</c:v>
                </c:pt>
                <c:pt idx="3956">
                  <c:v>4765</c:v>
                </c:pt>
                <c:pt idx="3957">
                  <c:v>8085</c:v>
                </c:pt>
                <c:pt idx="3958">
                  <c:v>4915</c:v>
                </c:pt>
                <c:pt idx="3959">
                  <c:v>4528</c:v>
                </c:pt>
                <c:pt idx="3960">
                  <c:v>5123</c:v>
                </c:pt>
                <c:pt idx="3961">
                  <c:v>4428</c:v>
                </c:pt>
                <c:pt idx="3962">
                  <c:v>7234</c:v>
                </c:pt>
                <c:pt idx="3963">
                  <c:v>7232</c:v>
                </c:pt>
                <c:pt idx="3964">
                  <c:v>4667</c:v>
                </c:pt>
                <c:pt idx="3965">
                  <c:v>8796</c:v>
                </c:pt>
                <c:pt idx="3966">
                  <c:v>4619</c:v>
                </c:pt>
                <c:pt idx="3967">
                  <c:v>5262</c:v>
                </c:pt>
                <c:pt idx="3968">
                  <c:v>3545</c:v>
                </c:pt>
                <c:pt idx="3969">
                  <c:v>6643</c:v>
                </c:pt>
                <c:pt idx="3970">
                  <c:v>4851</c:v>
                </c:pt>
                <c:pt idx="3971">
                  <c:v>3003</c:v>
                </c:pt>
                <c:pt idx="3972">
                  <c:v>7051</c:v>
                </c:pt>
                <c:pt idx="3973">
                  <c:v>6513</c:v>
                </c:pt>
                <c:pt idx="3974">
                  <c:v>9961</c:v>
                </c:pt>
                <c:pt idx="3975">
                  <c:v>9865</c:v>
                </c:pt>
                <c:pt idx="3976">
                  <c:v>13839</c:v>
                </c:pt>
                <c:pt idx="3977">
                  <c:v>17183</c:v>
                </c:pt>
                <c:pt idx="3978">
                  <c:v>8233</c:v>
                </c:pt>
                <c:pt idx="3979">
                  <c:v>6432</c:v>
                </c:pt>
                <c:pt idx="3980">
                  <c:v>8153</c:v>
                </c:pt>
                <c:pt idx="3981">
                  <c:v>11142</c:v>
                </c:pt>
                <c:pt idx="3982">
                  <c:v>9415</c:v>
                </c:pt>
                <c:pt idx="3983">
                  <c:v>7453</c:v>
                </c:pt>
                <c:pt idx="3984">
                  <c:v>9950</c:v>
                </c:pt>
                <c:pt idx="3985">
                  <c:v>9729</c:v>
                </c:pt>
                <c:pt idx="3986">
                  <c:v>11468</c:v>
                </c:pt>
                <c:pt idx="3987">
                  <c:v>10861</c:v>
                </c:pt>
                <c:pt idx="3988">
                  <c:v>8894</c:v>
                </c:pt>
                <c:pt idx="3989">
                  <c:v>9149</c:v>
                </c:pt>
                <c:pt idx="3990">
                  <c:v>7846</c:v>
                </c:pt>
                <c:pt idx="3991">
                  <c:v>6216</c:v>
                </c:pt>
                <c:pt idx="3992">
                  <c:v>5940</c:v>
                </c:pt>
                <c:pt idx="3993">
                  <c:v>5436</c:v>
                </c:pt>
                <c:pt idx="3994">
                  <c:v>4683</c:v>
                </c:pt>
                <c:pt idx="3995">
                  <c:v>4784</c:v>
                </c:pt>
                <c:pt idx="3996">
                  <c:v>6541</c:v>
                </c:pt>
                <c:pt idx="3997">
                  <c:v>6566</c:v>
                </c:pt>
                <c:pt idx="3998">
                  <c:v>7685</c:v>
                </c:pt>
                <c:pt idx="3999">
                  <c:v>7263</c:v>
                </c:pt>
                <c:pt idx="4000">
                  <c:v>5483</c:v>
                </c:pt>
                <c:pt idx="4001">
                  <c:v>9249</c:v>
                </c:pt>
                <c:pt idx="4002">
                  <c:v>6819</c:v>
                </c:pt>
                <c:pt idx="4003">
                  <c:v>4171</c:v>
                </c:pt>
                <c:pt idx="4004">
                  <c:v>5358</c:v>
                </c:pt>
                <c:pt idx="4005">
                  <c:v>5841</c:v>
                </c:pt>
                <c:pt idx="4006">
                  <c:v>7859</c:v>
                </c:pt>
                <c:pt idx="4007">
                  <c:v>6445</c:v>
                </c:pt>
                <c:pt idx="4008">
                  <c:v>5467</c:v>
                </c:pt>
                <c:pt idx="4009">
                  <c:v>5298</c:v>
                </c:pt>
                <c:pt idx="4010">
                  <c:v>6279</c:v>
                </c:pt>
                <c:pt idx="4011">
                  <c:v>8081</c:v>
                </c:pt>
                <c:pt idx="4012">
                  <c:v>4102</c:v>
                </c:pt>
                <c:pt idx="4013">
                  <c:v>4543</c:v>
                </c:pt>
                <c:pt idx="4014">
                  <c:v>7741</c:v>
                </c:pt>
                <c:pt idx="4015">
                  <c:v>6202</c:v>
                </c:pt>
                <c:pt idx="4016">
                  <c:v>4977</c:v>
                </c:pt>
                <c:pt idx="4017">
                  <c:v>5910</c:v>
                </c:pt>
                <c:pt idx="4018">
                  <c:v>6504</c:v>
                </c:pt>
                <c:pt idx="4019">
                  <c:v>4208</c:v>
                </c:pt>
                <c:pt idx="4020">
                  <c:v>3473</c:v>
                </c:pt>
                <c:pt idx="4021">
                  <c:v>4209</c:v>
                </c:pt>
                <c:pt idx="4022">
                  <c:v>4138</c:v>
                </c:pt>
                <c:pt idx="4023">
                  <c:v>5826</c:v>
                </c:pt>
                <c:pt idx="4024">
                  <c:v>5071</c:v>
                </c:pt>
                <c:pt idx="4025">
                  <c:v>4631</c:v>
                </c:pt>
                <c:pt idx="4026">
                  <c:v>4148</c:v>
                </c:pt>
                <c:pt idx="4027">
                  <c:v>2859</c:v>
                </c:pt>
                <c:pt idx="4028">
                  <c:v>3270</c:v>
                </c:pt>
                <c:pt idx="4029">
                  <c:v>4239</c:v>
                </c:pt>
                <c:pt idx="4030">
                  <c:v>3325</c:v>
                </c:pt>
                <c:pt idx="4031">
                  <c:v>4198</c:v>
                </c:pt>
                <c:pt idx="4032">
                  <c:v>8220</c:v>
                </c:pt>
                <c:pt idx="4033">
                  <c:v>6382</c:v>
                </c:pt>
                <c:pt idx="4034">
                  <c:v>5746</c:v>
                </c:pt>
                <c:pt idx="4035">
                  <c:v>4372</c:v>
                </c:pt>
                <c:pt idx="4036">
                  <c:v>4706</c:v>
                </c:pt>
                <c:pt idx="4037">
                  <c:v>5573</c:v>
                </c:pt>
                <c:pt idx="4038">
                  <c:v>4931</c:v>
                </c:pt>
                <c:pt idx="4039">
                  <c:v>3777</c:v>
                </c:pt>
                <c:pt idx="4040">
                  <c:v>2035</c:v>
                </c:pt>
                <c:pt idx="4041">
                  <c:v>3809</c:v>
                </c:pt>
                <c:pt idx="4042">
                  <c:v>5118</c:v>
                </c:pt>
                <c:pt idx="4043">
                  <c:v>3901</c:v>
                </c:pt>
                <c:pt idx="4044">
                  <c:v>6076</c:v>
                </c:pt>
                <c:pt idx="4045">
                  <c:v>5441</c:v>
                </c:pt>
                <c:pt idx="4046">
                  <c:v>4781</c:v>
                </c:pt>
                <c:pt idx="4047">
                  <c:v>3030</c:v>
                </c:pt>
                <c:pt idx="4048">
                  <c:v>3525</c:v>
                </c:pt>
                <c:pt idx="4049">
                  <c:v>3542</c:v>
                </c:pt>
                <c:pt idx="4050">
                  <c:v>7362</c:v>
                </c:pt>
                <c:pt idx="4051">
                  <c:v>6095</c:v>
                </c:pt>
                <c:pt idx="4052">
                  <c:v>7914</c:v>
                </c:pt>
                <c:pt idx="4053">
                  <c:v>12737</c:v>
                </c:pt>
                <c:pt idx="4054">
                  <c:v>11943</c:v>
                </c:pt>
                <c:pt idx="4055">
                  <c:v>13150</c:v>
                </c:pt>
                <c:pt idx="4056">
                  <c:v>7572</c:v>
                </c:pt>
                <c:pt idx="4057">
                  <c:v>9359</c:v>
                </c:pt>
                <c:pt idx="4058">
                  <c:v>8257</c:v>
                </c:pt>
                <c:pt idx="4059">
                  <c:v>7014</c:v>
                </c:pt>
                <c:pt idx="4060">
                  <c:v>6002</c:v>
                </c:pt>
                <c:pt idx="4061">
                  <c:v>5224</c:v>
                </c:pt>
                <c:pt idx="4062">
                  <c:v>7256</c:v>
                </c:pt>
                <c:pt idx="4063">
                  <c:v>5829</c:v>
                </c:pt>
                <c:pt idx="4064">
                  <c:v>7537</c:v>
                </c:pt>
                <c:pt idx="4065">
                  <c:v>9052</c:v>
                </c:pt>
                <c:pt idx="4066">
                  <c:v>11618</c:v>
                </c:pt>
                <c:pt idx="4067">
                  <c:v>7344</c:v>
                </c:pt>
                <c:pt idx="4068">
                  <c:v>10091</c:v>
                </c:pt>
                <c:pt idx="4069">
                  <c:v>5976</c:v>
                </c:pt>
                <c:pt idx="4070">
                  <c:v>3426</c:v>
                </c:pt>
                <c:pt idx="4071">
                  <c:v>7317</c:v>
                </c:pt>
                <c:pt idx="4072">
                  <c:v>13450</c:v>
                </c:pt>
                <c:pt idx="4073">
                  <c:v>0</c:v>
                </c:pt>
                <c:pt idx="4074">
                  <c:v>14196</c:v>
                </c:pt>
                <c:pt idx="4075">
                  <c:v>4624</c:v>
                </c:pt>
                <c:pt idx="4076">
                  <c:v>4765</c:v>
                </c:pt>
                <c:pt idx="4077">
                  <c:v>5094</c:v>
                </c:pt>
                <c:pt idx="4078">
                  <c:v>4358</c:v>
                </c:pt>
                <c:pt idx="4079">
                  <c:v>4284</c:v>
                </c:pt>
                <c:pt idx="4080">
                  <c:v>5296</c:v>
                </c:pt>
                <c:pt idx="4081">
                  <c:v>5662</c:v>
                </c:pt>
                <c:pt idx="4082">
                  <c:v>4885</c:v>
                </c:pt>
                <c:pt idx="4083">
                  <c:v>4938</c:v>
                </c:pt>
                <c:pt idx="4084">
                  <c:v>3304</c:v>
                </c:pt>
                <c:pt idx="4085">
                  <c:v>3670</c:v>
                </c:pt>
                <c:pt idx="4086">
                  <c:v>3826</c:v>
                </c:pt>
                <c:pt idx="4087">
                  <c:v>4390</c:v>
                </c:pt>
                <c:pt idx="4088">
                  <c:v>3046</c:v>
                </c:pt>
                <c:pt idx="4089">
                  <c:v>2659</c:v>
                </c:pt>
                <c:pt idx="4090">
                  <c:v>2808</c:v>
                </c:pt>
                <c:pt idx="4091">
                  <c:v>3093</c:v>
                </c:pt>
                <c:pt idx="4092">
                  <c:v>3445</c:v>
                </c:pt>
                <c:pt idx="4093">
                  <c:v>6846</c:v>
                </c:pt>
                <c:pt idx="4094">
                  <c:v>5269</c:v>
                </c:pt>
                <c:pt idx="4095">
                  <c:v>5962</c:v>
                </c:pt>
                <c:pt idx="4096">
                  <c:v>3903</c:v>
                </c:pt>
                <c:pt idx="4097">
                  <c:v>5436</c:v>
                </c:pt>
                <c:pt idx="4098">
                  <c:v>4795</c:v>
                </c:pt>
                <c:pt idx="4099">
                  <c:v>4130</c:v>
                </c:pt>
                <c:pt idx="4100">
                  <c:v>5974</c:v>
                </c:pt>
                <c:pt idx="4101">
                  <c:v>4372</c:v>
                </c:pt>
                <c:pt idx="4102">
                  <c:v>5169</c:v>
                </c:pt>
                <c:pt idx="4103">
                  <c:v>4881</c:v>
                </c:pt>
                <c:pt idx="4104">
                  <c:v>6924</c:v>
                </c:pt>
                <c:pt idx="4105">
                  <c:v>4991</c:v>
                </c:pt>
                <c:pt idx="4106">
                  <c:v>4231</c:v>
                </c:pt>
                <c:pt idx="4107">
                  <c:v>4085</c:v>
                </c:pt>
                <c:pt idx="4108">
                  <c:v>3755</c:v>
                </c:pt>
                <c:pt idx="4109">
                  <c:v>3954</c:v>
                </c:pt>
                <c:pt idx="4110">
                  <c:v>4485</c:v>
                </c:pt>
                <c:pt idx="4111">
                  <c:v>4547</c:v>
                </c:pt>
                <c:pt idx="4112">
                  <c:v>6123</c:v>
                </c:pt>
                <c:pt idx="4113">
                  <c:v>7339</c:v>
                </c:pt>
                <c:pt idx="4114">
                  <c:v>10944</c:v>
                </c:pt>
                <c:pt idx="4115">
                  <c:v>12291</c:v>
                </c:pt>
                <c:pt idx="4116">
                  <c:v>12101</c:v>
                </c:pt>
                <c:pt idx="4117">
                  <c:v>7920</c:v>
                </c:pt>
                <c:pt idx="4118">
                  <c:v>7592</c:v>
                </c:pt>
                <c:pt idx="4119">
                  <c:v>5133</c:v>
                </c:pt>
                <c:pt idx="4120">
                  <c:v>5703</c:v>
                </c:pt>
                <c:pt idx="4121">
                  <c:v>8752</c:v>
                </c:pt>
                <c:pt idx="4122">
                  <c:v>6537</c:v>
                </c:pt>
                <c:pt idx="4123">
                  <c:v>4466</c:v>
                </c:pt>
                <c:pt idx="4124">
                  <c:v>6844</c:v>
                </c:pt>
                <c:pt idx="4125">
                  <c:v>5267</c:v>
                </c:pt>
                <c:pt idx="4126">
                  <c:v>4616</c:v>
                </c:pt>
                <c:pt idx="4127">
                  <c:v>4923</c:v>
                </c:pt>
                <c:pt idx="4128">
                  <c:v>5147</c:v>
                </c:pt>
                <c:pt idx="4129">
                  <c:v>4723</c:v>
                </c:pt>
                <c:pt idx="4130">
                  <c:v>5207</c:v>
                </c:pt>
                <c:pt idx="4131">
                  <c:v>5376</c:v>
                </c:pt>
                <c:pt idx="4132">
                  <c:v>7281</c:v>
                </c:pt>
                <c:pt idx="4133">
                  <c:v>10751</c:v>
                </c:pt>
                <c:pt idx="4134">
                  <c:v>13147</c:v>
                </c:pt>
                <c:pt idx="4135">
                  <c:v>11134</c:v>
                </c:pt>
                <c:pt idx="4136">
                  <c:v>8310</c:v>
                </c:pt>
                <c:pt idx="4137">
                  <c:v>8035</c:v>
                </c:pt>
                <c:pt idx="4138">
                  <c:v>9773</c:v>
                </c:pt>
                <c:pt idx="4139">
                  <c:v>16627</c:v>
                </c:pt>
                <c:pt idx="4140">
                  <c:v>6657</c:v>
                </c:pt>
                <c:pt idx="4141">
                  <c:v>7623</c:v>
                </c:pt>
                <c:pt idx="4142">
                  <c:v>4732</c:v>
                </c:pt>
                <c:pt idx="4143">
                  <c:v>8062</c:v>
                </c:pt>
                <c:pt idx="4144">
                  <c:v>7976</c:v>
                </c:pt>
                <c:pt idx="4145">
                  <c:v>4882</c:v>
                </c:pt>
                <c:pt idx="4146">
                  <c:v>5178</c:v>
                </c:pt>
                <c:pt idx="4147">
                  <c:v>5643</c:v>
                </c:pt>
                <c:pt idx="4148">
                  <c:v>8636</c:v>
                </c:pt>
                <c:pt idx="4149">
                  <c:v>8081</c:v>
                </c:pt>
                <c:pt idx="4150">
                  <c:v>9247</c:v>
                </c:pt>
                <c:pt idx="4151">
                  <c:v>7688</c:v>
                </c:pt>
                <c:pt idx="4152">
                  <c:v>5815</c:v>
                </c:pt>
                <c:pt idx="4153">
                  <c:v>8980</c:v>
                </c:pt>
                <c:pt idx="4154">
                  <c:v>11652</c:v>
                </c:pt>
                <c:pt idx="4155">
                  <c:v>7261</c:v>
                </c:pt>
                <c:pt idx="4156">
                  <c:v>7164</c:v>
                </c:pt>
                <c:pt idx="4157">
                  <c:v>7288</c:v>
                </c:pt>
                <c:pt idx="4158">
                  <c:v>7702</c:v>
                </c:pt>
                <c:pt idx="4159">
                  <c:v>7493</c:v>
                </c:pt>
                <c:pt idx="4160">
                  <c:v>8486</c:v>
                </c:pt>
                <c:pt idx="4161">
                  <c:v>7768</c:v>
                </c:pt>
                <c:pt idx="4162">
                  <c:v>5437</c:v>
                </c:pt>
                <c:pt idx="4163">
                  <c:v>5246</c:v>
                </c:pt>
                <c:pt idx="4164">
                  <c:v>6376</c:v>
                </c:pt>
                <c:pt idx="4165">
                  <c:v>8004</c:v>
                </c:pt>
                <c:pt idx="4166">
                  <c:v>14074</c:v>
                </c:pt>
                <c:pt idx="4167">
                  <c:v>9756</c:v>
                </c:pt>
                <c:pt idx="4168">
                  <c:v>7604</c:v>
                </c:pt>
                <c:pt idx="4169">
                  <c:v>5149</c:v>
                </c:pt>
                <c:pt idx="4170">
                  <c:v>4636</c:v>
                </c:pt>
                <c:pt idx="4171">
                  <c:v>5629</c:v>
                </c:pt>
                <c:pt idx="4172">
                  <c:v>6037</c:v>
                </c:pt>
                <c:pt idx="4173">
                  <c:v>4542</c:v>
                </c:pt>
                <c:pt idx="4174">
                  <c:v>6215</c:v>
                </c:pt>
                <c:pt idx="4175">
                  <c:v>8613</c:v>
                </c:pt>
                <c:pt idx="4176">
                  <c:v>5610</c:v>
                </c:pt>
                <c:pt idx="4177">
                  <c:v>7622</c:v>
                </c:pt>
                <c:pt idx="4178">
                  <c:v>4151</c:v>
                </c:pt>
                <c:pt idx="4179">
                  <c:v>6233</c:v>
                </c:pt>
                <c:pt idx="4180">
                  <c:v>6681</c:v>
                </c:pt>
                <c:pt idx="4181">
                  <c:v>4651</c:v>
                </c:pt>
                <c:pt idx="4182">
                  <c:v>4474</c:v>
                </c:pt>
                <c:pt idx="4183">
                  <c:v>4166</c:v>
                </c:pt>
                <c:pt idx="4184">
                  <c:v>6320</c:v>
                </c:pt>
                <c:pt idx="4185">
                  <c:v>6785</c:v>
                </c:pt>
                <c:pt idx="4186">
                  <c:v>10483</c:v>
                </c:pt>
                <c:pt idx="4187">
                  <c:v>9541</c:v>
                </c:pt>
                <c:pt idx="4188">
                  <c:v>10793</c:v>
                </c:pt>
                <c:pt idx="4189">
                  <c:v>9370</c:v>
                </c:pt>
                <c:pt idx="4190">
                  <c:v>11875</c:v>
                </c:pt>
                <c:pt idx="4191">
                  <c:v>15988</c:v>
                </c:pt>
                <c:pt idx="4192">
                  <c:v>17186</c:v>
                </c:pt>
                <c:pt idx="4193">
                  <c:v>36607</c:v>
                </c:pt>
                <c:pt idx="4194">
                  <c:v>13269</c:v>
                </c:pt>
                <c:pt idx="4195">
                  <c:v>13633</c:v>
                </c:pt>
                <c:pt idx="4196">
                  <c:v>11377</c:v>
                </c:pt>
                <c:pt idx="4197">
                  <c:v>9750</c:v>
                </c:pt>
                <c:pt idx="4198">
                  <c:v>10900</c:v>
                </c:pt>
                <c:pt idx="4199">
                  <c:v>10459</c:v>
                </c:pt>
                <c:pt idx="4200">
                  <c:v>12075</c:v>
                </c:pt>
                <c:pt idx="4201">
                  <c:v>11674</c:v>
                </c:pt>
                <c:pt idx="4202">
                  <c:v>12910</c:v>
                </c:pt>
                <c:pt idx="4203">
                  <c:v>11280</c:v>
                </c:pt>
                <c:pt idx="4204">
                  <c:v>10962</c:v>
                </c:pt>
                <c:pt idx="4205">
                  <c:v>13171</c:v>
                </c:pt>
                <c:pt idx="4206">
                  <c:v>13634</c:v>
                </c:pt>
                <c:pt idx="4207">
                  <c:v>14030</c:v>
                </c:pt>
                <c:pt idx="4208">
                  <c:v>12492</c:v>
                </c:pt>
                <c:pt idx="4209">
                  <c:v>15800</c:v>
                </c:pt>
                <c:pt idx="4210">
                  <c:v>14583</c:v>
                </c:pt>
                <c:pt idx="4211">
                  <c:v>13973</c:v>
                </c:pt>
                <c:pt idx="4212">
                  <c:v>11212</c:v>
                </c:pt>
                <c:pt idx="4213">
                  <c:v>11057</c:v>
                </c:pt>
                <c:pt idx="4214">
                  <c:v>13997</c:v>
                </c:pt>
                <c:pt idx="4215">
                  <c:v>12724</c:v>
                </c:pt>
                <c:pt idx="4216">
                  <c:v>12618</c:v>
                </c:pt>
                <c:pt idx="4217">
                  <c:v>12986</c:v>
                </c:pt>
                <c:pt idx="4218">
                  <c:v>14048</c:v>
                </c:pt>
                <c:pt idx="4219">
                  <c:v>14380</c:v>
                </c:pt>
                <c:pt idx="4220">
                  <c:v>14477</c:v>
                </c:pt>
                <c:pt idx="4221">
                  <c:v>9667</c:v>
                </c:pt>
                <c:pt idx="4222">
                  <c:v>12170</c:v>
                </c:pt>
                <c:pt idx="4223">
                  <c:v>11391</c:v>
                </c:pt>
                <c:pt idx="4224">
                  <c:v>15867</c:v>
                </c:pt>
                <c:pt idx="4225">
                  <c:v>16549</c:v>
                </c:pt>
                <c:pt idx="4226">
                  <c:v>16988</c:v>
                </c:pt>
                <c:pt idx="4227">
                  <c:v>19882</c:v>
                </c:pt>
                <c:pt idx="4228">
                  <c:v>15681</c:v>
                </c:pt>
                <c:pt idx="4229">
                  <c:v>14227</c:v>
                </c:pt>
                <c:pt idx="4230">
                  <c:v>12978</c:v>
                </c:pt>
                <c:pt idx="4231">
                  <c:v>13782</c:v>
                </c:pt>
                <c:pt idx="4232">
                  <c:v>12623</c:v>
                </c:pt>
                <c:pt idx="4233">
                  <c:v>14237</c:v>
                </c:pt>
                <c:pt idx="4234">
                  <c:v>17279</c:v>
                </c:pt>
                <c:pt idx="4235">
                  <c:v>15144</c:v>
                </c:pt>
                <c:pt idx="4236">
                  <c:v>13261</c:v>
                </c:pt>
                <c:pt idx="4237">
                  <c:v>11257</c:v>
                </c:pt>
                <c:pt idx="4238">
                  <c:v>13478</c:v>
                </c:pt>
                <c:pt idx="4239">
                  <c:v>13034</c:v>
                </c:pt>
                <c:pt idx="4240">
                  <c:v>11180</c:v>
                </c:pt>
                <c:pt idx="4241">
                  <c:v>11082</c:v>
                </c:pt>
                <c:pt idx="4242">
                  <c:v>12782</c:v>
                </c:pt>
                <c:pt idx="4243">
                  <c:v>16216</c:v>
                </c:pt>
                <c:pt idx="4244">
                  <c:v>16944</c:v>
                </c:pt>
                <c:pt idx="4245">
                  <c:v>18031</c:v>
                </c:pt>
                <c:pt idx="4246">
                  <c:v>14475</c:v>
                </c:pt>
                <c:pt idx="4247">
                  <c:v>11646</c:v>
                </c:pt>
                <c:pt idx="4248">
                  <c:v>10309</c:v>
                </c:pt>
                <c:pt idx="4249">
                  <c:v>11063</c:v>
                </c:pt>
                <c:pt idx="4250">
                  <c:v>14522</c:v>
                </c:pt>
                <c:pt idx="4251">
                  <c:v>17416</c:v>
                </c:pt>
                <c:pt idx="4252">
                  <c:v>15812</c:v>
                </c:pt>
                <c:pt idx="4253">
                  <c:v>17211</c:v>
                </c:pt>
                <c:pt idx="4254">
                  <c:v>14326</c:v>
                </c:pt>
                <c:pt idx="4255">
                  <c:v>12606</c:v>
                </c:pt>
                <c:pt idx="4256">
                  <c:v>11096</c:v>
                </c:pt>
                <c:pt idx="4257">
                  <c:v>10767</c:v>
                </c:pt>
                <c:pt idx="4258">
                  <c:v>11326</c:v>
                </c:pt>
                <c:pt idx="4259">
                  <c:v>11930</c:v>
                </c:pt>
                <c:pt idx="4260">
                  <c:v>10371</c:v>
                </c:pt>
                <c:pt idx="4261">
                  <c:v>10037</c:v>
                </c:pt>
                <c:pt idx="4262">
                  <c:v>10835</c:v>
                </c:pt>
                <c:pt idx="4263">
                  <c:v>10630</c:v>
                </c:pt>
                <c:pt idx="4264">
                  <c:v>12095</c:v>
                </c:pt>
                <c:pt idx="4265">
                  <c:v>14385</c:v>
                </c:pt>
                <c:pt idx="4266">
                  <c:v>11213</c:v>
                </c:pt>
                <c:pt idx="4267">
                  <c:v>11510</c:v>
                </c:pt>
                <c:pt idx="4268">
                  <c:v>11653</c:v>
                </c:pt>
                <c:pt idx="4269">
                  <c:v>9637</c:v>
                </c:pt>
                <c:pt idx="4270">
                  <c:v>9846</c:v>
                </c:pt>
                <c:pt idx="4271">
                  <c:v>10379</c:v>
                </c:pt>
                <c:pt idx="4272">
                  <c:v>11577</c:v>
                </c:pt>
                <c:pt idx="4273">
                  <c:v>9835</c:v>
                </c:pt>
                <c:pt idx="4274">
                  <c:v>10365</c:v>
                </c:pt>
                <c:pt idx="4275">
                  <c:v>11256</c:v>
                </c:pt>
                <c:pt idx="4276">
                  <c:v>10488</c:v>
                </c:pt>
                <c:pt idx="4277">
                  <c:v>11439</c:v>
                </c:pt>
                <c:pt idx="4278">
                  <c:v>9323</c:v>
                </c:pt>
                <c:pt idx="4279">
                  <c:v>9800</c:v>
                </c:pt>
                <c:pt idx="4280">
                  <c:v>9090</c:v>
                </c:pt>
                <c:pt idx="4281">
                  <c:v>11804</c:v>
                </c:pt>
                <c:pt idx="4282">
                  <c:v>9174</c:v>
                </c:pt>
                <c:pt idx="4283">
                  <c:v>9661</c:v>
                </c:pt>
                <c:pt idx="4284">
                  <c:v>10266</c:v>
                </c:pt>
                <c:pt idx="4285">
                  <c:v>10707</c:v>
                </c:pt>
                <c:pt idx="4286">
                  <c:v>12290</c:v>
                </c:pt>
                <c:pt idx="4287">
                  <c:v>14834</c:v>
                </c:pt>
                <c:pt idx="4288">
                  <c:v>13624</c:v>
                </c:pt>
                <c:pt idx="4289">
                  <c:v>12259</c:v>
                </c:pt>
                <c:pt idx="4290">
                  <c:v>13959</c:v>
                </c:pt>
                <c:pt idx="4291">
                  <c:v>15612</c:v>
                </c:pt>
                <c:pt idx="4292">
                  <c:v>14972</c:v>
                </c:pt>
                <c:pt idx="4293">
                  <c:v>19357</c:v>
                </c:pt>
                <c:pt idx="4294">
                  <c:v>14836</c:v>
                </c:pt>
                <c:pt idx="4295">
                  <c:v>10735</c:v>
                </c:pt>
                <c:pt idx="4296">
                  <c:v>11746</c:v>
                </c:pt>
                <c:pt idx="4297">
                  <c:v>10412</c:v>
                </c:pt>
                <c:pt idx="4298">
                  <c:v>11883</c:v>
                </c:pt>
                <c:pt idx="4299">
                  <c:v>14266</c:v>
                </c:pt>
                <c:pt idx="4300">
                  <c:v>10790</c:v>
                </c:pt>
                <c:pt idx="4301">
                  <c:v>11909</c:v>
                </c:pt>
                <c:pt idx="4302">
                  <c:v>10973</c:v>
                </c:pt>
                <c:pt idx="4303">
                  <c:v>9565</c:v>
                </c:pt>
                <c:pt idx="4304">
                  <c:v>10427</c:v>
                </c:pt>
                <c:pt idx="4305">
                  <c:v>9576</c:v>
                </c:pt>
                <c:pt idx="4306">
                  <c:v>12822</c:v>
                </c:pt>
                <c:pt idx="4307">
                  <c:v>9051</c:v>
                </c:pt>
                <c:pt idx="4308">
                  <c:v>9441</c:v>
                </c:pt>
                <c:pt idx="4309">
                  <c:v>10649</c:v>
                </c:pt>
                <c:pt idx="4310">
                  <c:v>13170</c:v>
                </c:pt>
                <c:pt idx="4311">
                  <c:v>14750</c:v>
                </c:pt>
                <c:pt idx="4312">
                  <c:v>13740</c:v>
                </c:pt>
                <c:pt idx="4313">
                  <c:v>11255</c:v>
                </c:pt>
                <c:pt idx="4314">
                  <c:v>12544</c:v>
                </c:pt>
                <c:pt idx="4315">
                  <c:v>12165</c:v>
                </c:pt>
                <c:pt idx="4316">
                  <c:v>10947</c:v>
                </c:pt>
                <c:pt idx="4317">
                  <c:v>12415</c:v>
                </c:pt>
                <c:pt idx="4318">
                  <c:v>14592</c:v>
                </c:pt>
                <c:pt idx="4319">
                  <c:v>12419</c:v>
                </c:pt>
                <c:pt idx="4320">
                  <c:v>15159</c:v>
                </c:pt>
                <c:pt idx="4321">
                  <c:v>9687</c:v>
                </c:pt>
                <c:pt idx="4322">
                  <c:v>10376</c:v>
                </c:pt>
                <c:pt idx="4323">
                  <c:v>9585</c:v>
                </c:pt>
                <c:pt idx="4324">
                  <c:v>9823</c:v>
                </c:pt>
                <c:pt idx="4325">
                  <c:v>9501</c:v>
                </c:pt>
                <c:pt idx="4326">
                  <c:v>12621</c:v>
                </c:pt>
                <c:pt idx="4327">
                  <c:v>0</c:v>
                </c:pt>
                <c:pt idx="4328">
                  <c:v>12047</c:v>
                </c:pt>
                <c:pt idx="4329">
                  <c:v>15363</c:v>
                </c:pt>
                <c:pt idx="4330">
                  <c:v>14662</c:v>
                </c:pt>
                <c:pt idx="4331">
                  <c:v>13236</c:v>
                </c:pt>
                <c:pt idx="4332">
                  <c:v>11205</c:v>
                </c:pt>
                <c:pt idx="4333">
                  <c:v>12339</c:v>
                </c:pt>
                <c:pt idx="4334">
                  <c:v>14191</c:v>
                </c:pt>
                <c:pt idx="4335">
                  <c:v>12816</c:v>
                </c:pt>
                <c:pt idx="4336">
                  <c:v>10343</c:v>
                </c:pt>
                <c:pt idx="4337">
                  <c:v>11095</c:v>
                </c:pt>
                <c:pt idx="4338">
                  <c:v>11201</c:v>
                </c:pt>
                <c:pt idx="4339">
                  <c:v>11042</c:v>
                </c:pt>
                <c:pt idx="4340">
                  <c:v>10227</c:v>
                </c:pt>
                <c:pt idx="4341">
                  <c:v>9751</c:v>
                </c:pt>
                <c:pt idx="4342">
                  <c:v>10069</c:v>
                </c:pt>
                <c:pt idx="4343">
                  <c:v>10693</c:v>
                </c:pt>
                <c:pt idx="4344">
                  <c:v>11453</c:v>
                </c:pt>
                <c:pt idx="4345">
                  <c:v>11036</c:v>
                </c:pt>
                <c:pt idx="4346">
                  <c:v>10743</c:v>
                </c:pt>
                <c:pt idx="4347">
                  <c:v>9967</c:v>
                </c:pt>
                <c:pt idx="4348">
                  <c:v>9216</c:v>
                </c:pt>
                <c:pt idx="4349">
                  <c:v>10386</c:v>
                </c:pt>
                <c:pt idx="4350">
                  <c:v>10591</c:v>
                </c:pt>
                <c:pt idx="4351">
                  <c:v>10668</c:v>
                </c:pt>
                <c:pt idx="4352">
                  <c:v>11737</c:v>
                </c:pt>
                <c:pt idx="4353">
                  <c:v>13831</c:v>
                </c:pt>
                <c:pt idx="4354">
                  <c:v>16976</c:v>
                </c:pt>
                <c:pt idx="4355">
                  <c:v>15351</c:v>
                </c:pt>
                <c:pt idx="4356">
                  <c:v>15399</c:v>
                </c:pt>
                <c:pt idx="4357">
                  <c:v>12223</c:v>
                </c:pt>
                <c:pt idx="4358">
                  <c:v>12781</c:v>
                </c:pt>
                <c:pt idx="4359">
                  <c:v>14212</c:v>
                </c:pt>
                <c:pt idx="4360">
                  <c:v>12750</c:v>
                </c:pt>
                <c:pt idx="4361">
                  <c:v>11304</c:v>
                </c:pt>
                <c:pt idx="4362">
                  <c:v>11151</c:v>
                </c:pt>
                <c:pt idx="4363">
                  <c:v>14961</c:v>
                </c:pt>
                <c:pt idx="4364">
                  <c:v>14528</c:v>
                </c:pt>
                <c:pt idx="4365">
                  <c:v>11527</c:v>
                </c:pt>
                <c:pt idx="4366">
                  <c:v>12215</c:v>
                </c:pt>
                <c:pt idx="4367">
                  <c:v>11277</c:v>
                </c:pt>
                <c:pt idx="4368">
                  <c:v>12750</c:v>
                </c:pt>
                <c:pt idx="4369">
                  <c:v>13423</c:v>
                </c:pt>
                <c:pt idx="4370">
                  <c:v>14433</c:v>
                </c:pt>
                <c:pt idx="4371">
                  <c:v>17511</c:v>
                </c:pt>
                <c:pt idx="4372">
                  <c:v>27454</c:v>
                </c:pt>
                <c:pt idx="4373">
                  <c:v>42917</c:v>
                </c:pt>
                <c:pt idx="4374">
                  <c:v>24589</c:v>
                </c:pt>
                <c:pt idx="4375">
                  <c:v>14681</c:v>
                </c:pt>
                <c:pt idx="4376">
                  <c:v>17546</c:v>
                </c:pt>
                <c:pt idx="4377">
                  <c:v>19912</c:v>
                </c:pt>
                <c:pt idx="4378">
                  <c:v>17879</c:v>
                </c:pt>
                <c:pt idx="4379">
                  <c:v>17072</c:v>
                </c:pt>
                <c:pt idx="4380">
                  <c:v>14446</c:v>
                </c:pt>
                <c:pt idx="4381">
                  <c:v>12019</c:v>
                </c:pt>
                <c:pt idx="4382">
                  <c:v>16447</c:v>
                </c:pt>
                <c:pt idx="4383">
                  <c:v>24510</c:v>
                </c:pt>
                <c:pt idx="4384">
                  <c:v>18130</c:v>
                </c:pt>
                <c:pt idx="4385">
                  <c:v>20503</c:v>
                </c:pt>
                <c:pt idx="4386">
                  <c:v>16689</c:v>
                </c:pt>
                <c:pt idx="4387">
                  <c:v>15122</c:v>
                </c:pt>
                <c:pt idx="4388">
                  <c:v>14459</c:v>
                </c:pt>
                <c:pt idx="4389">
                  <c:v>15234</c:v>
                </c:pt>
                <c:pt idx="4390">
                  <c:v>14362</c:v>
                </c:pt>
                <c:pt idx="4391">
                  <c:v>13000</c:v>
                </c:pt>
                <c:pt idx="4392">
                  <c:v>11888</c:v>
                </c:pt>
                <c:pt idx="4393">
                  <c:v>11067</c:v>
                </c:pt>
                <c:pt idx="4394">
                  <c:v>11013</c:v>
                </c:pt>
                <c:pt idx="4395">
                  <c:v>11555</c:v>
                </c:pt>
                <c:pt idx="4396">
                  <c:v>11250</c:v>
                </c:pt>
                <c:pt idx="4397">
                  <c:v>11054</c:v>
                </c:pt>
                <c:pt idx="4398">
                  <c:v>11499</c:v>
                </c:pt>
                <c:pt idx="4399">
                  <c:v>11475</c:v>
                </c:pt>
                <c:pt idx="4400">
                  <c:v>13120</c:v>
                </c:pt>
                <c:pt idx="4401">
                  <c:v>10353</c:v>
                </c:pt>
                <c:pt idx="4402">
                  <c:v>12205</c:v>
                </c:pt>
                <c:pt idx="4403">
                  <c:v>13892</c:v>
                </c:pt>
                <c:pt idx="4404">
                  <c:v>10401</c:v>
                </c:pt>
                <c:pt idx="4405">
                  <c:v>11320</c:v>
                </c:pt>
                <c:pt idx="4406">
                  <c:v>12207</c:v>
                </c:pt>
                <c:pt idx="4407">
                  <c:v>12791</c:v>
                </c:pt>
                <c:pt idx="4408">
                  <c:v>14167</c:v>
                </c:pt>
                <c:pt idx="4409">
                  <c:v>14574</c:v>
                </c:pt>
                <c:pt idx="4410">
                  <c:v>15422</c:v>
                </c:pt>
                <c:pt idx="4411">
                  <c:v>14964</c:v>
                </c:pt>
                <c:pt idx="4412">
                  <c:v>13176</c:v>
                </c:pt>
                <c:pt idx="4413">
                  <c:v>11495</c:v>
                </c:pt>
                <c:pt idx="4414">
                  <c:v>13882</c:v>
                </c:pt>
                <c:pt idx="4415">
                  <c:v>15217</c:v>
                </c:pt>
                <c:pt idx="4416">
                  <c:v>14160</c:v>
                </c:pt>
                <c:pt idx="4417">
                  <c:v>13546</c:v>
                </c:pt>
                <c:pt idx="4418">
                  <c:v>16124</c:v>
                </c:pt>
                <c:pt idx="4419">
                  <c:v>14191</c:v>
                </c:pt>
                <c:pt idx="4420">
                  <c:v>12714</c:v>
                </c:pt>
                <c:pt idx="4421">
                  <c:v>12808</c:v>
                </c:pt>
                <c:pt idx="4422">
                  <c:v>13303</c:v>
                </c:pt>
                <c:pt idx="4423">
                  <c:v>11297</c:v>
                </c:pt>
                <c:pt idx="4424">
                  <c:v>10938</c:v>
                </c:pt>
                <c:pt idx="4425">
                  <c:v>11839</c:v>
                </c:pt>
                <c:pt idx="4426">
                  <c:v>12856</c:v>
                </c:pt>
                <c:pt idx="4427">
                  <c:v>14742</c:v>
                </c:pt>
                <c:pt idx="4428">
                  <c:v>14771</c:v>
                </c:pt>
                <c:pt idx="4429">
                  <c:v>14491</c:v>
                </c:pt>
                <c:pt idx="4430">
                  <c:v>13662</c:v>
                </c:pt>
                <c:pt idx="4431">
                  <c:v>14326</c:v>
                </c:pt>
                <c:pt idx="4432">
                  <c:v>14770</c:v>
                </c:pt>
                <c:pt idx="4433">
                  <c:v>14590</c:v>
                </c:pt>
                <c:pt idx="4434">
                  <c:v>14117</c:v>
                </c:pt>
                <c:pt idx="4435">
                  <c:v>10964</c:v>
                </c:pt>
                <c:pt idx="4436">
                  <c:v>10666</c:v>
                </c:pt>
                <c:pt idx="4437">
                  <c:v>11057</c:v>
                </c:pt>
                <c:pt idx="4438">
                  <c:v>12062</c:v>
                </c:pt>
                <c:pt idx="4439">
                  <c:v>12012</c:v>
                </c:pt>
                <c:pt idx="4440">
                  <c:v>11888</c:v>
                </c:pt>
                <c:pt idx="4441">
                  <c:v>16398</c:v>
                </c:pt>
                <c:pt idx="4442">
                  <c:v>15548</c:v>
                </c:pt>
                <c:pt idx="4443">
                  <c:v>13039</c:v>
                </c:pt>
                <c:pt idx="4444">
                  <c:v>11603</c:v>
                </c:pt>
                <c:pt idx="4445">
                  <c:v>12066</c:v>
                </c:pt>
                <c:pt idx="4446">
                  <c:v>12495</c:v>
                </c:pt>
                <c:pt idx="4447">
                  <c:v>17190</c:v>
                </c:pt>
                <c:pt idx="4448">
                  <c:v>14936</c:v>
                </c:pt>
                <c:pt idx="4449">
                  <c:v>14361</c:v>
                </c:pt>
                <c:pt idx="4450">
                  <c:v>20682</c:v>
                </c:pt>
                <c:pt idx="4451">
                  <c:v>19774</c:v>
                </c:pt>
                <c:pt idx="4452">
                  <c:v>17381</c:v>
                </c:pt>
                <c:pt idx="4453">
                  <c:v>15942</c:v>
                </c:pt>
                <c:pt idx="4454">
                  <c:v>16397</c:v>
                </c:pt>
                <c:pt idx="4455">
                  <c:v>13965</c:v>
                </c:pt>
                <c:pt idx="4456">
                  <c:v>12689</c:v>
                </c:pt>
                <c:pt idx="4457">
                  <c:v>13880</c:v>
                </c:pt>
                <c:pt idx="4458">
                  <c:v>14218</c:v>
                </c:pt>
                <c:pt idx="4459">
                  <c:v>14492</c:v>
                </c:pt>
                <c:pt idx="4460">
                  <c:v>13403</c:v>
                </c:pt>
                <c:pt idx="4461">
                  <c:v>12246</c:v>
                </c:pt>
                <c:pt idx="4462">
                  <c:v>13999</c:v>
                </c:pt>
                <c:pt idx="4463">
                  <c:v>13000</c:v>
                </c:pt>
                <c:pt idx="4464">
                  <c:v>14611</c:v>
                </c:pt>
                <c:pt idx="4465">
                  <c:v>14714</c:v>
                </c:pt>
                <c:pt idx="4466">
                  <c:v>20779</c:v>
                </c:pt>
                <c:pt idx="4467">
                  <c:v>15736</c:v>
                </c:pt>
                <c:pt idx="4468">
                  <c:v>12640</c:v>
                </c:pt>
                <c:pt idx="4469">
                  <c:v>12259</c:v>
                </c:pt>
                <c:pt idx="4470">
                  <c:v>12550</c:v>
                </c:pt>
                <c:pt idx="4471">
                  <c:v>12220</c:v>
                </c:pt>
                <c:pt idx="4472">
                  <c:v>12446</c:v>
                </c:pt>
                <c:pt idx="4473">
                  <c:v>11946</c:v>
                </c:pt>
                <c:pt idx="4474">
                  <c:v>11299</c:v>
                </c:pt>
                <c:pt idx="4475">
                  <c:v>12583</c:v>
                </c:pt>
                <c:pt idx="4476">
                  <c:v>13688</c:v>
                </c:pt>
                <c:pt idx="4477">
                  <c:v>15633</c:v>
                </c:pt>
                <c:pt idx="4478">
                  <c:v>15845</c:v>
                </c:pt>
                <c:pt idx="4479">
                  <c:v>17103</c:v>
                </c:pt>
                <c:pt idx="4480">
                  <c:v>16487</c:v>
                </c:pt>
                <c:pt idx="4481">
                  <c:v>19413</c:v>
                </c:pt>
                <c:pt idx="4482">
                  <c:v>14854</c:v>
                </c:pt>
                <c:pt idx="4483">
                  <c:v>17777</c:v>
                </c:pt>
                <c:pt idx="4484">
                  <c:v>13231</c:v>
                </c:pt>
                <c:pt idx="4485">
                  <c:v>12634</c:v>
                </c:pt>
                <c:pt idx="4486">
                  <c:v>14573</c:v>
                </c:pt>
                <c:pt idx="4487">
                  <c:v>15332</c:v>
                </c:pt>
                <c:pt idx="4488">
                  <c:v>16934</c:v>
                </c:pt>
                <c:pt idx="4489">
                  <c:v>15762</c:v>
                </c:pt>
                <c:pt idx="4490">
                  <c:v>13018</c:v>
                </c:pt>
                <c:pt idx="4491">
                  <c:v>12683</c:v>
                </c:pt>
                <c:pt idx="4492">
                  <c:v>11750</c:v>
                </c:pt>
                <c:pt idx="4493">
                  <c:v>14674</c:v>
                </c:pt>
                <c:pt idx="4494">
                  <c:v>14454</c:v>
                </c:pt>
                <c:pt idx="4495">
                  <c:v>15298</c:v>
                </c:pt>
                <c:pt idx="4496">
                  <c:v>13631</c:v>
                </c:pt>
                <c:pt idx="4497">
                  <c:v>13431</c:v>
                </c:pt>
                <c:pt idx="4498">
                  <c:v>13809</c:v>
                </c:pt>
                <c:pt idx="4499">
                  <c:v>12268</c:v>
                </c:pt>
                <c:pt idx="4500">
                  <c:v>12193</c:v>
                </c:pt>
                <c:pt idx="4501">
                  <c:v>12995</c:v>
                </c:pt>
                <c:pt idx="4502">
                  <c:v>11999</c:v>
                </c:pt>
                <c:pt idx="4503">
                  <c:v>14464</c:v>
                </c:pt>
                <c:pt idx="4504">
                  <c:v>15765</c:v>
                </c:pt>
                <c:pt idx="4505">
                  <c:v>14455</c:v>
                </c:pt>
                <c:pt idx="4506">
                  <c:v>13882</c:v>
                </c:pt>
                <c:pt idx="4507">
                  <c:v>15930</c:v>
                </c:pt>
                <c:pt idx="4508">
                  <c:v>22141</c:v>
                </c:pt>
                <c:pt idx="4509">
                  <c:v>19098</c:v>
                </c:pt>
                <c:pt idx="4510">
                  <c:v>16248</c:v>
                </c:pt>
                <c:pt idx="4511">
                  <c:v>13072</c:v>
                </c:pt>
                <c:pt idx="4512">
                  <c:v>13588</c:v>
                </c:pt>
                <c:pt idx="4513">
                  <c:v>12248</c:v>
                </c:pt>
                <c:pt idx="4514">
                  <c:v>11308</c:v>
                </c:pt>
                <c:pt idx="4515">
                  <c:v>11869</c:v>
                </c:pt>
                <c:pt idx="4516">
                  <c:v>13061</c:v>
                </c:pt>
                <c:pt idx="4517">
                  <c:v>12413</c:v>
                </c:pt>
                <c:pt idx="4518">
                  <c:v>11533</c:v>
                </c:pt>
                <c:pt idx="4519">
                  <c:v>10978</c:v>
                </c:pt>
                <c:pt idx="4520">
                  <c:v>11851</c:v>
                </c:pt>
                <c:pt idx="4521">
                  <c:v>11785</c:v>
                </c:pt>
                <c:pt idx="4522">
                  <c:v>11846</c:v>
                </c:pt>
                <c:pt idx="4523">
                  <c:v>14977</c:v>
                </c:pt>
                <c:pt idx="4524">
                  <c:v>16776</c:v>
                </c:pt>
                <c:pt idx="4525">
                  <c:v>15827</c:v>
                </c:pt>
                <c:pt idx="4526">
                  <c:v>13993</c:v>
                </c:pt>
                <c:pt idx="4527">
                  <c:v>15374</c:v>
                </c:pt>
                <c:pt idx="4528">
                  <c:v>13888</c:v>
                </c:pt>
                <c:pt idx="4529">
                  <c:v>13608</c:v>
                </c:pt>
                <c:pt idx="4530">
                  <c:v>13622</c:v>
                </c:pt>
                <c:pt idx="4531">
                  <c:v>12483</c:v>
                </c:pt>
                <c:pt idx="4532">
                  <c:v>13998</c:v>
                </c:pt>
                <c:pt idx="4533">
                  <c:v>17499</c:v>
                </c:pt>
                <c:pt idx="4534">
                  <c:v>14402</c:v>
                </c:pt>
                <c:pt idx="4535">
                  <c:v>13114</c:v>
                </c:pt>
                <c:pt idx="4536">
                  <c:v>12381</c:v>
                </c:pt>
                <c:pt idx="4537">
                  <c:v>12150</c:v>
                </c:pt>
                <c:pt idx="4538">
                  <c:v>12674</c:v>
                </c:pt>
                <c:pt idx="4539">
                  <c:v>16557</c:v>
                </c:pt>
                <c:pt idx="4540">
                  <c:v>13997</c:v>
                </c:pt>
                <c:pt idx="4541">
                  <c:v>15617</c:v>
                </c:pt>
                <c:pt idx="4542">
                  <c:v>12920</c:v>
                </c:pt>
                <c:pt idx="4543">
                  <c:v>12527</c:v>
                </c:pt>
                <c:pt idx="4544">
                  <c:v>12179</c:v>
                </c:pt>
                <c:pt idx="4545">
                  <c:v>13126</c:v>
                </c:pt>
                <c:pt idx="4546">
                  <c:v>12659</c:v>
                </c:pt>
                <c:pt idx="4547">
                  <c:v>13163</c:v>
                </c:pt>
                <c:pt idx="4548">
                  <c:v>12784</c:v>
                </c:pt>
                <c:pt idx="4549">
                  <c:v>12152</c:v>
                </c:pt>
                <c:pt idx="4550">
                  <c:v>11376</c:v>
                </c:pt>
                <c:pt idx="4551">
                  <c:v>11605</c:v>
                </c:pt>
                <c:pt idx="4552">
                  <c:v>15142</c:v>
                </c:pt>
                <c:pt idx="4553">
                  <c:v>18998</c:v>
                </c:pt>
                <c:pt idx="4554">
                  <c:v>18477</c:v>
                </c:pt>
                <c:pt idx="4555">
                  <c:v>15636</c:v>
                </c:pt>
                <c:pt idx="4556">
                  <c:v>12621</c:v>
                </c:pt>
                <c:pt idx="4557">
                  <c:v>14508</c:v>
                </c:pt>
                <c:pt idx="4558">
                  <c:v>15009</c:v>
                </c:pt>
                <c:pt idx="4559">
                  <c:v>16944</c:v>
                </c:pt>
                <c:pt idx="4560">
                  <c:v>16989</c:v>
                </c:pt>
                <c:pt idx="4561">
                  <c:v>16134</c:v>
                </c:pt>
                <c:pt idx="4562">
                  <c:v>15769</c:v>
                </c:pt>
                <c:pt idx="4563">
                  <c:v>17733</c:v>
                </c:pt>
                <c:pt idx="4564">
                  <c:v>18328</c:v>
                </c:pt>
                <c:pt idx="4565">
                  <c:v>18562</c:v>
                </c:pt>
                <c:pt idx="4566">
                  <c:v>19172</c:v>
                </c:pt>
                <c:pt idx="4567">
                  <c:v>15189</c:v>
                </c:pt>
                <c:pt idx="4568">
                  <c:v>15094</c:v>
                </c:pt>
                <c:pt idx="4569">
                  <c:v>14848</c:v>
                </c:pt>
                <c:pt idx="4570">
                  <c:v>16153</c:v>
                </c:pt>
                <c:pt idx="4571">
                  <c:v>15850</c:v>
                </c:pt>
                <c:pt idx="4572">
                  <c:v>15927</c:v>
                </c:pt>
                <c:pt idx="4573">
                  <c:v>14520</c:v>
                </c:pt>
                <c:pt idx="4574">
                  <c:v>15271</c:v>
                </c:pt>
                <c:pt idx="4575">
                  <c:v>11922</c:v>
                </c:pt>
                <c:pt idx="4576">
                  <c:v>0</c:v>
                </c:pt>
                <c:pt idx="4577">
                  <c:v>10531</c:v>
                </c:pt>
                <c:pt idx="4578">
                  <c:v>14826</c:v>
                </c:pt>
                <c:pt idx="4579">
                  <c:v>13970</c:v>
                </c:pt>
                <c:pt idx="4580">
                  <c:v>13931</c:v>
                </c:pt>
                <c:pt idx="4581">
                  <c:v>13794</c:v>
                </c:pt>
                <c:pt idx="4582">
                  <c:v>17642</c:v>
                </c:pt>
                <c:pt idx="4583">
                  <c:v>15173</c:v>
                </c:pt>
                <c:pt idx="4584">
                  <c:v>20373</c:v>
                </c:pt>
                <c:pt idx="4585">
                  <c:v>13868</c:v>
                </c:pt>
                <c:pt idx="4586">
                  <c:v>15431</c:v>
                </c:pt>
                <c:pt idx="4587">
                  <c:v>17128</c:v>
                </c:pt>
                <c:pt idx="4588">
                  <c:v>24545</c:v>
                </c:pt>
                <c:pt idx="4589">
                  <c:v>17397</c:v>
                </c:pt>
                <c:pt idx="4590">
                  <c:v>12325</c:v>
                </c:pt>
                <c:pt idx="4591">
                  <c:v>16036</c:v>
                </c:pt>
                <c:pt idx="4592">
                  <c:v>13291</c:v>
                </c:pt>
                <c:pt idx="4593">
                  <c:v>12247</c:v>
                </c:pt>
                <c:pt idx="4594">
                  <c:v>16601</c:v>
                </c:pt>
                <c:pt idx="4595">
                  <c:v>16771</c:v>
                </c:pt>
                <c:pt idx="4596">
                  <c:v>15382</c:v>
                </c:pt>
                <c:pt idx="4597">
                  <c:v>14607</c:v>
                </c:pt>
                <c:pt idx="4598">
                  <c:v>14772</c:v>
                </c:pt>
                <c:pt idx="4599">
                  <c:v>19840</c:v>
                </c:pt>
                <c:pt idx="4600">
                  <c:v>20121</c:v>
                </c:pt>
                <c:pt idx="4601">
                  <c:v>17550</c:v>
                </c:pt>
                <c:pt idx="4602">
                  <c:v>16455</c:v>
                </c:pt>
                <c:pt idx="4603">
                  <c:v>16053</c:v>
                </c:pt>
                <c:pt idx="4604">
                  <c:v>17564</c:v>
                </c:pt>
                <c:pt idx="4605">
                  <c:v>16412</c:v>
                </c:pt>
                <c:pt idx="4606">
                  <c:v>17833</c:v>
                </c:pt>
                <c:pt idx="4607">
                  <c:v>20698</c:v>
                </c:pt>
                <c:pt idx="4608">
                  <c:v>20276</c:v>
                </c:pt>
                <c:pt idx="4609">
                  <c:v>19296</c:v>
                </c:pt>
                <c:pt idx="4610">
                  <c:v>17134</c:v>
                </c:pt>
                <c:pt idx="4611">
                  <c:v>16425</c:v>
                </c:pt>
                <c:pt idx="4612">
                  <c:v>17307</c:v>
                </c:pt>
                <c:pt idx="4613">
                  <c:v>15503</c:v>
                </c:pt>
                <c:pt idx="4614">
                  <c:v>14883</c:v>
                </c:pt>
                <c:pt idx="4615">
                  <c:v>14938</c:v>
                </c:pt>
                <c:pt idx="4616">
                  <c:v>14369</c:v>
                </c:pt>
                <c:pt idx="4617">
                  <c:v>13128</c:v>
                </c:pt>
                <c:pt idx="4618">
                  <c:v>13298</c:v>
                </c:pt>
                <c:pt idx="4619">
                  <c:v>14366</c:v>
                </c:pt>
                <c:pt idx="4620">
                  <c:v>15601</c:v>
                </c:pt>
                <c:pt idx="4621">
                  <c:v>13616</c:v>
                </c:pt>
                <c:pt idx="4622">
                  <c:v>17538</c:v>
                </c:pt>
                <c:pt idx="4623">
                  <c:v>18183</c:v>
                </c:pt>
                <c:pt idx="4624">
                  <c:v>19819</c:v>
                </c:pt>
                <c:pt idx="4625">
                  <c:v>19575</c:v>
                </c:pt>
                <c:pt idx="4626">
                  <c:v>20233</c:v>
                </c:pt>
                <c:pt idx="4627">
                  <c:v>25104</c:v>
                </c:pt>
                <c:pt idx="4628">
                  <c:v>22966</c:v>
                </c:pt>
                <c:pt idx="4629">
                  <c:v>19854</c:v>
                </c:pt>
                <c:pt idx="4630">
                  <c:v>16020</c:v>
                </c:pt>
                <c:pt idx="4631">
                  <c:v>16772</c:v>
                </c:pt>
                <c:pt idx="4632">
                  <c:v>17841</c:v>
                </c:pt>
                <c:pt idx="4633">
                  <c:v>16415</c:v>
                </c:pt>
                <c:pt idx="4634">
                  <c:v>21381</c:v>
                </c:pt>
                <c:pt idx="4635">
                  <c:v>22085</c:v>
                </c:pt>
                <c:pt idx="4636">
                  <c:v>21403</c:v>
                </c:pt>
                <c:pt idx="4637">
                  <c:v>21118</c:v>
                </c:pt>
                <c:pt idx="4638">
                  <c:v>19933</c:v>
                </c:pt>
                <c:pt idx="4639">
                  <c:v>14438</c:v>
                </c:pt>
                <c:pt idx="4640">
                  <c:v>14358</c:v>
                </c:pt>
                <c:pt idx="4641">
                  <c:v>14785</c:v>
                </c:pt>
                <c:pt idx="4642">
                  <c:v>14662</c:v>
                </c:pt>
                <c:pt idx="4643">
                  <c:v>12710</c:v>
                </c:pt>
                <c:pt idx="4644">
                  <c:v>14312</c:v>
                </c:pt>
                <c:pt idx="4645">
                  <c:v>14401</c:v>
                </c:pt>
                <c:pt idx="4646">
                  <c:v>15290</c:v>
                </c:pt>
                <c:pt idx="4647">
                  <c:v>14719</c:v>
                </c:pt>
                <c:pt idx="4648">
                  <c:v>14393</c:v>
                </c:pt>
                <c:pt idx="4649">
                  <c:v>14055</c:v>
                </c:pt>
                <c:pt idx="4650">
                  <c:v>13284</c:v>
                </c:pt>
                <c:pt idx="4651">
                  <c:v>13650</c:v>
                </c:pt>
                <c:pt idx="4652">
                  <c:v>14014</c:v>
                </c:pt>
                <c:pt idx="4653">
                  <c:v>12395</c:v>
                </c:pt>
                <c:pt idx="4654">
                  <c:v>14069</c:v>
                </c:pt>
                <c:pt idx="4655">
                  <c:v>19624</c:v>
                </c:pt>
                <c:pt idx="4656">
                  <c:v>13075</c:v>
                </c:pt>
                <c:pt idx="4657">
                  <c:v>13604</c:v>
                </c:pt>
                <c:pt idx="4658">
                  <c:v>13814</c:v>
                </c:pt>
                <c:pt idx="4659">
                  <c:v>13803</c:v>
                </c:pt>
                <c:pt idx="4660">
                  <c:v>13099</c:v>
                </c:pt>
                <c:pt idx="4661">
                  <c:v>12840</c:v>
                </c:pt>
                <c:pt idx="4662">
                  <c:v>14745</c:v>
                </c:pt>
                <c:pt idx="4663">
                  <c:v>14329</c:v>
                </c:pt>
                <c:pt idx="4664">
                  <c:v>16467</c:v>
                </c:pt>
                <c:pt idx="4665">
                  <c:v>24354</c:v>
                </c:pt>
                <c:pt idx="4666">
                  <c:v>22673</c:v>
                </c:pt>
                <c:pt idx="4667">
                  <c:v>21394</c:v>
                </c:pt>
                <c:pt idx="4668">
                  <c:v>16371</c:v>
                </c:pt>
                <c:pt idx="4669">
                  <c:v>14277</c:v>
                </c:pt>
                <c:pt idx="4670">
                  <c:v>14468</c:v>
                </c:pt>
                <c:pt idx="4671">
                  <c:v>13011</c:v>
                </c:pt>
                <c:pt idx="4672">
                  <c:v>12524</c:v>
                </c:pt>
                <c:pt idx="4673">
                  <c:v>16642</c:v>
                </c:pt>
                <c:pt idx="4674">
                  <c:v>17578</c:v>
                </c:pt>
                <c:pt idx="4675">
                  <c:v>17786</c:v>
                </c:pt>
                <c:pt idx="4676">
                  <c:v>16258</c:v>
                </c:pt>
                <c:pt idx="4677">
                  <c:v>16840</c:v>
                </c:pt>
                <c:pt idx="4678">
                  <c:v>21739</c:v>
                </c:pt>
                <c:pt idx="4679">
                  <c:v>20711</c:v>
                </c:pt>
                <c:pt idx="4680">
                  <c:v>19025</c:v>
                </c:pt>
                <c:pt idx="4681">
                  <c:v>20377</c:v>
                </c:pt>
                <c:pt idx="4682">
                  <c:v>14324</c:v>
                </c:pt>
                <c:pt idx="4683">
                  <c:v>14318</c:v>
                </c:pt>
                <c:pt idx="4684">
                  <c:v>16453</c:v>
                </c:pt>
                <c:pt idx="4685">
                  <c:v>20512</c:v>
                </c:pt>
                <c:pt idx="4686">
                  <c:v>18749</c:v>
                </c:pt>
                <c:pt idx="4687">
                  <c:v>16135</c:v>
                </c:pt>
                <c:pt idx="4688">
                  <c:v>12111</c:v>
                </c:pt>
                <c:pt idx="4689">
                  <c:v>11984</c:v>
                </c:pt>
                <c:pt idx="4690">
                  <c:v>12611</c:v>
                </c:pt>
                <c:pt idx="4691">
                  <c:v>13577</c:v>
                </c:pt>
                <c:pt idx="4692">
                  <c:v>14152</c:v>
                </c:pt>
                <c:pt idx="4693">
                  <c:v>12814</c:v>
                </c:pt>
                <c:pt idx="4694">
                  <c:v>12943</c:v>
                </c:pt>
                <c:pt idx="4695">
                  <c:v>6408</c:v>
                </c:pt>
                <c:pt idx="4696">
                  <c:v>5370</c:v>
                </c:pt>
                <c:pt idx="4697">
                  <c:v>11767</c:v>
                </c:pt>
                <c:pt idx="4698">
                  <c:v>11306</c:v>
                </c:pt>
                <c:pt idx="4699">
                  <c:v>10397</c:v>
                </c:pt>
                <c:pt idx="4700">
                  <c:v>11525</c:v>
                </c:pt>
                <c:pt idx="4701">
                  <c:v>14256</c:v>
                </c:pt>
                <c:pt idx="4702">
                  <c:v>10165</c:v>
                </c:pt>
                <c:pt idx="4703">
                  <c:v>21236</c:v>
                </c:pt>
                <c:pt idx="4704">
                  <c:v>16688</c:v>
                </c:pt>
                <c:pt idx="4705">
                  <c:v>14470</c:v>
                </c:pt>
                <c:pt idx="4706">
                  <c:v>11489</c:v>
                </c:pt>
                <c:pt idx="4707">
                  <c:v>8441</c:v>
                </c:pt>
                <c:pt idx="4708">
                  <c:v>14252</c:v>
                </c:pt>
                <c:pt idx="4709">
                  <c:v>14502</c:v>
                </c:pt>
                <c:pt idx="4710">
                  <c:v>9827</c:v>
                </c:pt>
                <c:pt idx="4711">
                  <c:v>10123</c:v>
                </c:pt>
                <c:pt idx="4712">
                  <c:v>9858</c:v>
                </c:pt>
                <c:pt idx="4713">
                  <c:v>8380</c:v>
                </c:pt>
                <c:pt idx="4714">
                  <c:v>7902</c:v>
                </c:pt>
                <c:pt idx="4715">
                  <c:v>8927</c:v>
                </c:pt>
                <c:pt idx="4716">
                  <c:v>10095</c:v>
                </c:pt>
                <c:pt idx="4717">
                  <c:v>5921</c:v>
                </c:pt>
                <c:pt idx="4718">
                  <c:v>5973</c:v>
                </c:pt>
                <c:pt idx="4719">
                  <c:v>6324</c:v>
                </c:pt>
                <c:pt idx="4720">
                  <c:v>4605</c:v>
                </c:pt>
                <c:pt idx="4721">
                  <c:v>5744</c:v>
                </c:pt>
                <c:pt idx="4722">
                  <c:v>6173</c:v>
                </c:pt>
                <c:pt idx="4723">
                  <c:v>5020</c:v>
                </c:pt>
                <c:pt idx="4724">
                  <c:v>4387</c:v>
                </c:pt>
                <c:pt idx="4725">
                  <c:v>5311</c:v>
                </c:pt>
                <c:pt idx="4726">
                  <c:v>6123</c:v>
                </c:pt>
                <c:pt idx="4727">
                  <c:v>5763</c:v>
                </c:pt>
                <c:pt idx="4728">
                  <c:v>7337</c:v>
                </c:pt>
                <c:pt idx="4729">
                  <c:v>6494</c:v>
                </c:pt>
                <c:pt idx="4730">
                  <c:v>5571</c:v>
                </c:pt>
                <c:pt idx="4731">
                  <c:v>6718</c:v>
                </c:pt>
                <c:pt idx="4732">
                  <c:v>7253</c:v>
                </c:pt>
                <c:pt idx="4733">
                  <c:v>7142</c:v>
                </c:pt>
                <c:pt idx="4734">
                  <c:v>7057</c:v>
                </c:pt>
                <c:pt idx="4735">
                  <c:v>6741</c:v>
                </c:pt>
                <c:pt idx="4736">
                  <c:v>9154</c:v>
                </c:pt>
                <c:pt idx="4737">
                  <c:v>12259</c:v>
                </c:pt>
                <c:pt idx="4738">
                  <c:v>36273</c:v>
                </c:pt>
                <c:pt idx="4739">
                  <c:v>39775</c:v>
                </c:pt>
                <c:pt idx="4740">
                  <c:v>45891</c:v>
                </c:pt>
                <c:pt idx="4741">
                  <c:v>39874</c:v>
                </c:pt>
                <c:pt idx="4742">
                  <c:v>37846</c:v>
                </c:pt>
                <c:pt idx="4743">
                  <c:v>37283</c:v>
                </c:pt>
                <c:pt idx="4744">
                  <c:v>42670</c:v>
                </c:pt>
                <c:pt idx="4745">
                  <c:v>44025</c:v>
                </c:pt>
                <c:pt idx="4746">
                  <c:v>49405</c:v>
                </c:pt>
                <c:pt idx="4747">
                  <c:v>52213</c:v>
                </c:pt>
                <c:pt idx="4748">
                  <c:v>40017</c:v>
                </c:pt>
                <c:pt idx="4749">
                  <c:v>18891</c:v>
                </c:pt>
                <c:pt idx="4750">
                  <c:v>24051</c:v>
                </c:pt>
                <c:pt idx="4751">
                  <c:v>22306</c:v>
                </c:pt>
                <c:pt idx="4752">
                  <c:v>16887</c:v>
                </c:pt>
                <c:pt idx="4753">
                  <c:v>16648</c:v>
                </c:pt>
                <c:pt idx="4754">
                  <c:v>16355</c:v>
                </c:pt>
                <c:pt idx="4755">
                  <c:v>19586</c:v>
                </c:pt>
                <c:pt idx="4756">
                  <c:v>15868</c:v>
                </c:pt>
                <c:pt idx="4757">
                  <c:v>15762</c:v>
                </c:pt>
                <c:pt idx="4758">
                  <c:v>16614</c:v>
                </c:pt>
                <c:pt idx="4759">
                  <c:v>16525</c:v>
                </c:pt>
                <c:pt idx="4760">
                  <c:v>19408</c:v>
                </c:pt>
                <c:pt idx="4761">
                  <c:v>18321</c:v>
                </c:pt>
                <c:pt idx="4762">
                  <c:v>16763</c:v>
                </c:pt>
                <c:pt idx="4763">
                  <c:v>18262</c:v>
                </c:pt>
                <c:pt idx="4764">
                  <c:v>19323</c:v>
                </c:pt>
                <c:pt idx="4765">
                  <c:v>29155</c:v>
                </c:pt>
                <c:pt idx="4766">
                  <c:v>28115</c:v>
                </c:pt>
                <c:pt idx="4767">
                  <c:v>20889</c:v>
                </c:pt>
                <c:pt idx="4768">
                  <c:v>15524</c:v>
                </c:pt>
                <c:pt idx="4769">
                  <c:v>16389</c:v>
                </c:pt>
                <c:pt idx="4770">
                  <c:v>21976</c:v>
                </c:pt>
                <c:pt idx="4771">
                  <c:v>19023</c:v>
                </c:pt>
                <c:pt idx="4772">
                  <c:v>19826</c:v>
                </c:pt>
                <c:pt idx="4773">
                  <c:v>19581</c:v>
                </c:pt>
                <c:pt idx="4774">
                  <c:v>17451</c:v>
                </c:pt>
                <c:pt idx="4775">
                  <c:v>17584</c:v>
                </c:pt>
                <c:pt idx="4776">
                  <c:v>15416</c:v>
                </c:pt>
                <c:pt idx="4777">
                  <c:v>15385</c:v>
                </c:pt>
                <c:pt idx="4778">
                  <c:v>17451</c:v>
                </c:pt>
                <c:pt idx="4779">
                  <c:v>20261</c:v>
                </c:pt>
                <c:pt idx="4780">
                  <c:v>24448</c:v>
                </c:pt>
                <c:pt idx="4781">
                  <c:v>22071</c:v>
                </c:pt>
                <c:pt idx="4782">
                  <c:v>18154</c:v>
                </c:pt>
                <c:pt idx="4783">
                  <c:v>18593</c:v>
                </c:pt>
                <c:pt idx="4784">
                  <c:v>15092</c:v>
                </c:pt>
                <c:pt idx="4785">
                  <c:v>14081</c:v>
                </c:pt>
                <c:pt idx="4786">
                  <c:v>19740</c:v>
                </c:pt>
                <c:pt idx="4787">
                  <c:v>21444</c:v>
                </c:pt>
                <c:pt idx="4788">
                  <c:v>15881</c:v>
                </c:pt>
                <c:pt idx="4789">
                  <c:v>13831</c:v>
                </c:pt>
                <c:pt idx="4790">
                  <c:v>15952</c:v>
                </c:pt>
                <c:pt idx="4791">
                  <c:v>15916</c:v>
                </c:pt>
                <c:pt idx="4792">
                  <c:v>17760</c:v>
                </c:pt>
                <c:pt idx="4793">
                  <c:v>17552</c:v>
                </c:pt>
                <c:pt idx="4794">
                  <c:v>16207</c:v>
                </c:pt>
                <c:pt idx="4795">
                  <c:v>13904</c:v>
                </c:pt>
                <c:pt idx="4796">
                  <c:v>13364</c:v>
                </c:pt>
                <c:pt idx="4797">
                  <c:v>12849</c:v>
                </c:pt>
                <c:pt idx="4798">
                  <c:v>14907</c:v>
                </c:pt>
                <c:pt idx="4799">
                  <c:v>15486</c:v>
                </c:pt>
                <c:pt idx="4800">
                  <c:v>16749</c:v>
                </c:pt>
                <c:pt idx="4801">
                  <c:v>14607</c:v>
                </c:pt>
                <c:pt idx="4802">
                  <c:v>15964</c:v>
                </c:pt>
                <c:pt idx="4803">
                  <c:v>15994</c:v>
                </c:pt>
                <c:pt idx="4804">
                  <c:v>16607</c:v>
                </c:pt>
                <c:pt idx="4805">
                  <c:v>18631</c:v>
                </c:pt>
                <c:pt idx="4806">
                  <c:v>19483</c:v>
                </c:pt>
                <c:pt idx="4807">
                  <c:v>20645</c:v>
                </c:pt>
                <c:pt idx="4808">
                  <c:v>21663</c:v>
                </c:pt>
                <c:pt idx="4809">
                  <c:v>20822</c:v>
                </c:pt>
                <c:pt idx="4810">
                  <c:v>18186</c:v>
                </c:pt>
                <c:pt idx="4811">
                  <c:v>19144</c:v>
                </c:pt>
                <c:pt idx="4812">
                  <c:v>17211</c:v>
                </c:pt>
                <c:pt idx="4813">
                  <c:v>21555</c:v>
                </c:pt>
                <c:pt idx="4814">
                  <c:v>21586</c:v>
                </c:pt>
                <c:pt idx="4815">
                  <c:v>18356</c:v>
                </c:pt>
                <c:pt idx="4816">
                  <c:v>19209</c:v>
                </c:pt>
                <c:pt idx="4817">
                  <c:v>19432</c:v>
                </c:pt>
                <c:pt idx="4818">
                  <c:v>19180</c:v>
                </c:pt>
                <c:pt idx="4819">
                  <c:v>17766</c:v>
                </c:pt>
                <c:pt idx="4820">
                  <c:v>14152</c:v>
                </c:pt>
                <c:pt idx="4821">
                  <c:v>14435</c:v>
                </c:pt>
                <c:pt idx="4822">
                  <c:v>19458</c:v>
                </c:pt>
                <c:pt idx="4823">
                  <c:v>16251</c:v>
                </c:pt>
                <c:pt idx="4824">
                  <c:v>19173</c:v>
                </c:pt>
                <c:pt idx="4825">
                  <c:v>21430</c:v>
                </c:pt>
                <c:pt idx="4826">
                  <c:v>21377</c:v>
                </c:pt>
                <c:pt idx="4827">
                  <c:v>20294</c:v>
                </c:pt>
                <c:pt idx="4828">
                  <c:v>16148</c:v>
                </c:pt>
                <c:pt idx="4829">
                  <c:v>15895</c:v>
                </c:pt>
                <c:pt idx="4830">
                  <c:v>14616</c:v>
                </c:pt>
                <c:pt idx="4831">
                  <c:v>22365</c:v>
                </c:pt>
                <c:pt idx="4832">
                  <c:v>23688</c:v>
                </c:pt>
                <c:pt idx="4833">
                  <c:v>28018</c:v>
                </c:pt>
                <c:pt idx="4834">
                  <c:v>18884</c:v>
                </c:pt>
                <c:pt idx="4835">
                  <c:v>20930</c:v>
                </c:pt>
                <c:pt idx="4836">
                  <c:v>25245</c:v>
                </c:pt>
                <c:pt idx="4837">
                  <c:v>24945</c:v>
                </c:pt>
                <c:pt idx="4838">
                  <c:v>23265</c:v>
                </c:pt>
                <c:pt idx="4839">
                  <c:v>18151</c:v>
                </c:pt>
                <c:pt idx="4840">
                  <c:v>23696</c:v>
                </c:pt>
                <c:pt idx="4841">
                  <c:v>19399</c:v>
                </c:pt>
                <c:pt idx="4842">
                  <c:v>18128</c:v>
                </c:pt>
                <c:pt idx="4843">
                  <c:v>18025</c:v>
                </c:pt>
                <c:pt idx="4844">
                  <c:v>18266</c:v>
                </c:pt>
                <c:pt idx="4845">
                  <c:v>19175</c:v>
                </c:pt>
                <c:pt idx="4846">
                  <c:v>15963</c:v>
                </c:pt>
                <c:pt idx="4847">
                  <c:v>15909</c:v>
                </c:pt>
                <c:pt idx="4848">
                  <c:v>19498</c:v>
                </c:pt>
                <c:pt idx="4849">
                  <c:v>16966</c:v>
                </c:pt>
                <c:pt idx="4850">
                  <c:v>19695</c:v>
                </c:pt>
                <c:pt idx="4851">
                  <c:v>19587</c:v>
                </c:pt>
                <c:pt idx="4852">
                  <c:v>18942</c:v>
                </c:pt>
                <c:pt idx="4853">
                  <c:v>17171</c:v>
                </c:pt>
                <c:pt idx="4854">
                  <c:v>16005</c:v>
                </c:pt>
                <c:pt idx="4855">
                  <c:v>15550</c:v>
                </c:pt>
                <c:pt idx="4856">
                  <c:v>16944</c:v>
                </c:pt>
                <c:pt idx="4857">
                  <c:v>21186</c:v>
                </c:pt>
                <c:pt idx="4858">
                  <c:v>21084</c:v>
                </c:pt>
                <c:pt idx="4859">
                  <c:v>16553</c:v>
                </c:pt>
                <c:pt idx="4860">
                  <c:v>18955</c:v>
                </c:pt>
                <c:pt idx="4861">
                  <c:v>16032</c:v>
                </c:pt>
                <c:pt idx="4862">
                  <c:v>17850</c:v>
                </c:pt>
                <c:pt idx="4863">
                  <c:v>18197</c:v>
                </c:pt>
                <c:pt idx="4864">
                  <c:v>19983</c:v>
                </c:pt>
                <c:pt idx="4865">
                  <c:v>19806</c:v>
                </c:pt>
                <c:pt idx="4866">
                  <c:v>22177</c:v>
                </c:pt>
                <c:pt idx="4867">
                  <c:v>19767</c:v>
                </c:pt>
                <c:pt idx="4868">
                  <c:v>18566</c:v>
                </c:pt>
                <c:pt idx="4869">
                  <c:v>15828</c:v>
                </c:pt>
                <c:pt idx="4870">
                  <c:v>17829</c:v>
                </c:pt>
                <c:pt idx="4871">
                  <c:v>17986</c:v>
                </c:pt>
                <c:pt idx="4872">
                  <c:v>18223</c:v>
                </c:pt>
                <c:pt idx="4873">
                  <c:v>16625</c:v>
                </c:pt>
                <c:pt idx="4874">
                  <c:v>13319</c:v>
                </c:pt>
                <c:pt idx="4875">
                  <c:v>11486</c:v>
                </c:pt>
                <c:pt idx="4876">
                  <c:v>11014</c:v>
                </c:pt>
                <c:pt idx="4877">
                  <c:v>23574</c:v>
                </c:pt>
                <c:pt idx="4878">
                  <c:v>17759</c:v>
                </c:pt>
                <c:pt idx="4879">
                  <c:v>18148</c:v>
                </c:pt>
                <c:pt idx="4880">
                  <c:v>21830</c:v>
                </c:pt>
                <c:pt idx="4881">
                  <c:v>20115</c:v>
                </c:pt>
                <c:pt idx="4882">
                  <c:v>21833</c:v>
                </c:pt>
                <c:pt idx="4883">
                  <c:v>18095</c:v>
                </c:pt>
                <c:pt idx="4884">
                  <c:v>18623</c:v>
                </c:pt>
                <c:pt idx="4885">
                  <c:v>19668</c:v>
                </c:pt>
                <c:pt idx="4886">
                  <c:v>23689</c:v>
                </c:pt>
                <c:pt idx="4887">
                  <c:v>26772</c:v>
                </c:pt>
                <c:pt idx="4888">
                  <c:v>27853</c:v>
                </c:pt>
                <c:pt idx="4889">
                  <c:v>21283</c:v>
                </c:pt>
                <c:pt idx="4890">
                  <c:v>20297</c:v>
                </c:pt>
                <c:pt idx="4891">
                  <c:v>14374</c:v>
                </c:pt>
                <c:pt idx="4892">
                  <c:v>13573</c:v>
                </c:pt>
                <c:pt idx="4893">
                  <c:v>14578</c:v>
                </c:pt>
                <c:pt idx="4894">
                  <c:v>16825</c:v>
                </c:pt>
                <c:pt idx="4895">
                  <c:v>16128</c:v>
                </c:pt>
                <c:pt idx="4896">
                  <c:v>18781</c:v>
                </c:pt>
                <c:pt idx="4897">
                  <c:v>19281</c:v>
                </c:pt>
                <c:pt idx="4898">
                  <c:v>18059</c:v>
                </c:pt>
                <c:pt idx="4899">
                  <c:v>18473</c:v>
                </c:pt>
                <c:pt idx="4900">
                  <c:v>17703</c:v>
                </c:pt>
                <c:pt idx="4901">
                  <c:v>14533</c:v>
                </c:pt>
                <c:pt idx="4902">
                  <c:v>15718</c:v>
                </c:pt>
                <c:pt idx="4903">
                  <c:v>16495</c:v>
                </c:pt>
                <c:pt idx="4904">
                  <c:v>15356</c:v>
                </c:pt>
                <c:pt idx="4905">
                  <c:v>14478</c:v>
                </c:pt>
                <c:pt idx="4906">
                  <c:v>13162</c:v>
                </c:pt>
                <c:pt idx="4907">
                  <c:v>15179</c:v>
                </c:pt>
                <c:pt idx="4908">
                  <c:v>19234</c:v>
                </c:pt>
                <c:pt idx="4909">
                  <c:v>18397</c:v>
                </c:pt>
                <c:pt idx="4910">
                  <c:v>20955</c:v>
                </c:pt>
                <c:pt idx="4911">
                  <c:v>16088</c:v>
                </c:pt>
                <c:pt idx="4912">
                  <c:v>17742</c:v>
                </c:pt>
                <c:pt idx="4913">
                  <c:v>15643</c:v>
                </c:pt>
                <c:pt idx="4914">
                  <c:v>15754</c:v>
                </c:pt>
                <c:pt idx="4915">
                  <c:v>17542</c:v>
                </c:pt>
                <c:pt idx="4916">
                  <c:v>24350</c:v>
                </c:pt>
                <c:pt idx="4917">
                  <c:v>19004</c:v>
                </c:pt>
                <c:pt idx="4918">
                  <c:v>15017</c:v>
                </c:pt>
                <c:pt idx="4919">
                  <c:v>16220</c:v>
                </c:pt>
                <c:pt idx="4920">
                  <c:v>16660</c:v>
                </c:pt>
                <c:pt idx="4921">
                  <c:v>17299</c:v>
                </c:pt>
                <c:pt idx="4922">
                  <c:v>19238</c:v>
                </c:pt>
                <c:pt idx="4923">
                  <c:v>18151</c:v>
                </c:pt>
                <c:pt idx="4924">
                  <c:v>16760</c:v>
                </c:pt>
                <c:pt idx="4925">
                  <c:v>14722</c:v>
                </c:pt>
                <c:pt idx="4926">
                  <c:v>16613</c:v>
                </c:pt>
                <c:pt idx="4927">
                  <c:v>14905</c:v>
                </c:pt>
                <c:pt idx="4928">
                  <c:v>15672</c:v>
                </c:pt>
                <c:pt idx="4929">
                  <c:v>13859</c:v>
                </c:pt>
                <c:pt idx="4930">
                  <c:v>13590</c:v>
                </c:pt>
                <c:pt idx="4931">
                  <c:v>15122</c:v>
                </c:pt>
                <c:pt idx="4932">
                  <c:v>13877</c:v>
                </c:pt>
                <c:pt idx="4933">
                  <c:v>14227</c:v>
                </c:pt>
                <c:pt idx="4934">
                  <c:v>18569</c:v>
                </c:pt>
                <c:pt idx="4935">
                  <c:v>24337</c:v>
                </c:pt>
                <c:pt idx="4936">
                  <c:v>23219</c:v>
                </c:pt>
                <c:pt idx="4937">
                  <c:v>16266</c:v>
                </c:pt>
                <c:pt idx="4938">
                  <c:v>11371</c:v>
                </c:pt>
                <c:pt idx="4939">
                  <c:v>13855</c:v>
                </c:pt>
                <c:pt idx="4940">
                  <c:v>13645</c:v>
                </c:pt>
                <c:pt idx="4941">
                  <c:v>15088</c:v>
                </c:pt>
                <c:pt idx="4942">
                  <c:v>20633</c:v>
                </c:pt>
                <c:pt idx="4943">
                  <c:v>16298</c:v>
                </c:pt>
                <c:pt idx="4944">
                  <c:v>16096</c:v>
                </c:pt>
                <c:pt idx="4945">
                  <c:v>12537</c:v>
                </c:pt>
                <c:pt idx="4946">
                  <c:v>10719</c:v>
                </c:pt>
                <c:pt idx="4947">
                  <c:v>13602</c:v>
                </c:pt>
                <c:pt idx="4948">
                  <c:v>15381</c:v>
                </c:pt>
                <c:pt idx="4949">
                  <c:v>13510</c:v>
                </c:pt>
                <c:pt idx="4950">
                  <c:v>16349</c:v>
                </c:pt>
                <c:pt idx="4951">
                  <c:v>17501</c:v>
                </c:pt>
                <c:pt idx="4952">
                  <c:v>18106</c:v>
                </c:pt>
                <c:pt idx="4953">
                  <c:v>16115</c:v>
                </c:pt>
                <c:pt idx="4954">
                  <c:v>18829</c:v>
                </c:pt>
                <c:pt idx="4955">
                  <c:v>16371</c:v>
                </c:pt>
                <c:pt idx="4956">
                  <c:v>12235</c:v>
                </c:pt>
                <c:pt idx="4957">
                  <c:v>13259</c:v>
                </c:pt>
                <c:pt idx="4958">
                  <c:v>26354</c:v>
                </c:pt>
                <c:pt idx="4959">
                  <c:v>18060</c:v>
                </c:pt>
                <c:pt idx="4960">
                  <c:v>17416</c:v>
                </c:pt>
                <c:pt idx="4961">
                  <c:v>21150</c:v>
                </c:pt>
                <c:pt idx="4962">
                  <c:v>26592</c:v>
                </c:pt>
                <c:pt idx="4963">
                  <c:v>24986</c:v>
                </c:pt>
                <c:pt idx="4964">
                  <c:v>23884</c:v>
                </c:pt>
                <c:pt idx="4965">
                  <c:v>23926</c:v>
                </c:pt>
                <c:pt idx="4966">
                  <c:v>23371</c:v>
                </c:pt>
                <c:pt idx="4967">
                  <c:v>20083</c:v>
                </c:pt>
                <c:pt idx="4968">
                  <c:v>22281</c:v>
                </c:pt>
                <c:pt idx="4969">
                  <c:v>27666</c:v>
                </c:pt>
                <c:pt idx="4970">
                  <c:v>27781</c:v>
                </c:pt>
                <c:pt idx="4971">
                  <c:v>29927</c:v>
                </c:pt>
                <c:pt idx="4972">
                  <c:v>26397</c:v>
                </c:pt>
                <c:pt idx="4973">
                  <c:v>30510</c:v>
                </c:pt>
                <c:pt idx="4974">
                  <c:v>29589</c:v>
                </c:pt>
                <c:pt idx="4975">
                  <c:v>37533</c:v>
                </c:pt>
                <c:pt idx="4976">
                  <c:v>36165</c:v>
                </c:pt>
                <c:pt idx="4977">
                  <c:v>34276</c:v>
                </c:pt>
                <c:pt idx="4978">
                  <c:v>33811</c:v>
                </c:pt>
                <c:pt idx="4979">
                  <c:v>32943</c:v>
                </c:pt>
                <c:pt idx="4980">
                  <c:v>31961</c:v>
                </c:pt>
                <c:pt idx="4981">
                  <c:v>32234</c:v>
                </c:pt>
                <c:pt idx="4982">
                  <c:v>31052</c:v>
                </c:pt>
                <c:pt idx="4983">
                  <c:v>34704</c:v>
                </c:pt>
                <c:pt idx="4984">
                  <c:v>36250</c:v>
                </c:pt>
                <c:pt idx="4985">
                  <c:v>45683</c:v>
                </c:pt>
                <c:pt idx="4986">
                  <c:v>58429</c:v>
                </c:pt>
                <c:pt idx="4987">
                  <c:v>49069</c:v>
                </c:pt>
                <c:pt idx="4988">
                  <c:v>46958</c:v>
                </c:pt>
                <c:pt idx="4989">
                  <c:v>41297</c:v>
                </c:pt>
                <c:pt idx="4990">
                  <c:v>46952</c:v>
                </c:pt>
                <c:pt idx="4991">
                  <c:v>53356</c:v>
                </c:pt>
                <c:pt idx="4992">
                  <c:v>56792</c:v>
                </c:pt>
                <c:pt idx="4993">
                  <c:v>51396</c:v>
                </c:pt>
                <c:pt idx="4994">
                  <c:v>48990</c:v>
                </c:pt>
                <c:pt idx="4995">
                  <c:v>42949</c:v>
                </c:pt>
                <c:pt idx="4996">
                  <c:v>39008</c:v>
                </c:pt>
                <c:pt idx="4997">
                  <c:v>58878</c:v>
                </c:pt>
                <c:pt idx="4998">
                  <c:v>42696</c:v>
                </c:pt>
                <c:pt idx="4999">
                  <c:v>0</c:v>
                </c:pt>
                <c:pt idx="5000">
                  <c:v>0</c:v>
                </c:pt>
                <c:pt idx="5001">
                  <c:v>0</c:v>
                </c:pt>
                <c:pt idx="5002">
                  <c:v>0</c:v>
                </c:pt>
                <c:pt idx="5003">
                  <c:v>0</c:v>
                </c:pt>
                <c:pt idx="5004">
                  <c:v>0</c:v>
                </c:pt>
                <c:pt idx="5005">
                  <c:v>0</c:v>
                </c:pt>
                <c:pt idx="5006">
                  <c:v>0</c:v>
                </c:pt>
                <c:pt idx="5007">
                  <c:v>0</c:v>
                </c:pt>
                <c:pt idx="5008">
                  <c:v>0</c:v>
                </c:pt>
                <c:pt idx="5009">
                  <c:v>0</c:v>
                </c:pt>
                <c:pt idx="5010">
                  <c:v>0</c:v>
                </c:pt>
                <c:pt idx="5011">
                  <c:v>0</c:v>
                </c:pt>
                <c:pt idx="5012">
                  <c:v>0</c:v>
                </c:pt>
                <c:pt idx="5013">
                  <c:v>0</c:v>
                </c:pt>
                <c:pt idx="5014">
                  <c:v>0</c:v>
                </c:pt>
                <c:pt idx="5015">
                  <c:v>0</c:v>
                </c:pt>
                <c:pt idx="5016">
                  <c:v>0</c:v>
                </c:pt>
                <c:pt idx="5017">
                  <c:v>0</c:v>
                </c:pt>
                <c:pt idx="5018">
                  <c:v>0</c:v>
                </c:pt>
                <c:pt idx="5019">
                  <c:v>0</c:v>
                </c:pt>
                <c:pt idx="5020">
                  <c:v>0</c:v>
                </c:pt>
                <c:pt idx="5021">
                  <c:v>0</c:v>
                </c:pt>
                <c:pt idx="5022">
                  <c:v>0</c:v>
                </c:pt>
                <c:pt idx="5023">
                  <c:v>0</c:v>
                </c:pt>
                <c:pt idx="5024">
                  <c:v>0</c:v>
                </c:pt>
                <c:pt idx="5025">
                  <c:v>0</c:v>
                </c:pt>
                <c:pt idx="5026">
                  <c:v>0</c:v>
                </c:pt>
                <c:pt idx="5027">
                  <c:v>0</c:v>
                </c:pt>
                <c:pt idx="5028">
                  <c:v>0</c:v>
                </c:pt>
                <c:pt idx="5029">
                  <c:v>0</c:v>
                </c:pt>
                <c:pt idx="5030">
                  <c:v>0</c:v>
                </c:pt>
                <c:pt idx="5031">
                  <c:v>0</c:v>
                </c:pt>
                <c:pt idx="5032">
                  <c:v>0</c:v>
                </c:pt>
                <c:pt idx="5033">
                  <c:v>0</c:v>
                </c:pt>
                <c:pt idx="5034">
                  <c:v>0</c:v>
                </c:pt>
                <c:pt idx="5035">
                  <c:v>0</c:v>
                </c:pt>
                <c:pt idx="5036">
                  <c:v>0</c:v>
                </c:pt>
                <c:pt idx="5037">
                  <c:v>0</c:v>
                </c:pt>
                <c:pt idx="5038">
                  <c:v>0</c:v>
                </c:pt>
                <c:pt idx="5039">
                  <c:v>0</c:v>
                </c:pt>
                <c:pt idx="5040">
                  <c:v>0</c:v>
                </c:pt>
                <c:pt idx="5041">
                  <c:v>0</c:v>
                </c:pt>
                <c:pt idx="5042">
                  <c:v>0</c:v>
                </c:pt>
                <c:pt idx="5043">
                  <c:v>0</c:v>
                </c:pt>
                <c:pt idx="5044">
                  <c:v>0</c:v>
                </c:pt>
                <c:pt idx="5045">
                  <c:v>0</c:v>
                </c:pt>
                <c:pt idx="5046">
                  <c:v>0</c:v>
                </c:pt>
                <c:pt idx="5047">
                  <c:v>0</c:v>
                </c:pt>
                <c:pt idx="5048">
                  <c:v>0</c:v>
                </c:pt>
                <c:pt idx="5049">
                  <c:v>0</c:v>
                </c:pt>
                <c:pt idx="5050">
                  <c:v>0</c:v>
                </c:pt>
                <c:pt idx="5051">
                  <c:v>0</c:v>
                </c:pt>
                <c:pt idx="5052">
                  <c:v>0</c:v>
                </c:pt>
                <c:pt idx="5053">
                  <c:v>0</c:v>
                </c:pt>
                <c:pt idx="5054">
                  <c:v>0</c:v>
                </c:pt>
                <c:pt idx="5055">
                  <c:v>0</c:v>
                </c:pt>
                <c:pt idx="5056">
                  <c:v>0</c:v>
                </c:pt>
                <c:pt idx="5057">
                  <c:v>0</c:v>
                </c:pt>
                <c:pt idx="5058">
                  <c:v>0</c:v>
                </c:pt>
                <c:pt idx="5059">
                  <c:v>0</c:v>
                </c:pt>
                <c:pt idx="5060">
                  <c:v>0</c:v>
                </c:pt>
                <c:pt idx="5061">
                  <c:v>0</c:v>
                </c:pt>
                <c:pt idx="5062">
                  <c:v>0</c:v>
                </c:pt>
                <c:pt idx="5063">
                  <c:v>0</c:v>
                </c:pt>
                <c:pt idx="5064">
                  <c:v>0</c:v>
                </c:pt>
                <c:pt idx="5065">
                  <c:v>0</c:v>
                </c:pt>
                <c:pt idx="5066">
                  <c:v>0</c:v>
                </c:pt>
                <c:pt idx="5067">
                  <c:v>0</c:v>
                </c:pt>
                <c:pt idx="5068">
                  <c:v>0</c:v>
                </c:pt>
                <c:pt idx="5069">
                  <c:v>0</c:v>
                </c:pt>
                <c:pt idx="5070">
                  <c:v>0</c:v>
                </c:pt>
                <c:pt idx="5071">
                  <c:v>0</c:v>
                </c:pt>
                <c:pt idx="5072">
                  <c:v>0</c:v>
                </c:pt>
                <c:pt idx="5073">
                  <c:v>0</c:v>
                </c:pt>
                <c:pt idx="5074">
                  <c:v>0</c:v>
                </c:pt>
                <c:pt idx="5075">
                  <c:v>0</c:v>
                </c:pt>
                <c:pt idx="5076">
                  <c:v>0</c:v>
                </c:pt>
                <c:pt idx="5077">
                  <c:v>0</c:v>
                </c:pt>
                <c:pt idx="5078">
                  <c:v>0</c:v>
                </c:pt>
                <c:pt idx="5079">
                  <c:v>0</c:v>
                </c:pt>
                <c:pt idx="5080">
                  <c:v>0</c:v>
                </c:pt>
                <c:pt idx="5081">
                  <c:v>0</c:v>
                </c:pt>
                <c:pt idx="5082">
                  <c:v>0</c:v>
                </c:pt>
                <c:pt idx="5083">
                  <c:v>0</c:v>
                </c:pt>
                <c:pt idx="5084">
                  <c:v>0</c:v>
                </c:pt>
                <c:pt idx="5085">
                  <c:v>0</c:v>
                </c:pt>
                <c:pt idx="5086">
                  <c:v>0</c:v>
                </c:pt>
                <c:pt idx="5087">
                  <c:v>0</c:v>
                </c:pt>
                <c:pt idx="5088">
                  <c:v>0</c:v>
                </c:pt>
                <c:pt idx="5089">
                  <c:v>0</c:v>
                </c:pt>
                <c:pt idx="5090">
                  <c:v>0</c:v>
                </c:pt>
                <c:pt idx="5091">
                  <c:v>0</c:v>
                </c:pt>
                <c:pt idx="5092">
                  <c:v>0</c:v>
                </c:pt>
                <c:pt idx="5093">
                  <c:v>0</c:v>
                </c:pt>
                <c:pt idx="5094">
                  <c:v>0</c:v>
                </c:pt>
                <c:pt idx="5095">
                  <c:v>0</c:v>
                </c:pt>
                <c:pt idx="5096">
                  <c:v>0</c:v>
                </c:pt>
                <c:pt idx="5097">
                  <c:v>0</c:v>
                </c:pt>
                <c:pt idx="5098">
                  <c:v>0</c:v>
                </c:pt>
                <c:pt idx="5099">
                  <c:v>0</c:v>
                </c:pt>
                <c:pt idx="5100">
                  <c:v>0</c:v>
                </c:pt>
                <c:pt idx="5101">
                  <c:v>0</c:v>
                </c:pt>
                <c:pt idx="5102">
                  <c:v>0</c:v>
                </c:pt>
                <c:pt idx="5103">
                  <c:v>0</c:v>
                </c:pt>
                <c:pt idx="5104">
                  <c:v>0</c:v>
                </c:pt>
                <c:pt idx="5105">
                  <c:v>0</c:v>
                </c:pt>
                <c:pt idx="5106">
                  <c:v>0</c:v>
                </c:pt>
                <c:pt idx="5107">
                  <c:v>0</c:v>
                </c:pt>
                <c:pt idx="5108">
                  <c:v>0</c:v>
                </c:pt>
                <c:pt idx="5109">
                  <c:v>0</c:v>
                </c:pt>
                <c:pt idx="5110">
                  <c:v>0</c:v>
                </c:pt>
                <c:pt idx="5111">
                  <c:v>0</c:v>
                </c:pt>
                <c:pt idx="5112">
                  <c:v>0</c:v>
                </c:pt>
                <c:pt idx="5113">
                  <c:v>0</c:v>
                </c:pt>
                <c:pt idx="5114">
                  <c:v>0</c:v>
                </c:pt>
                <c:pt idx="5115">
                  <c:v>0</c:v>
                </c:pt>
                <c:pt idx="5116">
                  <c:v>0</c:v>
                </c:pt>
                <c:pt idx="5117">
                  <c:v>0</c:v>
                </c:pt>
                <c:pt idx="5118">
                  <c:v>0</c:v>
                </c:pt>
                <c:pt idx="5119">
                  <c:v>0</c:v>
                </c:pt>
                <c:pt idx="5120">
                  <c:v>0</c:v>
                </c:pt>
                <c:pt idx="5121">
                  <c:v>0</c:v>
                </c:pt>
                <c:pt idx="5122">
                  <c:v>0</c:v>
                </c:pt>
                <c:pt idx="5123">
                  <c:v>0</c:v>
                </c:pt>
                <c:pt idx="5124">
                  <c:v>0</c:v>
                </c:pt>
                <c:pt idx="5125">
                  <c:v>0</c:v>
                </c:pt>
                <c:pt idx="5126">
                  <c:v>0</c:v>
                </c:pt>
                <c:pt idx="5127">
                  <c:v>0</c:v>
                </c:pt>
                <c:pt idx="5128">
                  <c:v>0</c:v>
                </c:pt>
                <c:pt idx="5129">
                  <c:v>0</c:v>
                </c:pt>
                <c:pt idx="5130">
                  <c:v>0</c:v>
                </c:pt>
                <c:pt idx="5131">
                  <c:v>0</c:v>
                </c:pt>
                <c:pt idx="5132">
                  <c:v>0</c:v>
                </c:pt>
                <c:pt idx="5133">
                  <c:v>0</c:v>
                </c:pt>
                <c:pt idx="5134">
                  <c:v>0</c:v>
                </c:pt>
                <c:pt idx="5135">
                  <c:v>0</c:v>
                </c:pt>
                <c:pt idx="5136">
                  <c:v>0</c:v>
                </c:pt>
                <c:pt idx="5137">
                  <c:v>0</c:v>
                </c:pt>
                <c:pt idx="5138">
                  <c:v>0</c:v>
                </c:pt>
                <c:pt idx="5139">
                  <c:v>0</c:v>
                </c:pt>
                <c:pt idx="5140">
                  <c:v>0</c:v>
                </c:pt>
                <c:pt idx="5141">
                  <c:v>0</c:v>
                </c:pt>
                <c:pt idx="5142">
                  <c:v>0</c:v>
                </c:pt>
                <c:pt idx="5143">
                  <c:v>0</c:v>
                </c:pt>
                <c:pt idx="5144">
                  <c:v>0</c:v>
                </c:pt>
                <c:pt idx="5145">
                  <c:v>0</c:v>
                </c:pt>
                <c:pt idx="5146">
                  <c:v>0</c:v>
                </c:pt>
                <c:pt idx="5147">
                  <c:v>0</c:v>
                </c:pt>
                <c:pt idx="5148">
                  <c:v>0</c:v>
                </c:pt>
                <c:pt idx="5149">
                  <c:v>0</c:v>
                </c:pt>
                <c:pt idx="5150">
                  <c:v>0</c:v>
                </c:pt>
                <c:pt idx="5151">
                  <c:v>0</c:v>
                </c:pt>
                <c:pt idx="5152">
                  <c:v>0</c:v>
                </c:pt>
                <c:pt idx="5153">
                  <c:v>0</c:v>
                </c:pt>
                <c:pt idx="5154">
                  <c:v>0</c:v>
                </c:pt>
                <c:pt idx="5155">
                  <c:v>0</c:v>
                </c:pt>
                <c:pt idx="5156">
                  <c:v>0</c:v>
                </c:pt>
                <c:pt idx="5157">
                  <c:v>0</c:v>
                </c:pt>
                <c:pt idx="5158">
                  <c:v>0</c:v>
                </c:pt>
                <c:pt idx="5159">
                  <c:v>0</c:v>
                </c:pt>
                <c:pt idx="5160">
                  <c:v>0</c:v>
                </c:pt>
                <c:pt idx="5161">
                  <c:v>0</c:v>
                </c:pt>
                <c:pt idx="5162">
                  <c:v>0</c:v>
                </c:pt>
                <c:pt idx="5163">
                  <c:v>0</c:v>
                </c:pt>
                <c:pt idx="5164">
                  <c:v>0</c:v>
                </c:pt>
                <c:pt idx="5165">
                  <c:v>0</c:v>
                </c:pt>
                <c:pt idx="5166">
                  <c:v>0</c:v>
                </c:pt>
                <c:pt idx="5167">
                  <c:v>0</c:v>
                </c:pt>
                <c:pt idx="5168">
                  <c:v>0</c:v>
                </c:pt>
                <c:pt idx="5169">
                  <c:v>0</c:v>
                </c:pt>
                <c:pt idx="5170">
                  <c:v>0</c:v>
                </c:pt>
                <c:pt idx="5171">
                  <c:v>0</c:v>
                </c:pt>
                <c:pt idx="5172">
                  <c:v>0</c:v>
                </c:pt>
                <c:pt idx="5173">
                  <c:v>0</c:v>
                </c:pt>
                <c:pt idx="5174">
                  <c:v>0</c:v>
                </c:pt>
                <c:pt idx="5175">
                  <c:v>0</c:v>
                </c:pt>
                <c:pt idx="5176">
                  <c:v>0</c:v>
                </c:pt>
                <c:pt idx="5177">
                  <c:v>0</c:v>
                </c:pt>
                <c:pt idx="5178">
                  <c:v>0</c:v>
                </c:pt>
                <c:pt idx="5179">
                  <c:v>0</c:v>
                </c:pt>
                <c:pt idx="5180">
                  <c:v>0</c:v>
                </c:pt>
                <c:pt idx="5181">
                  <c:v>0</c:v>
                </c:pt>
                <c:pt idx="5182">
                  <c:v>0</c:v>
                </c:pt>
                <c:pt idx="5183">
                  <c:v>0</c:v>
                </c:pt>
                <c:pt idx="5184">
                  <c:v>0</c:v>
                </c:pt>
                <c:pt idx="5185">
                  <c:v>0</c:v>
                </c:pt>
                <c:pt idx="5186">
                  <c:v>0</c:v>
                </c:pt>
                <c:pt idx="5187">
                  <c:v>0</c:v>
                </c:pt>
                <c:pt idx="5188">
                  <c:v>0</c:v>
                </c:pt>
                <c:pt idx="5189">
                  <c:v>0</c:v>
                </c:pt>
                <c:pt idx="5190">
                  <c:v>0</c:v>
                </c:pt>
                <c:pt idx="5191">
                  <c:v>0</c:v>
                </c:pt>
                <c:pt idx="5192">
                  <c:v>0</c:v>
                </c:pt>
                <c:pt idx="5193">
                  <c:v>0</c:v>
                </c:pt>
                <c:pt idx="5194">
                  <c:v>0</c:v>
                </c:pt>
                <c:pt idx="5195">
                  <c:v>0</c:v>
                </c:pt>
                <c:pt idx="5196">
                  <c:v>0</c:v>
                </c:pt>
                <c:pt idx="5197">
                  <c:v>0</c:v>
                </c:pt>
                <c:pt idx="5198">
                  <c:v>0</c:v>
                </c:pt>
                <c:pt idx="5199">
                  <c:v>0</c:v>
                </c:pt>
                <c:pt idx="5200">
                  <c:v>0</c:v>
                </c:pt>
                <c:pt idx="5201">
                  <c:v>0</c:v>
                </c:pt>
                <c:pt idx="5202">
                  <c:v>0</c:v>
                </c:pt>
                <c:pt idx="5203">
                  <c:v>0</c:v>
                </c:pt>
                <c:pt idx="5204">
                  <c:v>0</c:v>
                </c:pt>
                <c:pt idx="5205">
                  <c:v>0</c:v>
                </c:pt>
                <c:pt idx="5206">
                  <c:v>0</c:v>
                </c:pt>
                <c:pt idx="5207">
                  <c:v>0</c:v>
                </c:pt>
                <c:pt idx="5208">
                  <c:v>0</c:v>
                </c:pt>
                <c:pt idx="5209">
                  <c:v>0</c:v>
                </c:pt>
                <c:pt idx="5210">
                  <c:v>0</c:v>
                </c:pt>
                <c:pt idx="5211">
                  <c:v>0</c:v>
                </c:pt>
                <c:pt idx="5212">
                  <c:v>0</c:v>
                </c:pt>
                <c:pt idx="5213">
                  <c:v>0</c:v>
                </c:pt>
                <c:pt idx="5214">
                  <c:v>0</c:v>
                </c:pt>
                <c:pt idx="5215">
                  <c:v>0</c:v>
                </c:pt>
                <c:pt idx="5216">
                  <c:v>0</c:v>
                </c:pt>
                <c:pt idx="5217">
                  <c:v>0</c:v>
                </c:pt>
                <c:pt idx="5218">
                  <c:v>0</c:v>
                </c:pt>
                <c:pt idx="5219">
                  <c:v>0</c:v>
                </c:pt>
                <c:pt idx="5220">
                  <c:v>0</c:v>
                </c:pt>
                <c:pt idx="5221">
                  <c:v>0</c:v>
                </c:pt>
                <c:pt idx="5222">
                  <c:v>0</c:v>
                </c:pt>
                <c:pt idx="5223">
                  <c:v>0</c:v>
                </c:pt>
                <c:pt idx="5224">
                  <c:v>0</c:v>
                </c:pt>
                <c:pt idx="5225">
                  <c:v>0</c:v>
                </c:pt>
                <c:pt idx="5226">
                  <c:v>0</c:v>
                </c:pt>
                <c:pt idx="5227">
                  <c:v>0</c:v>
                </c:pt>
                <c:pt idx="5228">
                  <c:v>0</c:v>
                </c:pt>
                <c:pt idx="5229">
                  <c:v>0</c:v>
                </c:pt>
                <c:pt idx="5230">
                  <c:v>0</c:v>
                </c:pt>
                <c:pt idx="5231">
                  <c:v>0</c:v>
                </c:pt>
                <c:pt idx="5232">
                  <c:v>0</c:v>
                </c:pt>
                <c:pt idx="5233">
                  <c:v>0</c:v>
                </c:pt>
                <c:pt idx="5234">
                  <c:v>0</c:v>
                </c:pt>
                <c:pt idx="5235">
                  <c:v>0</c:v>
                </c:pt>
                <c:pt idx="5236">
                  <c:v>0</c:v>
                </c:pt>
                <c:pt idx="5237">
                  <c:v>0</c:v>
                </c:pt>
                <c:pt idx="5238">
                  <c:v>0</c:v>
                </c:pt>
                <c:pt idx="5239">
                  <c:v>0</c:v>
                </c:pt>
                <c:pt idx="5240">
                  <c:v>0</c:v>
                </c:pt>
                <c:pt idx="5241">
                  <c:v>0</c:v>
                </c:pt>
                <c:pt idx="5242">
                  <c:v>0</c:v>
                </c:pt>
                <c:pt idx="5243">
                  <c:v>0</c:v>
                </c:pt>
                <c:pt idx="5244">
                  <c:v>0</c:v>
                </c:pt>
                <c:pt idx="5245">
                  <c:v>0</c:v>
                </c:pt>
                <c:pt idx="5246">
                  <c:v>0</c:v>
                </c:pt>
                <c:pt idx="5247">
                  <c:v>0</c:v>
                </c:pt>
                <c:pt idx="5248">
                  <c:v>0</c:v>
                </c:pt>
                <c:pt idx="5249">
                  <c:v>0</c:v>
                </c:pt>
                <c:pt idx="5250">
                  <c:v>0</c:v>
                </c:pt>
                <c:pt idx="5251">
                  <c:v>0</c:v>
                </c:pt>
                <c:pt idx="5252">
                  <c:v>0</c:v>
                </c:pt>
                <c:pt idx="5253">
                  <c:v>0</c:v>
                </c:pt>
                <c:pt idx="5254">
                  <c:v>0</c:v>
                </c:pt>
                <c:pt idx="5255">
                  <c:v>0</c:v>
                </c:pt>
                <c:pt idx="5256">
                  <c:v>0</c:v>
                </c:pt>
                <c:pt idx="5257">
                  <c:v>0</c:v>
                </c:pt>
                <c:pt idx="5258">
                  <c:v>0</c:v>
                </c:pt>
                <c:pt idx="5259">
                  <c:v>0</c:v>
                </c:pt>
                <c:pt idx="5260">
                  <c:v>0</c:v>
                </c:pt>
                <c:pt idx="5261">
                  <c:v>0</c:v>
                </c:pt>
                <c:pt idx="5262">
                  <c:v>0</c:v>
                </c:pt>
                <c:pt idx="5263">
                  <c:v>0</c:v>
                </c:pt>
                <c:pt idx="5264">
                  <c:v>0</c:v>
                </c:pt>
                <c:pt idx="5265">
                  <c:v>0</c:v>
                </c:pt>
                <c:pt idx="5266">
                  <c:v>0</c:v>
                </c:pt>
                <c:pt idx="5267">
                  <c:v>0</c:v>
                </c:pt>
                <c:pt idx="5268">
                  <c:v>0</c:v>
                </c:pt>
                <c:pt idx="5269">
                  <c:v>0</c:v>
                </c:pt>
                <c:pt idx="5270">
                  <c:v>0</c:v>
                </c:pt>
                <c:pt idx="5271">
                  <c:v>0</c:v>
                </c:pt>
                <c:pt idx="5272">
                  <c:v>0</c:v>
                </c:pt>
                <c:pt idx="5273">
                  <c:v>0</c:v>
                </c:pt>
                <c:pt idx="5274">
                  <c:v>0</c:v>
                </c:pt>
                <c:pt idx="5275">
                  <c:v>0</c:v>
                </c:pt>
                <c:pt idx="5276">
                  <c:v>0</c:v>
                </c:pt>
                <c:pt idx="5277">
                  <c:v>0</c:v>
                </c:pt>
                <c:pt idx="5278">
                  <c:v>0</c:v>
                </c:pt>
                <c:pt idx="5279">
                  <c:v>0</c:v>
                </c:pt>
                <c:pt idx="5280">
                  <c:v>0</c:v>
                </c:pt>
                <c:pt idx="5281">
                  <c:v>0</c:v>
                </c:pt>
                <c:pt idx="5282">
                  <c:v>0</c:v>
                </c:pt>
                <c:pt idx="5283">
                  <c:v>0</c:v>
                </c:pt>
                <c:pt idx="5284">
                  <c:v>0</c:v>
                </c:pt>
                <c:pt idx="5285">
                  <c:v>0</c:v>
                </c:pt>
                <c:pt idx="5286">
                  <c:v>0</c:v>
                </c:pt>
                <c:pt idx="5287">
                  <c:v>0</c:v>
                </c:pt>
                <c:pt idx="5288">
                  <c:v>0</c:v>
                </c:pt>
                <c:pt idx="5289">
                  <c:v>0</c:v>
                </c:pt>
                <c:pt idx="5290">
                  <c:v>0</c:v>
                </c:pt>
                <c:pt idx="5291">
                  <c:v>0</c:v>
                </c:pt>
                <c:pt idx="5292">
                  <c:v>0</c:v>
                </c:pt>
                <c:pt idx="5293">
                  <c:v>0</c:v>
                </c:pt>
                <c:pt idx="5294">
                  <c:v>0</c:v>
                </c:pt>
                <c:pt idx="5295">
                  <c:v>0</c:v>
                </c:pt>
                <c:pt idx="5296">
                  <c:v>0</c:v>
                </c:pt>
                <c:pt idx="5297">
                  <c:v>0</c:v>
                </c:pt>
                <c:pt idx="5298">
                  <c:v>0</c:v>
                </c:pt>
                <c:pt idx="5299">
                  <c:v>0</c:v>
                </c:pt>
                <c:pt idx="5300">
                  <c:v>0</c:v>
                </c:pt>
                <c:pt idx="5301">
                  <c:v>0</c:v>
                </c:pt>
                <c:pt idx="5302">
                  <c:v>0</c:v>
                </c:pt>
                <c:pt idx="5303">
                  <c:v>0</c:v>
                </c:pt>
                <c:pt idx="5304">
                  <c:v>0</c:v>
                </c:pt>
                <c:pt idx="5305">
                  <c:v>0</c:v>
                </c:pt>
                <c:pt idx="5306">
                  <c:v>0</c:v>
                </c:pt>
                <c:pt idx="5307">
                  <c:v>0</c:v>
                </c:pt>
                <c:pt idx="5308">
                  <c:v>0</c:v>
                </c:pt>
                <c:pt idx="5309">
                  <c:v>0</c:v>
                </c:pt>
                <c:pt idx="5310">
                  <c:v>0</c:v>
                </c:pt>
                <c:pt idx="5311">
                  <c:v>0</c:v>
                </c:pt>
                <c:pt idx="5312">
                  <c:v>0</c:v>
                </c:pt>
                <c:pt idx="5313">
                  <c:v>0</c:v>
                </c:pt>
                <c:pt idx="5314">
                  <c:v>0</c:v>
                </c:pt>
                <c:pt idx="5315">
                  <c:v>0</c:v>
                </c:pt>
                <c:pt idx="5316">
                  <c:v>0</c:v>
                </c:pt>
                <c:pt idx="5317">
                  <c:v>0</c:v>
                </c:pt>
                <c:pt idx="5318">
                  <c:v>0</c:v>
                </c:pt>
                <c:pt idx="5319">
                  <c:v>0</c:v>
                </c:pt>
                <c:pt idx="5320">
                  <c:v>0</c:v>
                </c:pt>
                <c:pt idx="5321">
                  <c:v>0</c:v>
                </c:pt>
                <c:pt idx="5322">
                  <c:v>0</c:v>
                </c:pt>
                <c:pt idx="5323">
                  <c:v>0</c:v>
                </c:pt>
                <c:pt idx="5324">
                  <c:v>0</c:v>
                </c:pt>
                <c:pt idx="5325">
                  <c:v>0</c:v>
                </c:pt>
                <c:pt idx="5326">
                  <c:v>0</c:v>
                </c:pt>
                <c:pt idx="5327">
                  <c:v>0</c:v>
                </c:pt>
                <c:pt idx="5328">
                  <c:v>0</c:v>
                </c:pt>
                <c:pt idx="5329">
                  <c:v>0</c:v>
                </c:pt>
                <c:pt idx="5330">
                  <c:v>0</c:v>
                </c:pt>
                <c:pt idx="5331">
                  <c:v>0</c:v>
                </c:pt>
                <c:pt idx="5332">
                  <c:v>0</c:v>
                </c:pt>
                <c:pt idx="5333">
                  <c:v>0</c:v>
                </c:pt>
                <c:pt idx="5334">
                  <c:v>0</c:v>
                </c:pt>
                <c:pt idx="5335">
                  <c:v>0</c:v>
                </c:pt>
                <c:pt idx="5336">
                  <c:v>0</c:v>
                </c:pt>
                <c:pt idx="5337">
                  <c:v>0</c:v>
                </c:pt>
                <c:pt idx="5338">
                  <c:v>0</c:v>
                </c:pt>
                <c:pt idx="5339">
                  <c:v>0</c:v>
                </c:pt>
                <c:pt idx="5340">
                  <c:v>0</c:v>
                </c:pt>
                <c:pt idx="5341">
                  <c:v>0</c:v>
                </c:pt>
                <c:pt idx="5342">
                  <c:v>0</c:v>
                </c:pt>
                <c:pt idx="5343">
                  <c:v>0</c:v>
                </c:pt>
                <c:pt idx="5344">
                  <c:v>0</c:v>
                </c:pt>
                <c:pt idx="5345">
                  <c:v>0</c:v>
                </c:pt>
                <c:pt idx="5346">
                  <c:v>0</c:v>
                </c:pt>
                <c:pt idx="5347">
                  <c:v>0</c:v>
                </c:pt>
                <c:pt idx="5348">
                  <c:v>0</c:v>
                </c:pt>
                <c:pt idx="5349">
                  <c:v>0</c:v>
                </c:pt>
                <c:pt idx="5350">
                  <c:v>0</c:v>
                </c:pt>
                <c:pt idx="5351">
                  <c:v>0</c:v>
                </c:pt>
                <c:pt idx="5352">
                  <c:v>0</c:v>
                </c:pt>
                <c:pt idx="5353">
                  <c:v>0</c:v>
                </c:pt>
                <c:pt idx="5354">
                  <c:v>0</c:v>
                </c:pt>
                <c:pt idx="5355">
                  <c:v>0</c:v>
                </c:pt>
                <c:pt idx="5356">
                  <c:v>0</c:v>
                </c:pt>
                <c:pt idx="5357">
                  <c:v>0</c:v>
                </c:pt>
                <c:pt idx="5358">
                  <c:v>0</c:v>
                </c:pt>
                <c:pt idx="5359">
                  <c:v>0</c:v>
                </c:pt>
                <c:pt idx="5360">
                  <c:v>0</c:v>
                </c:pt>
                <c:pt idx="5361">
                  <c:v>0</c:v>
                </c:pt>
                <c:pt idx="5362">
                  <c:v>0</c:v>
                </c:pt>
                <c:pt idx="5363">
                  <c:v>0</c:v>
                </c:pt>
                <c:pt idx="5364">
                  <c:v>0</c:v>
                </c:pt>
                <c:pt idx="5365">
                  <c:v>0</c:v>
                </c:pt>
                <c:pt idx="5366">
                  <c:v>0</c:v>
                </c:pt>
                <c:pt idx="5367">
                  <c:v>0</c:v>
                </c:pt>
                <c:pt idx="5368">
                  <c:v>0</c:v>
                </c:pt>
                <c:pt idx="5369">
                  <c:v>0</c:v>
                </c:pt>
                <c:pt idx="5370">
                  <c:v>0</c:v>
                </c:pt>
                <c:pt idx="5371">
                  <c:v>0</c:v>
                </c:pt>
                <c:pt idx="5372">
                  <c:v>0</c:v>
                </c:pt>
                <c:pt idx="5373">
                  <c:v>0</c:v>
                </c:pt>
                <c:pt idx="5374">
                  <c:v>0</c:v>
                </c:pt>
                <c:pt idx="5375">
                  <c:v>0</c:v>
                </c:pt>
                <c:pt idx="5376">
                  <c:v>0</c:v>
                </c:pt>
                <c:pt idx="5377">
                  <c:v>0</c:v>
                </c:pt>
                <c:pt idx="5378">
                  <c:v>0</c:v>
                </c:pt>
                <c:pt idx="5379">
                  <c:v>0</c:v>
                </c:pt>
                <c:pt idx="5380">
                  <c:v>0</c:v>
                </c:pt>
                <c:pt idx="5381">
                  <c:v>0</c:v>
                </c:pt>
                <c:pt idx="5382">
                  <c:v>0</c:v>
                </c:pt>
                <c:pt idx="5383">
                  <c:v>0</c:v>
                </c:pt>
                <c:pt idx="5384">
                  <c:v>0</c:v>
                </c:pt>
                <c:pt idx="5385">
                  <c:v>0</c:v>
                </c:pt>
                <c:pt idx="5386">
                  <c:v>0</c:v>
                </c:pt>
                <c:pt idx="5387">
                  <c:v>0</c:v>
                </c:pt>
                <c:pt idx="5388">
                  <c:v>0</c:v>
                </c:pt>
                <c:pt idx="5389">
                  <c:v>0</c:v>
                </c:pt>
                <c:pt idx="5390">
                  <c:v>0</c:v>
                </c:pt>
                <c:pt idx="5391">
                  <c:v>0</c:v>
                </c:pt>
                <c:pt idx="5392">
                  <c:v>0</c:v>
                </c:pt>
                <c:pt idx="5393">
                  <c:v>0</c:v>
                </c:pt>
                <c:pt idx="5394">
                  <c:v>0</c:v>
                </c:pt>
                <c:pt idx="5395">
                  <c:v>0</c:v>
                </c:pt>
                <c:pt idx="5396">
                  <c:v>0</c:v>
                </c:pt>
                <c:pt idx="5397">
                  <c:v>0</c:v>
                </c:pt>
                <c:pt idx="5398">
                  <c:v>0</c:v>
                </c:pt>
                <c:pt idx="5399">
                  <c:v>0</c:v>
                </c:pt>
                <c:pt idx="5400">
                  <c:v>0</c:v>
                </c:pt>
                <c:pt idx="5401">
                  <c:v>0</c:v>
                </c:pt>
                <c:pt idx="5402">
                  <c:v>0</c:v>
                </c:pt>
                <c:pt idx="5403">
                  <c:v>0</c:v>
                </c:pt>
                <c:pt idx="5404">
                  <c:v>0</c:v>
                </c:pt>
                <c:pt idx="5405">
                  <c:v>0</c:v>
                </c:pt>
                <c:pt idx="5406">
                  <c:v>0</c:v>
                </c:pt>
                <c:pt idx="5407">
                  <c:v>0</c:v>
                </c:pt>
                <c:pt idx="5408">
                  <c:v>0</c:v>
                </c:pt>
                <c:pt idx="5409">
                  <c:v>0</c:v>
                </c:pt>
                <c:pt idx="5410">
                  <c:v>0</c:v>
                </c:pt>
                <c:pt idx="5411">
                  <c:v>0</c:v>
                </c:pt>
                <c:pt idx="5412">
                  <c:v>0</c:v>
                </c:pt>
                <c:pt idx="5413">
                  <c:v>0</c:v>
                </c:pt>
                <c:pt idx="5414">
                  <c:v>0</c:v>
                </c:pt>
                <c:pt idx="5415">
                  <c:v>0</c:v>
                </c:pt>
                <c:pt idx="5416">
                  <c:v>0</c:v>
                </c:pt>
                <c:pt idx="5417">
                  <c:v>0</c:v>
                </c:pt>
                <c:pt idx="5418">
                  <c:v>0</c:v>
                </c:pt>
                <c:pt idx="5419">
                  <c:v>0</c:v>
                </c:pt>
                <c:pt idx="5420">
                  <c:v>0</c:v>
                </c:pt>
                <c:pt idx="5421">
                  <c:v>0</c:v>
                </c:pt>
                <c:pt idx="5422">
                  <c:v>0</c:v>
                </c:pt>
                <c:pt idx="5423">
                  <c:v>0</c:v>
                </c:pt>
                <c:pt idx="5424">
                  <c:v>0</c:v>
                </c:pt>
                <c:pt idx="5425">
                  <c:v>0</c:v>
                </c:pt>
                <c:pt idx="5426">
                  <c:v>0</c:v>
                </c:pt>
                <c:pt idx="5427">
                  <c:v>0</c:v>
                </c:pt>
                <c:pt idx="5428">
                  <c:v>0</c:v>
                </c:pt>
                <c:pt idx="5429">
                  <c:v>0</c:v>
                </c:pt>
                <c:pt idx="5430">
                  <c:v>0</c:v>
                </c:pt>
                <c:pt idx="5431">
                  <c:v>0</c:v>
                </c:pt>
                <c:pt idx="5432">
                  <c:v>0</c:v>
                </c:pt>
                <c:pt idx="5433">
                  <c:v>0</c:v>
                </c:pt>
                <c:pt idx="5434">
                  <c:v>0</c:v>
                </c:pt>
                <c:pt idx="5435">
                  <c:v>0</c:v>
                </c:pt>
                <c:pt idx="5436">
                  <c:v>0</c:v>
                </c:pt>
                <c:pt idx="5437">
                  <c:v>0</c:v>
                </c:pt>
                <c:pt idx="5438">
                  <c:v>0</c:v>
                </c:pt>
                <c:pt idx="5439">
                  <c:v>0</c:v>
                </c:pt>
                <c:pt idx="5440">
                  <c:v>0</c:v>
                </c:pt>
                <c:pt idx="5441">
                  <c:v>0</c:v>
                </c:pt>
                <c:pt idx="5442">
                  <c:v>0</c:v>
                </c:pt>
                <c:pt idx="5443">
                  <c:v>0</c:v>
                </c:pt>
                <c:pt idx="5444">
                  <c:v>0</c:v>
                </c:pt>
                <c:pt idx="5445">
                  <c:v>0</c:v>
                </c:pt>
                <c:pt idx="5446">
                  <c:v>0</c:v>
                </c:pt>
                <c:pt idx="5447">
                  <c:v>0</c:v>
                </c:pt>
                <c:pt idx="5448">
                  <c:v>0</c:v>
                </c:pt>
                <c:pt idx="5449">
                  <c:v>0</c:v>
                </c:pt>
                <c:pt idx="5450">
                  <c:v>0</c:v>
                </c:pt>
                <c:pt idx="5451">
                  <c:v>0</c:v>
                </c:pt>
                <c:pt idx="5452">
                  <c:v>0</c:v>
                </c:pt>
                <c:pt idx="5453">
                  <c:v>0</c:v>
                </c:pt>
                <c:pt idx="5454">
                  <c:v>0</c:v>
                </c:pt>
                <c:pt idx="5455">
                  <c:v>0</c:v>
                </c:pt>
                <c:pt idx="5456">
                  <c:v>0</c:v>
                </c:pt>
                <c:pt idx="5457">
                  <c:v>0</c:v>
                </c:pt>
                <c:pt idx="5458">
                  <c:v>0</c:v>
                </c:pt>
                <c:pt idx="5459">
                  <c:v>0</c:v>
                </c:pt>
                <c:pt idx="5460">
                  <c:v>0</c:v>
                </c:pt>
                <c:pt idx="5461">
                  <c:v>0</c:v>
                </c:pt>
                <c:pt idx="5462">
                  <c:v>0</c:v>
                </c:pt>
                <c:pt idx="5463">
                  <c:v>0</c:v>
                </c:pt>
                <c:pt idx="5464">
                  <c:v>0</c:v>
                </c:pt>
                <c:pt idx="5465">
                  <c:v>0</c:v>
                </c:pt>
                <c:pt idx="5466">
                  <c:v>0</c:v>
                </c:pt>
                <c:pt idx="5467">
                  <c:v>0</c:v>
                </c:pt>
                <c:pt idx="5468">
                  <c:v>0</c:v>
                </c:pt>
                <c:pt idx="5469">
                  <c:v>0</c:v>
                </c:pt>
                <c:pt idx="5470">
                  <c:v>0</c:v>
                </c:pt>
                <c:pt idx="5471">
                  <c:v>0</c:v>
                </c:pt>
                <c:pt idx="5472">
                  <c:v>0</c:v>
                </c:pt>
                <c:pt idx="5473">
                  <c:v>0</c:v>
                </c:pt>
                <c:pt idx="5474">
                  <c:v>0</c:v>
                </c:pt>
                <c:pt idx="5475">
                  <c:v>0</c:v>
                </c:pt>
                <c:pt idx="5476">
                  <c:v>0</c:v>
                </c:pt>
                <c:pt idx="5477">
                  <c:v>0</c:v>
                </c:pt>
                <c:pt idx="5478">
                  <c:v>0</c:v>
                </c:pt>
                <c:pt idx="5479">
                  <c:v>0</c:v>
                </c:pt>
                <c:pt idx="5480">
                  <c:v>0</c:v>
                </c:pt>
                <c:pt idx="5481">
                  <c:v>0</c:v>
                </c:pt>
                <c:pt idx="5482">
                  <c:v>0</c:v>
                </c:pt>
                <c:pt idx="5483">
                  <c:v>0</c:v>
                </c:pt>
                <c:pt idx="5484">
                  <c:v>0</c:v>
                </c:pt>
                <c:pt idx="5485">
                  <c:v>0</c:v>
                </c:pt>
                <c:pt idx="5486">
                  <c:v>0</c:v>
                </c:pt>
                <c:pt idx="5487">
                  <c:v>0</c:v>
                </c:pt>
                <c:pt idx="5488">
                  <c:v>0</c:v>
                </c:pt>
                <c:pt idx="5489">
                  <c:v>0</c:v>
                </c:pt>
                <c:pt idx="5490">
                  <c:v>0</c:v>
                </c:pt>
                <c:pt idx="5491">
                  <c:v>0</c:v>
                </c:pt>
                <c:pt idx="5492">
                  <c:v>0</c:v>
                </c:pt>
                <c:pt idx="5493">
                  <c:v>0</c:v>
                </c:pt>
                <c:pt idx="5494">
                  <c:v>0</c:v>
                </c:pt>
                <c:pt idx="5495">
                  <c:v>0</c:v>
                </c:pt>
                <c:pt idx="5496">
                  <c:v>0</c:v>
                </c:pt>
                <c:pt idx="5497">
                  <c:v>0</c:v>
                </c:pt>
                <c:pt idx="5498">
                  <c:v>0</c:v>
                </c:pt>
                <c:pt idx="5499">
                  <c:v>0</c:v>
                </c:pt>
                <c:pt idx="5500">
                  <c:v>0</c:v>
                </c:pt>
                <c:pt idx="5501">
                  <c:v>0</c:v>
                </c:pt>
                <c:pt idx="5502">
                  <c:v>0</c:v>
                </c:pt>
                <c:pt idx="5503">
                  <c:v>0</c:v>
                </c:pt>
                <c:pt idx="5504">
                  <c:v>0</c:v>
                </c:pt>
                <c:pt idx="5505">
                  <c:v>0</c:v>
                </c:pt>
                <c:pt idx="5506">
                  <c:v>0</c:v>
                </c:pt>
                <c:pt idx="5507">
                  <c:v>0</c:v>
                </c:pt>
                <c:pt idx="5508">
                  <c:v>0</c:v>
                </c:pt>
                <c:pt idx="5509">
                  <c:v>0</c:v>
                </c:pt>
                <c:pt idx="5510">
                  <c:v>0</c:v>
                </c:pt>
                <c:pt idx="5511">
                  <c:v>0</c:v>
                </c:pt>
                <c:pt idx="5512">
                  <c:v>0</c:v>
                </c:pt>
                <c:pt idx="5513">
                  <c:v>0</c:v>
                </c:pt>
                <c:pt idx="5514">
                  <c:v>0</c:v>
                </c:pt>
                <c:pt idx="5515">
                  <c:v>0</c:v>
                </c:pt>
                <c:pt idx="5516">
                  <c:v>0</c:v>
                </c:pt>
                <c:pt idx="5517">
                  <c:v>0</c:v>
                </c:pt>
                <c:pt idx="5518">
                  <c:v>0</c:v>
                </c:pt>
                <c:pt idx="5519">
                  <c:v>0</c:v>
                </c:pt>
                <c:pt idx="5520">
                  <c:v>0</c:v>
                </c:pt>
                <c:pt idx="5521">
                  <c:v>0</c:v>
                </c:pt>
                <c:pt idx="5522">
                  <c:v>0</c:v>
                </c:pt>
                <c:pt idx="5523">
                  <c:v>0</c:v>
                </c:pt>
                <c:pt idx="5524">
                  <c:v>0</c:v>
                </c:pt>
                <c:pt idx="5525">
                  <c:v>0</c:v>
                </c:pt>
                <c:pt idx="5526">
                  <c:v>0</c:v>
                </c:pt>
                <c:pt idx="5527">
                  <c:v>0</c:v>
                </c:pt>
                <c:pt idx="5528">
                  <c:v>0</c:v>
                </c:pt>
                <c:pt idx="5529">
                  <c:v>0</c:v>
                </c:pt>
                <c:pt idx="5530">
                  <c:v>0</c:v>
                </c:pt>
                <c:pt idx="5531">
                  <c:v>0</c:v>
                </c:pt>
                <c:pt idx="5532">
                  <c:v>0</c:v>
                </c:pt>
                <c:pt idx="5533">
                  <c:v>0</c:v>
                </c:pt>
                <c:pt idx="5534">
                  <c:v>0</c:v>
                </c:pt>
                <c:pt idx="5535">
                  <c:v>0</c:v>
                </c:pt>
                <c:pt idx="5536">
                  <c:v>0</c:v>
                </c:pt>
                <c:pt idx="5537">
                  <c:v>0</c:v>
                </c:pt>
                <c:pt idx="5538">
                  <c:v>0</c:v>
                </c:pt>
                <c:pt idx="5539">
                  <c:v>0</c:v>
                </c:pt>
                <c:pt idx="5540">
                  <c:v>0</c:v>
                </c:pt>
                <c:pt idx="5541">
                  <c:v>0</c:v>
                </c:pt>
                <c:pt idx="5542">
                  <c:v>0</c:v>
                </c:pt>
                <c:pt idx="5543">
                  <c:v>0</c:v>
                </c:pt>
                <c:pt idx="5544">
                  <c:v>0</c:v>
                </c:pt>
                <c:pt idx="5545">
                  <c:v>0</c:v>
                </c:pt>
                <c:pt idx="5546">
                  <c:v>0</c:v>
                </c:pt>
                <c:pt idx="5547">
                  <c:v>0</c:v>
                </c:pt>
                <c:pt idx="5548">
                  <c:v>0</c:v>
                </c:pt>
                <c:pt idx="5549">
                  <c:v>0</c:v>
                </c:pt>
                <c:pt idx="5550">
                  <c:v>0</c:v>
                </c:pt>
                <c:pt idx="5551">
                  <c:v>0</c:v>
                </c:pt>
                <c:pt idx="5552">
                  <c:v>0</c:v>
                </c:pt>
                <c:pt idx="5553">
                  <c:v>0</c:v>
                </c:pt>
                <c:pt idx="5554">
                  <c:v>0</c:v>
                </c:pt>
                <c:pt idx="5555">
                  <c:v>0</c:v>
                </c:pt>
                <c:pt idx="5556">
                  <c:v>0</c:v>
                </c:pt>
                <c:pt idx="5557">
                  <c:v>0</c:v>
                </c:pt>
                <c:pt idx="5558">
                  <c:v>0</c:v>
                </c:pt>
                <c:pt idx="5559">
                  <c:v>0</c:v>
                </c:pt>
                <c:pt idx="5560">
                  <c:v>0</c:v>
                </c:pt>
                <c:pt idx="5561">
                  <c:v>0</c:v>
                </c:pt>
                <c:pt idx="5562">
                  <c:v>0</c:v>
                </c:pt>
                <c:pt idx="5563">
                  <c:v>0</c:v>
                </c:pt>
                <c:pt idx="5564">
                  <c:v>0</c:v>
                </c:pt>
                <c:pt idx="5565">
                  <c:v>0</c:v>
                </c:pt>
                <c:pt idx="5566">
                  <c:v>0</c:v>
                </c:pt>
                <c:pt idx="5567">
                  <c:v>0</c:v>
                </c:pt>
                <c:pt idx="5568">
                  <c:v>0</c:v>
                </c:pt>
                <c:pt idx="5569">
                  <c:v>0</c:v>
                </c:pt>
                <c:pt idx="5570">
                  <c:v>0</c:v>
                </c:pt>
                <c:pt idx="5571">
                  <c:v>0</c:v>
                </c:pt>
                <c:pt idx="5572">
                  <c:v>0</c:v>
                </c:pt>
                <c:pt idx="5573">
                  <c:v>0</c:v>
                </c:pt>
                <c:pt idx="5574">
                  <c:v>0</c:v>
                </c:pt>
                <c:pt idx="5575">
                  <c:v>0</c:v>
                </c:pt>
                <c:pt idx="5576">
                  <c:v>0</c:v>
                </c:pt>
                <c:pt idx="5577">
                  <c:v>0</c:v>
                </c:pt>
                <c:pt idx="5578">
                  <c:v>0</c:v>
                </c:pt>
                <c:pt idx="5579">
                  <c:v>0</c:v>
                </c:pt>
                <c:pt idx="5580">
                  <c:v>0</c:v>
                </c:pt>
                <c:pt idx="5581">
                  <c:v>0</c:v>
                </c:pt>
                <c:pt idx="5582">
                  <c:v>0</c:v>
                </c:pt>
                <c:pt idx="5583">
                  <c:v>0</c:v>
                </c:pt>
                <c:pt idx="5584">
                  <c:v>0</c:v>
                </c:pt>
                <c:pt idx="5585">
                  <c:v>0</c:v>
                </c:pt>
                <c:pt idx="5586">
                  <c:v>0</c:v>
                </c:pt>
                <c:pt idx="5587">
                  <c:v>0</c:v>
                </c:pt>
                <c:pt idx="5588">
                  <c:v>0</c:v>
                </c:pt>
                <c:pt idx="5589">
                  <c:v>0</c:v>
                </c:pt>
                <c:pt idx="5590">
                  <c:v>0</c:v>
                </c:pt>
                <c:pt idx="5591">
                  <c:v>0</c:v>
                </c:pt>
                <c:pt idx="5592">
                  <c:v>0</c:v>
                </c:pt>
                <c:pt idx="5593">
                  <c:v>0</c:v>
                </c:pt>
                <c:pt idx="5594">
                  <c:v>0</c:v>
                </c:pt>
                <c:pt idx="5595">
                  <c:v>0</c:v>
                </c:pt>
                <c:pt idx="5596">
                  <c:v>0</c:v>
                </c:pt>
                <c:pt idx="5597">
                  <c:v>0</c:v>
                </c:pt>
                <c:pt idx="5598">
                  <c:v>0</c:v>
                </c:pt>
                <c:pt idx="5599">
                  <c:v>0</c:v>
                </c:pt>
                <c:pt idx="5600">
                  <c:v>0</c:v>
                </c:pt>
                <c:pt idx="5601">
                  <c:v>0</c:v>
                </c:pt>
                <c:pt idx="5602">
                  <c:v>0</c:v>
                </c:pt>
                <c:pt idx="5603">
                  <c:v>0</c:v>
                </c:pt>
                <c:pt idx="5604">
                  <c:v>0</c:v>
                </c:pt>
                <c:pt idx="5605">
                  <c:v>0</c:v>
                </c:pt>
                <c:pt idx="5606">
                  <c:v>0</c:v>
                </c:pt>
                <c:pt idx="5607">
                  <c:v>0</c:v>
                </c:pt>
                <c:pt idx="5608">
                  <c:v>0</c:v>
                </c:pt>
                <c:pt idx="5609">
                  <c:v>0</c:v>
                </c:pt>
                <c:pt idx="5610">
                  <c:v>0</c:v>
                </c:pt>
                <c:pt idx="5611">
                  <c:v>0</c:v>
                </c:pt>
                <c:pt idx="5612">
                  <c:v>0</c:v>
                </c:pt>
                <c:pt idx="5613">
                  <c:v>0</c:v>
                </c:pt>
                <c:pt idx="5614">
                  <c:v>0</c:v>
                </c:pt>
                <c:pt idx="5615">
                  <c:v>0</c:v>
                </c:pt>
                <c:pt idx="5616">
                  <c:v>0</c:v>
                </c:pt>
                <c:pt idx="5617">
                  <c:v>0</c:v>
                </c:pt>
                <c:pt idx="5618">
                  <c:v>0</c:v>
                </c:pt>
                <c:pt idx="5619">
                  <c:v>0</c:v>
                </c:pt>
                <c:pt idx="5620">
                  <c:v>0</c:v>
                </c:pt>
                <c:pt idx="5621">
                  <c:v>0</c:v>
                </c:pt>
                <c:pt idx="5622">
                  <c:v>0</c:v>
                </c:pt>
                <c:pt idx="5623">
                  <c:v>0</c:v>
                </c:pt>
                <c:pt idx="5624">
                  <c:v>0</c:v>
                </c:pt>
                <c:pt idx="5625">
                  <c:v>0</c:v>
                </c:pt>
                <c:pt idx="5626">
                  <c:v>0</c:v>
                </c:pt>
                <c:pt idx="5627">
                  <c:v>0</c:v>
                </c:pt>
                <c:pt idx="5628">
                  <c:v>0</c:v>
                </c:pt>
                <c:pt idx="5629">
                  <c:v>0</c:v>
                </c:pt>
                <c:pt idx="5630">
                  <c:v>0</c:v>
                </c:pt>
                <c:pt idx="5631">
                  <c:v>0</c:v>
                </c:pt>
                <c:pt idx="5632">
                  <c:v>0</c:v>
                </c:pt>
                <c:pt idx="5633">
                  <c:v>0</c:v>
                </c:pt>
                <c:pt idx="5634">
                  <c:v>0</c:v>
                </c:pt>
                <c:pt idx="5635">
                  <c:v>0</c:v>
                </c:pt>
                <c:pt idx="5636">
                  <c:v>0</c:v>
                </c:pt>
                <c:pt idx="5637">
                  <c:v>0</c:v>
                </c:pt>
                <c:pt idx="5638">
                  <c:v>0</c:v>
                </c:pt>
                <c:pt idx="5639">
                  <c:v>0</c:v>
                </c:pt>
                <c:pt idx="5640">
                  <c:v>0</c:v>
                </c:pt>
                <c:pt idx="5641">
                  <c:v>0</c:v>
                </c:pt>
                <c:pt idx="5642">
                  <c:v>0</c:v>
                </c:pt>
                <c:pt idx="5643">
                  <c:v>0</c:v>
                </c:pt>
                <c:pt idx="5644">
                  <c:v>0</c:v>
                </c:pt>
                <c:pt idx="5645">
                  <c:v>0</c:v>
                </c:pt>
                <c:pt idx="5646">
                  <c:v>0</c:v>
                </c:pt>
                <c:pt idx="5647">
                  <c:v>0</c:v>
                </c:pt>
                <c:pt idx="5648">
                  <c:v>0</c:v>
                </c:pt>
                <c:pt idx="5649">
                  <c:v>0</c:v>
                </c:pt>
                <c:pt idx="5650">
                  <c:v>0</c:v>
                </c:pt>
                <c:pt idx="5651">
                  <c:v>0</c:v>
                </c:pt>
                <c:pt idx="5652">
                  <c:v>0</c:v>
                </c:pt>
                <c:pt idx="5653">
                  <c:v>0</c:v>
                </c:pt>
                <c:pt idx="5654">
                  <c:v>0</c:v>
                </c:pt>
                <c:pt idx="5655">
                  <c:v>0</c:v>
                </c:pt>
                <c:pt idx="5656">
                  <c:v>0</c:v>
                </c:pt>
                <c:pt idx="5657">
                  <c:v>0</c:v>
                </c:pt>
                <c:pt idx="5658">
                  <c:v>0</c:v>
                </c:pt>
                <c:pt idx="5659">
                  <c:v>0</c:v>
                </c:pt>
                <c:pt idx="5660">
                  <c:v>0</c:v>
                </c:pt>
                <c:pt idx="5661">
                  <c:v>0</c:v>
                </c:pt>
                <c:pt idx="5662">
                  <c:v>0</c:v>
                </c:pt>
                <c:pt idx="5663">
                  <c:v>0</c:v>
                </c:pt>
                <c:pt idx="5664">
                  <c:v>0</c:v>
                </c:pt>
                <c:pt idx="5665">
                  <c:v>0</c:v>
                </c:pt>
                <c:pt idx="5666">
                  <c:v>0</c:v>
                </c:pt>
                <c:pt idx="5667">
                  <c:v>0</c:v>
                </c:pt>
                <c:pt idx="5668">
                  <c:v>0</c:v>
                </c:pt>
                <c:pt idx="5669">
                  <c:v>0</c:v>
                </c:pt>
                <c:pt idx="5670">
                  <c:v>0</c:v>
                </c:pt>
                <c:pt idx="5671">
                  <c:v>0</c:v>
                </c:pt>
                <c:pt idx="5672">
                  <c:v>0</c:v>
                </c:pt>
                <c:pt idx="5673">
                  <c:v>0</c:v>
                </c:pt>
                <c:pt idx="5674">
                  <c:v>0</c:v>
                </c:pt>
                <c:pt idx="5675">
                  <c:v>0</c:v>
                </c:pt>
                <c:pt idx="5676">
                  <c:v>0</c:v>
                </c:pt>
                <c:pt idx="5677">
                  <c:v>0</c:v>
                </c:pt>
                <c:pt idx="5678">
                  <c:v>0</c:v>
                </c:pt>
                <c:pt idx="5679">
                  <c:v>0</c:v>
                </c:pt>
                <c:pt idx="5680">
                  <c:v>0</c:v>
                </c:pt>
                <c:pt idx="5681">
                  <c:v>0</c:v>
                </c:pt>
                <c:pt idx="5682">
                  <c:v>0</c:v>
                </c:pt>
                <c:pt idx="5683">
                  <c:v>0</c:v>
                </c:pt>
                <c:pt idx="5684">
                  <c:v>0</c:v>
                </c:pt>
                <c:pt idx="5685">
                  <c:v>0</c:v>
                </c:pt>
                <c:pt idx="5686">
                  <c:v>0</c:v>
                </c:pt>
                <c:pt idx="5687">
                  <c:v>0</c:v>
                </c:pt>
                <c:pt idx="5688">
                  <c:v>0</c:v>
                </c:pt>
                <c:pt idx="5689">
                  <c:v>0</c:v>
                </c:pt>
                <c:pt idx="5690">
                  <c:v>0</c:v>
                </c:pt>
                <c:pt idx="5691">
                  <c:v>0</c:v>
                </c:pt>
                <c:pt idx="5692">
                  <c:v>0</c:v>
                </c:pt>
                <c:pt idx="5693">
                  <c:v>0</c:v>
                </c:pt>
                <c:pt idx="5694">
                  <c:v>0</c:v>
                </c:pt>
                <c:pt idx="5695">
                  <c:v>0</c:v>
                </c:pt>
                <c:pt idx="5696">
                  <c:v>0</c:v>
                </c:pt>
                <c:pt idx="5697">
                  <c:v>0</c:v>
                </c:pt>
                <c:pt idx="5698">
                  <c:v>0</c:v>
                </c:pt>
                <c:pt idx="5699">
                  <c:v>0</c:v>
                </c:pt>
                <c:pt idx="5700">
                  <c:v>0</c:v>
                </c:pt>
                <c:pt idx="5701">
                  <c:v>0</c:v>
                </c:pt>
                <c:pt idx="5702">
                  <c:v>0</c:v>
                </c:pt>
                <c:pt idx="5703">
                  <c:v>0</c:v>
                </c:pt>
                <c:pt idx="5704">
                  <c:v>0</c:v>
                </c:pt>
                <c:pt idx="5705">
                  <c:v>0</c:v>
                </c:pt>
                <c:pt idx="5706">
                  <c:v>0</c:v>
                </c:pt>
                <c:pt idx="5707">
                  <c:v>0</c:v>
                </c:pt>
                <c:pt idx="5708">
                  <c:v>0</c:v>
                </c:pt>
                <c:pt idx="5709">
                  <c:v>0</c:v>
                </c:pt>
                <c:pt idx="5710">
                  <c:v>0</c:v>
                </c:pt>
                <c:pt idx="5711">
                  <c:v>0</c:v>
                </c:pt>
                <c:pt idx="5712">
                  <c:v>0</c:v>
                </c:pt>
                <c:pt idx="5713">
                  <c:v>0</c:v>
                </c:pt>
                <c:pt idx="5714">
                  <c:v>0</c:v>
                </c:pt>
                <c:pt idx="5715">
                  <c:v>0</c:v>
                </c:pt>
                <c:pt idx="5716">
                  <c:v>0</c:v>
                </c:pt>
                <c:pt idx="5717">
                  <c:v>0</c:v>
                </c:pt>
                <c:pt idx="5718">
                  <c:v>0</c:v>
                </c:pt>
                <c:pt idx="5719">
                  <c:v>0</c:v>
                </c:pt>
                <c:pt idx="5720">
                  <c:v>0</c:v>
                </c:pt>
                <c:pt idx="5721">
                  <c:v>0</c:v>
                </c:pt>
                <c:pt idx="5722">
                  <c:v>0</c:v>
                </c:pt>
                <c:pt idx="5723">
                  <c:v>0</c:v>
                </c:pt>
                <c:pt idx="5724">
                  <c:v>0</c:v>
                </c:pt>
                <c:pt idx="5725">
                  <c:v>0</c:v>
                </c:pt>
                <c:pt idx="5726">
                  <c:v>0</c:v>
                </c:pt>
                <c:pt idx="5727">
                  <c:v>0</c:v>
                </c:pt>
                <c:pt idx="5728">
                  <c:v>0</c:v>
                </c:pt>
                <c:pt idx="5729">
                  <c:v>0</c:v>
                </c:pt>
                <c:pt idx="5730">
                  <c:v>0</c:v>
                </c:pt>
                <c:pt idx="5731">
                  <c:v>0</c:v>
                </c:pt>
                <c:pt idx="5732">
                  <c:v>0</c:v>
                </c:pt>
                <c:pt idx="5733">
                  <c:v>0</c:v>
                </c:pt>
                <c:pt idx="5734">
                  <c:v>0</c:v>
                </c:pt>
                <c:pt idx="5735">
                  <c:v>0</c:v>
                </c:pt>
                <c:pt idx="5736">
                  <c:v>0</c:v>
                </c:pt>
                <c:pt idx="5737">
                  <c:v>0</c:v>
                </c:pt>
                <c:pt idx="5738">
                  <c:v>0</c:v>
                </c:pt>
                <c:pt idx="5739">
                  <c:v>0</c:v>
                </c:pt>
                <c:pt idx="5740">
                  <c:v>0</c:v>
                </c:pt>
                <c:pt idx="5741">
                  <c:v>0</c:v>
                </c:pt>
                <c:pt idx="5742">
                  <c:v>0</c:v>
                </c:pt>
                <c:pt idx="5743">
                  <c:v>0</c:v>
                </c:pt>
                <c:pt idx="5744">
                  <c:v>0</c:v>
                </c:pt>
                <c:pt idx="5745">
                  <c:v>0</c:v>
                </c:pt>
                <c:pt idx="5746">
                  <c:v>0</c:v>
                </c:pt>
                <c:pt idx="5747">
                  <c:v>0</c:v>
                </c:pt>
                <c:pt idx="5748">
                  <c:v>0</c:v>
                </c:pt>
                <c:pt idx="5749">
                  <c:v>0</c:v>
                </c:pt>
                <c:pt idx="5750">
                  <c:v>0</c:v>
                </c:pt>
                <c:pt idx="5751">
                  <c:v>0</c:v>
                </c:pt>
                <c:pt idx="5752">
                  <c:v>0</c:v>
                </c:pt>
                <c:pt idx="5753">
                  <c:v>0</c:v>
                </c:pt>
                <c:pt idx="5754">
                  <c:v>0</c:v>
                </c:pt>
                <c:pt idx="5755">
                  <c:v>0</c:v>
                </c:pt>
                <c:pt idx="5756">
                  <c:v>0</c:v>
                </c:pt>
                <c:pt idx="5757">
                  <c:v>0</c:v>
                </c:pt>
                <c:pt idx="5758">
                  <c:v>0</c:v>
                </c:pt>
                <c:pt idx="5759">
                  <c:v>0</c:v>
                </c:pt>
                <c:pt idx="5760">
                  <c:v>0</c:v>
                </c:pt>
                <c:pt idx="5761">
                  <c:v>0</c:v>
                </c:pt>
                <c:pt idx="5762">
                  <c:v>0</c:v>
                </c:pt>
                <c:pt idx="5763">
                  <c:v>0</c:v>
                </c:pt>
                <c:pt idx="5764">
                  <c:v>0</c:v>
                </c:pt>
                <c:pt idx="5765">
                  <c:v>0</c:v>
                </c:pt>
                <c:pt idx="5766">
                  <c:v>0</c:v>
                </c:pt>
                <c:pt idx="5767">
                  <c:v>0</c:v>
                </c:pt>
                <c:pt idx="5768">
                  <c:v>0</c:v>
                </c:pt>
                <c:pt idx="5769">
                  <c:v>0</c:v>
                </c:pt>
                <c:pt idx="5770">
                  <c:v>0</c:v>
                </c:pt>
                <c:pt idx="5771">
                  <c:v>0</c:v>
                </c:pt>
                <c:pt idx="5772">
                  <c:v>0</c:v>
                </c:pt>
                <c:pt idx="5773">
                  <c:v>0</c:v>
                </c:pt>
                <c:pt idx="5774">
                  <c:v>0</c:v>
                </c:pt>
                <c:pt idx="5775">
                  <c:v>0</c:v>
                </c:pt>
                <c:pt idx="5776">
                  <c:v>0</c:v>
                </c:pt>
                <c:pt idx="5777">
                  <c:v>0</c:v>
                </c:pt>
                <c:pt idx="5778">
                  <c:v>0</c:v>
                </c:pt>
                <c:pt idx="5779">
                  <c:v>0</c:v>
                </c:pt>
                <c:pt idx="5780">
                  <c:v>0</c:v>
                </c:pt>
                <c:pt idx="5781">
                  <c:v>0</c:v>
                </c:pt>
                <c:pt idx="5782">
                  <c:v>0</c:v>
                </c:pt>
                <c:pt idx="5783">
                  <c:v>0</c:v>
                </c:pt>
                <c:pt idx="5784">
                  <c:v>0</c:v>
                </c:pt>
                <c:pt idx="5785">
                  <c:v>0</c:v>
                </c:pt>
                <c:pt idx="5786">
                  <c:v>0</c:v>
                </c:pt>
                <c:pt idx="5787">
                  <c:v>0</c:v>
                </c:pt>
                <c:pt idx="5788">
                  <c:v>0</c:v>
                </c:pt>
                <c:pt idx="5789">
                  <c:v>0</c:v>
                </c:pt>
                <c:pt idx="5790">
                  <c:v>0</c:v>
                </c:pt>
                <c:pt idx="5791">
                  <c:v>0</c:v>
                </c:pt>
                <c:pt idx="5792">
                  <c:v>0</c:v>
                </c:pt>
                <c:pt idx="5793">
                  <c:v>0</c:v>
                </c:pt>
                <c:pt idx="5794">
                  <c:v>0</c:v>
                </c:pt>
                <c:pt idx="5795">
                  <c:v>0</c:v>
                </c:pt>
                <c:pt idx="5796">
                  <c:v>0</c:v>
                </c:pt>
                <c:pt idx="5797">
                  <c:v>0</c:v>
                </c:pt>
                <c:pt idx="5798">
                  <c:v>0</c:v>
                </c:pt>
                <c:pt idx="5799">
                  <c:v>0</c:v>
                </c:pt>
                <c:pt idx="5800">
                  <c:v>0</c:v>
                </c:pt>
                <c:pt idx="5801">
                  <c:v>0</c:v>
                </c:pt>
                <c:pt idx="5802">
                  <c:v>0</c:v>
                </c:pt>
                <c:pt idx="5803">
                  <c:v>0</c:v>
                </c:pt>
                <c:pt idx="5804">
                  <c:v>0</c:v>
                </c:pt>
                <c:pt idx="5805">
                  <c:v>0</c:v>
                </c:pt>
                <c:pt idx="5806">
                  <c:v>0</c:v>
                </c:pt>
                <c:pt idx="5807">
                  <c:v>0</c:v>
                </c:pt>
                <c:pt idx="5808">
                  <c:v>0</c:v>
                </c:pt>
                <c:pt idx="5809">
                  <c:v>0</c:v>
                </c:pt>
                <c:pt idx="5810">
                  <c:v>0</c:v>
                </c:pt>
                <c:pt idx="5811">
                  <c:v>0</c:v>
                </c:pt>
                <c:pt idx="5812">
                  <c:v>0</c:v>
                </c:pt>
                <c:pt idx="5813">
                  <c:v>0</c:v>
                </c:pt>
                <c:pt idx="5814">
                  <c:v>0</c:v>
                </c:pt>
                <c:pt idx="5815">
                  <c:v>0</c:v>
                </c:pt>
                <c:pt idx="5816">
                  <c:v>0</c:v>
                </c:pt>
                <c:pt idx="5817">
                  <c:v>0</c:v>
                </c:pt>
                <c:pt idx="5818">
                  <c:v>0</c:v>
                </c:pt>
                <c:pt idx="5819">
                  <c:v>0</c:v>
                </c:pt>
                <c:pt idx="5820">
                  <c:v>0</c:v>
                </c:pt>
                <c:pt idx="5821">
                  <c:v>0</c:v>
                </c:pt>
                <c:pt idx="5822">
                  <c:v>0</c:v>
                </c:pt>
                <c:pt idx="5823">
                  <c:v>0</c:v>
                </c:pt>
                <c:pt idx="5824">
                  <c:v>0</c:v>
                </c:pt>
                <c:pt idx="5825">
                  <c:v>0</c:v>
                </c:pt>
                <c:pt idx="5826">
                  <c:v>0</c:v>
                </c:pt>
                <c:pt idx="5827">
                  <c:v>0</c:v>
                </c:pt>
                <c:pt idx="5828">
                  <c:v>0</c:v>
                </c:pt>
                <c:pt idx="5829">
                  <c:v>0</c:v>
                </c:pt>
                <c:pt idx="5830">
                  <c:v>0</c:v>
                </c:pt>
                <c:pt idx="5831">
                  <c:v>0</c:v>
                </c:pt>
                <c:pt idx="5832">
                  <c:v>0</c:v>
                </c:pt>
                <c:pt idx="5833">
                  <c:v>0</c:v>
                </c:pt>
                <c:pt idx="5834">
                  <c:v>0</c:v>
                </c:pt>
                <c:pt idx="5835">
                  <c:v>0</c:v>
                </c:pt>
                <c:pt idx="5836">
                  <c:v>0</c:v>
                </c:pt>
                <c:pt idx="5837">
                  <c:v>0</c:v>
                </c:pt>
                <c:pt idx="5838">
                  <c:v>0</c:v>
                </c:pt>
                <c:pt idx="5839">
                  <c:v>0</c:v>
                </c:pt>
                <c:pt idx="5840">
                  <c:v>0</c:v>
                </c:pt>
                <c:pt idx="5841">
                  <c:v>0</c:v>
                </c:pt>
                <c:pt idx="5842">
                  <c:v>0</c:v>
                </c:pt>
                <c:pt idx="5843">
                  <c:v>0</c:v>
                </c:pt>
                <c:pt idx="5844">
                  <c:v>0</c:v>
                </c:pt>
                <c:pt idx="5845">
                  <c:v>0</c:v>
                </c:pt>
                <c:pt idx="5846">
                  <c:v>0</c:v>
                </c:pt>
                <c:pt idx="5847">
                  <c:v>0</c:v>
                </c:pt>
                <c:pt idx="5848">
                  <c:v>0</c:v>
                </c:pt>
                <c:pt idx="5849">
                  <c:v>0</c:v>
                </c:pt>
                <c:pt idx="5850">
                  <c:v>0</c:v>
                </c:pt>
                <c:pt idx="5851">
                  <c:v>0</c:v>
                </c:pt>
                <c:pt idx="5852">
                  <c:v>0</c:v>
                </c:pt>
                <c:pt idx="5853">
                  <c:v>0</c:v>
                </c:pt>
                <c:pt idx="5854">
                  <c:v>0</c:v>
                </c:pt>
                <c:pt idx="5855">
                  <c:v>0</c:v>
                </c:pt>
                <c:pt idx="5856">
                  <c:v>0</c:v>
                </c:pt>
                <c:pt idx="5857">
                  <c:v>0</c:v>
                </c:pt>
                <c:pt idx="5858">
                  <c:v>0</c:v>
                </c:pt>
                <c:pt idx="5859">
                  <c:v>0</c:v>
                </c:pt>
                <c:pt idx="5860">
                  <c:v>0</c:v>
                </c:pt>
                <c:pt idx="5861">
                  <c:v>0</c:v>
                </c:pt>
                <c:pt idx="5862">
                  <c:v>0</c:v>
                </c:pt>
                <c:pt idx="5863">
                  <c:v>0</c:v>
                </c:pt>
                <c:pt idx="5864">
                  <c:v>0</c:v>
                </c:pt>
                <c:pt idx="5865">
                  <c:v>0</c:v>
                </c:pt>
                <c:pt idx="5866">
                  <c:v>0</c:v>
                </c:pt>
                <c:pt idx="5867">
                  <c:v>0</c:v>
                </c:pt>
                <c:pt idx="5868">
                  <c:v>0</c:v>
                </c:pt>
                <c:pt idx="5869">
                  <c:v>0</c:v>
                </c:pt>
                <c:pt idx="5870">
                  <c:v>0</c:v>
                </c:pt>
                <c:pt idx="5871">
                  <c:v>0</c:v>
                </c:pt>
                <c:pt idx="5872">
                  <c:v>0</c:v>
                </c:pt>
                <c:pt idx="5873">
                  <c:v>0</c:v>
                </c:pt>
                <c:pt idx="5874">
                  <c:v>0</c:v>
                </c:pt>
                <c:pt idx="5875">
                  <c:v>0</c:v>
                </c:pt>
                <c:pt idx="5876">
                  <c:v>0</c:v>
                </c:pt>
                <c:pt idx="5877">
                  <c:v>0</c:v>
                </c:pt>
                <c:pt idx="5878">
                  <c:v>0</c:v>
                </c:pt>
                <c:pt idx="5879">
                  <c:v>0</c:v>
                </c:pt>
                <c:pt idx="5880">
                  <c:v>0</c:v>
                </c:pt>
                <c:pt idx="5881">
                  <c:v>0</c:v>
                </c:pt>
                <c:pt idx="5882">
                  <c:v>0</c:v>
                </c:pt>
                <c:pt idx="5883">
                  <c:v>0</c:v>
                </c:pt>
                <c:pt idx="5884">
                  <c:v>0</c:v>
                </c:pt>
                <c:pt idx="5885">
                  <c:v>0</c:v>
                </c:pt>
                <c:pt idx="5886">
                  <c:v>0</c:v>
                </c:pt>
                <c:pt idx="5887">
                  <c:v>0</c:v>
                </c:pt>
                <c:pt idx="5888">
                  <c:v>0</c:v>
                </c:pt>
                <c:pt idx="5889">
                  <c:v>0</c:v>
                </c:pt>
                <c:pt idx="5890">
                  <c:v>0</c:v>
                </c:pt>
                <c:pt idx="5891">
                  <c:v>0</c:v>
                </c:pt>
                <c:pt idx="5892">
                  <c:v>0</c:v>
                </c:pt>
                <c:pt idx="5893">
                  <c:v>0</c:v>
                </c:pt>
                <c:pt idx="5894">
                  <c:v>0</c:v>
                </c:pt>
                <c:pt idx="5895">
                  <c:v>0</c:v>
                </c:pt>
                <c:pt idx="5896">
                  <c:v>0</c:v>
                </c:pt>
                <c:pt idx="5897">
                  <c:v>0</c:v>
                </c:pt>
                <c:pt idx="5898">
                  <c:v>0</c:v>
                </c:pt>
                <c:pt idx="5899">
                  <c:v>0</c:v>
                </c:pt>
                <c:pt idx="5900">
                  <c:v>0</c:v>
                </c:pt>
                <c:pt idx="5901">
                  <c:v>0</c:v>
                </c:pt>
                <c:pt idx="5902">
                  <c:v>0</c:v>
                </c:pt>
                <c:pt idx="5903">
                  <c:v>0</c:v>
                </c:pt>
                <c:pt idx="5904">
                  <c:v>0</c:v>
                </c:pt>
                <c:pt idx="5905">
                  <c:v>0</c:v>
                </c:pt>
                <c:pt idx="5906">
                  <c:v>0</c:v>
                </c:pt>
                <c:pt idx="5907">
                  <c:v>0</c:v>
                </c:pt>
                <c:pt idx="5908">
                  <c:v>0</c:v>
                </c:pt>
                <c:pt idx="5909">
                  <c:v>0</c:v>
                </c:pt>
                <c:pt idx="5910">
                  <c:v>0</c:v>
                </c:pt>
                <c:pt idx="5911">
                  <c:v>0</c:v>
                </c:pt>
                <c:pt idx="5912">
                  <c:v>0</c:v>
                </c:pt>
                <c:pt idx="5913">
                  <c:v>0</c:v>
                </c:pt>
                <c:pt idx="5914">
                  <c:v>0</c:v>
                </c:pt>
                <c:pt idx="5915">
                  <c:v>0</c:v>
                </c:pt>
                <c:pt idx="5916">
                  <c:v>0</c:v>
                </c:pt>
                <c:pt idx="5917">
                  <c:v>0</c:v>
                </c:pt>
                <c:pt idx="5918">
                  <c:v>0</c:v>
                </c:pt>
                <c:pt idx="5919">
                  <c:v>0</c:v>
                </c:pt>
                <c:pt idx="5920">
                  <c:v>0</c:v>
                </c:pt>
                <c:pt idx="5921">
                  <c:v>0</c:v>
                </c:pt>
                <c:pt idx="5922">
                  <c:v>0</c:v>
                </c:pt>
                <c:pt idx="5923">
                  <c:v>0</c:v>
                </c:pt>
                <c:pt idx="5924">
                  <c:v>0</c:v>
                </c:pt>
                <c:pt idx="5925">
                  <c:v>0</c:v>
                </c:pt>
                <c:pt idx="5926">
                  <c:v>0</c:v>
                </c:pt>
                <c:pt idx="5927">
                  <c:v>0</c:v>
                </c:pt>
                <c:pt idx="5928">
                  <c:v>0</c:v>
                </c:pt>
                <c:pt idx="5929">
                  <c:v>0</c:v>
                </c:pt>
                <c:pt idx="5930">
                  <c:v>0</c:v>
                </c:pt>
                <c:pt idx="5931">
                  <c:v>0</c:v>
                </c:pt>
                <c:pt idx="5932">
                  <c:v>0</c:v>
                </c:pt>
                <c:pt idx="5933">
                  <c:v>0</c:v>
                </c:pt>
                <c:pt idx="5934">
                  <c:v>0</c:v>
                </c:pt>
                <c:pt idx="5935">
                  <c:v>0</c:v>
                </c:pt>
                <c:pt idx="5936">
                  <c:v>0</c:v>
                </c:pt>
                <c:pt idx="5937">
                  <c:v>0</c:v>
                </c:pt>
                <c:pt idx="5938">
                  <c:v>0</c:v>
                </c:pt>
                <c:pt idx="5939">
                  <c:v>0</c:v>
                </c:pt>
                <c:pt idx="5940">
                  <c:v>0</c:v>
                </c:pt>
                <c:pt idx="5941">
                  <c:v>0</c:v>
                </c:pt>
                <c:pt idx="5942">
                  <c:v>0</c:v>
                </c:pt>
                <c:pt idx="5943">
                  <c:v>0</c:v>
                </c:pt>
                <c:pt idx="5944">
                  <c:v>0</c:v>
                </c:pt>
                <c:pt idx="5945">
                  <c:v>0</c:v>
                </c:pt>
                <c:pt idx="5946">
                  <c:v>0</c:v>
                </c:pt>
                <c:pt idx="5947">
                  <c:v>0</c:v>
                </c:pt>
                <c:pt idx="5948">
                  <c:v>0</c:v>
                </c:pt>
                <c:pt idx="5949">
                  <c:v>0</c:v>
                </c:pt>
                <c:pt idx="5950">
                  <c:v>0</c:v>
                </c:pt>
                <c:pt idx="5951">
                  <c:v>0</c:v>
                </c:pt>
                <c:pt idx="5952">
                  <c:v>0</c:v>
                </c:pt>
                <c:pt idx="5953">
                  <c:v>0</c:v>
                </c:pt>
                <c:pt idx="5954">
                  <c:v>0</c:v>
                </c:pt>
                <c:pt idx="5955">
                  <c:v>0</c:v>
                </c:pt>
                <c:pt idx="5956">
                  <c:v>0</c:v>
                </c:pt>
                <c:pt idx="5957">
                  <c:v>0</c:v>
                </c:pt>
                <c:pt idx="5958">
                  <c:v>0</c:v>
                </c:pt>
                <c:pt idx="5959">
                  <c:v>0</c:v>
                </c:pt>
                <c:pt idx="5960">
                  <c:v>0</c:v>
                </c:pt>
                <c:pt idx="5961">
                  <c:v>0</c:v>
                </c:pt>
                <c:pt idx="5962">
                  <c:v>0</c:v>
                </c:pt>
                <c:pt idx="5963">
                  <c:v>0</c:v>
                </c:pt>
                <c:pt idx="5964">
                  <c:v>0</c:v>
                </c:pt>
                <c:pt idx="5965">
                  <c:v>0</c:v>
                </c:pt>
                <c:pt idx="5966">
                  <c:v>0</c:v>
                </c:pt>
                <c:pt idx="5967">
                  <c:v>0</c:v>
                </c:pt>
                <c:pt idx="5968">
                  <c:v>0</c:v>
                </c:pt>
                <c:pt idx="5969">
                  <c:v>0</c:v>
                </c:pt>
                <c:pt idx="5970">
                  <c:v>0</c:v>
                </c:pt>
                <c:pt idx="5971">
                  <c:v>0</c:v>
                </c:pt>
                <c:pt idx="5972">
                  <c:v>0</c:v>
                </c:pt>
                <c:pt idx="5973">
                  <c:v>0</c:v>
                </c:pt>
                <c:pt idx="5974">
                  <c:v>0</c:v>
                </c:pt>
                <c:pt idx="5975">
                  <c:v>0</c:v>
                </c:pt>
                <c:pt idx="5976">
                  <c:v>0</c:v>
                </c:pt>
                <c:pt idx="5977">
                  <c:v>0</c:v>
                </c:pt>
                <c:pt idx="5978">
                  <c:v>0</c:v>
                </c:pt>
                <c:pt idx="5979">
                  <c:v>0</c:v>
                </c:pt>
                <c:pt idx="5980">
                  <c:v>0</c:v>
                </c:pt>
                <c:pt idx="5981">
                  <c:v>0</c:v>
                </c:pt>
                <c:pt idx="5982">
                  <c:v>0</c:v>
                </c:pt>
                <c:pt idx="5983">
                  <c:v>0</c:v>
                </c:pt>
                <c:pt idx="5984">
                  <c:v>0</c:v>
                </c:pt>
                <c:pt idx="5985">
                  <c:v>0</c:v>
                </c:pt>
                <c:pt idx="5986">
                  <c:v>0</c:v>
                </c:pt>
                <c:pt idx="5987">
                  <c:v>0</c:v>
                </c:pt>
                <c:pt idx="5988">
                  <c:v>0</c:v>
                </c:pt>
                <c:pt idx="5989">
                  <c:v>0</c:v>
                </c:pt>
                <c:pt idx="5990">
                  <c:v>0</c:v>
                </c:pt>
                <c:pt idx="5991">
                  <c:v>0</c:v>
                </c:pt>
                <c:pt idx="5992">
                  <c:v>0</c:v>
                </c:pt>
                <c:pt idx="5993">
                  <c:v>0</c:v>
                </c:pt>
                <c:pt idx="5994">
                  <c:v>0</c:v>
                </c:pt>
                <c:pt idx="5995">
                  <c:v>0</c:v>
                </c:pt>
                <c:pt idx="5996">
                  <c:v>0</c:v>
                </c:pt>
                <c:pt idx="5997">
                  <c:v>0</c:v>
                </c:pt>
                <c:pt idx="5998">
                  <c:v>0</c:v>
                </c:pt>
                <c:pt idx="5999">
                  <c:v>0</c:v>
                </c:pt>
                <c:pt idx="6000">
                  <c:v>0</c:v>
                </c:pt>
                <c:pt idx="6001">
                  <c:v>0</c:v>
                </c:pt>
                <c:pt idx="6002">
                  <c:v>0</c:v>
                </c:pt>
                <c:pt idx="6003">
                  <c:v>0</c:v>
                </c:pt>
                <c:pt idx="6004">
                  <c:v>0</c:v>
                </c:pt>
                <c:pt idx="6005">
                  <c:v>0</c:v>
                </c:pt>
                <c:pt idx="6006">
                  <c:v>0</c:v>
                </c:pt>
                <c:pt idx="6007">
                  <c:v>0</c:v>
                </c:pt>
                <c:pt idx="6008">
                  <c:v>0</c:v>
                </c:pt>
                <c:pt idx="6009">
                  <c:v>0</c:v>
                </c:pt>
                <c:pt idx="6010">
                  <c:v>0</c:v>
                </c:pt>
                <c:pt idx="6011">
                  <c:v>0</c:v>
                </c:pt>
                <c:pt idx="6012">
                  <c:v>0</c:v>
                </c:pt>
                <c:pt idx="6013">
                  <c:v>0</c:v>
                </c:pt>
                <c:pt idx="6014">
                  <c:v>0</c:v>
                </c:pt>
                <c:pt idx="6015">
                  <c:v>0</c:v>
                </c:pt>
                <c:pt idx="6016">
                  <c:v>0</c:v>
                </c:pt>
                <c:pt idx="6017">
                  <c:v>0</c:v>
                </c:pt>
                <c:pt idx="6018">
                  <c:v>0</c:v>
                </c:pt>
                <c:pt idx="6019">
                  <c:v>0</c:v>
                </c:pt>
                <c:pt idx="6020">
                  <c:v>0</c:v>
                </c:pt>
                <c:pt idx="6021">
                  <c:v>0</c:v>
                </c:pt>
                <c:pt idx="6022">
                  <c:v>0</c:v>
                </c:pt>
                <c:pt idx="6023">
                  <c:v>0</c:v>
                </c:pt>
                <c:pt idx="6024">
                  <c:v>0</c:v>
                </c:pt>
                <c:pt idx="6025">
                  <c:v>0</c:v>
                </c:pt>
                <c:pt idx="6026">
                  <c:v>0</c:v>
                </c:pt>
                <c:pt idx="6027">
                  <c:v>0</c:v>
                </c:pt>
                <c:pt idx="6028">
                  <c:v>0</c:v>
                </c:pt>
                <c:pt idx="6029">
                  <c:v>0</c:v>
                </c:pt>
                <c:pt idx="6030">
                  <c:v>0</c:v>
                </c:pt>
                <c:pt idx="6031">
                  <c:v>0</c:v>
                </c:pt>
                <c:pt idx="6032">
                  <c:v>0</c:v>
                </c:pt>
                <c:pt idx="6033">
                  <c:v>0</c:v>
                </c:pt>
                <c:pt idx="6034">
                  <c:v>0</c:v>
                </c:pt>
                <c:pt idx="6035">
                  <c:v>0</c:v>
                </c:pt>
                <c:pt idx="6036">
                  <c:v>0</c:v>
                </c:pt>
                <c:pt idx="6037">
                  <c:v>0</c:v>
                </c:pt>
                <c:pt idx="6038">
                  <c:v>0</c:v>
                </c:pt>
                <c:pt idx="6039">
                  <c:v>0</c:v>
                </c:pt>
                <c:pt idx="6040">
                  <c:v>0</c:v>
                </c:pt>
                <c:pt idx="6041">
                  <c:v>0</c:v>
                </c:pt>
                <c:pt idx="6042">
                  <c:v>0</c:v>
                </c:pt>
                <c:pt idx="6043">
                  <c:v>0</c:v>
                </c:pt>
                <c:pt idx="6044">
                  <c:v>0</c:v>
                </c:pt>
                <c:pt idx="6045">
                  <c:v>0</c:v>
                </c:pt>
                <c:pt idx="6046">
                  <c:v>0</c:v>
                </c:pt>
                <c:pt idx="6047">
                  <c:v>0</c:v>
                </c:pt>
                <c:pt idx="6048">
                  <c:v>0</c:v>
                </c:pt>
                <c:pt idx="6049">
                  <c:v>0</c:v>
                </c:pt>
                <c:pt idx="6050">
                  <c:v>0</c:v>
                </c:pt>
                <c:pt idx="6051">
                  <c:v>0</c:v>
                </c:pt>
                <c:pt idx="6052">
                  <c:v>0</c:v>
                </c:pt>
                <c:pt idx="6053">
                  <c:v>0</c:v>
                </c:pt>
                <c:pt idx="6054">
                  <c:v>0</c:v>
                </c:pt>
                <c:pt idx="6055">
                  <c:v>0</c:v>
                </c:pt>
                <c:pt idx="6056">
                  <c:v>0</c:v>
                </c:pt>
                <c:pt idx="6057">
                  <c:v>0</c:v>
                </c:pt>
                <c:pt idx="6058">
                  <c:v>0</c:v>
                </c:pt>
                <c:pt idx="6059">
                  <c:v>0</c:v>
                </c:pt>
                <c:pt idx="6060">
                  <c:v>0</c:v>
                </c:pt>
                <c:pt idx="6061">
                  <c:v>0</c:v>
                </c:pt>
                <c:pt idx="6062">
                  <c:v>0</c:v>
                </c:pt>
                <c:pt idx="6063">
                  <c:v>0</c:v>
                </c:pt>
                <c:pt idx="6064">
                  <c:v>0</c:v>
                </c:pt>
                <c:pt idx="6065">
                  <c:v>0</c:v>
                </c:pt>
                <c:pt idx="6066">
                  <c:v>0</c:v>
                </c:pt>
                <c:pt idx="6067">
                  <c:v>0</c:v>
                </c:pt>
                <c:pt idx="6068">
                  <c:v>0</c:v>
                </c:pt>
                <c:pt idx="6069">
                  <c:v>0</c:v>
                </c:pt>
                <c:pt idx="6070">
                  <c:v>0</c:v>
                </c:pt>
                <c:pt idx="6071">
                  <c:v>0</c:v>
                </c:pt>
                <c:pt idx="6072">
                  <c:v>0</c:v>
                </c:pt>
                <c:pt idx="6073">
                  <c:v>0</c:v>
                </c:pt>
                <c:pt idx="6074">
                  <c:v>0</c:v>
                </c:pt>
                <c:pt idx="6075">
                  <c:v>0</c:v>
                </c:pt>
                <c:pt idx="6076">
                  <c:v>0</c:v>
                </c:pt>
                <c:pt idx="6077">
                  <c:v>0</c:v>
                </c:pt>
                <c:pt idx="6078">
                  <c:v>0</c:v>
                </c:pt>
                <c:pt idx="6079">
                  <c:v>0</c:v>
                </c:pt>
                <c:pt idx="6080">
                  <c:v>0</c:v>
                </c:pt>
                <c:pt idx="6081">
                  <c:v>0</c:v>
                </c:pt>
                <c:pt idx="6082">
                  <c:v>0</c:v>
                </c:pt>
                <c:pt idx="6083">
                  <c:v>0</c:v>
                </c:pt>
                <c:pt idx="6084">
                  <c:v>0</c:v>
                </c:pt>
                <c:pt idx="6085">
                  <c:v>0</c:v>
                </c:pt>
                <c:pt idx="6086">
                  <c:v>0</c:v>
                </c:pt>
                <c:pt idx="6087">
                  <c:v>0</c:v>
                </c:pt>
                <c:pt idx="6088">
                  <c:v>0</c:v>
                </c:pt>
                <c:pt idx="6089">
                  <c:v>0</c:v>
                </c:pt>
                <c:pt idx="6090">
                  <c:v>0</c:v>
                </c:pt>
                <c:pt idx="6091">
                  <c:v>0</c:v>
                </c:pt>
                <c:pt idx="6092">
                  <c:v>0</c:v>
                </c:pt>
                <c:pt idx="6093">
                  <c:v>0</c:v>
                </c:pt>
                <c:pt idx="6094">
                  <c:v>0</c:v>
                </c:pt>
                <c:pt idx="6095">
                  <c:v>0</c:v>
                </c:pt>
                <c:pt idx="6096">
                  <c:v>0</c:v>
                </c:pt>
                <c:pt idx="6097">
                  <c:v>0</c:v>
                </c:pt>
                <c:pt idx="6098">
                  <c:v>0</c:v>
                </c:pt>
                <c:pt idx="6099">
                  <c:v>0</c:v>
                </c:pt>
                <c:pt idx="6100">
                  <c:v>0</c:v>
                </c:pt>
                <c:pt idx="6101">
                  <c:v>0</c:v>
                </c:pt>
                <c:pt idx="6102">
                  <c:v>0</c:v>
                </c:pt>
                <c:pt idx="6103">
                  <c:v>0</c:v>
                </c:pt>
                <c:pt idx="6104">
                  <c:v>0</c:v>
                </c:pt>
                <c:pt idx="6105">
                  <c:v>0</c:v>
                </c:pt>
                <c:pt idx="6106">
                  <c:v>0</c:v>
                </c:pt>
                <c:pt idx="6107">
                  <c:v>0</c:v>
                </c:pt>
                <c:pt idx="6108">
                  <c:v>0</c:v>
                </c:pt>
                <c:pt idx="6109">
                  <c:v>0</c:v>
                </c:pt>
                <c:pt idx="6110">
                  <c:v>0</c:v>
                </c:pt>
                <c:pt idx="6111">
                  <c:v>0</c:v>
                </c:pt>
                <c:pt idx="6112">
                  <c:v>0</c:v>
                </c:pt>
                <c:pt idx="6113">
                  <c:v>0</c:v>
                </c:pt>
                <c:pt idx="6114">
                  <c:v>0</c:v>
                </c:pt>
                <c:pt idx="6115">
                  <c:v>0</c:v>
                </c:pt>
                <c:pt idx="6116">
                  <c:v>0</c:v>
                </c:pt>
                <c:pt idx="6117">
                  <c:v>0</c:v>
                </c:pt>
                <c:pt idx="6118">
                  <c:v>0</c:v>
                </c:pt>
                <c:pt idx="6119">
                  <c:v>0</c:v>
                </c:pt>
                <c:pt idx="6120">
                  <c:v>0</c:v>
                </c:pt>
                <c:pt idx="6121">
                  <c:v>0</c:v>
                </c:pt>
                <c:pt idx="6122">
                  <c:v>0</c:v>
                </c:pt>
                <c:pt idx="6123">
                  <c:v>0</c:v>
                </c:pt>
                <c:pt idx="6124">
                  <c:v>0</c:v>
                </c:pt>
                <c:pt idx="6125">
                  <c:v>0</c:v>
                </c:pt>
                <c:pt idx="6126">
                  <c:v>0</c:v>
                </c:pt>
                <c:pt idx="6127">
                  <c:v>0</c:v>
                </c:pt>
                <c:pt idx="6128">
                  <c:v>0</c:v>
                </c:pt>
                <c:pt idx="6129">
                  <c:v>0</c:v>
                </c:pt>
                <c:pt idx="6130">
                  <c:v>0</c:v>
                </c:pt>
                <c:pt idx="6131">
                  <c:v>0</c:v>
                </c:pt>
                <c:pt idx="6132">
                  <c:v>0</c:v>
                </c:pt>
                <c:pt idx="6133">
                  <c:v>0</c:v>
                </c:pt>
                <c:pt idx="6134">
                  <c:v>0</c:v>
                </c:pt>
                <c:pt idx="6135">
                  <c:v>0</c:v>
                </c:pt>
                <c:pt idx="6136">
                  <c:v>0</c:v>
                </c:pt>
                <c:pt idx="6137">
                  <c:v>0</c:v>
                </c:pt>
                <c:pt idx="6138">
                  <c:v>0</c:v>
                </c:pt>
                <c:pt idx="6139">
                  <c:v>0</c:v>
                </c:pt>
                <c:pt idx="6140">
                  <c:v>0</c:v>
                </c:pt>
                <c:pt idx="6141">
                  <c:v>0</c:v>
                </c:pt>
                <c:pt idx="6142">
                  <c:v>0</c:v>
                </c:pt>
                <c:pt idx="6143">
                  <c:v>0</c:v>
                </c:pt>
                <c:pt idx="6144">
                  <c:v>0</c:v>
                </c:pt>
                <c:pt idx="6145">
                  <c:v>0</c:v>
                </c:pt>
                <c:pt idx="6146">
                  <c:v>0</c:v>
                </c:pt>
                <c:pt idx="6147">
                  <c:v>0</c:v>
                </c:pt>
                <c:pt idx="6148">
                  <c:v>0</c:v>
                </c:pt>
                <c:pt idx="6149">
                  <c:v>0</c:v>
                </c:pt>
                <c:pt idx="6150">
                  <c:v>0</c:v>
                </c:pt>
                <c:pt idx="6151">
                  <c:v>0</c:v>
                </c:pt>
                <c:pt idx="6152">
                  <c:v>0</c:v>
                </c:pt>
                <c:pt idx="6153">
                  <c:v>0</c:v>
                </c:pt>
                <c:pt idx="6154">
                  <c:v>0</c:v>
                </c:pt>
                <c:pt idx="6155">
                  <c:v>0</c:v>
                </c:pt>
                <c:pt idx="6156">
                  <c:v>0</c:v>
                </c:pt>
                <c:pt idx="6157">
                  <c:v>0</c:v>
                </c:pt>
                <c:pt idx="6158">
                  <c:v>0</c:v>
                </c:pt>
                <c:pt idx="6159">
                  <c:v>0</c:v>
                </c:pt>
                <c:pt idx="6160">
                  <c:v>0</c:v>
                </c:pt>
                <c:pt idx="6161">
                  <c:v>0</c:v>
                </c:pt>
                <c:pt idx="6162">
                  <c:v>0</c:v>
                </c:pt>
                <c:pt idx="6163">
                  <c:v>0</c:v>
                </c:pt>
                <c:pt idx="6164">
                  <c:v>0</c:v>
                </c:pt>
                <c:pt idx="6165">
                  <c:v>0</c:v>
                </c:pt>
                <c:pt idx="6166">
                  <c:v>0</c:v>
                </c:pt>
                <c:pt idx="6167">
                  <c:v>0</c:v>
                </c:pt>
                <c:pt idx="6168">
                  <c:v>0</c:v>
                </c:pt>
                <c:pt idx="6169">
                  <c:v>0</c:v>
                </c:pt>
                <c:pt idx="6170">
                  <c:v>0</c:v>
                </c:pt>
                <c:pt idx="6171">
                  <c:v>0</c:v>
                </c:pt>
                <c:pt idx="6172">
                  <c:v>0</c:v>
                </c:pt>
                <c:pt idx="6173">
                  <c:v>0</c:v>
                </c:pt>
                <c:pt idx="6174">
                  <c:v>0</c:v>
                </c:pt>
                <c:pt idx="6175">
                  <c:v>0</c:v>
                </c:pt>
                <c:pt idx="6176">
                  <c:v>0</c:v>
                </c:pt>
                <c:pt idx="6177">
                  <c:v>0</c:v>
                </c:pt>
                <c:pt idx="6178">
                  <c:v>0</c:v>
                </c:pt>
                <c:pt idx="6179">
                  <c:v>0</c:v>
                </c:pt>
                <c:pt idx="6180">
                  <c:v>0</c:v>
                </c:pt>
                <c:pt idx="6181">
                  <c:v>0</c:v>
                </c:pt>
                <c:pt idx="6182">
                  <c:v>0</c:v>
                </c:pt>
                <c:pt idx="6183">
                  <c:v>0</c:v>
                </c:pt>
                <c:pt idx="6184">
                  <c:v>0</c:v>
                </c:pt>
                <c:pt idx="6185">
                  <c:v>0</c:v>
                </c:pt>
                <c:pt idx="6186">
                  <c:v>0</c:v>
                </c:pt>
                <c:pt idx="6187">
                  <c:v>0</c:v>
                </c:pt>
                <c:pt idx="6188">
                  <c:v>0</c:v>
                </c:pt>
                <c:pt idx="6189">
                  <c:v>0</c:v>
                </c:pt>
                <c:pt idx="6190">
                  <c:v>0</c:v>
                </c:pt>
                <c:pt idx="6191">
                  <c:v>0</c:v>
                </c:pt>
                <c:pt idx="6192">
                  <c:v>0</c:v>
                </c:pt>
                <c:pt idx="6193">
                  <c:v>0</c:v>
                </c:pt>
                <c:pt idx="6194">
                  <c:v>0</c:v>
                </c:pt>
                <c:pt idx="6195">
                  <c:v>0</c:v>
                </c:pt>
                <c:pt idx="6196">
                  <c:v>0</c:v>
                </c:pt>
                <c:pt idx="6197">
                  <c:v>0</c:v>
                </c:pt>
                <c:pt idx="6198">
                  <c:v>0</c:v>
                </c:pt>
                <c:pt idx="6199">
                  <c:v>0</c:v>
                </c:pt>
                <c:pt idx="6200">
                  <c:v>0</c:v>
                </c:pt>
                <c:pt idx="6201">
                  <c:v>0</c:v>
                </c:pt>
                <c:pt idx="6202">
                  <c:v>0</c:v>
                </c:pt>
                <c:pt idx="6203">
                  <c:v>0</c:v>
                </c:pt>
                <c:pt idx="6204">
                  <c:v>0</c:v>
                </c:pt>
                <c:pt idx="6205">
                  <c:v>0</c:v>
                </c:pt>
                <c:pt idx="6206">
                  <c:v>0</c:v>
                </c:pt>
                <c:pt idx="6207">
                  <c:v>0</c:v>
                </c:pt>
                <c:pt idx="6208">
                  <c:v>0</c:v>
                </c:pt>
                <c:pt idx="6209">
                  <c:v>0</c:v>
                </c:pt>
                <c:pt idx="6210">
                  <c:v>0</c:v>
                </c:pt>
                <c:pt idx="6211">
                  <c:v>0</c:v>
                </c:pt>
                <c:pt idx="6212">
                  <c:v>0</c:v>
                </c:pt>
                <c:pt idx="6213">
                  <c:v>0</c:v>
                </c:pt>
                <c:pt idx="6214">
                  <c:v>0</c:v>
                </c:pt>
                <c:pt idx="6215">
                  <c:v>0</c:v>
                </c:pt>
                <c:pt idx="6216">
                  <c:v>0</c:v>
                </c:pt>
                <c:pt idx="6217">
                  <c:v>0</c:v>
                </c:pt>
                <c:pt idx="6218">
                  <c:v>0</c:v>
                </c:pt>
                <c:pt idx="6219">
                  <c:v>0</c:v>
                </c:pt>
                <c:pt idx="6220">
                  <c:v>0</c:v>
                </c:pt>
                <c:pt idx="6221">
                  <c:v>0</c:v>
                </c:pt>
                <c:pt idx="6222">
                  <c:v>0</c:v>
                </c:pt>
                <c:pt idx="6223">
                  <c:v>0</c:v>
                </c:pt>
                <c:pt idx="6224">
                  <c:v>0</c:v>
                </c:pt>
                <c:pt idx="6225">
                  <c:v>0</c:v>
                </c:pt>
                <c:pt idx="6226">
                  <c:v>0</c:v>
                </c:pt>
                <c:pt idx="6227">
                  <c:v>0</c:v>
                </c:pt>
                <c:pt idx="6228">
                  <c:v>0</c:v>
                </c:pt>
                <c:pt idx="6229">
                  <c:v>0</c:v>
                </c:pt>
                <c:pt idx="6230">
                  <c:v>0</c:v>
                </c:pt>
                <c:pt idx="6231">
                  <c:v>0</c:v>
                </c:pt>
                <c:pt idx="6232">
                  <c:v>0</c:v>
                </c:pt>
                <c:pt idx="6233">
                  <c:v>0</c:v>
                </c:pt>
                <c:pt idx="6234">
                  <c:v>0</c:v>
                </c:pt>
                <c:pt idx="6235">
                  <c:v>0</c:v>
                </c:pt>
                <c:pt idx="6236">
                  <c:v>0</c:v>
                </c:pt>
                <c:pt idx="6237">
                  <c:v>0</c:v>
                </c:pt>
                <c:pt idx="6238">
                  <c:v>0</c:v>
                </c:pt>
                <c:pt idx="6239">
                  <c:v>0</c:v>
                </c:pt>
                <c:pt idx="6240">
                  <c:v>0</c:v>
                </c:pt>
                <c:pt idx="6241">
                  <c:v>0</c:v>
                </c:pt>
                <c:pt idx="6242">
                  <c:v>0</c:v>
                </c:pt>
                <c:pt idx="6243">
                  <c:v>0</c:v>
                </c:pt>
                <c:pt idx="6244">
                  <c:v>0</c:v>
                </c:pt>
                <c:pt idx="6245">
                  <c:v>0</c:v>
                </c:pt>
                <c:pt idx="6246">
                  <c:v>0</c:v>
                </c:pt>
                <c:pt idx="6247">
                  <c:v>0</c:v>
                </c:pt>
                <c:pt idx="6248">
                  <c:v>0</c:v>
                </c:pt>
                <c:pt idx="6249">
                  <c:v>0</c:v>
                </c:pt>
                <c:pt idx="6250">
                  <c:v>0</c:v>
                </c:pt>
                <c:pt idx="6251">
                  <c:v>0</c:v>
                </c:pt>
                <c:pt idx="6252">
                  <c:v>0</c:v>
                </c:pt>
                <c:pt idx="6253">
                  <c:v>0</c:v>
                </c:pt>
                <c:pt idx="6254">
                  <c:v>0</c:v>
                </c:pt>
                <c:pt idx="6255">
                  <c:v>0</c:v>
                </c:pt>
                <c:pt idx="6256">
                  <c:v>0</c:v>
                </c:pt>
                <c:pt idx="6257">
                  <c:v>0</c:v>
                </c:pt>
                <c:pt idx="6258">
                  <c:v>0</c:v>
                </c:pt>
                <c:pt idx="6259">
                  <c:v>0</c:v>
                </c:pt>
                <c:pt idx="6260">
                  <c:v>0</c:v>
                </c:pt>
                <c:pt idx="6261">
                  <c:v>0</c:v>
                </c:pt>
                <c:pt idx="6262">
                  <c:v>0</c:v>
                </c:pt>
                <c:pt idx="6263">
                  <c:v>0</c:v>
                </c:pt>
                <c:pt idx="6264">
                  <c:v>0</c:v>
                </c:pt>
                <c:pt idx="6265">
                  <c:v>0</c:v>
                </c:pt>
                <c:pt idx="6266">
                  <c:v>0</c:v>
                </c:pt>
                <c:pt idx="6267">
                  <c:v>0</c:v>
                </c:pt>
                <c:pt idx="6268">
                  <c:v>0</c:v>
                </c:pt>
                <c:pt idx="6269">
                  <c:v>0</c:v>
                </c:pt>
                <c:pt idx="6270">
                  <c:v>0</c:v>
                </c:pt>
                <c:pt idx="6271">
                  <c:v>0</c:v>
                </c:pt>
                <c:pt idx="6272">
                  <c:v>0</c:v>
                </c:pt>
                <c:pt idx="6273">
                  <c:v>0</c:v>
                </c:pt>
                <c:pt idx="6274">
                  <c:v>0</c:v>
                </c:pt>
                <c:pt idx="6275">
                  <c:v>0</c:v>
                </c:pt>
                <c:pt idx="6276">
                  <c:v>0</c:v>
                </c:pt>
                <c:pt idx="6277">
                  <c:v>0</c:v>
                </c:pt>
                <c:pt idx="6278">
                  <c:v>0</c:v>
                </c:pt>
                <c:pt idx="6279">
                  <c:v>0</c:v>
                </c:pt>
                <c:pt idx="6280">
                  <c:v>0</c:v>
                </c:pt>
                <c:pt idx="6281">
                  <c:v>0</c:v>
                </c:pt>
                <c:pt idx="6282">
                  <c:v>0</c:v>
                </c:pt>
                <c:pt idx="6283">
                  <c:v>0</c:v>
                </c:pt>
                <c:pt idx="6284">
                  <c:v>0</c:v>
                </c:pt>
                <c:pt idx="6285">
                  <c:v>0</c:v>
                </c:pt>
                <c:pt idx="6286">
                  <c:v>0</c:v>
                </c:pt>
                <c:pt idx="6287">
                  <c:v>0</c:v>
                </c:pt>
                <c:pt idx="6288">
                  <c:v>0</c:v>
                </c:pt>
                <c:pt idx="6289">
                  <c:v>0</c:v>
                </c:pt>
                <c:pt idx="6290">
                  <c:v>0</c:v>
                </c:pt>
                <c:pt idx="6291">
                  <c:v>0</c:v>
                </c:pt>
                <c:pt idx="6292">
                  <c:v>0</c:v>
                </c:pt>
                <c:pt idx="6293">
                  <c:v>0</c:v>
                </c:pt>
                <c:pt idx="6294">
                  <c:v>0</c:v>
                </c:pt>
                <c:pt idx="6295">
                  <c:v>0</c:v>
                </c:pt>
                <c:pt idx="6296">
                  <c:v>0</c:v>
                </c:pt>
                <c:pt idx="6297">
                  <c:v>0</c:v>
                </c:pt>
                <c:pt idx="6298">
                  <c:v>0</c:v>
                </c:pt>
                <c:pt idx="6299">
                  <c:v>0</c:v>
                </c:pt>
                <c:pt idx="6300">
                  <c:v>0</c:v>
                </c:pt>
                <c:pt idx="6301">
                  <c:v>0</c:v>
                </c:pt>
                <c:pt idx="6302">
                  <c:v>0</c:v>
                </c:pt>
                <c:pt idx="6303">
                  <c:v>0</c:v>
                </c:pt>
                <c:pt idx="6304">
                  <c:v>0</c:v>
                </c:pt>
                <c:pt idx="6305">
                  <c:v>0</c:v>
                </c:pt>
                <c:pt idx="6306">
                  <c:v>0</c:v>
                </c:pt>
                <c:pt idx="6307">
                  <c:v>0</c:v>
                </c:pt>
                <c:pt idx="6308">
                  <c:v>0</c:v>
                </c:pt>
                <c:pt idx="6309">
                  <c:v>0</c:v>
                </c:pt>
                <c:pt idx="6310">
                  <c:v>0</c:v>
                </c:pt>
                <c:pt idx="6311">
                  <c:v>0</c:v>
                </c:pt>
                <c:pt idx="6312">
                  <c:v>0</c:v>
                </c:pt>
                <c:pt idx="6313">
                  <c:v>0</c:v>
                </c:pt>
                <c:pt idx="6314">
                  <c:v>0</c:v>
                </c:pt>
                <c:pt idx="6315">
                  <c:v>0</c:v>
                </c:pt>
                <c:pt idx="6316">
                  <c:v>0</c:v>
                </c:pt>
                <c:pt idx="6317">
                  <c:v>0</c:v>
                </c:pt>
                <c:pt idx="6318">
                  <c:v>0</c:v>
                </c:pt>
                <c:pt idx="6319">
                  <c:v>0</c:v>
                </c:pt>
                <c:pt idx="6320">
                  <c:v>0</c:v>
                </c:pt>
                <c:pt idx="6321">
                  <c:v>0</c:v>
                </c:pt>
                <c:pt idx="6322">
                  <c:v>0</c:v>
                </c:pt>
                <c:pt idx="6323">
                  <c:v>0</c:v>
                </c:pt>
                <c:pt idx="6324">
                  <c:v>0</c:v>
                </c:pt>
                <c:pt idx="6325">
                  <c:v>0</c:v>
                </c:pt>
                <c:pt idx="6326">
                  <c:v>0</c:v>
                </c:pt>
                <c:pt idx="6327">
                  <c:v>0</c:v>
                </c:pt>
                <c:pt idx="6328">
                  <c:v>0</c:v>
                </c:pt>
                <c:pt idx="6329">
                  <c:v>0</c:v>
                </c:pt>
                <c:pt idx="6330">
                  <c:v>0</c:v>
                </c:pt>
                <c:pt idx="6331">
                  <c:v>0</c:v>
                </c:pt>
                <c:pt idx="6332">
                  <c:v>0</c:v>
                </c:pt>
                <c:pt idx="6333">
                  <c:v>0</c:v>
                </c:pt>
                <c:pt idx="6334">
                  <c:v>0</c:v>
                </c:pt>
                <c:pt idx="6335">
                  <c:v>0</c:v>
                </c:pt>
                <c:pt idx="6336">
                  <c:v>0</c:v>
                </c:pt>
                <c:pt idx="6337">
                  <c:v>0</c:v>
                </c:pt>
                <c:pt idx="6338">
                  <c:v>0</c:v>
                </c:pt>
                <c:pt idx="6339">
                  <c:v>0</c:v>
                </c:pt>
                <c:pt idx="6340">
                  <c:v>0</c:v>
                </c:pt>
                <c:pt idx="6341">
                  <c:v>0</c:v>
                </c:pt>
                <c:pt idx="6342">
                  <c:v>0</c:v>
                </c:pt>
                <c:pt idx="6343">
                  <c:v>0</c:v>
                </c:pt>
                <c:pt idx="6344">
                  <c:v>0</c:v>
                </c:pt>
                <c:pt idx="6345">
                  <c:v>0</c:v>
                </c:pt>
                <c:pt idx="6346">
                  <c:v>0</c:v>
                </c:pt>
                <c:pt idx="6347">
                  <c:v>0</c:v>
                </c:pt>
                <c:pt idx="6348">
                  <c:v>0</c:v>
                </c:pt>
                <c:pt idx="6349">
                  <c:v>0</c:v>
                </c:pt>
                <c:pt idx="6350">
                  <c:v>0</c:v>
                </c:pt>
                <c:pt idx="6351">
                  <c:v>0</c:v>
                </c:pt>
                <c:pt idx="6352">
                  <c:v>0</c:v>
                </c:pt>
                <c:pt idx="6353">
                  <c:v>0</c:v>
                </c:pt>
                <c:pt idx="6354">
                  <c:v>0</c:v>
                </c:pt>
                <c:pt idx="6355">
                  <c:v>0</c:v>
                </c:pt>
                <c:pt idx="6356">
                  <c:v>0</c:v>
                </c:pt>
                <c:pt idx="6357">
                  <c:v>0</c:v>
                </c:pt>
                <c:pt idx="6358">
                  <c:v>0</c:v>
                </c:pt>
                <c:pt idx="6359">
                  <c:v>0</c:v>
                </c:pt>
                <c:pt idx="6360">
                  <c:v>0</c:v>
                </c:pt>
                <c:pt idx="6361">
                  <c:v>0</c:v>
                </c:pt>
                <c:pt idx="6362">
                  <c:v>0</c:v>
                </c:pt>
                <c:pt idx="6363">
                  <c:v>0</c:v>
                </c:pt>
                <c:pt idx="6364">
                  <c:v>0</c:v>
                </c:pt>
                <c:pt idx="6365">
                  <c:v>0</c:v>
                </c:pt>
                <c:pt idx="6366">
                  <c:v>0</c:v>
                </c:pt>
                <c:pt idx="6367">
                  <c:v>0</c:v>
                </c:pt>
                <c:pt idx="6368">
                  <c:v>0</c:v>
                </c:pt>
                <c:pt idx="6369">
                  <c:v>0</c:v>
                </c:pt>
                <c:pt idx="6370">
                  <c:v>0</c:v>
                </c:pt>
                <c:pt idx="6371">
                  <c:v>0</c:v>
                </c:pt>
                <c:pt idx="6372">
                  <c:v>0</c:v>
                </c:pt>
                <c:pt idx="6373">
                  <c:v>0</c:v>
                </c:pt>
                <c:pt idx="6374">
                  <c:v>0</c:v>
                </c:pt>
                <c:pt idx="6375">
                  <c:v>0</c:v>
                </c:pt>
                <c:pt idx="6376">
                  <c:v>0</c:v>
                </c:pt>
                <c:pt idx="6377">
                  <c:v>0</c:v>
                </c:pt>
                <c:pt idx="6378">
                  <c:v>0</c:v>
                </c:pt>
                <c:pt idx="6379">
                  <c:v>0</c:v>
                </c:pt>
                <c:pt idx="6380">
                  <c:v>0</c:v>
                </c:pt>
                <c:pt idx="6381">
                  <c:v>0</c:v>
                </c:pt>
                <c:pt idx="6382">
                  <c:v>0</c:v>
                </c:pt>
                <c:pt idx="6383">
                  <c:v>0</c:v>
                </c:pt>
                <c:pt idx="6384">
                  <c:v>0</c:v>
                </c:pt>
                <c:pt idx="6385">
                  <c:v>0</c:v>
                </c:pt>
                <c:pt idx="6386">
                  <c:v>0</c:v>
                </c:pt>
                <c:pt idx="6387">
                  <c:v>0</c:v>
                </c:pt>
                <c:pt idx="6388">
                  <c:v>0</c:v>
                </c:pt>
                <c:pt idx="6389">
                  <c:v>0</c:v>
                </c:pt>
                <c:pt idx="6390">
                  <c:v>0</c:v>
                </c:pt>
                <c:pt idx="6391">
                  <c:v>0</c:v>
                </c:pt>
                <c:pt idx="6392">
                  <c:v>0</c:v>
                </c:pt>
                <c:pt idx="6393">
                  <c:v>0</c:v>
                </c:pt>
                <c:pt idx="6394">
                  <c:v>0</c:v>
                </c:pt>
                <c:pt idx="6395">
                  <c:v>0</c:v>
                </c:pt>
                <c:pt idx="6396">
                  <c:v>0</c:v>
                </c:pt>
                <c:pt idx="6397">
                  <c:v>0</c:v>
                </c:pt>
                <c:pt idx="6398">
                  <c:v>0</c:v>
                </c:pt>
                <c:pt idx="6399">
                  <c:v>0</c:v>
                </c:pt>
                <c:pt idx="6400">
                  <c:v>0</c:v>
                </c:pt>
                <c:pt idx="6401">
                  <c:v>0</c:v>
                </c:pt>
                <c:pt idx="6402">
                  <c:v>0</c:v>
                </c:pt>
                <c:pt idx="6403">
                  <c:v>0</c:v>
                </c:pt>
                <c:pt idx="6404">
                  <c:v>0</c:v>
                </c:pt>
                <c:pt idx="6405">
                  <c:v>0</c:v>
                </c:pt>
                <c:pt idx="6406">
                  <c:v>0</c:v>
                </c:pt>
                <c:pt idx="6407">
                  <c:v>0</c:v>
                </c:pt>
                <c:pt idx="6408">
                  <c:v>0</c:v>
                </c:pt>
                <c:pt idx="6409">
                  <c:v>0</c:v>
                </c:pt>
                <c:pt idx="6410">
                  <c:v>0</c:v>
                </c:pt>
                <c:pt idx="6411">
                  <c:v>0</c:v>
                </c:pt>
                <c:pt idx="6412">
                  <c:v>0</c:v>
                </c:pt>
                <c:pt idx="6413">
                  <c:v>0</c:v>
                </c:pt>
                <c:pt idx="6414">
                  <c:v>0</c:v>
                </c:pt>
                <c:pt idx="6415">
                  <c:v>0</c:v>
                </c:pt>
                <c:pt idx="6416">
                  <c:v>0</c:v>
                </c:pt>
                <c:pt idx="6417">
                  <c:v>0</c:v>
                </c:pt>
                <c:pt idx="6418">
                  <c:v>0</c:v>
                </c:pt>
                <c:pt idx="6419">
                  <c:v>0</c:v>
                </c:pt>
                <c:pt idx="6420">
                  <c:v>0</c:v>
                </c:pt>
                <c:pt idx="6421">
                  <c:v>0</c:v>
                </c:pt>
                <c:pt idx="6422">
                  <c:v>0</c:v>
                </c:pt>
                <c:pt idx="6423">
                  <c:v>0</c:v>
                </c:pt>
                <c:pt idx="6424">
                  <c:v>0</c:v>
                </c:pt>
                <c:pt idx="6425">
                  <c:v>0</c:v>
                </c:pt>
                <c:pt idx="6426">
                  <c:v>0</c:v>
                </c:pt>
                <c:pt idx="6427">
                  <c:v>0</c:v>
                </c:pt>
                <c:pt idx="6428">
                  <c:v>0</c:v>
                </c:pt>
                <c:pt idx="6429">
                  <c:v>0</c:v>
                </c:pt>
                <c:pt idx="6430">
                  <c:v>0</c:v>
                </c:pt>
                <c:pt idx="6431">
                  <c:v>0</c:v>
                </c:pt>
                <c:pt idx="6432">
                  <c:v>0</c:v>
                </c:pt>
                <c:pt idx="6433">
                  <c:v>0</c:v>
                </c:pt>
                <c:pt idx="6434">
                  <c:v>0</c:v>
                </c:pt>
                <c:pt idx="6435">
                  <c:v>0</c:v>
                </c:pt>
                <c:pt idx="6436">
                  <c:v>0</c:v>
                </c:pt>
                <c:pt idx="6437">
                  <c:v>0</c:v>
                </c:pt>
                <c:pt idx="6438">
                  <c:v>0</c:v>
                </c:pt>
                <c:pt idx="6439">
                  <c:v>0</c:v>
                </c:pt>
                <c:pt idx="6440">
                  <c:v>0</c:v>
                </c:pt>
                <c:pt idx="6441">
                  <c:v>0</c:v>
                </c:pt>
                <c:pt idx="6442">
                  <c:v>0</c:v>
                </c:pt>
                <c:pt idx="6443">
                  <c:v>0</c:v>
                </c:pt>
                <c:pt idx="6444">
                  <c:v>0</c:v>
                </c:pt>
                <c:pt idx="6445">
                  <c:v>0</c:v>
                </c:pt>
                <c:pt idx="6446">
                  <c:v>0</c:v>
                </c:pt>
                <c:pt idx="6447">
                  <c:v>0</c:v>
                </c:pt>
                <c:pt idx="6448">
                  <c:v>0</c:v>
                </c:pt>
                <c:pt idx="6449">
                  <c:v>0</c:v>
                </c:pt>
                <c:pt idx="6450">
                  <c:v>0</c:v>
                </c:pt>
                <c:pt idx="6451">
                  <c:v>0</c:v>
                </c:pt>
                <c:pt idx="6452">
                  <c:v>0</c:v>
                </c:pt>
                <c:pt idx="6453">
                  <c:v>0</c:v>
                </c:pt>
                <c:pt idx="6454">
                  <c:v>0</c:v>
                </c:pt>
                <c:pt idx="6455">
                  <c:v>0</c:v>
                </c:pt>
                <c:pt idx="6456">
                  <c:v>0</c:v>
                </c:pt>
                <c:pt idx="6457">
                  <c:v>0</c:v>
                </c:pt>
                <c:pt idx="6458">
                  <c:v>0</c:v>
                </c:pt>
                <c:pt idx="6459">
                  <c:v>0</c:v>
                </c:pt>
                <c:pt idx="6460">
                  <c:v>0</c:v>
                </c:pt>
                <c:pt idx="6461">
                  <c:v>0</c:v>
                </c:pt>
                <c:pt idx="6462">
                  <c:v>0</c:v>
                </c:pt>
                <c:pt idx="6463">
                  <c:v>0</c:v>
                </c:pt>
                <c:pt idx="6464">
                  <c:v>0</c:v>
                </c:pt>
                <c:pt idx="6465">
                  <c:v>0</c:v>
                </c:pt>
                <c:pt idx="6466">
                  <c:v>0</c:v>
                </c:pt>
                <c:pt idx="6467">
                  <c:v>0</c:v>
                </c:pt>
                <c:pt idx="6468">
                  <c:v>0</c:v>
                </c:pt>
                <c:pt idx="6469">
                  <c:v>0</c:v>
                </c:pt>
                <c:pt idx="6470">
                  <c:v>0</c:v>
                </c:pt>
                <c:pt idx="6471">
                  <c:v>0</c:v>
                </c:pt>
                <c:pt idx="6472">
                  <c:v>0</c:v>
                </c:pt>
                <c:pt idx="6473">
                  <c:v>0</c:v>
                </c:pt>
                <c:pt idx="6474">
                  <c:v>0</c:v>
                </c:pt>
                <c:pt idx="6475">
                  <c:v>0</c:v>
                </c:pt>
                <c:pt idx="6476">
                  <c:v>0</c:v>
                </c:pt>
                <c:pt idx="6477">
                  <c:v>0</c:v>
                </c:pt>
                <c:pt idx="6478">
                  <c:v>0</c:v>
                </c:pt>
                <c:pt idx="6479">
                  <c:v>0</c:v>
                </c:pt>
                <c:pt idx="6480">
                  <c:v>0</c:v>
                </c:pt>
                <c:pt idx="6481">
                  <c:v>0</c:v>
                </c:pt>
                <c:pt idx="6482">
                  <c:v>0</c:v>
                </c:pt>
                <c:pt idx="6483">
                  <c:v>0</c:v>
                </c:pt>
                <c:pt idx="6484">
                  <c:v>0</c:v>
                </c:pt>
                <c:pt idx="6485">
                  <c:v>0</c:v>
                </c:pt>
                <c:pt idx="6486">
                  <c:v>0</c:v>
                </c:pt>
                <c:pt idx="6487">
                  <c:v>0</c:v>
                </c:pt>
                <c:pt idx="6488">
                  <c:v>0</c:v>
                </c:pt>
                <c:pt idx="6489">
                  <c:v>0</c:v>
                </c:pt>
                <c:pt idx="6490">
                  <c:v>0</c:v>
                </c:pt>
                <c:pt idx="6491">
                  <c:v>0</c:v>
                </c:pt>
                <c:pt idx="6492">
                  <c:v>0</c:v>
                </c:pt>
                <c:pt idx="6493">
                  <c:v>0</c:v>
                </c:pt>
                <c:pt idx="6494">
                  <c:v>0</c:v>
                </c:pt>
                <c:pt idx="6495">
                  <c:v>0</c:v>
                </c:pt>
                <c:pt idx="6496">
                  <c:v>0</c:v>
                </c:pt>
                <c:pt idx="6497">
                  <c:v>0</c:v>
                </c:pt>
                <c:pt idx="6498">
                  <c:v>0</c:v>
                </c:pt>
                <c:pt idx="6499">
                  <c:v>0</c:v>
                </c:pt>
                <c:pt idx="6500">
                  <c:v>0</c:v>
                </c:pt>
                <c:pt idx="6501">
                  <c:v>0</c:v>
                </c:pt>
                <c:pt idx="6502">
                  <c:v>0</c:v>
                </c:pt>
                <c:pt idx="6503">
                  <c:v>0</c:v>
                </c:pt>
                <c:pt idx="6504">
                  <c:v>0</c:v>
                </c:pt>
                <c:pt idx="6505">
                  <c:v>0</c:v>
                </c:pt>
                <c:pt idx="6506">
                  <c:v>0</c:v>
                </c:pt>
                <c:pt idx="6507">
                  <c:v>0</c:v>
                </c:pt>
                <c:pt idx="6508">
                  <c:v>0</c:v>
                </c:pt>
                <c:pt idx="6509">
                  <c:v>0</c:v>
                </c:pt>
                <c:pt idx="6510">
                  <c:v>0</c:v>
                </c:pt>
                <c:pt idx="6511">
                  <c:v>0</c:v>
                </c:pt>
                <c:pt idx="6512">
                  <c:v>0</c:v>
                </c:pt>
                <c:pt idx="6513">
                  <c:v>0</c:v>
                </c:pt>
                <c:pt idx="6514">
                  <c:v>0</c:v>
                </c:pt>
                <c:pt idx="6515">
                  <c:v>0</c:v>
                </c:pt>
                <c:pt idx="6516">
                  <c:v>0</c:v>
                </c:pt>
                <c:pt idx="6517">
                  <c:v>0</c:v>
                </c:pt>
                <c:pt idx="6518">
                  <c:v>0</c:v>
                </c:pt>
                <c:pt idx="6519">
                  <c:v>0</c:v>
                </c:pt>
                <c:pt idx="6520">
                  <c:v>0</c:v>
                </c:pt>
                <c:pt idx="6521">
                  <c:v>0</c:v>
                </c:pt>
                <c:pt idx="6522">
                  <c:v>0</c:v>
                </c:pt>
                <c:pt idx="6523">
                  <c:v>0</c:v>
                </c:pt>
                <c:pt idx="6524">
                  <c:v>0</c:v>
                </c:pt>
                <c:pt idx="6525">
                  <c:v>0</c:v>
                </c:pt>
                <c:pt idx="6526">
                  <c:v>0</c:v>
                </c:pt>
                <c:pt idx="6527">
                  <c:v>0</c:v>
                </c:pt>
                <c:pt idx="6528">
                  <c:v>0</c:v>
                </c:pt>
                <c:pt idx="6529">
                  <c:v>0</c:v>
                </c:pt>
                <c:pt idx="6530">
                  <c:v>0</c:v>
                </c:pt>
                <c:pt idx="6531">
                  <c:v>0</c:v>
                </c:pt>
                <c:pt idx="6532">
                  <c:v>0</c:v>
                </c:pt>
                <c:pt idx="6533">
                  <c:v>0</c:v>
                </c:pt>
                <c:pt idx="6534">
                  <c:v>0</c:v>
                </c:pt>
                <c:pt idx="6535">
                  <c:v>0</c:v>
                </c:pt>
                <c:pt idx="6536">
                  <c:v>0</c:v>
                </c:pt>
                <c:pt idx="6537">
                  <c:v>0</c:v>
                </c:pt>
                <c:pt idx="6538">
                  <c:v>0</c:v>
                </c:pt>
                <c:pt idx="6539">
                  <c:v>0</c:v>
                </c:pt>
                <c:pt idx="6540">
                  <c:v>0</c:v>
                </c:pt>
                <c:pt idx="6541">
                  <c:v>0</c:v>
                </c:pt>
                <c:pt idx="6542">
                  <c:v>0</c:v>
                </c:pt>
                <c:pt idx="6543">
                  <c:v>0</c:v>
                </c:pt>
                <c:pt idx="6544">
                  <c:v>0</c:v>
                </c:pt>
                <c:pt idx="6545">
                  <c:v>0</c:v>
                </c:pt>
                <c:pt idx="6546">
                  <c:v>0</c:v>
                </c:pt>
                <c:pt idx="6547">
                  <c:v>0</c:v>
                </c:pt>
                <c:pt idx="6548">
                  <c:v>0</c:v>
                </c:pt>
                <c:pt idx="6549">
                  <c:v>0</c:v>
                </c:pt>
                <c:pt idx="6550">
                  <c:v>0</c:v>
                </c:pt>
                <c:pt idx="6551">
                  <c:v>0</c:v>
                </c:pt>
                <c:pt idx="6552">
                  <c:v>0</c:v>
                </c:pt>
                <c:pt idx="6553">
                  <c:v>0</c:v>
                </c:pt>
                <c:pt idx="6554">
                  <c:v>0</c:v>
                </c:pt>
                <c:pt idx="6555">
                  <c:v>0</c:v>
                </c:pt>
                <c:pt idx="6556">
                  <c:v>0</c:v>
                </c:pt>
                <c:pt idx="6557">
                  <c:v>0</c:v>
                </c:pt>
                <c:pt idx="6558">
                  <c:v>0</c:v>
                </c:pt>
                <c:pt idx="6559">
                  <c:v>0</c:v>
                </c:pt>
                <c:pt idx="6560">
                  <c:v>0</c:v>
                </c:pt>
                <c:pt idx="6561">
                  <c:v>0</c:v>
                </c:pt>
                <c:pt idx="6562">
                  <c:v>0</c:v>
                </c:pt>
                <c:pt idx="6563">
                  <c:v>0</c:v>
                </c:pt>
                <c:pt idx="6564">
                  <c:v>0</c:v>
                </c:pt>
                <c:pt idx="6565">
                  <c:v>0</c:v>
                </c:pt>
                <c:pt idx="6566">
                  <c:v>0</c:v>
                </c:pt>
                <c:pt idx="6567">
                  <c:v>0</c:v>
                </c:pt>
                <c:pt idx="6568">
                  <c:v>0</c:v>
                </c:pt>
                <c:pt idx="6569">
                  <c:v>0</c:v>
                </c:pt>
                <c:pt idx="6570">
                  <c:v>0</c:v>
                </c:pt>
                <c:pt idx="6571">
                  <c:v>0</c:v>
                </c:pt>
                <c:pt idx="6572">
                  <c:v>0</c:v>
                </c:pt>
                <c:pt idx="6573">
                  <c:v>0</c:v>
                </c:pt>
                <c:pt idx="6574">
                  <c:v>0</c:v>
                </c:pt>
                <c:pt idx="6575">
                  <c:v>0</c:v>
                </c:pt>
                <c:pt idx="6576">
                  <c:v>0</c:v>
                </c:pt>
                <c:pt idx="6577">
                  <c:v>0</c:v>
                </c:pt>
                <c:pt idx="6578">
                  <c:v>0</c:v>
                </c:pt>
                <c:pt idx="6579">
                  <c:v>0</c:v>
                </c:pt>
                <c:pt idx="6580">
                  <c:v>0</c:v>
                </c:pt>
                <c:pt idx="6581">
                  <c:v>0</c:v>
                </c:pt>
                <c:pt idx="6582">
                  <c:v>0</c:v>
                </c:pt>
                <c:pt idx="6583">
                  <c:v>0</c:v>
                </c:pt>
                <c:pt idx="6584">
                  <c:v>0</c:v>
                </c:pt>
                <c:pt idx="6585">
                  <c:v>0</c:v>
                </c:pt>
                <c:pt idx="6586">
                  <c:v>0</c:v>
                </c:pt>
                <c:pt idx="6587">
                  <c:v>0</c:v>
                </c:pt>
                <c:pt idx="6588">
                  <c:v>0</c:v>
                </c:pt>
                <c:pt idx="6589">
                  <c:v>0</c:v>
                </c:pt>
                <c:pt idx="6590">
                  <c:v>0</c:v>
                </c:pt>
                <c:pt idx="6591">
                  <c:v>0</c:v>
                </c:pt>
                <c:pt idx="6592">
                  <c:v>0</c:v>
                </c:pt>
                <c:pt idx="6593">
                  <c:v>0</c:v>
                </c:pt>
                <c:pt idx="6594">
                  <c:v>0</c:v>
                </c:pt>
                <c:pt idx="6595">
                  <c:v>0</c:v>
                </c:pt>
                <c:pt idx="6596">
                  <c:v>0</c:v>
                </c:pt>
                <c:pt idx="6597">
                  <c:v>0</c:v>
                </c:pt>
                <c:pt idx="6598">
                  <c:v>0</c:v>
                </c:pt>
                <c:pt idx="6599">
                  <c:v>0</c:v>
                </c:pt>
                <c:pt idx="6600">
                  <c:v>0</c:v>
                </c:pt>
                <c:pt idx="6601">
                  <c:v>0</c:v>
                </c:pt>
                <c:pt idx="6602">
                  <c:v>0</c:v>
                </c:pt>
                <c:pt idx="6603">
                  <c:v>0</c:v>
                </c:pt>
                <c:pt idx="6604">
                  <c:v>0</c:v>
                </c:pt>
                <c:pt idx="6605">
                  <c:v>0</c:v>
                </c:pt>
                <c:pt idx="6606">
                  <c:v>0</c:v>
                </c:pt>
                <c:pt idx="6607">
                  <c:v>0</c:v>
                </c:pt>
                <c:pt idx="6608">
                  <c:v>0</c:v>
                </c:pt>
                <c:pt idx="6609">
                  <c:v>0</c:v>
                </c:pt>
                <c:pt idx="6610">
                  <c:v>0</c:v>
                </c:pt>
                <c:pt idx="6611">
                  <c:v>0</c:v>
                </c:pt>
                <c:pt idx="6612">
                  <c:v>0</c:v>
                </c:pt>
                <c:pt idx="6613">
                  <c:v>0</c:v>
                </c:pt>
                <c:pt idx="6614">
                  <c:v>0</c:v>
                </c:pt>
                <c:pt idx="6615">
                  <c:v>0</c:v>
                </c:pt>
                <c:pt idx="6616">
                  <c:v>0</c:v>
                </c:pt>
                <c:pt idx="6617">
                  <c:v>0</c:v>
                </c:pt>
                <c:pt idx="6618">
                  <c:v>0</c:v>
                </c:pt>
                <c:pt idx="6619">
                  <c:v>0</c:v>
                </c:pt>
                <c:pt idx="6620">
                  <c:v>0</c:v>
                </c:pt>
                <c:pt idx="6621">
                  <c:v>0</c:v>
                </c:pt>
                <c:pt idx="6622">
                  <c:v>0</c:v>
                </c:pt>
                <c:pt idx="6623">
                  <c:v>0</c:v>
                </c:pt>
                <c:pt idx="6624">
                  <c:v>0</c:v>
                </c:pt>
                <c:pt idx="6625">
                  <c:v>0</c:v>
                </c:pt>
                <c:pt idx="6626">
                  <c:v>0</c:v>
                </c:pt>
                <c:pt idx="6627">
                  <c:v>0</c:v>
                </c:pt>
                <c:pt idx="6628">
                  <c:v>0</c:v>
                </c:pt>
                <c:pt idx="6629">
                  <c:v>0</c:v>
                </c:pt>
                <c:pt idx="6630">
                  <c:v>0</c:v>
                </c:pt>
                <c:pt idx="6631">
                  <c:v>0</c:v>
                </c:pt>
                <c:pt idx="6632">
                  <c:v>0</c:v>
                </c:pt>
                <c:pt idx="6633">
                  <c:v>0</c:v>
                </c:pt>
                <c:pt idx="6634">
                  <c:v>0</c:v>
                </c:pt>
                <c:pt idx="6635">
                  <c:v>0</c:v>
                </c:pt>
                <c:pt idx="6636">
                  <c:v>0</c:v>
                </c:pt>
                <c:pt idx="6637">
                  <c:v>0</c:v>
                </c:pt>
                <c:pt idx="6638">
                  <c:v>0</c:v>
                </c:pt>
                <c:pt idx="6639">
                  <c:v>0</c:v>
                </c:pt>
                <c:pt idx="6640">
                  <c:v>0</c:v>
                </c:pt>
                <c:pt idx="6641">
                  <c:v>0</c:v>
                </c:pt>
                <c:pt idx="6642">
                  <c:v>0</c:v>
                </c:pt>
                <c:pt idx="6643">
                  <c:v>0</c:v>
                </c:pt>
                <c:pt idx="6644">
                  <c:v>0</c:v>
                </c:pt>
                <c:pt idx="6645">
                  <c:v>0</c:v>
                </c:pt>
                <c:pt idx="6646">
                  <c:v>0</c:v>
                </c:pt>
                <c:pt idx="6647">
                  <c:v>0</c:v>
                </c:pt>
                <c:pt idx="6648">
                  <c:v>0</c:v>
                </c:pt>
                <c:pt idx="6649">
                  <c:v>0</c:v>
                </c:pt>
                <c:pt idx="6650">
                  <c:v>0</c:v>
                </c:pt>
                <c:pt idx="6651">
                  <c:v>0</c:v>
                </c:pt>
                <c:pt idx="6652">
                  <c:v>0</c:v>
                </c:pt>
                <c:pt idx="6653">
                  <c:v>0</c:v>
                </c:pt>
                <c:pt idx="6654">
                  <c:v>0</c:v>
                </c:pt>
                <c:pt idx="6655">
                  <c:v>0</c:v>
                </c:pt>
                <c:pt idx="6656">
                  <c:v>0</c:v>
                </c:pt>
                <c:pt idx="6657">
                  <c:v>0</c:v>
                </c:pt>
                <c:pt idx="6658">
                  <c:v>0</c:v>
                </c:pt>
                <c:pt idx="6659">
                  <c:v>0</c:v>
                </c:pt>
                <c:pt idx="6660">
                  <c:v>0</c:v>
                </c:pt>
                <c:pt idx="6661">
                  <c:v>0</c:v>
                </c:pt>
                <c:pt idx="6662">
                  <c:v>0</c:v>
                </c:pt>
                <c:pt idx="6663">
                  <c:v>0</c:v>
                </c:pt>
                <c:pt idx="6664">
                  <c:v>0</c:v>
                </c:pt>
                <c:pt idx="6665">
                  <c:v>0</c:v>
                </c:pt>
                <c:pt idx="6666">
                  <c:v>0</c:v>
                </c:pt>
                <c:pt idx="6667">
                  <c:v>0</c:v>
                </c:pt>
                <c:pt idx="6668">
                  <c:v>0</c:v>
                </c:pt>
                <c:pt idx="6669">
                  <c:v>0</c:v>
                </c:pt>
                <c:pt idx="6670">
                  <c:v>0</c:v>
                </c:pt>
                <c:pt idx="6671">
                  <c:v>0</c:v>
                </c:pt>
                <c:pt idx="6672">
                  <c:v>0</c:v>
                </c:pt>
                <c:pt idx="6673">
                  <c:v>0</c:v>
                </c:pt>
                <c:pt idx="6674">
                  <c:v>0</c:v>
                </c:pt>
                <c:pt idx="6675">
                  <c:v>0</c:v>
                </c:pt>
                <c:pt idx="6676">
                  <c:v>0</c:v>
                </c:pt>
                <c:pt idx="6677">
                  <c:v>0</c:v>
                </c:pt>
                <c:pt idx="6678">
                  <c:v>0</c:v>
                </c:pt>
                <c:pt idx="6679">
                  <c:v>0</c:v>
                </c:pt>
              </c:numCache>
            </c:numRef>
          </c:val>
          <c:extLst>
            <c:ext xmlns:c16="http://schemas.microsoft.com/office/drawing/2014/chart" uri="{C3380CC4-5D6E-409C-BE32-E72D297353CC}">
              <c16:uniqueId val="{00000000-1CC4-4016-B337-C5AEC9CF91A2}"/>
            </c:ext>
          </c:extLst>
        </c:ser>
        <c:dLbls>
          <c:showLegendKey val="0"/>
          <c:showVal val="0"/>
          <c:showCatName val="0"/>
          <c:showSerName val="0"/>
          <c:showPercent val="0"/>
          <c:showBubbleSize val="0"/>
        </c:dLbls>
        <c:gapWidth val="150"/>
        <c:axId val="892144640"/>
        <c:axId val="892150528"/>
      </c:barChart>
      <c:lineChart>
        <c:grouping val="standard"/>
        <c:varyColors val="0"/>
        <c:ser>
          <c:idx val="1"/>
          <c:order val="1"/>
          <c:tx>
            <c:strRef>
              <c:f>【杠杆与融资风险】强制平仓规模【资金与仓位】待入市保证金!$E$7</c:f>
              <c:strCache>
                <c:ptCount val="1"/>
                <c:pt idx="0">
                  <c:v>强制平仓占未收款比例（右轴）</c:v>
                </c:pt>
              </c:strCache>
            </c:strRef>
          </c:tx>
          <c:spPr>
            <a:ln w="12700">
              <a:solidFill>
                <a:srgbClr val="B9CDE5"/>
              </a:solidFill>
            </a:ln>
          </c:spPr>
          <c:marker>
            <c:symbol val="none"/>
          </c:marker>
          <c:trendline>
            <c:name>10日MA</c:name>
            <c:spPr>
              <a:ln>
                <a:solidFill>
                  <a:srgbClr val="2660AD"/>
                </a:solidFill>
              </a:ln>
            </c:spPr>
            <c:trendlineType val="movingAvg"/>
            <c:period val="10"/>
            <c:dispRSqr val="0"/>
            <c:dispEq val="0"/>
          </c:trendline>
          <c:cat>
            <c:numRef>
              <c:f>【杠杆与融资风险】强制平仓规模【资金与仓位】待入市保证金!$B$8:$B$6687</c:f>
              <c:numCache>
                <c:formatCode>m/d/yyyy</c:formatCode>
                <c:ptCount val="6680"/>
                <c:pt idx="0">
                  <c:v>46199</c:v>
                </c:pt>
                <c:pt idx="1">
                  <c:v>46198</c:v>
                </c:pt>
                <c:pt idx="2">
                  <c:v>46197</c:v>
                </c:pt>
                <c:pt idx="3">
                  <c:v>46196</c:v>
                </c:pt>
                <c:pt idx="4">
                  <c:v>46195</c:v>
                </c:pt>
                <c:pt idx="5">
                  <c:v>46192</c:v>
                </c:pt>
                <c:pt idx="6">
                  <c:v>46191</c:v>
                </c:pt>
                <c:pt idx="7">
                  <c:v>46190</c:v>
                </c:pt>
                <c:pt idx="8">
                  <c:v>46189</c:v>
                </c:pt>
                <c:pt idx="9">
                  <c:v>46188</c:v>
                </c:pt>
                <c:pt idx="10">
                  <c:v>46185</c:v>
                </c:pt>
                <c:pt idx="11">
                  <c:v>46184</c:v>
                </c:pt>
                <c:pt idx="12">
                  <c:v>46183</c:v>
                </c:pt>
                <c:pt idx="13">
                  <c:v>46182</c:v>
                </c:pt>
                <c:pt idx="14">
                  <c:v>46181</c:v>
                </c:pt>
                <c:pt idx="15">
                  <c:v>46178</c:v>
                </c:pt>
                <c:pt idx="16">
                  <c:v>46177</c:v>
                </c:pt>
                <c:pt idx="17">
                  <c:v>46175</c:v>
                </c:pt>
                <c:pt idx="18">
                  <c:v>46174</c:v>
                </c:pt>
                <c:pt idx="19">
                  <c:v>46171</c:v>
                </c:pt>
                <c:pt idx="20">
                  <c:v>46170</c:v>
                </c:pt>
                <c:pt idx="21">
                  <c:v>46169</c:v>
                </c:pt>
                <c:pt idx="22">
                  <c:v>46168</c:v>
                </c:pt>
                <c:pt idx="23">
                  <c:v>46164</c:v>
                </c:pt>
                <c:pt idx="24">
                  <c:v>46163</c:v>
                </c:pt>
                <c:pt idx="25">
                  <c:v>46162</c:v>
                </c:pt>
                <c:pt idx="26">
                  <c:v>46161</c:v>
                </c:pt>
                <c:pt idx="27">
                  <c:v>46160</c:v>
                </c:pt>
                <c:pt idx="28">
                  <c:v>46157</c:v>
                </c:pt>
                <c:pt idx="29">
                  <c:v>46156</c:v>
                </c:pt>
                <c:pt idx="30">
                  <c:v>46155</c:v>
                </c:pt>
                <c:pt idx="31">
                  <c:v>46154</c:v>
                </c:pt>
                <c:pt idx="32">
                  <c:v>46153</c:v>
                </c:pt>
                <c:pt idx="33">
                  <c:v>46150</c:v>
                </c:pt>
                <c:pt idx="34">
                  <c:v>46149</c:v>
                </c:pt>
                <c:pt idx="35">
                  <c:v>46148</c:v>
                </c:pt>
                <c:pt idx="36">
                  <c:v>46146</c:v>
                </c:pt>
                <c:pt idx="37">
                  <c:v>46142</c:v>
                </c:pt>
                <c:pt idx="38">
                  <c:v>46141</c:v>
                </c:pt>
                <c:pt idx="39">
                  <c:v>46140</c:v>
                </c:pt>
                <c:pt idx="40">
                  <c:v>46139</c:v>
                </c:pt>
                <c:pt idx="41">
                  <c:v>46136</c:v>
                </c:pt>
                <c:pt idx="42">
                  <c:v>46135</c:v>
                </c:pt>
                <c:pt idx="43">
                  <c:v>46134</c:v>
                </c:pt>
                <c:pt idx="44">
                  <c:v>46133</c:v>
                </c:pt>
                <c:pt idx="45">
                  <c:v>46132</c:v>
                </c:pt>
                <c:pt idx="46">
                  <c:v>46129</c:v>
                </c:pt>
                <c:pt idx="47">
                  <c:v>46128</c:v>
                </c:pt>
                <c:pt idx="48">
                  <c:v>46127</c:v>
                </c:pt>
                <c:pt idx="49">
                  <c:v>46126</c:v>
                </c:pt>
                <c:pt idx="50">
                  <c:v>46125</c:v>
                </c:pt>
                <c:pt idx="51">
                  <c:v>46122</c:v>
                </c:pt>
                <c:pt idx="52">
                  <c:v>46121</c:v>
                </c:pt>
                <c:pt idx="53">
                  <c:v>46120</c:v>
                </c:pt>
                <c:pt idx="54">
                  <c:v>46119</c:v>
                </c:pt>
                <c:pt idx="55">
                  <c:v>46118</c:v>
                </c:pt>
                <c:pt idx="56">
                  <c:v>46115</c:v>
                </c:pt>
                <c:pt idx="57">
                  <c:v>46114</c:v>
                </c:pt>
                <c:pt idx="58">
                  <c:v>46113</c:v>
                </c:pt>
                <c:pt idx="59">
                  <c:v>46112</c:v>
                </c:pt>
                <c:pt idx="60">
                  <c:v>46111</c:v>
                </c:pt>
                <c:pt idx="61">
                  <c:v>46108</c:v>
                </c:pt>
                <c:pt idx="62">
                  <c:v>46107</c:v>
                </c:pt>
                <c:pt idx="63">
                  <c:v>46106</c:v>
                </c:pt>
                <c:pt idx="64">
                  <c:v>46105</c:v>
                </c:pt>
                <c:pt idx="65">
                  <c:v>46104</c:v>
                </c:pt>
                <c:pt idx="66">
                  <c:v>46101</c:v>
                </c:pt>
                <c:pt idx="67">
                  <c:v>46100</c:v>
                </c:pt>
                <c:pt idx="68">
                  <c:v>46099</c:v>
                </c:pt>
                <c:pt idx="69">
                  <c:v>46098</c:v>
                </c:pt>
                <c:pt idx="70">
                  <c:v>46097</c:v>
                </c:pt>
                <c:pt idx="71">
                  <c:v>46094</c:v>
                </c:pt>
                <c:pt idx="72">
                  <c:v>46093</c:v>
                </c:pt>
                <c:pt idx="73">
                  <c:v>46092</c:v>
                </c:pt>
                <c:pt idx="74">
                  <c:v>46091</c:v>
                </c:pt>
                <c:pt idx="75">
                  <c:v>46090</c:v>
                </c:pt>
                <c:pt idx="76">
                  <c:v>46087</c:v>
                </c:pt>
                <c:pt idx="77">
                  <c:v>46086</c:v>
                </c:pt>
                <c:pt idx="78">
                  <c:v>46085</c:v>
                </c:pt>
                <c:pt idx="79">
                  <c:v>46084</c:v>
                </c:pt>
                <c:pt idx="80">
                  <c:v>46080</c:v>
                </c:pt>
                <c:pt idx="81">
                  <c:v>46079</c:v>
                </c:pt>
                <c:pt idx="82">
                  <c:v>46078</c:v>
                </c:pt>
                <c:pt idx="83">
                  <c:v>46077</c:v>
                </c:pt>
                <c:pt idx="84">
                  <c:v>46076</c:v>
                </c:pt>
                <c:pt idx="85">
                  <c:v>46073</c:v>
                </c:pt>
                <c:pt idx="86">
                  <c:v>46072</c:v>
                </c:pt>
                <c:pt idx="87">
                  <c:v>46066</c:v>
                </c:pt>
                <c:pt idx="88">
                  <c:v>46065</c:v>
                </c:pt>
                <c:pt idx="89">
                  <c:v>46064</c:v>
                </c:pt>
                <c:pt idx="90">
                  <c:v>46063</c:v>
                </c:pt>
                <c:pt idx="91">
                  <c:v>46062</c:v>
                </c:pt>
                <c:pt idx="92">
                  <c:v>46059</c:v>
                </c:pt>
                <c:pt idx="93">
                  <c:v>46058</c:v>
                </c:pt>
                <c:pt idx="94">
                  <c:v>46057</c:v>
                </c:pt>
                <c:pt idx="95">
                  <c:v>46056</c:v>
                </c:pt>
                <c:pt idx="96">
                  <c:v>46055</c:v>
                </c:pt>
                <c:pt idx="97">
                  <c:v>46052</c:v>
                </c:pt>
                <c:pt idx="98">
                  <c:v>46051</c:v>
                </c:pt>
                <c:pt idx="99">
                  <c:v>46050</c:v>
                </c:pt>
                <c:pt idx="100">
                  <c:v>46049</c:v>
                </c:pt>
                <c:pt idx="101">
                  <c:v>46048</c:v>
                </c:pt>
                <c:pt idx="102">
                  <c:v>46045</c:v>
                </c:pt>
                <c:pt idx="103">
                  <c:v>46044</c:v>
                </c:pt>
                <c:pt idx="104">
                  <c:v>46043</c:v>
                </c:pt>
                <c:pt idx="105">
                  <c:v>46042</c:v>
                </c:pt>
                <c:pt idx="106">
                  <c:v>46041</c:v>
                </c:pt>
                <c:pt idx="107">
                  <c:v>46038</c:v>
                </c:pt>
                <c:pt idx="108">
                  <c:v>46037</c:v>
                </c:pt>
                <c:pt idx="109">
                  <c:v>46036</c:v>
                </c:pt>
                <c:pt idx="110">
                  <c:v>46035</c:v>
                </c:pt>
                <c:pt idx="111">
                  <c:v>46034</c:v>
                </c:pt>
                <c:pt idx="112">
                  <c:v>46031</c:v>
                </c:pt>
                <c:pt idx="113">
                  <c:v>46030</c:v>
                </c:pt>
                <c:pt idx="114">
                  <c:v>46029</c:v>
                </c:pt>
                <c:pt idx="115">
                  <c:v>46028</c:v>
                </c:pt>
                <c:pt idx="116">
                  <c:v>46027</c:v>
                </c:pt>
                <c:pt idx="117">
                  <c:v>46024</c:v>
                </c:pt>
                <c:pt idx="118">
                  <c:v>46022</c:v>
                </c:pt>
                <c:pt idx="119">
                  <c:v>46021</c:v>
                </c:pt>
                <c:pt idx="120">
                  <c:v>46020</c:v>
                </c:pt>
                <c:pt idx="121">
                  <c:v>46017</c:v>
                </c:pt>
                <c:pt idx="122">
                  <c:v>46015</c:v>
                </c:pt>
                <c:pt idx="123">
                  <c:v>46014</c:v>
                </c:pt>
                <c:pt idx="124">
                  <c:v>46013</c:v>
                </c:pt>
                <c:pt idx="125">
                  <c:v>46010</c:v>
                </c:pt>
                <c:pt idx="126">
                  <c:v>46009</c:v>
                </c:pt>
                <c:pt idx="127">
                  <c:v>46008</c:v>
                </c:pt>
                <c:pt idx="128">
                  <c:v>46007</c:v>
                </c:pt>
                <c:pt idx="129">
                  <c:v>46006</c:v>
                </c:pt>
                <c:pt idx="130">
                  <c:v>46003</c:v>
                </c:pt>
                <c:pt idx="131">
                  <c:v>46002</c:v>
                </c:pt>
                <c:pt idx="132">
                  <c:v>46001</c:v>
                </c:pt>
                <c:pt idx="133">
                  <c:v>46000</c:v>
                </c:pt>
                <c:pt idx="134">
                  <c:v>45999</c:v>
                </c:pt>
                <c:pt idx="135">
                  <c:v>45996</c:v>
                </c:pt>
                <c:pt idx="136">
                  <c:v>45995</c:v>
                </c:pt>
                <c:pt idx="137">
                  <c:v>45994</c:v>
                </c:pt>
                <c:pt idx="138">
                  <c:v>45993</c:v>
                </c:pt>
                <c:pt idx="139">
                  <c:v>45992</c:v>
                </c:pt>
                <c:pt idx="140">
                  <c:v>45989</c:v>
                </c:pt>
                <c:pt idx="141">
                  <c:v>45988</c:v>
                </c:pt>
                <c:pt idx="142">
                  <c:v>45987</c:v>
                </c:pt>
                <c:pt idx="143">
                  <c:v>45986</c:v>
                </c:pt>
                <c:pt idx="144">
                  <c:v>45985</c:v>
                </c:pt>
                <c:pt idx="145">
                  <c:v>45982</c:v>
                </c:pt>
                <c:pt idx="146">
                  <c:v>45981</c:v>
                </c:pt>
                <c:pt idx="147">
                  <c:v>45980</c:v>
                </c:pt>
                <c:pt idx="148">
                  <c:v>45979</c:v>
                </c:pt>
                <c:pt idx="149">
                  <c:v>45978</c:v>
                </c:pt>
                <c:pt idx="150">
                  <c:v>45975</c:v>
                </c:pt>
                <c:pt idx="151">
                  <c:v>45974</c:v>
                </c:pt>
                <c:pt idx="152">
                  <c:v>45973</c:v>
                </c:pt>
                <c:pt idx="153">
                  <c:v>45972</c:v>
                </c:pt>
                <c:pt idx="154">
                  <c:v>45971</c:v>
                </c:pt>
                <c:pt idx="155">
                  <c:v>45968</c:v>
                </c:pt>
                <c:pt idx="156">
                  <c:v>45967</c:v>
                </c:pt>
                <c:pt idx="157">
                  <c:v>45966</c:v>
                </c:pt>
                <c:pt idx="158">
                  <c:v>45965</c:v>
                </c:pt>
                <c:pt idx="159">
                  <c:v>45964</c:v>
                </c:pt>
                <c:pt idx="160">
                  <c:v>45961</c:v>
                </c:pt>
                <c:pt idx="161">
                  <c:v>45960</c:v>
                </c:pt>
                <c:pt idx="162">
                  <c:v>45959</c:v>
                </c:pt>
                <c:pt idx="163">
                  <c:v>45958</c:v>
                </c:pt>
                <c:pt idx="164">
                  <c:v>45957</c:v>
                </c:pt>
                <c:pt idx="165">
                  <c:v>45954</c:v>
                </c:pt>
                <c:pt idx="166">
                  <c:v>45953</c:v>
                </c:pt>
                <c:pt idx="167">
                  <c:v>45952</c:v>
                </c:pt>
                <c:pt idx="168">
                  <c:v>45951</c:v>
                </c:pt>
                <c:pt idx="169">
                  <c:v>45950</c:v>
                </c:pt>
                <c:pt idx="170">
                  <c:v>45947</c:v>
                </c:pt>
                <c:pt idx="171">
                  <c:v>45946</c:v>
                </c:pt>
                <c:pt idx="172">
                  <c:v>45945</c:v>
                </c:pt>
                <c:pt idx="173">
                  <c:v>45944</c:v>
                </c:pt>
                <c:pt idx="174">
                  <c:v>45943</c:v>
                </c:pt>
                <c:pt idx="175">
                  <c:v>45940</c:v>
                </c:pt>
                <c:pt idx="176">
                  <c:v>45932</c:v>
                </c:pt>
                <c:pt idx="177">
                  <c:v>45931</c:v>
                </c:pt>
                <c:pt idx="178">
                  <c:v>45930</c:v>
                </c:pt>
                <c:pt idx="179">
                  <c:v>45929</c:v>
                </c:pt>
                <c:pt idx="180">
                  <c:v>45926</c:v>
                </c:pt>
                <c:pt idx="181">
                  <c:v>45925</c:v>
                </c:pt>
                <c:pt idx="182">
                  <c:v>45924</c:v>
                </c:pt>
                <c:pt idx="183">
                  <c:v>45923</c:v>
                </c:pt>
                <c:pt idx="184">
                  <c:v>45922</c:v>
                </c:pt>
                <c:pt idx="185">
                  <c:v>45919</c:v>
                </c:pt>
                <c:pt idx="186">
                  <c:v>45918</c:v>
                </c:pt>
                <c:pt idx="187">
                  <c:v>45917</c:v>
                </c:pt>
                <c:pt idx="188">
                  <c:v>45916</c:v>
                </c:pt>
                <c:pt idx="189">
                  <c:v>45915</c:v>
                </c:pt>
                <c:pt idx="190">
                  <c:v>45912</c:v>
                </c:pt>
                <c:pt idx="191">
                  <c:v>45911</c:v>
                </c:pt>
                <c:pt idx="192">
                  <c:v>45910</c:v>
                </c:pt>
                <c:pt idx="193">
                  <c:v>45909</c:v>
                </c:pt>
                <c:pt idx="194">
                  <c:v>45908</c:v>
                </c:pt>
                <c:pt idx="195">
                  <c:v>45905</c:v>
                </c:pt>
                <c:pt idx="196">
                  <c:v>45904</c:v>
                </c:pt>
                <c:pt idx="197">
                  <c:v>45903</c:v>
                </c:pt>
                <c:pt idx="198">
                  <c:v>45902</c:v>
                </c:pt>
                <c:pt idx="199">
                  <c:v>45901</c:v>
                </c:pt>
                <c:pt idx="200">
                  <c:v>45898</c:v>
                </c:pt>
                <c:pt idx="201">
                  <c:v>45897</c:v>
                </c:pt>
                <c:pt idx="202">
                  <c:v>45896</c:v>
                </c:pt>
                <c:pt idx="203">
                  <c:v>45895</c:v>
                </c:pt>
                <c:pt idx="204">
                  <c:v>45894</c:v>
                </c:pt>
                <c:pt idx="205">
                  <c:v>45891</c:v>
                </c:pt>
                <c:pt idx="206">
                  <c:v>45890</c:v>
                </c:pt>
                <c:pt idx="207">
                  <c:v>45889</c:v>
                </c:pt>
                <c:pt idx="208">
                  <c:v>45888</c:v>
                </c:pt>
                <c:pt idx="209">
                  <c:v>45887</c:v>
                </c:pt>
                <c:pt idx="210">
                  <c:v>45883</c:v>
                </c:pt>
                <c:pt idx="211">
                  <c:v>45882</c:v>
                </c:pt>
                <c:pt idx="212">
                  <c:v>45881</c:v>
                </c:pt>
                <c:pt idx="213">
                  <c:v>45880</c:v>
                </c:pt>
                <c:pt idx="214">
                  <c:v>45877</c:v>
                </c:pt>
                <c:pt idx="215">
                  <c:v>45876</c:v>
                </c:pt>
                <c:pt idx="216">
                  <c:v>45875</c:v>
                </c:pt>
                <c:pt idx="217">
                  <c:v>45874</c:v>
                </c:pt>
                <c:pt idx="218">
                  <c:v>45873</c:v>
                </c:pt>
                <c:pt idx="219">
                  <c:v>45870</c:v>
                </c:pt>
                <c:pt idx="220">
                  <c:v>45869</c:v>
                </c:pt>
                <c:pt idx="221">
                  <c:v>45868</c:v>
                </c:pt>
                <c:pt idx="222">
                  <c:v>45867</c:v>
                </c:pt>
                <c:pt idx="223">
                  <c:v>45866</c:v>
                </c:pt>
                <c:pt idx="224">
                  <c:v>45863</c:v>
                </c:pt>
                <c:pt idx="225">
                  <c:v>45862</c:v>
                </c:pt>
                <c:pt idx="226">
                  <c:v>45861</c:v>
                </c:pt>
                <c:pt idx="227">
                  <c:v>45860</c:v>
                </c:pt>
                <c:pt idx="228">
                  <c:v>45859</c:v>
                </c:pt>
                <c:pt idx="229">
                  <c:v>45856</c:v>
                </c:pt>
                <c:pt idx="230">
                  <c:v>45855</c:v>
                </c:pt>
                <c:pt idx="231">
                  <c:v>45854</c:v>
                </c:pt>
                <c:pt idx="232">
                  <c:v>45853</c:v>
                </c:pt>
                <c:pt idx="233">
                  <c:v>45852</c:v>
                </c:pt>
                <c:pt idx="234">
                  <c:v>45849</c:v>
                </c:pt>
                <c:pt idx="235">
                  <c:v>45848</c:v>
                </c:pt>
                <c:pt idx="236">
                  <c:v>45847</c:v>
                </c:pt>
                <c:pt idx="237">
                  <c:v>45846</c:v>
                </c:pt>
                <c:pt idx="238">
                  <c:v>45845</c:v>
                </c:pt>
                <c:pt idx="239">
                  <c:v>45842</c:v>
                </c:pt>
                <c:pt idx="240">
                  <c:v>45841</c:v>
                </c:pt>
                <c:pt idx="241">
                  <c:v>45840</c:v>
                </c:pt>
                <c:pt idx="242">
                  <c:v>45839</c:v>
                </c:pt>
                <c:pt idx="243">
                  <c:v>45838</c:v>
                </c:pt>
                <c:pt idx="244">
                  <c:v>45835</c:v>
                </c:pt>
                <c:pt idx="245">
                  <c:v>45834</c:v>
                </c:pt>
                <c:pt idx="246">
                  <c:v>45833</c:v>
                </c:pt>
                <c:pt idx="247">
                  <c:v>45832</c:v>
                </c:pt>
                <c:pt idx="248">
                  <c:v>45831</c:v>
                </c:pt>
                <c:pt idx="249">
                  <c:v>45828</c:v>
                </c:pt>
                <c:pt idx="250">
                  <c:v>45827</c:v>
                </c:pt>
                <c:pt idx="251">
                  <c:v>45826</c:v>
                </c:pt>
                <c:pt idx="252">
                  <c:v>45825</c:v>
                </c:pt>
                <c:pt idx="253">
                  <c:v>45824</c:v>
                </c:pt>
                <c:pt idx="254">
                  <c:v>45821</c:v>
                </c:pt>
                <c:pt idx="255">
                  <c:v>45820</c:v>
                </c:pt>
                <c:pt idx="256">
                  <c:v>45819</c:v>
                </c:pt>
                <c:pt idx="257">
                  <c:v>45818</c:v>
                </c:pt>
                <c:pt idx="258">
                  <c:v>45817</c:v>
                </c:pt>
                <c:pt idx="259">
                  <c:v>45813</c:v>
                </c:pt>
                <c:pt idx="260">
                  <c:v>45812</c:v>
                </c:pt>
                <c:pt idx="261">
                  <c:v>45810</c:v>
                </c:pt>
                <c:pt idx="262">
                  <c:v>45807</c:v>
                </c:pt>
                <c:pt idx="263">
                  <c:v>45806</c:v>
                </c:pt>
                <c:pt idx="264">
                  <c:v>45805</c:v>
                </c:pt>
                <c:pt idx="265">
                  <c:v>45804</c:v>
                </c:pt>
                <c:pt idx="266">
                  <c:v>45803</c:v>
                </c:pt>
                <c:pt idx="267">
                  <c:v>45800</c:v>
                </c:pt>
                <c:pt idx="268">
                  <c:v>45799</c:v>
                </c:pt>
                <c:pt idx="269">
                  <c:v>45798</c:v>
                </c:pt>
                <c:pt idx="270">
                  <c:v>45797</c:v>
                </c:pt>
                <c:pt idx="271">
                  <c:v>45796</c:v>
                </c:pt>
                <c:pt idx="272">
                  <c:v>45793</c:v>
                </c:pt>
                <c:pt idx="273">
                  <c:v>45792</c:v>
                </c:pt>
                <c:pt idx="274">
                  <c:v>45791</c:v>
                </c:pt>
                <c:pt idx="275">
                  <c:v>45790</c:v>
                </c:pt>
                <c:pt idx="276">
                  <c:v>45789</c:v>
                </c:pt>
                <c:pt idx="277">
                  <c:v>45786</c:v>
                </c:pt>
                <c:pt idx="278">
                  <c:v>45785</c:v>
                </c:pt>
                <c:pt idx="279">
                  <c:v>45784</c:v>
                </c:pt>
                <c:pt idx="280">
                  <c:v>45779</c:v>
                </c:pt>
                <c:pt idx="281">
                  <c:v>45777</c:v>
                </c:pt>
                <c:pt idx="282">
                  <c:v>45776</c:v>
                </c:pt>
                <c:pt idx="283">
                  <c:v>45775</c:v>
                </c:pt>
                <c:pt idx="284">
                  <c:v>45772</c:v>
                </c:pt>
                <c:pt idx="285">
                  <c:v>45771</c:v>
                </c:pt>
                <c:pt idx="286">
                  <c:v>45770</c:v>
                </c:pt>
                <c:pt idx="287">
                  <c:v>45769</c:v>
                </c:pt>
                <c:pt idx="288">
                  <c:v>45768</c:v>
                </c:pt>
                <c:pt idx="289">
                  <c:v>45765</c:v>
                </c:pt>
                <c:pt idx="290">
                  <c:v>45764</c:v>
                </c:pt>
                <c:pt idx="291">
                  <c:v>45763</c:v>
                </c:pt>
                <c:pt idx="292">
                  <c:v>45762</c:v>
                </c:pt>
                <c:pt idx="293">
                  <c:v>45761</c:v>
                </c:pt>
                <c:pt idx="294">
                  <c:v>45758</c:v>
                </c:pt>
                <c:pt idx="295">
                  <c:v>45757</c:v>
                </c:pt>
                <c:pt idx="296">
                  <c:v>45756</c:v>
                </c:pt>
                <c:pt idx="297">
                  <c:v>45755</c:v>
                </c:pt>
                <c:pt idx="298">
                  <c:v>45754</c:v>
                </c:pt>
                <c:pt idx="299">
                  <c:v>45751</c:v>
                </c:pt>
                <c:pt idx="300">
                  <c:v>45750</c:v>
                </c:pt>
                <c:pt idx="301">
                  <c:v>45749</c:v>
                </c:pt>
                <c:pt idx="302">
                  <c:v>45748</c:v>
                </c:pt>
                <c:pt idx="303">
                  <c:v>45747</c:v>
                </c:pt>
                <c:pt idx="304">
                  <c:v>45744</c:v>
                </c:pt>
                <c:pt idx="305">
                  <c:v>45743</c:v>
                </c:pt>
                <c:pt idx="306">
                  <c:v>45742</c:v>
                </c:pt>
                <c:pt idx="307">
                  <c:v>45741</c:v>
                </c:pt>
                <c:pt idx="308">
                  <c:v>45740</c:v>
                </c:pt>
                <c:pt idx="309">
                  <c:v>45737</c:v>
                </c:pt>
                <c:pt idx="310">
                  <c:v>45736</c:v>
                </c:pt>
                <c:pt idx="311">
                  <c:v>45735</c:v>
                </c:pt>
                <c:pt idx="312">
                  <c:v>45734</c:v>
                </c:pt>
                <c:pt idx="313">
                  <c:v>45733</c:v>
                </c:pt>
                <c:pt idx="314">
                  <c:v>45730</c:v>
                </c:pt>
                <c:pt idx="315">
                  <c:v>45729</c:v>
                </c:pt>
                <c:pt idx="316">
                  <c:v>45728</c:v>
                </c:pt>
                <c:pt idx="317">
                  <c:v>45727</c:v>
                </c:pt>
                <c:pt idx="318">
                  <c:v>45726</c:v>
                </c:pt>
                <c:pt idx="319">
                  <c:v>45723</c:v>
                </c:pt>
                <c:pt idx="320">
                  <c:v>45722</c:v>
                </c:pt>
                <c:pt idx="321">
                  <c:v>45721</c:v>
                </c:pt>
                <c:pt idx="322">
                  <c:v>45720</c:v>
                </c:pt>
                <c:pt idx="323">
                  <c:v>45716</c:v>
                </c:pt>
                <c:pt idx="324">
                  <c:v>45715</c:v>
                </c:pt>
                <c:pt idx="325">
                  <c:v>45714</c:v>
                </c:pt>
                <c:pt idx="326">
                  <c:v>45713</c:v>
                </c:pt>
                <c:pt idx="327">
                  <c:v>45712</c:v>
                </c:pt>
                <c:pt idx="328">
                  <c:v>45709</c:v>
                </c:pt>
                <c:pt idx="329">
                  <c:v>45708</c:v>
                </c:pt>
                <c:pt idx="330">
                  <c:v>45707</c:v>
                </c:pt>
                <c:pt idx="331">
                  <c:v>45706</c:v>
                </c:pt>
                <c:pt idx="332">
                  <c:v>45705</c:v>
                </c:pt>
                <c:pt idx="333">
                  <c:v>45702</c:v>
                </c:pt>
                <c:pt idx="334">
                  <c:v>45701</c:v>
                </c:pt>
                <c:pt idx="335">
                  <c:v>45700</c:v>
                </c:pt>
                <c:pt idx="336">
                  <c:v>45699</c:v>
                </c:pt>
                <c:pt idx="337">
                  <c:v>45698</c:v>
                </c:pt>
                <c:pt idx="338">
                  <c:v>45695</c:v>
                </c:pt>
                <c:pt idx="339">
                  <c:v>45694</c:v>
                </c:pt>
                <c:pt idx="340">
                  <c:v>45693</c:v>
                </c:pt>
                <c:pt idx="341">
                  <c:v>45692</c:v>
                </c:pt>
                <c:pt idx="342">
                  <c:v>45691</c:v>
                </c:pt>
                <c:pt idx="343">
                  <c:v>45688</c:v>
                </c:pt>
                <c:pt idx="344">
                  <c:v>45681</c:v>
                </c:pt>
                <c:pt idx="345">
                  <c:v>45680</c:v>
                </c:pt>
                <c:pt idx="346">
                  <c:v>45679</c:v>
                </c:pt>
                <c:pt idx="347">
                  <c:v>45678</c:v>
                </c:pt>
                <c:pt idx="348">
                  <c:v>45677</c:v>
                </c:pt>
                <c:pt idx="349">
                  <c:v>45674</c:v>
                </c:pt>
                <c:pt idx="350">
                  <c:v>45673</c:v>
                </c:pt>
                <c:pt idx="351">
                  <c:v>45672</c:v>
                </c:pt>
                <c:pt idx="352">
                  <c:v>45671</c:v>
                </c:pt>
                <c:pt idx="353">
                  <c:v>45670</c:v>
                </c:pt>
                <c:pt idx="354">
                  <c:v>45667</c:v>
                </c:pt>
                <c:pt idx="355">
                  <c:v>45666</c:v>
                </c:pt>
                <c:pt idx="356">
                  <c:v>45665</c:v>
                </c:pt>
                <c:pt idx="357">
                  <c:v>45664</c:v>
                </c:pt>
                <c:pt idx="358">
                  <c:v>45663</c:v>
                </c:pt>
                <c:pt idx="359">
                  <c:v>45660</c:v>
                </c:pt>
                <c:pt idx="360">
                  <c:v>45659</c:v>
                </c:pt>
                <c:pt idx="361">
                  <c:v>45657</c:v>
                </c:pt>
                <c:pt idx="362">
                  <c:v>45656</c:v>
                </c:pt>
                <c:pt idx="363">
                  <c:v>45653</c:v>
                </c:pt>
                <c:pt idx="364">
                  <c:v>45652</c:v>
                </c:pt>
                <c:pt idx="365">
                  <c:v>45650</c:v>
                </c:pt>
                <c:pt idx="366">
                  <c:v>45649</c:v>
                </c:pt>
                <c:pt idx="367">
                  <c:v>45646</c:v>
                </c:pt>
                <c:pt idx="368">
                  <c:v>45645</c:v>
                </c:pt>
                <c:pt idx="369">
                  <c:v>45644</c:v>
                </c:pt>
                <c:pt idx="370">
                  <c:v>45643</c:v>
                </c:pt>
                <c:pt idx="371">
                  <c:v>45642</c:v>
                </c:pt>
                <c:pt idx="372">
                  <c:v>45639</c:v>
                </c:pt>
                <c:pt idx="373">
                  <c:v>45638</c:v>
                </c:pt>
                <c:pt idx="374">
                  <c:v>45637</c:v>
                </c:pt>
                <c:pt idx="375">
                  <c:v>45636</c:v>
                </c:pt>
                <c:pt idx="376">
                  <c:v>45635</c:v>
                </c:pt>
                <c:pt idx="377">
                  <c:v>45632</c:v>
                </c:pt>
                <c:pt idx="378">
                  <c:v>45631</c:v>
                </c:pt>
                <c:pt idx="379">
                  <c:v>45630</c:v>
                </c:pt>
                <c:pt idx="380">
                  <c:v>45629</c:v>
                </c:pt>
                <c:pt idx="381">
                  <c:v>45628</c:v>
                </c:pt>
                <c:pt idx="382">
                  <c:v>45625</c:v>
                </c:pt>
                <c:pt idx="383">
                  <c:v>45624</c:v>
                </c:pt>
                <c:pt idx="384">
                  <c:v>45623</c:v>
                </c:pt>
                <c:pt idx="385">
                  <c:v>45622</c:v>
                </c:pt>
                <c:pt idx="386">
                  <c:v>45621</c:v>
                </c:pt>
                <c:pt idx="387">
                  <c:v>45618</c:v>
                </c:pt>
                <c:pt idx="388">
                  <c:v>45617</c:v>
                </c:pt>
                <c:pt idx="389">
                  <c:v>45616</c:v>
                </c:pt>
                <c:pt idx="390">
                  <c:v>45615</c:v>
                </c:pt>
                <c:pt idx="391">
                  <c:v>45614</c:v>
                </c:pt>
                <c:pt idx="392">
                  <c:v>45611</c:v>
                </c:pt>
                <c:pt idx="393">
                  <c:v>45610</c:v>
                </c:pt>
                <c:pt idx="394">
                  <c:v>45609</c:v>
                </c:pt>
                <c:pt idx="395">
                  <c:v>45608</c:v>
                </c:pt>
                <c:pt idx="396">
                  <c:v>45607</c:v>
                </c:pt>
                <c:pt idx="397">
                  <c:v>45604</c:v>
                </c:pt>
                <c:pt idx="398">
                  <c:v>45603</c:v>
                </c:pt>
                <c:pt idx="399">
                  <c:v>45602</c:v>
                </c:pt>
                <c:pt idx="400">
                  <c:v>45601</c:v>
                </c:pt>
                <c:pt idx="401">
                  <c:v>45600</c:v>
                </c:pt>
                <c:pt idx="402">
                  <c:v>45597</c:v>
                </c:pt>
                <c:pt idx="403">
                  <c:v>45596</c:v>
                </c:pt>
                <c:pt idx="404">
                  <c:v>45595</c:v>
                </c:pt>
                <c:pt idx="405">
                  <c:v>45594</c:v>
                </c:pt>
                <c:pt idx="406">
                  <c:v>45593</c:v>
                </c:pt>
                <c:pt idx="407">
                  <c:v>45590</c:v>
                </c:pt>
                <c:pt idx="408">
                  <c:v>45589</c:v>
                </c:pt>
                <c:pt idx="409">
                  <c:v>45588</c:v>
                </c:pt>
                <c:pt idx="410">
                  <c:v>45587</c:v>
                </c:pt>
                <c:pt idx="411">
                  <c:v>45586</c:v>
                </c:pt>
                <c:pt idx="412">
                  <c:v>45583</c:v>
                </c:pt>
                <c:pt idx="413">
                  <c:v>45582</c:v>
                </c:pt>
                <c:pt idx="414">
                  <c:v>45581</c:v>
                </c:pt>
                <c:pt idx="415">
                  <c:v>45580</c:v>
                </c:pt>
                <c:pt idx="416">
                  <c:v>45579</c:v>
                </c:pt>
                <c:pt idx="417">
                  <c:v>45576</c:v>
                </c:pt>
                <c:pt idx="418">
                  <c:v>45575</c:v>
                </c:pt>
                <c:pt idx="419">
                  <c:v>45573</c:v>
                </c:pt>
                <c:pt idx="420">
                  <c:v>45572</c:v>
                </c:pt>
                <c:pt idx="421">
                  <c:v>45569</c:v>
                </c:pt>
                <c:pt idx="422">
                  <c:v>45567</c:v>
                </c:pt>
                <c:pt idx="423">
                  <c:v>45565</c:v>
                </c:pt>
                <c:pt idx="424">
                  <c:v>45562</c:v>
                </c:pt>
                <c:pt idx="425">
                  <c:v>45561</c:v>
                </c:pt>
                <c:pt idx="426">
                  <c:v>45560</c:v>
                </c:pt>
                <c:pt idx="427">
                  <c:v>45559</c:v>
                </c:pt>
                <c:pt idx="428">
                  <c:v>45558</c:v>
                </c:pt>
                <c:pt idx="429">
                  <c:v>45555</c:v>
                </c:pt>
                <c:pt idx="430">
                  <c:v>45554</c:v>
                </c:pt>
                <c:pt idx="431">
                  <c:v>45548</c:v>
                </c:pt>
                <c:pt idx="432">
                  <c:v>45547</c:v>
                </c:pt>
                <c:pt idx="433">
                  <c:v>45546</c:v>
                </c:pt>
                <c:pt idx="434">
                  <c:v>45545</c:v>
                </c:pt>
                <c:pt idx="435">
                  <c:v>45544</c:v>
                </c:pt>
                <c:pt idx="436">
                  <c:v>45541</c:v>
                </c:pt>
                <c:pt idx="437">
                  <c:v>45540</c:v>
                </c:pt>
                <c:pt idx="438">
                  <c:v>45539</c:v>
                </c:pt>
                <c:pt idx="439">
                  <c:v>45538</c:v>
                </c:pt>
                <c:pt idx="440">
                  <c:v>45537</c:v>
                </c:pt>
                <c:pt idx="441">
                  <c:v>45534</c:v>
                </c:pt>
                <c:pt idx="442">
                  <c:v>45533</c:v>
                </c:pt>
                <c:pt idx="443">
                  <c:v>45532</c:v>
                </c:pt>
                <c:pt idx="444">
                  <c:v>45531</c:v>
                </c:pt>
                <c:pt idx="445">
                  <c:v>45530</c:v>
                </c:pt>
                <c:pt idx="446">
                  <c:v>45527</c:v>
                </c:pt>
                <c:pt idx="447">
                  <c:v>45526</c:v>
                </c:pt>
                <c:pt idx="448">
                  <c:v>45525</c:v>
                </c:pt>
                <c:pt idx="449">
                  <c:v>45524</c:v>
                </c:pt>
                <c:pt idx="450">
                  <c:v>45523</c:v>
                </c:pt>
                <c:pt idx="451">
                  <c:v>45520</c:v>
                </c:pt>
                <c:pt idx="452">
                  <c:v>45518</c:v>
                </c:pt>
                <c:pt idx="453">
                  <c:v>45517</c:v>
                </c:pt>
                <c:pt idx="454">
                  <c:v>45516</c:v>
                </c:pt>
                <c:pt idx="455">
                  <c:v>45513</c:v>
                </c:pt>
                <c:pt idx="456">
                  <c:v>45512</c:v>
                </c:pt>
                <c:pt idx="457">
                  <c:v>45511</c:v>
                </c:pt>
                <c:pt idx="458">
                  <c:v>45510</c:v>
                </c:pt>
                <c:pt idx="459">
                  <c:v>45509</c:v>
                </c:pt>
                <c:pt idx="460">
                  <c:v>45506</c:v>
                </c:pt>
                <c:pt idx="461">
                  <c:v>45505</c:v>
                </c:pt>
                <c:pt idx="462">
                  <c:v>45504</c:v>
                </c:pt>
                <c:pt idx="463">
                  <c:v>45503</c:v>
                </c:pt>
                <c:pt idx="464">
                  <c:v>45502</c:v>
                </c:pt>
                <c:pt idx="465">
                  <c:v>45499</c:v>
                </c:pt>
                <c:pt idx="466">
                  <c:v>45498</c:v>
                </c:pt>
                <c:pt idx="467">
                  <c:v>45497</c:v>
                </c:pt>
                <c:pt idx="468">
                  <c:v>45496</c:v>
                </c:pt>
                <c:pt idx="469">
                  <c:v>45495</c:v>
                </c:pt>
                <c:pt idx="470">
                  <c:v>45492</c:v>
                </c:pt>
                <c:pt idx="471">
                  <c:v>45491</c:v>
                </c:pt>
                <c:pt idx="472">
                  <c:v>45490</c:v>
                </c:pt>
                <c:pt idx="473">
                  <c:v>45489</c:v>
                </c:pt>
                <c:pt idx="474">
                  <c:v>45488</c:v>
                </c:pt>
                <c:pt idx="475">
                  <c:v>45485</c:v>
                </c:pt>
                <c:pt idx="476">
                  <c:v>45484</c:v>
                </c:pt>
                <c:pt idx="477">
                  <c:v>45483</c:v>
                </c:pt>
                <c:pt idx="478">
                  <c:v>45482</c:v>
                </c:pt>
                <c:pt idx="479">
                  <c:v>45481</c:v>
                </c:pt>
                <c:pt idx="480">
                  <c:v>45478</c:v>
                </c:pt>
                <c:pt idx="481">
                  <c:v>45477</c:v>
                </c:pt>
                <c:pt idx="482">
                  <c:v>45476</c:v>
                </c:pt>
                <c:pt idx="483">
                  <c:v>45475</c:v>
                </c:pt>
                <c:pt idx="484">
                  <c:v>45474</c:v>
                </c:pt>
                <c:pt idx="485">
                  <c:v>45471</c:v>
                </c:pt>
                <c:pt idx="486">
                  <c:v>45470</c:v>
                </c:pt>
                <c:pt idx="487">
                  <c:v>45469</c:v>
                </c:pt>
                <c:pt idx="488">
                  <c:v>45468</c:v>
                </c:pt>
                <c:pt idx="489">
                  <c:v>45467</c:v>
                </c:pt>
                <c:pt idx="490">
                  <c:v>45464</c:v>
                </c:pt>
                <c:pt idx="491">
                  <c:v>45463</c:v>
                </c:pt>
                <c:pt idx="492">
                  <c:v>45462</c:v>
                </c:pt>
                <c:pt idx="493">
                  <c:v>45461</c:v>
                </c:pt>
                <c:pt idx="494">
                  <c:v>45460</c:v>
                </c:pt>
                <c:pt idx="495">
                  <c:v>45457</c:v>
                </c:pt>
                <c:pt idx="496">
                  <c:v>45456</c:v>
                </c:pt>
                <c:pt idx="497">
                  <c:v>45455</c:v>
                </c:pt>
                <c:pt idx="498">
                  <c:v>45454</c:v>
                </c:pt>
                <c:pt idx="499">
                  <c:v>45453</c:v>
                </c:pt>
                <c:pt idx="500">
                  <c:v>45450</c:v>
                </c:pt>
                <c:pt idx="501">
                  <c:v>45448</c:v>
                </c:pt>
                <c:pt idx="502">
                  <c:v>45447</c:v>
                </c:pt>
                <c:pt idx="503">
                  <c:v>45446</c:v>
                </c:pt>
                <c:pt idx="504">
                  <c:v>45443</c:v>
                </c:pt>
                <c:pt idx="505">
                  <c:v>45442</c:v>
                </c:pt>
                <c:pt idx="506">
                  <c:v>45441</c:v>
                </c:pt>
                <c:pt idx="507">
                  <c:v>45440</c:v>
                </c:pt>
                <c:pt idx="508">
                  <c:v>45439</c:v>
                </c:pt>
                <c:pt idx="509">
                  <c:v>45436</c:v>
                </c:pt>
                <c:pt idx="510">
                  <c:v>45435</c:v>
                </c:pt>
                <c:pt idx="511">
                  <c:v>45434</c:v>
                </c:pt>
                <c:pt idx="512">
                  <c:v>45433</c:v>
                </c:pt>
                <c:pt idx="513">
                  <c:v>45432</c:v>
                </c:pt>
                <c:pt idx="514">
                  <c:v>45429</c:v>
                </c:pt>
                <c:pt idx="515">
                  <c:v>45428</c:v>
                </c:pt>
                <c:pt idx="516">
                  <c:v>45426</c:v>
                </c:pt>
                <c:pt idx="517">
                  <c:v>45425</c:v>
                </c:pt>
                <c:pt idx="518">
                  <c:v>45422</c:v>
                </c:pt>
                <c:pt idx="519">
                  <c:v>45421</c:v>
                </c:pt>
                <c:pt idx="520">
                  <c:v>45420</c:v>
                </c:pt>
                <c:pt idx="521">
                  <c:v>45419</c:v>
                </c:pt>
                <c:pt idx="522">
                  <c:v>45415</c:v>
                </c:pt>
                <c:pt idx="523">
                  <c:v>45414</c:v>
                </c:pt>
                <c:pt idx="524">
                  <c:v>45412</c:v>
                </c:pt>
                <c:pt idx="525">
                  <c:v>45411</c:v>
                </c:pt>
                <c:pt idx="526">
                  <c:v>45408</c:v>
                </c:pt>
                <c:pt idx="527">
                  <c:v>45407</c:v>
                </c:pt>
                <c:pt idx="528">
                  <c:v>45406</c:v>
                </c:pt>
                <c:pt idx="529">
                  <c:v>45405</c:v>
                </c:pt>
                <c:pt idx="530">
                  <c:v>45404</c:v>
                </c:pt>
                <c:pt idx="531">
                  <c:v>45401</c:v>
                </c:pt>
                <c:pt idx="532">
                  <c:v>45400</c:v>
                </c:pt>
                <c:pt idx="533">
                  <c:v>45399</c:v>
                </c:pt>
                <c:pt idx="534">
                  <c:v>45398</c:v>
                </c:pt>
                <c:pt idx="535">
                  <c:v>45397</c:v>
                </c:pt>
                <c:pt idx="536">
                  <c:v>45394</c:v>
                </c:pt>
                <c:pt idx="537">
                  <c:v>45393</c:v>
                </c:pt>
                <c:pt idx="538">
                  <c:v>45391</c:v>
                </c:pt>
                <c:pt idx="539">
                  <c:v>45390</c:v>
                </c:pt>
                <c:pt idx="540">
                  <c:v>45387</c:v>
                </c:pt>
                <c:pt idx="541">
                  <c:v>45386</c:v>
                </c:pt>
                <c:pt idx="542">
                  <c:v>45385</c:v>
                </c:pt>
                <c:pt idx="543">
                  <c:v>45384</c:v>
                </c:pt>
                <c:pt idx="544">
                  <c:v>45383</c:v>
                </c:pt>
                <c:pt idx="545">
                  <c:v>45380</c:v>
                </c:pt>
                <c:pt idx="546">
                  <c:v>45379</c:v>
                </c:pt>
                <c:pt idx="547">
                  <c:v>45378</c:v>
                </c:pt>
                <c:pt idx="548">
                  <c:v>45377</c:v>
                </c:pt>
                <c:pt idx="549">
                  <c:v>45376</c:v>
                </c:pt>
                <c:pt idx="550">
                  <c:v>45373</c:v>
                </c:pt>
                <c:pt idx="551">
                  <c:v>45372</c:v>
                </c:pt>
                <c:pt idx="552">
                  <c:v>45371</c:v>
                </c:pt>
                <c:pt idx="553">
                  <c:v>45370</c:v>
                </c:pt>
                <c:pt idx="554">
                  <c:v>45369</c:v>
                </c:pt>
                <c:pt idx="555">
                  <c:v>45366</c:v>
                </c:pt>
                <c:pt idx="556">
                  <c:v>45365</c:v>
                </c:pt>
                <c:pt idx="557">
                  <c:v>45364</c:v>
                </c:pt>
                <c:pt idx="558">
                  <c:v>45363</c:v>
                </c:pt>
                <c:pt idx="559">
                  <c:v>45362</c:v>
                </c:pt>
                <c:pt idx="560">
                  <c:v>45359</c:v>
                </c:pt>
                <c:pt idx="561">
                  <c:v>45358</c:v>
                </c:pt>
                <c:pt idx="562">
                  <c:v>45357</c:v>
                </c:pt>
                <c:pt idx="563">
                  <c:v>45356</c:v>
                </c:pt>
                <c:pt idx="564">
                  <c:v>45355</c:v>
                </c:pt>
                <c:pt idx="565">
                  <c:v>45351</c:v>
                </c:pt>
                <c:pt idx="566">
                  <c:v>45350</c:v>
                </c:pt>
                <c:pt idx="567">
                  <c:v>45349</c:v>
                </c:pt>
                <c:pt idx="568">
                  <c:v>45348</c:v>
                </c:pt>
                <c:pt idx="569">
                  <c:v>45345</c:v>
                </c:pt>
                <c:pt idx="570">
                  <c:v>45344</c:v>
                </c:pt>
                <c:pt idx="571">
                  <c:v>45343</c:v>
                </c:pt>
                <c:pt idx="572">
                  <c:v>45342</c:v>
                </c:pt>
                <c:pt idx="573">
                  <c:v>45341</c:v>
                </c:pt>
                <c:pt idx="574">
                  <c:v>45338</c:v>
                </c:pt>
                <c:pt idx="575">
                  <c:v>45337</c:v>
                </c:pt>
                <c:pt idx="576">
                  <c:v>45336</c:v>
                </c:pt>
                <c:pt idx="577">
                  <c:v>45335</c:v>
                </c:pt>
                <c:pt idx="578">
                  <c:v>45330</c:v>
                </c:pt>
                <c:pt idx="579">
                  <c:v>45329</c:v>
                </c:pt>
                <c:pt idx="580">
                  <c:v>45328</c:v>
                </c:pt>
                <c:pt idx="581">
                  <c:v>45327</c:v>
                </c:pt>
                <c:pt idx="582">
                  <c:v>45324</c:v>
                </c:pt>
                <c:pt idx="583">
                  <c:v>45323</c:v>
                </c:pt>
                <c:pt idx="584">
                  <c:v>45322</c:v>
                </c:pt>
                <c:pt idx="585">
                  <c:v>45321</c:v>
                </c:pt>
                <c:pt idx="586">
                  <c:v>45320</c:v>
                </c:pt>
                <c:pt idx="587">
                  <c:v>45317</c:v>
                </c:pt>
                <c:pt idx="588">
                  <c:v>45316</c:v>
                </c:pt>
                <c:pt idx="589">
                  <c:v>45315</c:v>
                </c:pt>
                <c:pt idx="590">
                  <c:v>45314</c:v>
                </c:pt>
                <c:pt idx="591">
                  <c:v>45313</c:v>
                </c:pt>
                <c:pt idx="592">
                  <c:v>45310</c:v>
                </c:pt>
                <c:pt idx="593">
                  <c:v>45309</c:v>
                </c:pt>
                <c:pt idx="594">
                  <c:v>45308</c:v>
                </c:pt>
                <c:pt idx="595">
                  <c:v>45307</c:v>
                </c:pt>
                <c:pt idx="596">
                  <c:v>45306</c:v>
                </c:pt>
                <c:pt idx="597">
                  <c:v>45303</c:v>
                </c:pt>
                <c:pt idx="598">
                  <c:v>45302</c:v>
                </c:pt>
                <c:pt idx="599">
                  <c:v>45301</c:v>
                </c:pt>
                <c:pt idx="600">
                  <c:v>45300</c:v>
                </c:pt>
                <c:pt idx="601">
                  <c:v>45299</c:v>
                </c:pt>
                <c:pt idx="602">
                  <c:v>45296</c:v>
                </c:pt>
                <c:pt idx="603">
                  <c:v>45295</c:v>
                </c:pt>
                <c:pt idx="604">
                  <c:v>45294</c:v>
                </c:pt>
                <c:pt idx="605">
                  <c:v>45293</c:v>
                </c:pt>
                <c:pt idx="606">
                  <c:v>45289</c:v>
                </c:pt>
                <c:pt idx="607">
                  <c:v>45288</c:v>
                </c:pt>
                <c:pt idx="608">
                  <c:v>45287</c:v>
                </c:pt>
                <c:pt idx="609">
                  <c:v>45286</c:v>
                </c:pt>
                <c:pt idx="610">
                  <c:v>45282</c:v>
                </c:pt>
                <c:pt idx="611">
                  <c:v>45281</c:v>
                </c:pt>
                <c:pt idx="612">
                  <c:v>45280</c:v>
                </c:pt>
                <c:pt idx="613">
                  <c:v>45279</c:v>
                </c:pt>
                <c:pt idx="614">
                  <c:v>45278</c:v>
                </c:pt>
                <c:pt idx="615">
                  <c:v>45275</c:v>
                </c:pt>
                <c:pt idx="616">
                  <c:v>45274</c:v>
                </c:pt>
                <c:pt idx="617">
                  <c:v>45273</c:v>
                </c:pt>
                <c:pt idx="618">
                  <c:v>45272</c:v>
                </c:pt>
                <c:pt idx="619">
                  <c:v>45271</c:v>
                </c:pt>
                <c:pt idx="620">
                  <c:v>45268</c:v>
                </c:pt>
                <c:pt idx="621">
                  <c:v>45267</c:v>
                </c:pt>
                <c:pt idx="622">
                  <c:v>45266</c:v>
                </c:pt>
                <c:pt idx="623">
                  <c:v>45265</c:v>
                </c:pt>
                <c:pt idx="624">
                  <c:v>45264</c:v>
                </c:pt>
                <c:pt idx="625">
                  <c:v>45261</c:v>
                </c:pt>
                <c:pt idx="626">
                  <c:v>45260</c:v>
                </c:pt>
                <c:pt idx="627">
                  <c:v>45259</c:v>
                </c:pt>
                <c:pt idx="628">
                  <c:v>45258</c:v>
                </c:pt>
                <c:pt idx="629">
                  <c:v>45257</c:v>
                </c:pt>
                <c:pt idx="630">
                  <c:v>45254</c:v>
                </c:pt>
                <c:pt idx="631">
                  <c:v>45253</c:v>
                </c:pt>
                <c:pt idx="632">
                  <c:v>45252</c:v>
                </c:pt>
                <c:pt idx="633">
                  <c:v>45251</c:v>
                </c:pt>
                <c:pt idx="634">
                  <c:v>45250</c:v>
                </c:pt>
                <c:pt idx="635">
                  <c:v>45247</c:v>
                </c:pt>
                <c:pt idx="636">
                  <c:v>45246</c:v>
                </c:pt>
                <c:pt idx="637">
                  <c:v>45245</c:v>
                </c:pt>
                <c:pt idx="638">
                  <c:v>45244</c:v>
                </c:pt>
                <c:pt idx="639">
                  <c:v>45243</c:v>
                </c:pt>
                <c:pt idx="640">
                  <c:v>45240</c:v>
                </c:pt>
                <c:pt idx="641">
                  <c:v>45239</c:v>
                </c:pt>
                <c:pt idx="642">
                  <c:v>45238</c:v>
                </c:pt>
                <c:pt idx="643">
                  <c:v>45237</c:v>
                </c:pt>
                <c:pt idx="644">
                  <c:v>45236</c:v>
                </c:pt>
                <c:pt idx="645">
                  <c:v>45233</c:v>
                </c:pt>
                <c:pt idx="646">
                  <c:v>45232</c:v>
                </c:pt>
                <c:pt idx="647">
                  <c:v>45231</c:v>
                </c:pt>
                <c:pt idx="648">
                  <c:v>45230</c:v>
                </c:pt>
                <c:pt idx="649">
                  <c:v>45229</c:v>
                </c:pt>
                <c:pt idx="650">
                  <c:v>45226</c:v>
                </c:pt>
                <c:pt idx="651">
                  <c:v>45225</c:v>
                </c:pt>
                <c:pt idx="652">
                  <c:v>45224</c:v>
                </c:pt>
                <c:pt idx="653">
                  <c:v>45223</c:v>
                </c:pt>
                <c:pt idx="654">
                  <c:v>45222</c:v>
                </c:pt>
                <c:pt idx="655">
                  <c:v>45219</c:v>
                </c:pt>
                <c:pt idx="656">
                  <c:v>45218</c:v>
                </c:pt>
                <c:pt idx="657">
                  <c:v>45217</c:v>
                </c:pt>
                <c:pt idx="658">
                  <c:v>45216</c:v>
                </c:pt>
                <c:pt idx="659">
                  <c:v>45215</c:v>
                </c:pt>
                <c:pt idx="660">
                  <c:v>45212</c:v>
                </c:pt>
                <c:pt idx="661">
                  <c:v>45211</c:v>
                </c:pt>
                <c:pt idx="662">
                  <c:v>45210</c:v>
                </c:pt>
                <c:pt idx="663">
                  <c:v>45209</c:v>
                </c:pt>
                <c:pt idx="664">
                  <c:v>45205</c:v>
                </c:pt>
                <c:pt idx="665">
                  <c:v>45204</c:v>
                </c:pt>
                <c:pt idx="666">
                  <c:v>45203</c:v>
                </c:pt>
                <c:pt idx="667">
                  <c:v>45196</c:v>
                </c:pt>
                <c:pt idx="668">
                  <c:v>45195</c:v>
                </c:pt>
                <c:pt idx="669">
                  <c:v>45194</c:v>
                </c:pt>
                <c:pt idx="670">
                  <c:v>45191</c:v>
                </c:pt>
                <c:pt idx="671">
                  <c:v>45190</c:v>
                </c:pt>
                <c:pt idx="672">
                  <c:v>45189</c:v>
                </c:pt>
                <c:pt idx="673">
                  <c:v>45188</c:v>
                </c:pt>
                <c:pt idx="674">
                  <c:v>45187</c:v>
                </c:pt>
                <c:pt idx="675">
                  <c:v>45184</c:v>
                </c:pt>
                <c:pt idx="676">
                  <c:v>45183</c:v>
                </c:pt>
                <c:pt idx="677">
                  <c:v>45182</c:v>
                </c:pt>
                <c:pt idx="678">
                  <c:v>45181</c:v>
                </c:pt>
                <c:pt idx="679">
                  <c:v>45180</c:v>
                </c:pt>
                <c:pt idx="680">
                  <c:v>45177</c:v>
                </c:pt>
                <c:pt idx="681">
                  <c:v>45176</c:v>
                </c:pt>
                <c:pt idx="682">
                  <c:v>45175</c:v>
                </c:pt>
                <c:pt idx="683">
                  <c:v>45174</c:v>
                </c:pt>
                <c:pt idx="684">
                  <c:v>45173</c:v>
                </c:pt>
                <c:pt idx="685">
                  <c:v>45170</c:v>
                </c:pt>
                <c:pt idx="686">
                  <c:v>45169</c:v>
                </c:pt>
                <c:pt idx="687">
                  <c:v>45168</c:v>
                </c:pt>
                <c:pt idx="688">
                  <c:v>45167</c:v>
                </c:pt>
                <c:pt idx="689">
                  <c:v>45166</c:v>
                </c:pt>
                <c:pt idx="690">
                  <c:v>45163</c:v>
                </c:pt>
                <c:pt idx="691">
                  <c:v>45162</c:v>
                </c:pt>
                <c:pt idx="692">
                  <c:v>45161</c:v>
                </c:pt>
                <c:pt idx="693">
                  <c:v>45160</c:v>
                </c:pt>
                <c:pt idx="694">
                  <c:v>45159</c:v>
                </c:pt>
                <c:pt idx="695">
                  <c:v>45156</c:v>
                </c:pt>
                <c:pt idx="696">
                  <c:v>45155</c:v>
                </c:pt>
                <c:pt idx="697">
                  <c:v>45154</c:v>
                </c:pt>
                <c:pt idx="698">
                  <c:v>45152</c:v>
                </c:pt>
                <c:pt idx="699">
                  <c:v>45149</c:v>
                </c:pt>
                <c:pt idx="700">
                  <c:v>45148</c:v>
                </c:pt>
                <c:pt idx="701">
                  <c:v>45147</c:v>
                </c:pt>
                <c:pt idx="702">
                  <c:v>45146</c:v>
                </c:pt>
                <c:pt idx="703">
                  <c:v>45145</c:v>
                </c:pt>
                <c:pt idx="704">
                  <c:v>45142</c:v>
                </c:pt>
                <c:pt idx="705">
                  <c:v>45141</c:v>
                </c:pt>
                <c:pt idx="706">
                  <c:v>45140</c:v>
                </c:pt>
                <c:pt idx="707">
                  <c:v>45139</c:v>
                </c:pt>
                <c:pt idx="708">
                  <c:v>45138</c:v>
                </c:pt>
                <c:pt idx="709">
                  <c:v>45135</c:v>
                </c:pt>
                <c:pt idx="710">
                  <c:v>45134</c:v>
                </c:pt>
                <c:pt idx="711">
                  <c:v>45133</c:v>
                </c:pt>
                <c:pt idx="712">
                  <c:v>45132</c:v>
                </c:pt>
                <c:pt idx="713">
                  <c:v>45131</c:v>
                </c:pt>
                <c:pt idx="714">
                  <c:v>45128</c:v>
                </c:pt>
                <c:pt idx="715">
                  <c:v>45127</c:v>
                </c:pt>
                <c:pt idx="716">
                  <c:v>45126</c:v>
                </c:pt>
                <c:pt idx="717">
                  <c:v>45125</c:v>
                </c:pt>
                <c:pt idx="718">
                  <c:v>45124</c:v>
                </c:pt>
                <c:pt idx="719">
                  <c:v>45121</c:v>
                </c:pt>
                <c:pt idx="720">
                  <c:v>45120</c:v>
                </c:pt>
                <c:pt idx="721">
                  <c:v>45119</c:v>
                </c:pt>
                <c:pt idx="722">
                  <c:v>45118</c:v>
                </c:pt>
                <c:pt idx="723">
                  <c:v>45117</c:v>
                </c:pt>
                <c:pt idx="724">
                  <c:v>45114</c:v>
                </c:pt>
                <c:pt idx="725">
                  <c:v>45113</c:v>
                </c:pt>
                <c:pt idx="726">
                  <c:v>45112</c:v>
                </c:pt>
                <c:pt idx="727">
                  <c:v>45111</c:v>
                </c:pt>
                <c:pt idx="728">
                  <c:v>45110</c:v>
                </c:pt>
                <c:pt idx="729">
                  <c:v>45107</c:v>
                </c:pt>
                <c:pt idx="730">
                  <c:v>45106</c:v>
                </c:pt>
                <c:pt idx="731">
                  <c:v>45105</c:v>
                </c:pt>
                <c:pt idx="732">
                  <c:v>45104</c:v>
                </c:pt>
                <c:pt idx="733">
                  <c:v>45103</c:v>
                </c:pt>
                <c:pt idx="734">
                  <c:v>45100</c:v>
                </c:pt>
                <c:pt idx="735">
                  <c:v>45099</c:v>
                </c:pt>
                <c:pt idx="736">
                  <c:v>45098</c:v>
                </c:pt>
                <c:pt idx="737">
                  <c:v>45097</c:v>
                </c:pt>
                <c:pt idx="738">
                  <c:v>45096</c:v>
                </c:pt>
                <c:pt idx="739">
                  <c:v>45093</c:v>
                </c:pt>
                <c:pt idx="740">
                  <c:v>45092</c:v>
                </c:pt>
                <c:pt idx="741">
                  <c:v>45091</c:v>
                </c:pt>
                <c:pt idx="742">
                  <c:v>45090</c:v>
                </c:pt>
                <c:pt idx="743">
                  <c:v>45089</c:v>
                </c:pt>
                <c:pt idx="744">
                  <c:v>45086</c:v>
                </c:pt>
                <c:pt idx="745">
                  <c:v>45085</c:v>
                </c:pt>
                <c:pt idx="746">
                  <c:v>45084</c:v>
                </c:pt>
                <c:pt idx="747">
                  <c:v>45082</c:v>
                </c:pt>
                <c:pt idx="748">
                  <c:v>45079</c:v>
                </c:pt>
                <c:pt idx="749">
                  <c:v>45078</c:v>
                </c:pt>
                <c:pt idx="750">
                  <c:v>45077</c:v>
                </c:pt>
                <c:pt idx="751">
                  <c:v>45076</c:v>
                </c:pt>
                <c:pt idx="752">
                  <c:v>45072</c:v>
                </c:pt>
                <c:pt idx="753">
                  <c:v>45071</c:v>
                </c:pt>
                <c:pt idx="754">
                  <c:v>45070</c:v>
                </c:pt>
                <c:pt idx="755">
                  <c:v>45069</c:v>
                </c:pt>
                <c:pt idx="756">
                  <c:v>45068</c:v>
                </c:pt>
                <c:pt idx="757">
                  <c:v>45065</c:v>
                </c:pt>
                <c:pt idx="758">
                  <c:v>45064</c:v>
                </c:pt>
                <c:pt idx="759">
                  <c:v>45063</c:v>
                </c:pt>
                <c:pt idx="760">
                  <c:v>45062</c:v>
                </c:pt>
                <c:pt idx="761">
                  <c:v>45061</c:v>
                </c:pt>
                <c:pt idx="762">
                  <c:v>45058</c:v>
                </c:pt>
                <c:pt idx="763">
                  <c:v>45057</c:v>
                </c:pt>
                <c:pt idx="764">
                  <c:v>45056</c:v>
                </c:pt>
                <c:pt idx="765">
                  <c:v>45055</c:v>
                </c:pt>
                <c:pt idx="766">
                  <c:v>45054</c:v>
                </c:pt>
                <c:pt idx="767">
                  <c:v>45050</c:v>
                </c:pt>
                <c:pt idx="768">
                  <c:v>45049</c:v>
                </c:pt>
                <c:pt idx="769">
                  <c:v>45048</c:v>
                </c:pt>
                <c:pt idx="770">
                  <c:v>45044</c:v>
                </c:pt>
                <c:pt idx="771">
                  <c:v>45043</c:v>
                </c:pt>
                <c:pt idx="772">
                  <c:v>45042</c:v>
                </c:pt>
                <c:pt idx="773">
                  <c:v>45041</c:v>
                </c:pt>
                <c:pt idx="774">
                  <c:v>45040</c:v>
                </c:pt>
                <c:pt idx="775">
                  <c:v>45037</c:v>
                </c:pt>
                <c:pt idx="776">
                  <c:v>45036</c:v>
                </c:pt>
                <c:pt idx="777">
                  <c:v>45035</c:v>
                </c:pt>
                <c:pt idx="778">
                  <c:v>45034</c:v>
                </c:pt>
                <c:pt idx="779">
                  <c:v>45033</c:v>
                </c:pt>
                <c:pt idx="780">
                  <c:v>45030</c:v>
                </c:pt>
                <c:pt idx="781">
                  <c:v>45029</c:v>
                </c:pt>
                <c:pt idx="782">
                  <c:v>45028</c:v>
                </c:pt>
                <c:pt idx="783">
                  <c:v>45027</c:v>
                </c:pt>
                <c:pt idx="784">
                  <c:v>45026</c:v>
                </c:pt>
                <c:pt idx="785">
                  <c:v>45023</c:v>
                </c:pt>
                <c:pt idx="786">
                  <c:v>45022</c:v>
                </c:pt>
                <c:pt idx="787">
                  <c:v>45021</c:v>
                </c:pt>
                <c:pt idx="788">
                  <c:v>45020</c:v>
                </c:pt>
                <c:pt idx="789">
                  <c:v>45019</c:v>
                </c:pt>
                <c:pt idx="790">
                  <c:v>45016</c:v>
                </c:pt>
                <c:pt idx="791">
                  <c:v>45015</c:v>
                </c:pt>
                <c:pt idx="792">
                  <c:v>45014</c:v>
                </c:pt>
                <c:pt idx="793">
                  <c:v>45013</c:v>
                </c:pt>
                <c:pt idx="794">
                  <c:v>45012</c:v>
                </c:pt>
                <c:pt idx="795">
                  <c:v>45009</c:v>
                </c:pt>
                <c:pt idx="796">
                  <c:v>45008</c:v>
                </c:pt>
                <c:pt idx="797">
                  <c:v>45007</c:v>
                </c:pt>
                <c:pt idx="798">
                  <c:v>45006</c:v>
                </c:pt>
                <c:pt idx="799">
                  <c:v>45005</c:v>
                </c:pt>
                <c:pt idx="800">
                  <c:v>45002</c:v>
                </c:pt>
                <c:pt idx="801">
                  <c:v>45001</c:v>
                </c:pt>
                <c:pt idx="802">
                  <c:v>45000</c:v>
                </c:pt>
                <c:pt idx="803">
                  <c:v>44999</c:v>
                </c:pt>
                <c:pt idx="804">
                  <c:v>44998</c:v>
                </c:pt>
                <c:pt idx="805">
                  <c:v>44995</c:v>
                </c:pt>
                <c:pt idx="806">
                  <c:v>44994</c:v>
                </c:pt>
                <c:pt idx="807">
                  <c:v>44993</c:v>
                </c:pt>
                <c:pt idx="808">
                  <c:v>44992</c:v>
                </c:pt>
                <c:pt idx="809">
                  <c:v>44991</c:v>
                </c:pt>
                <c:pt idx="810">
                  <c:v>44988</c:v>
                </c:pt>
                <c:pt idx="811">
                  <c:v>44987</c:v>
                </c:pt>
                <c:pt idx="812">
                  <c:v>44985</c:v>
                </c:pt>
                <c:pt idx="813">
                  <c:v>44984</c:v>
                </c:pt>
                <c:pt idx="814">
                  <c:v>44981</c:v>
                </c:pt>
                <c:pt idx="815">
                  <c:v>44980</c:v>
                </c:pt>
                <c:pt idx="816">
                  <c:v>44979</c:v>
                </c:pt>
                <c:pt idx="817">
                  <c:v>44978</c:v>
                </c:pt>
                <c:pt idx="818">
                  <c:v>44977</c:v>
                </c:pt>
                <c:pt idx="819">
                  <c:v>44974</c:v>
                </c:pt>
                <c:pt idx="820">
                  <c:v>44973</c:v>
                </c:pt>
                <c:pt idx="821">
                  <c:v>44972</c:v>
                </c:pt>
                <c:pt idx="822">
                  <c:v>44971</c:v>
                </c:pt>
                <c:pt idx="823">
                  <c:v>44970</c:v>
                </c:pt>
                <c:pt idx="824">
                  <c:v>44967</c:v>
                </c:pt>
                <c:pt idx="825">
                  <c:v>44966</c:v>
                </c:pt>
                <c:pt idx="826">
                  <c:v>44965</c:v>
                </c:pt>
                <c:pt idx="827">
                  <c:v>44964</c:v>
                </c:pt>
                <c:pt idx="828">
                  <c:v>44963</c:v>
                </c:pt>
                <c:pt idx="829">
                  <c:v>44960</c:v>
                </c:pt>
                <c:pt idx="830">
                  <c:v>44959</c:v>
                </c:pt>
                <c:pt idx="831">
                  <c:v>44958</c:v>
                </c:pt>
                <c:pt idx="832">
                  <c:v>44957</c:v>
                </c:pt>
                <c:pt idx="833">
                  <c:v>44956</c:v>
                </c:pt>
                <c:pt idx="834">
                  <c:v>44953</c:v>
                </c:pt>
                <c:pt idx="835">
                  <c:v>44952</c:v>
                </c:pt>
                <c:pt idx="836">
                  <c:v>44951</c:v>
                </c:pt>
                <c:pt idx="837">
                  <c:v>44946</c:v>
                </c:pt>
                <c:pt idx="838">
                  <c:v>44945</c:v>
                </c:pt>
                <c:pt idx="839">
                  <c:v>44944</c:v>
                </c:pt>
                <c:pt idx="840">
                  <c:v>44943</c:v>
                </c:pt>
                <c:pt idx="841">
                  <c:v>44942</c:v>
                </c:pt>
                <c:pt idx="842">
                  <c:v>44939</c:v>
                </c:pt>
                <c:pt idx="843">
                  <c:v>44938</c:v>
                </c:pt>
                <c:pt idx="844">
                  <c:v>44937</c:v>
                </c:pt>
                <c:pt idx="845">
                  <c:v>44936</c:v>
                </c:pt>
                <c:pt idx="846">
                  <c:v>44935</c:v>
                </c:pt>
                <c:pt idx="847">
                  <c:v>44932</c:v>
                </c:pt>
                <c:pt idx="848">
                  <c:v>44931</c:v>
                </c:pt>
                <c:pt idx="849">
                  <c:v>44930</c:v>
                </c:pt>
                <c:pt idx="850">
                  <c:v>44929</c:v>
                </c:pt>
                <c:pt idx="851">
                  <c:v>44928</c:v>
                </c:pt>
                <c:pt idx="852">
                  <c:v>44925</c:v>
                </c:pt>
                <c:pt idx="853">
                  <c:v>44924</c:v>
                </c:pt>
                <c:pt idx="854">
                  <c:v>44923</c:v>
                </c:pt>
                <c:pt idx="855">
                  <c:v>44922</c:v>
                </c:pt>
                <c:pt idx="856">
                  <c:v>44921</c:v>
                </c:pt>
                <c:pt idx="857">
                  <c:v>44918</c:v>
                </c:pt>
                <c:pt idx="858">
                  <c:v>44917</c:v>
                </c:pt>
                <c:pt idx="859">
                  <c:v>44916</c:v>
                </c:pt>
                <c:pt idx="860">
                  <c:v>44915</c:v>
                </c:pt>
                <c:pt idx="861">
                  <c:v>44914</c:v>
                </c:pt>
                <c:pt idx="862">
                  <c:v>44911</c:v>
                </c:pt>
                <c:pt idx="863">
                  <c:v>44910</c:v>
                </c:pt>
                <c:pt idx="864">
                  <c:v>44909</c:v>
                </c:pt>
                <c:pt idx="865">
                  <c:v>44908</c:v>
                </c:pt>
                <c:pt idx="866">
                  <c:v>44907</c:v>
                </c:pt>
                <c:pt idx="867">
                  <c:v>44904</c:v>
                </c:pt>
                <c:pt idx="868">
                  <c:v>44903</c:v>
                </c:pt>
                <c:pt idx="869">
                  <c:v>44902</c:v>
                </c:pt>
                <c:pt idx="870">
                  <c:v>44901</c:v>
                </c:pt>
                <c:pt idx="871">
                  <c:v>44900</c:v>
                </c:pt>
                <c:pt idx="872">
                  <c:v>44897</c:v>
                </c:pt>
                <c:pt idx="873">
                  <c:v>44896</c:v>
                </c:pt>
                <c:pt idx="874">
                  <c:v>44895</c:v>
                </c:pt>
                <c:pt idx="875">
                  <c:v>44894</c:v>
                </c:pt>
                <c:pt idx="876">
                  <c:v>44893</c:v>
                </c:pt>
                <c:pt idx="877">
                  <c:v>44890</c:v>
                </c:pt>
                <c:pt idx="878">
                  <c:v>44889</c:v>
                </c:pt>
                <c:pt idx="879">
                  <c:v>44888</c:v>
                </c:pt>
                <c:pt idx="880">
                  <c:v>44887</c:v>
                </c:pt>
                <c:pt idx="881">
                  <c:v>44886</c:v>
                </c:pt>
                <c:pt idx="882">
                  <c:v>44883</c:v>
                </c:pt>
                <c:pt idx="883">
                  <c:v>44882</c:v>
                </c:pt>
                <c:pt idx="884">
                  <c:v>44881</c:v>
                </c:pt>
                <c:pt idx="885">
                  <c:v>44880</c:v>
                </c:pt>
                <c:pt idx="886">
                  <c:v>44879</c:v>
                </c:pt>
                <c:pt idx="887">
                  <c:v>44876</c:v>
                </c:pt>
                <c:pt idx="888">
                  <c:v>44875</c:v>
                </c:pt>
                <c:pt idx="889">
                  <c:v>44874</c:v>
                </c:pt>
                <c:pt idx="890">
                  <c:v>44873</c:v>
                </c:pt>
                <c:pt idx="891">
                  <c:v>44872</c:v>
                </c:pt>
                <c:pt idx="892">
                  <c:v>44869</c:v>
                </c:pt>
                <c:pt idx="893">
                  <c:v>44868</c:v>
                </c:pt>
                <c:pt idx="894">
                  <c:v>44867</c:v>
                </c:pt>
                <c:pt idx="895">
                  <c:v>44866</c:v>
                </c:pt>
                <c:pt idx="896">
                  <c:v>44865</c:v>
                </c:pt>
                <c:pt idx="897">
                  <c:v>44862</c:v>
                </c:pt>
                <c:pt idx="898">
                  <c:v>44861</c:v>
                </c:pt>
                <c:pt idx="899">
                  <c:v>44860</c:v>
                </c:pt>
                <c:pt idx="900">
                  <c:v>44859</c:v>
                </c:pt>
                <c:pt idx="901">
                  <c:v>44858</c:v>
                </c:pt>
                <c:pt idx="902">
                  <c:v>44855</c:v>
                </c:pt>
                <c:pt idx="903">
                  <c:v>44854</c:v>
                </c:pt>
                <c:pt idx="904">
                  <c:v>44853</c:v>
                </c:pt>
                <c:pt idx="905">
                  <c:v>44852</c:v>
                </c:pt>
                <c:pt idx="906">
                  <c:v>44851</c:v>
                </c:pt>
                <c:pt idx="907">
                  <c:v>44848</c:v>
                </c:pt>
                <c:pt idx="908">
                  <c:v>44847</c:v>
                </c:pt>
                <c:pt idx="909">
                  <c:v>44846</c:v>
                </c:pt>
                <c:pt idx="910">
                  <c:v>44845</c:v>
                </c:pt>
                <c:pt idx="911">
                  <c:v>44841</c:v>
                </c:pt>
                <c:pt idx="912">
                  <c:v>44840</c:v>
                </c:pt>
                <c:pt idx="913">
                  <c:v>44839</c:v>
                </c:pt>
                <c:pt idx="914">
                  <c:v>44838</c:v>
                </c:pt>
                <c:pt idx="915">
                  <c:v>44834</c:v>
                </c:pt>
                <c:pt idx="916">
                  <c:v>44833</c:v>
                </c:pt>
                <c:pt idx="917">
                  <c:v>44832</c:v>
                </c:pt>
                <c:pt idx="918">
                  <c:v>44831</c:v>
                </c:pt>
                <c:pt idx="919">
                  <c:v>44830</c:v>
                </c:pt>
                <c:pt idx="920">
                  <c:v>44827</c:v>
                </c:pt>
                <c:pt idx="921">
                  <c:v>44826</c:v>
                </c:pt>
                <c:pt idx="922">
                  <c:v>44825</c:v>
                </c:pt>
                <c:pt idx="923">
                  <c:v>44824</c:v>
                </c:pt>
                <c:pt idx="924">
                  <c:v>44823</c:v>
                </c:pt>
                <c:pt idx="925">
                  <c:v>44820</c:v>
                </c:pt>
                <c:pt idx="926">
                  <c:v>44819</c:v>
                </c:pt>
                <c:pt idx="927">
                  <c:v>44818</c:v>
                </c:pt>
                <c:pt idx="928">
                  <c:v>44817</c:v>
                </c:pt>
                <c:pt idx="929">
                  <c:v>44812</c:v>
                </c:pt>
                <c:pt idx="930">
                  <c:v>44811</c:v>
                </c:pt>
                <c:pt idx="931">
                  <c:v>44810</c:v>
                </c:pt>
                <c:pt idx="932">
                  <c:v>44809</c:v>
                </c:pt>
                <c:pt idx="933">
                  <c:v>44806</c:v>
                </c:pt>
                <c:pt idx="934">
                  <c:v>44805</c:v>
                </c:pt>
                <c:pt idx="935">
                  <c:v>44804</c:v>
                </c:pt>
                <c:pt idx="936">
                  <c:v>44803</c:v>
                </c:pt>
                <c:pt idx="937">
                  <c:v>44802</c:v>
                </c:pt>
                <c:pt idx="938">
                  <c:v>44799</c:v>
                </c:pt>
                <c:pt idx="939">
                  <c:v>44798</c:v>
                </c:pt>
                <c:pt idx="940">
                  <c:v>44797</c:v>
                </c:pt>
                <c:pt idx="941">
                  <c:v>44796</c:v>
                </c:pt>
                <c:pt idx="942">
                  <c:v>44795</c:v>
                </c:pt>
                <c:pt idx="943">
                  <c:v>44792</c:v>
                </c:pt>
                <c:pt idx="944">
                  <c:v>44791</c:v>
                </c:pt>
                <c:pt idx="945">
                  <c:v>44790</c:v>
                </c:pt>
                <c:pt idx="946">
                  <c:v>44789</c:v>
                </c:pt>
                <c:pt idx="947">
                  <c:v>44785</c:v>
                </c:pt>
                <c:pt idx="948">
                  <c:v>44784</c:v>
                </c:pt>
                <c:pt idx="949">
                  <c:v>44783</c:v>
                </c:pt>
                <c:pt idx="950">
                  <c:v>44782</c:v>
                </c:pt>
                <c:pt idx="951">
                  <c:v>44781</c:v>
                </c:pt>
                <c:pt idx="952">
                  <c:v>44778</c:v>
                </c:pt>
                <c:pt idx="953">
                  <c:v>44777</c:v>
                </c:pt>
                <c:pt idx="954">
                  <c:v>44776</c:v>
                </c:pt>
                <c:pt idx="955">
                  <c:v>44775</c:v>
                </c:pt>
                <c:pt idx="956">
                  <c:v>44774</c:v>
                </c:pt>
                <c:pt idx="957">
                  <c:v>44771</c:v>
                </c:pt>
                <c:pt idx="958">
                  <c:v>44770</c:v>
                </c:pt>
                <c:pt idx="959">
                  <c:v>44769</c:v>
                </c:pt>
                <c:pt idx="960">
                  <c:v>44768</c:v>
                </c:pt>
                <c:pt idx="961">
                  <c:v>44767</c:v>
                </c:pt>
                <c:pt idx="962">
                  <c:v>44764</c:v>
                </c:pt>
                <c:pt idx="963">
                  <c:v>44763</c:v>
                </c:pt>
                <c:pt idx="964">
                  <c:v>44762</c:v>
                </c:pt>
                <c:pt idx="965">
                  <c:v>44761</c:v>
                </c:pt>
                <c:pt idx="966">
                  <c:v>44760</c:v>
                </c:pt>
                <c:pt idx="967">
                  <c:v>44757</c:v>
                </c:pt>
                <c:pt idx="968">
                  <c:v>44756</c:v>
                </c:pt>
                <c:pt idx="969">
                  <c:v>44755</c:v>
                </c:pt>
                <c:pt idx="970">
                  <c:v>44754</c:v>
                </c:pt>
                <c:pt idx="971">
                  <c:v>44753</c:v>
                </c:pt>
                <c:pt idx="972">
                  <c:v>44750</c:v>
                </c:pt>
                <c:pt idx="973">
                  <c:v>44749</c:v>
                </c:pt>
                <c:pt idx="974">
                  <c:v>44748</c:v>
                </c:pt>
                <c:pt idx="975">
                  <c:v>44747</c:v>
                </c:pt>
                <c:pt idx="976">
                  <c:v>44746</c:v>
                </c:pt>
                <c:pt idx="977">
                  <c:v>44743</c:v>
                </c:pt>
                <c:pt idx="978">
                  <c:v>44742</c:v>
                </c:pt>
                <c:pt idx="979">
                  <c:v>44741</c:v>
                </c:pt>
                <c:pt idx="980">
                  <c:v>44740</c:v>
                </c:pt>
                <c:pt idx="981">
                  <c:v>44739</c:v>
                </c:pt>
                <c:pt idx="982">
                  <c:v>44736</c:v>
                </c:pt>
                <c:pt idx="983">
                  <c:v>44735</c:v>
                </c:pt>
                <c:pt idx="984">
                  <c:v>44734</c:v>
                </c:pt>
                <c:pt idx="985">
                  <c:v>44733</c:v>
                </c:pt>
                <c:pt idx="986">
                  <c:v>44732</c:v>
                </c:pt>
                <c:pt idx="987">
                  <c:v>44729</c:v>
                </c:pt>
                <c:pt idx="988">
                  <c:v>44728</c:v>
                </c:pt>
                <c:pt idx="989">
                  <c:v>44727</c:v>
                </c:pt>
                <c:pt idx="990">
                  <c:v>44726</c:v>
                </c:pt>
                <c:pt idx="991">
                  <c:v>44725</c:v>
                </c:pt>
                <c:pt idx="992">
                  <c:v>44722</c:v>
                </c:pt>
                <c:pt idx="993">
                  <c:v>44721</c:v>
                </c:pt>
                <c:pt idx="994">
                  <c:v>44720</c:v>
                </c:pt>
                <c:pt idx="995">
                  <c:v>44719</c:v>
                </c:pt>
                <c:pt idx="996">
                  <c:v>44715</c:v>
                </c:pt>
                <c:pt idx="997">
                  <c:v>44714</c:v>
                </c:pt>
                <c:pt idx="998">
                  <c:v>44712</c:v>
                </c:pt>
                <c:pt idx="999">
                  <c:v>44711</c:v>
                </c:pt>
                <c:pt idx="1000">
                  <c:v>44708</c:v>
                </c:pt>
                <c:pt idx="1001">
                  <c:v>44707</c:v>
                </c:pt>
                <c:pt idx="1002">
                  <c:v>44706</c:v>
                </c:pt>
                <c:pt idx="1003">
                  <c:v>44705</c:v>
                </c:pt>
                <c:pt idx="1004">
                  <c:v>44704</c:v>
                </c:pt>
                <c:pt idx="1005">
                  <c:v>44701</c:v>
                </c:pt>
                <c:pt idx="1006">
                  <c:v>44700</c:v>
                </c:pt>
                <c:pt idx="1007">
                  <c:v>44699</c:v>
                </c:pt>
                <c:pt idx="1008">
                  <c:v>44698</c:v>
                </c:pt>
                <c:pt idx="1009">
                  <c:v>44697</c:v>
                </c:pt>
                <c:pt idx="1010">
                  <c:v>44694</c:v>
                </c:pt>
                <c:pt idx="1011">
                  <c:v>44693</c:v>
                </c:pt>
                <c:pt idx="1012">
                  <c:v>44692</c:v>
                </c:pt>
                <c:pt idx="1013">
                  <c:v>44691</c:v>
                </c:pt>
                <c:pt idx="1014">
                  <c:v>44690</c:v>
                </c:pt>
                <c:pt idx="1015">
                  <c:v>44687</c:v>
                </c:pt>
                <c:pt idx="1016">
                  <c:v>44685</c:v>
                </c:pt>
                <c:pt idx="1017">
                  <c:v>44684</c:v>
                </c:pt>
                <c:pt idx="1018">
                  <c:v>44683</c:v>
                </c:pt>
                <c:pt idx="1019">
                  <c:v>44680</c:v>
                </c:pt>
                <c:pt idx="1020">
                  <c:v>44679</c:v>
                </c:pt>
                <c:pt idx="1021">
                  <c:v>44678</c:v>
                </c:pt>
                <c:pt idx="1022">
                  <c:v>44677</c:v>
                </c:pt>
                <c:pt idx="1023">
                  <c:v>44676</c:v>
                </c:pt>
                <c:pt idx="1024">
                  <c:v>44673</c:v>
                </c:pt>
                <c:pt idx="1025">
                  <c:v>44672</c:v>
                </c:pt>
                <c:pt idx="1026">
                  <c:v>44671</c:v>
                </c:pt>
                <c:pt idx="1027">
                  <c:v>44670</c:v>
                </c:pt>
                <c:pt idx="1028">
                  <c:v>44669</c:v>
                </c:pt>
                <c:pt idx="1029">
                  <c:v>44666</c:v>
                </c:pt>
                <c:pt idx="1030">
                  <c:v>44665</c:v>
                </c:pt>
                <c:pt idx="1031">
                  <c:v>44664</c:v>
                </c:pt>
                <c:pt idx="1032">
                  <c:v>44663</c:v>
                </c:pt>
                <c:pt idx="1033">
                  <c:v>44662</c:v>
                </c:pt>
                <c:pt idx="1034">
                  <c:v>44659</c:v>
                </c:pt>
                <c:pt idx="1035">
                  <c:v>44658</c:v>
                </c:pt>
                <c:pt idx="1036">
                  <c:v>44657</c:v>
                </c:pt>
                <c:pt idx="1037">
                  <c:v>44656</c:v>
                </c:pt>
                <c:pt idx="1038">
                  <c:v>44655</c:v>
                </c:pt>
                <c:pt idx="1039">
                  <c:v>44652</c:v>
                </c:pt>
                <c:pt idx="1040">
                  <c:v>44651</c:v>
                </c:pt>
                <c:pt idx="1041">
                  <c:v>44650</c:v>
                </c:pt>
                <c:pt idx="1042">
                  <c:v>44649</c:v>
                </c:pt>
                <c:pt idx="1043">
                  <c:v>44648</c:v>
                </c:pt>
                <c:pt idx="1044">
                  <c:v>44645</c:v>
                </c:pt>
                <c:pt idx="1045">
                  <c:v>44644</c:v>
                </c:pt>
                <c:pt idx="1046">
                  <c:v>44643</c:v>
                </c:pt>
                <c:pt idx="1047">
                  <c:v>44642</c:v>
                </c:pt>
                <c:pt idx="1048">
                  <c:v>44641</c:v>
                </c:pt>
                <c:pt idx="1049">
                  <c:v>44638</c:v>
                </c:pt>
                <c:pt idx="1050">
                  <c:v>44637</c:v>
                </c:pt>
                <c:pt idx="1051">
                  <c:v>44636</c:v>
                </c:pt>
                <c:pt idx="1052">
                  <c:v>44635</c:v>
                </c:pt>
                <c:pt idx="1053">
                  <c:v>44634</c:v>
                </c:pt>
                <c:pt idx="1054">
                  <c:v>44631</c:v>
                </c:pt>
                <c:pt idx="1055">
                  <c:v>44630</c:v>
                </c:pt>
                <c:pt idx="1056">
                  <c:v>44628</c:v>
                </c:pt>
                <c:pt idx="1057">
                  <c:v>44627</c:v>
                </c:pt>
                <c:pt idx="1058">
                  <c:v>44624</c:v>
                </c:pt>
                <c:pt idx="1059">
                  <c:v>44623</c:v>
                </c:pt>
                <c:pt idx="1060">
                  <c:v>44622</c:v>
                </c:pt>
                <c:pt idx="1061">
                  <c:v>44620</c:v>
                </c:pt>
                <c:pt idx="1062">
                  <c:v>44617</c:v>
                </c:pt>
                <c:pt idx="1063">
                  <c:v>44616</c:v>
                </c:pt>
                <c:pt idx="1064">
                  <c:v>44615</c:v>
                </c:pt>
                <c:pt idx="1065">
                  <c:v>44614</c:v>
                </c:pt>
                <c:pt idx="1066">
                  <c:v>44613</c:v>
                </c:pt>
                <c:pt idx="1067">
                  <c:v>44610</c:v>
                </c:pt>
                <c:pt idx="1068">
                  <c:v>44609</c:v>
                </c:pt>
                <c:pt idx="1069">
                  <c:v>44608</c:v>
                </c:pt>
                <c:pt idx="1070">
                  <c:v>44607</c:v>
                </c:pt>
                <c:pt idx="1071">
                  <c:v>44606</c:v>
                </c:pt>
                <c:pt idx="1072">
                  <c:v>44603</c:v>
                </c:pt>
                <c:pt idx="1073">
                  <c:v>44602</c:v>
                </c:pt>
                <c:pt idx="1074">
                  <c:v>44601</c:v>
                </c:pt>
                <c:pt idx="1075">
                  <c:v>44600</c:v>
                </c:pt>
                <c:pt idx="1076">
                  <c:v>44599</c:v>
                </c:pt>
                <c:pt idx="1077">
                  <c:v>44596</c:v>
                </c:pt>
                <c:pt idx="1078">
                  <c:v>44595</c:v>
                </c:pt>
                <c:pt idx="1079">
                  <c:v>44589</c:v>
                </c:pt>
                <c:pt idx="1080">
                  <c:v>44588</c:v>
                </c:pt>
                <c:pt idx="1081">
                  <c:v>44587</c:v>
                </c:pt>
                <c:pt idx="1082">
                  <c:v>44586</c:v>
                </c:pt>
                <c:pt idx="1083">
                  <c:v>44585</c:v>
                </c:pt>
                <c:pt idx="1084">
                  <c:v>44582</c:v>
                </c:pt>
                <c:pt idx="1085">
                  <c:v>44581</c:v>
                </c:pt>
                <c:pt idx="1086">
                  <c:v>44580</c:v>
                </c:pt>
                <c:pt idx="1087">
                  <c:v>44579</c:v>
                </c:pt>
                <c:pt idx="1088">
                  <c:v>44578</c:v>
                </c:pt>
                <c:pt idx="1089">
                  <c:v>44575</c:v>
                </c:pt>
                <c:pt idx="1090">
                  <c:v>44574</c:v>
                </c:pt>
                <c:pt idx="1091">
                  <c:v>44573</c:v>
                </c:pt>
                <c:pt idx="1092">
                  <c:v>44572</c:v>
                </c:pt>
                <c:pt idx="1093">
                  <c:v>44571</c:v>
                </c:pt>
                <c:pt idx="1094">
                  <c:v>44568</c:v>
                </c:pt>
                <c:pt idx="1095">
                  <c:v>44567</c:v>
                </c:pt>
                <c:pt idx="1096">
                  <c:v>44566</c:v>
                </c:pt>
                <c:pt idx="1097">
                  <c:v>44565</c:v>
                </c:pt>
                <c:pt idx="1098">
                  <c:v>44564</c:v>
                </c:pt>
                <c:pt idx="1099">
                  <c:v>44561</c:v>
                </c:pt>
                <c:pt idx="1100">
                  <c:v>44560</c:v>
                </c:pt>
                <c:pt idx="1101">
                  <c:v>44559</c:v>
                </c:pt>
                <c:pt idx="1102">
                  <c:v>44558</c:v>
                </c:pt>
                <c:pt idx="1103">
                  <c:v>44557</c:v>
                </c:pt>
                <c:pt idx="1104">
                  <c:v>44554</c:v>
                </c:pt>
                <c:pt idx="1105">
                  <c:v>44553</c:v>
                </c:pt>
                <c:pt idx="1106">
                  <c:v>44552</c:v>
                </c:pt>
                <c:pt idx="1107">
                  <c:v>44551</c:v>
                </c:pt>
                <c:pt idx="1108">
                  <c:v>44550</c:v>
                </c:pt>
                <c:pt idx="1109">
                  <c:v>44547</c:v>
                </c:pt>
                <c:pt idx="1110">
                  <c:v>44546</c:v>
                </c:pt>
                <c:pt idx="1111">
                  <c:v>44545</c:v>
                </c:pt>
                <c:pt idx="1112">
                  <c:v>44544</c:v>
                </c:pt>
                <c:pt idx="1113">
                  <c:v>44543</c:v>
                </c:pt>
                <c:pt idx="1114">
                  <c:v>44540</c:v>
                </c:pt>
                <c:pt idx="1115">
                  <c:v>44539</c:v>
                </c:pt>
                <c:pt idx="1116">
                  <c:v>44538</c:v>
                </c:pt>
                <c:pt idx="1117">
                  <c:v>44537</c:v>
                </c:pt>
                <c:pt idx="1118">
                  <c:v>44536</c:v>
                </c:pt>
                <c:pt idx="1119">
                  <c:v>44533</c:v>
                </c:pt>
                <c:pt idx="1120">
                  <c:v>44532</c:v>
                </c:pt>
                <c:pt idx="1121">
                  <c:v>44531</c:v>
                </c:pt>
                <c:pt idx="1122">
                  <c:v>44530</c:v>
                </c:pt>
                <c:pt idx="1123">
                  <c:v>44529</c:v>
                </c:pt>
                <c:pt idx="1124">
                  <c:v>44526</c:v>
                </c:pt>
                <c:pt idx="1125">
                  <c:v>44525</c:v>
                </c:pt>
                <c:pt idx="1126">
                  <c:v>44524</c:v>
                </c:pt>
                <c:pt idx="1127">
                  <c:v>44523</c:v>
                </c:pt>
                <c:pt idx="1128">
                  <c:v>44522</c:v>
                </c:pt>
                <c:pt idx="1129">
                  <c:v>44519</c:v>
                </c:pt>
                <c:pt idx="1130">
                  <c:v>44518</c:v>
                </c:pt>
                <c:pt idx="1131">
                  <c:v>44517</c:v>
                </c:pt>
                <c:pt idx="1132">
                  <c:v>44516</c:v>
                </c:pt>
                <c:pt idx="1133">
                  <c:v>44515</c:v>
                </c:pt>
                <c:pt idx="1134">
                  <c:v>44512</c:v>
                </c:pt>
                <c:pt idx="1135">
                  <c:v>44511</c:v>
                </c:pt>
                <c:pt idx="1136">
                  <c:v>44510</c:v>
                </c:pt>
                <c:pt idx="1137">
                  <c:v>44509</c:v>
                </c:pt>
                <c:pt idx="1138">
                  <c:v>44508</c:v>
                </c:pt>
                <c:pt idx="1139">
                  <c:v>44505</c:v>
                </c:pt>
                <c:pt idx="1140">
                  <c:v>44504</c:v>
                </c:pt>
                <c:pt idx="1141">
                  <c:v>44503</c:v>
                </c:pt>
                <c:pt idx="1142">
                  <c:v>44502</c:v>
                </c:pt>
                <c:pt idx="1143">
                  <c:v>44501</c:v>
                </c:pt>
                <c:pt idx="1144">
                  <c:v>44498</c:v>
                </c:pt>
                <c:pt idx="1145">
                  <c:v>44497</c:v>
                </c:pt>
                <c:pt idx="1146">
                  <c:v>44496</c:v>
                </c:pt>
                <c:pt idx="1147">
                  <c:v>44495</c:v>
                </c:pt>
                <c:pt idx="1148">
                  <c:v>44494</c:v>
                </c:pt>
                <c:pt idx="1149">
                  <c:v>44491</c:v>
                </c:pt>
                <c:pt idx="1150">
                  <c:v>44490</c:v>
                </c:pt>
                <c:pt idx="1151">
                  <c:v>44489</c:v>
                </c:pt>
                <c:pt idx="1152">
                  <c:v>44488</c:v>
                </c:pt>
                <c:pt idx="1153">
                  <c:v>44487</c:v>
                </c:pt>
                <c:pt idx="1154">
                  <c:v>44484</c:v>
                </c:pt>
                <c:pt idx="1155">
                  <c:v>44483</c:v>
                </c:pt>
                <c:pt idx="1156">
                  <c:v>44482</c:v>
                </c:pt>
                <c:pt idx="1157">
                  <c:v>44481</c:v>
                </c:pt>
                <c:pt idx="1158">
                  <c:v>44477</c:v>
                </c:pt>
                <c:pt idx="1159">
                  <c:v>44476</c:v>
                </c:pt>
                <c:pt idx="1160">
                  <c:v>44475</c:v>
                </c:pt>
                <c:pt idx="1161">
                  <c:v>44474</c:v>
                </c:pt>
                <c:pt idx="1162">
                  <c:v>44470</c:v>
                </c:pt>
                <c:pt idx="1163">
                  <c:v>44469</c:v>
                </c:pt>
                <c:pt idx="1164">
                  <c:v>44468</c:v>
                </c:pt>
                <c:pt idx="1165">
                  <c:v>44467</c:v>
                </c:pt>
                <c:pt idx="1166">
                  <c:v>44466</c:v>
                </c:pt>
                <c:pt idx="1167">
                  <c:v>44463</c:v>
                </c:pt>
                <c:pt idx="1168">
                  <c:v>44462</c:v>
                </c:pt>
                <c:pt idx="1169">
                  <c:v>44456</c:v>
                </c:pt>
                <c:pt idx="1170">
                  <c:v>44455</c:v>
                </c:pt>
                <c:pt idx="1171">
                  <c:v>44454</c:v>
                </c:pt>
                <c:pt idx="1172">
                  <c:v>44453</c:v>
                </c:pt>
                <c:pt idx="1173">
                  <c:v>44452</c:v>
                </c:pt>
                <c:pt idx="1174">
                  <c:v>44449</c:v>
                </c:pt>
                <c:pt idx="1175">
                  <c:v>44448</c:v>
                </c:pt>
                <c:pt idx="1176">
                  <c:v>44447</c:v>
                </c:pt>
                <c:pt idx="1177">
                  <c:v>44446</c:v>
                </c:pt>
                <c:pt idx="1178">
                  <c:v>44445</c:v>
                </c:pt>
                <c:pt idx="1179">
                  <c:v>44442</c:v>
                </c:pt>
                <c:pt idx="1180">
                  <c:v>44441</c:v>
                </c:pt>
                <c:pt idx="1181">
                  <c:v>44440</c:v>
                </c:pt>
                <c:pt idx="1182">
                  <c:v>44439</c:v>
                </c:pt>
                <c:pt idx="1183">
                  <c:v>44438</c:v>
                </c:pt>
                <c:pt idx="1184">
                  <c:v>44435</c:v>
                </c:pt>
                <c:pt idx="1185">
                  <c:v>44434</c:v>
                </c:pt>
                <c:pt idx="1186">
                  <c:v>44433</c:v>
                </c:pt>
                <c:pt idx="1187">
                  <c:v>44432</c:v>
                </c:pt>
                <c:pt idx="1188">
                  <c:v>44431</c:v>
                </c:pt>
                <c:pt idx="1189">
                  <c:v>44428</c:v>
                </c:pt>
                <c:pt idx="1190">
                  <c:v>44427</c:v>
                </c:pt>
                <c:pt idx="1191">
                  <c:v>44426</c:v>
                </c:pt>
                <c:pt idx="1192">
                  <c:v>44425</c:v>
                </c:pt>
                <c:pt idx="1193">
                  <c:v>44421</c:v>
                </c:pt>
                <c:pt idx="1194">
                  <c:v>44420</c:v>
                </c:pt>
                <c:pt idx="1195">
                  <c:v>44419</c:v>
                </c:pt>
                <c:pt idx="1196">
                  <c:v>44418</c:v>
                </c:pt>
                <c:pt idx="1197">
                  <c:v>44417</c:v>
                </c:pt>
                <c:pt idx="1198">
                  <c:v>44414</c:v>
                </c:pt>
                <c:pt idx="1199">
                  <c:v>44413</c:v>
                </c:pt>
                <c:pt idx="1200">
                  <c:v>44412</c:v>
                </c:pt>
                <c:pt idx="1201">
                  <c:v>44411</c:v>
                </c:pt>
                <c:pt idx="1202">
                  <c:v>44410</c:v>
                </c:pt>
                <c:pt idx="1203">
                  <c:v>44407</c:v>
                </c:pt>
                <c:pt idx="1204">
                  <c:v>44406</c:v>
                </c:pt>
                <c:pt idx="1205">
                  <c:v>44405</c:v>
                </c:pt>
                <c:pt idx="1206">
                  <c:v>44404</c:v>
                </c:pt>
                <c:pt idx="1207">
                  <c:v>44403</c:v>
                </c:pt>
                <c:pt idx="1208">
                  <c:v>44400</c:v>
                </c:pt>
                <c:pt idx="1209">
                  <c:v>44399</c:v>
                </c:pt>
                <c:pt idx="1210">
                  <c:v>44398</c:v>
                </c:pt>
                <c:pt idx="1211">
                  <c:v>44397</c:v>
                </c:pt>
                <c:pt idx="1212">
                  <c:v>44396</c:v>
                </c:pt>
                <c:pt idx="1213">
                  <c:v>44393</c:v>
                </c:pt>
                <c:pt idx="1214">
                  <c:v>44392</c:v>
                </c:pt>
                <c:pt idx="1215">
                  <c:v>44391</c:v>
                </c:pt>
                <c:pt idx="1216">
                  <c:v>44390</c:v>
                </c:pt>
                <c:pt idx="1217">
                  <c:v>44389</c:v>
                </c:pt>
                <c:pt idx="1218">
                  <c:v>44386</c:v>
                </c:pt>
                <c:pt idx="1219">
                  <c:v>44385</c:v>
                </c:pt>
                <c:pt idx="1220">
                  <c:v>44384</c:v>
                </c:pt>
                <c:pt idx="1221">
                  <c:v>44383</c:v>
                </c:pt>
                <c:pt idx="1222">
                  <c:v>44382</c:v>
                </c:pt>
                <c:pt idx="1223">
                  <c:v>44379</c:v>
                </c:pt>
                <c:pt idx="1224">
                  <c:v>44378</c:v>
                </c:pt>
                <c:pt idx="1225">
                  <c:v>44377</c:v>
                </c:pt>
                <c:pt idx="1226">
                  <c:v>44376</c:v>
                </c:pt>
                <c:pt idx="1227">
                  <c:v>44375</c:v>
                </c:pt>
                <c:pt idx="1228">
                  <c:v>44372</c:v>
                </c:pt>
                <c:pt idx="1229">
                  <c:v>44371</c:v>
                </c:pt>
                <c:pt idx="1230">
                  <c:v>44370</c:v>
                </c:pt>
                <c:pt idx="1231">
                  <c:v>44369</c:v>
                </c:pt>
                <c:pt idx="1232">
                  <c:v>44368</c:v>
                </c:pt>
                <c:pt idx="1233">
                  <c:v>44365</c:v>
                </c:pt>
                <c:pt idx="1234">
                  <c:v>44364</c:v>
                </c:pt>
                <c:pt idx="1235">
                  <c:v>44363</c:v>
                </c:pt>
                <c:pt idx="1236">
                  <c:v>44362</c:v>
                </c:pt>
                <c:pt idx="1237">
                  <c:v>44361</c:v>
                </c:pt>
                <c:pt idx="1238">
                  <c:v>44358</c:v>
                </c:pt>
                <c:pt idx="1239">
                  <c:v>44357</c:v>
                </c:pt>
                <c:pt idx="1240">
                  <c:v>44356</c:v>
                </c:pt>
                <c:pt idx="1241">
                  <c:v>44355</c:v>
                </c:pt>
                <c:pt idx="1242">
                  <c:v>44354</c:v>
                </c:pt>
                <c:pt idx="1243">
                  <c:v>44351</c:v>
                </c:pt>
                <c:pt idx="1244">
                  <c:v>44350</c:v>
                </c:pt>
                <c:pt idx="1245">
                  <c:v>44349</c:v>
                </c:pt>
                <c:pt idx="1246">
                  <c:v>44348</c:v>
                </c:pt>
                <c:pt idx="1247">
                  <c:v>44347</c:v>
                </c:pt>
                <c:pt idx="1248">
                  <c:v>44344</c:v>
                </c:pt>
                <c:pt idx="1249">
                  <c:v>44343</c:v>
                </c:pt>
                <c:pt idx="1250">
                  <c:v>44342</c:v>
                </c:pt>
                <c:pt idx="1251">
                  <c:v>44341</c:v>
                </c:pt>
                <c:pt idx="1252">
                  <c:v>44340</c:v>
                </c:pt>
                <c:pt idx="1253">
                  <c:v>44337</c:v>
                </c:pt>
                <c:pt idx="1254">
                  <c:v>44336</c:v>
                </c:pt>
                <c:pt idx="1255">
                  <c:v>44334</c:v>
                </c:pt>
                <c:pt idx="1256">
                  <c:v>44333</c:v>
                </c:pt>
                <c:pt idx="1257">
                  <c:v>44330</c:v>
                </c:pt>
                <c:pt idx="1258">
                  <c:v>44329</c:v>
                </c:pt>
                <c:pt idx="1259">
                  <c:v>44328</c:v>
                </c:pt>
                <c:pt idx="1260">
                  <c:v>44327</c:v>
                </c:pt>
                <c:pt idx="1261">
                  <c:v>44326</c:v>
                </c:pt>
                <c:pt idx="1262">
                  <c:v>44323</c:v>
                </c:pt>
                <c:pt idx="1263">
                  <c:v>44322</c:v>
                </c:pt>
                <c:pt idx="1264">
                  <c:v>44320</c:v>
                </c:pt>
                <c:pt idx="1265">
                  <c:v>44319</c:v>
                </c:pt>
                <c:pt idx="1266">
                  <c:v>44316</c:v>
                </c:pt>
                <c:pt idx="1267">
                  <c:v>44315</c:v>
                </c:pt>
                <c:pt idx="1268">
                  <c:v>44314</c:v>
                </c:pt>
                <c:pt idx="1269">
                  <c:v>44313</c:v>
                </c:pt>
                <c:pt idx="1270">
                  <c:v>44312</c:v>
                </c:pt>
                <c:pt idx="1271">
                  <c:v>44309</c:v>
                </c:pt>
                <c:pt idx="1272">
                  <c:v>44308</c:v>
                </c:pt>
                <c:pt idx="1273">
                  <c:v>44307</c:v>
                </c:pt>
                <c:pt idx="1274">
                  <c:v>44306</c:v>
                </c:pt>
                <c:pt idx="1275">
                  <c:v>44305</c:v>
                </c:pt>
                <c:pt idx="1276">
                  <c:v>44302</c:v>
                </c:pt>
                <c:pt idx="1277">
                  <c:v>44301</c:v>
                </c:pt>
                <c:pt idx="1278">
                  <c:v>44300</c:v>
                </c:pt>
                <c:pt idx="1279">
                  <c:v>44299</c:v>
                </c:pt>
                <c:pt idx="1280">
                  <c:v>44298</c:v>
                </c:pt>
                <c:pt idx="1281">
                  <c:v>44295</c:v>
                </c:pt>
                <c:pt idx="1282">
                  <c:v>44294</c:v>
                </c:pt>
                <c:pt idx="1283">
                  <c:v>44293</c:v>
                </c:pt>
                <c:pt idx="1284">
                  <c:v>44292</c:v>
                </c:pt>
                <c:pt idx="1285">
                  <c:v>44291</c:v>
                </c:pt>
                <c:pt idx="1286">
                  <c:v>44288</c:v>
                </c:pt>
                <c:pt idx="1287">
                  <c:v>44287</c:v>
                </c:pt>
                <c:pt idx="1288">
                  <c:v>44286</c:v>
                </c:pt>
                <c:pt idx="1289">
                  <c:v>44285</c:v>
                </c:pt>
                <c:pt idx="1290">
                  <c:v>44284</c:v>
                </c:pt>
                <c:pt idx="1291">
                  <c:v>44281</c:v>
                </c:pt>
                <c:pt idx="1292">
                  <c:v>44280</c:v>
                </c:pt>
                <c:pt idx="1293">
                  <c:v>44279</c:v>
                </c:pt>
                <c:pt idx="1294">
                  <c:v>44278</c:v>
                </c:pt>
                <c:pt idx="1295">
                  <c:v>44277</c:v>
                </c:pt>
                <c:pt idx="1296">
                  <c:v>44274</c:v>
                </c:pt>
                <c:pt idx="1297">
                  <c:v>44273</c:v>
                </c:pt>
                <c:pt idx="1298">
                  <c:v>44272</c:v>
                </c:pt>
                <c:pt idx="1299">
                  <c:v>44271</c:v>
                </c:pt>
                <c:pt idx="1300">
                  <c:v>44270</c:v>
                </c:pt>
                <c:pt idx="1301">
                  <c:v>44267</c:v>
                </c:pt>
                <c:pt idx="1302">
                  <c:v>44266</c:v>
                </c:pt>
                <c:pt idx="1303">
                  <c:v>44265</c:v>
                </c:pt>
                <c:pt idx="1304">
                  <c:v>44264</c:v>
                </c:pt>
                <c:pt idx="1305">
                  <c:v>44263</c:v>
                </c:pt>
                <c:pt idx="1306">
                  <c:v>44260</c:v>
                </c:pt>
                <c:pt idx="1307">
                  <c:v>44259</c:v>
                </c:pt>
                <c:pt idx="1308">
                  <c:v>44258</c:v>
                </c:pt>
                <c:pt idx="1309">
                  <c:v>44257</c:v>
                </c:pt>
                <c:pt idx="1310">
                  <c:v>44253</c:v>
                </c:pt>
                <c:pt idx="1311">
                  <c:v>44252</c:v>
                </c:pt>
                <c:pt idx="1312">
                  <c:v>44251</c:v>
                </c:pt>
                <c:pt idx="1313">
                  <c:v>44250</c:v>
                </c:pt>
                <c:pt idx="1314">
                  <c:v>44249</c:v>
                </c:pt>
                <c:pt idx="1315">
                  <c:v>44246</c:v>
                </c:pt>
                <c:pt idx="1316">
                  <c:v>44245</c:v>
                </c:pt>
                <c:pt idx="1317">
                  <c:v>44244</c:v>
                </c:pt>
                <c:pt idx="1318">
                  <c:v>44243</c:v>
                </c:pt>
                <c:pt idx="1319">
                  <c:v>44242</c:v>
                </c:pt>
                <c:pt idx="1320">
                  <c:v>44237</c:v>
                </c:pt>
                <c:pt idx="1321">
                  <c:v>44236</c:v>
                </c:pt>
                <c:pt idx="1322">
                  <c:v>44235</c:v>
                </c:pt>
                <c:pt idx="1323">
                  <c:v>44232</c:v>
                </c:pt>
                <c:pt idx="1324">
                  <c:v>44231</c:v>
                </c:pt>
                <c:pt idx="1325">
                  <c:v>44230</c:v>
                </c:pt>
                <c:pt idx="1326">
                  <c:v>44229</c:v>
                </c:pt>
                <c:pt idx="1327">
                  <c:v>44228</c:v>
                </c:pt>
                <c:pt idx="1328">
                  <c:v>44225</c:v>
                </c:pt>
                <c:pt idx="1329">
                  <c:v>44224</c:v>
                </c:pt>
                <c:pt idx="1330">
                  <c:v>44223</c:v>
                </c:pt>
                <c:pt idx="1331">
                  <c:v>44222</c:v>
                </c:pt>
                <c:pt idx="1332">
                  <c:v>44221</c:v>
                </c:pt>
                <c:pt idx="1333">
                  <c:v>44218</c:v>
                </c:pt>
                <c:pt idx="1334">
                  <c:v>44217</c:v>
                </c:pt>
                <c:pt idx="1335">
                  <c:v>44216</c:v>
                </c:pt>
                <c:pt idx="1336">
                  <c:v>44215</c:v>
                </c:pt>
                <c:pt idx="1337">
                  <c:v>44214</c:v>
                </c:pt>
                <c:pt idx="1338">
                  <c:v>44211</c:v>
                </c:pt>
                <c:pt idx="1339">
                  <c:v>44210</c:v>
                </c:pt>
                <c:pt idx="1340">
                  <c:v>44209</c:v>
                </c:pt>
                <c:pt idx="1341">
                  <c:v>44208</c:v>
                </c:pt>
                <c:pt idx="1342">
                  <c:v>44207</c:v>
                </c:pt>
                <c:pt idx="1343">
                  <c:v>44204</c:v>
                </c:pt>
                <c:pt idx="1344">
                  <c:v>44203</c:v>
                </c:pt>
                <c:pt idx="1345">
                  <c:v>44202</c:v>
                </c:pt>
                <c:pt idx="1346">
                  <c:v>44201</c:v>
                </c:pt>
                <c:pt idx="1347">
                  <c:v>44200</c:v>
                </c:pt>
                <c:pt idx="1348">
                  <c:v>44196</c:v>
                </c:pt>
                <c:pt idx="1349">
                  <c:v>44195</c:v>
                </c:pt>
                <c:pt idx="1350">
                  <c:v>44194</c:v>
                </c:pt>
                <c:pt idx="1351">
                  <c:v>44193</c:v>
                </c:pt>
                <c:pt idx="1352">
                  <c:v>44189</c:v>
                </c:pt>
                <c:pt idx="1353">
                  <c:v>44188</c:v>
                </c:pt>
                <c:pt idx="1354">
                  <c:v>44187</c:v>
                </c:pt>
                <c:pt idx="1355">
                  <c:v>44186</c:v>
                </c:pt>
                <c:pt idx="1356">
                  <c:v>44183</c:v>
                </c:pt>
                <c:pt idx="1357">
                  <c:v>44182</c:v>
                </c:pt>
                <c:pt idx="1358">
                  <c:v>44181</c:v>
                </c:pt>
                <c:pt idx="1359">
                  <c:v>44180</c:v>
                </c:pt>
                <c:pt idx="1360">
                  <c:v>44179</c:v>
                </c:pt>
                <c:pt idx="1361">
                  <c:v>44176</c:v>
                </c:pt>
                <c:pt idx="1362">
                  <c:v>44175</c:v>
                </c:pt>
                <c:pt idx="1363">
                  <c:v>44174</c:v>
                </c:pt>
                <c:pt idx="1364">
                  <c:v>44173</c:v>
                </c:pt>
                <c:pt idx="1365">
                  <c:v>44172</c:v>
                </c:pt>
                <c:pt idx="1366">
                  <c:v>44169</c:v>
                </c:pt>
                <c:pt idx="1367">
                  <c:v>44168</c:v>
                </c:pt>
                <c:pt idx="1368">
                  <c:v>44167</c:v>
                </c:pt>
                <c:pt idx="1369">
                  <c:v>44166</c:v>
                </c:pt>
                <c:pt idx="1370">
                  <c:v>44165</c:v>
                </c:pt>
                <c:pt idx="1371">
                  <c:v>44162</c:v>
                </c:pt>
                <c:pt idx="1372">
                  <c:v>44161</c:v>
                </c:pt>
                <c:pt idx="1373">
                  <c:v>44160</c:v>
                </c:pt>
                <c:pt idx="1374">
                  <c:v>44159</c:v>
                </c:pt>
                <c:pt idx="1375">
                  <c:v>44158</c:v>
                </c:pt>
                <c:pt idx="1376">
                  <c:v>44155</c:v>
                </c:pt>
                <c:pt idx="1377">
                  <c:v>44154</c:v>
                </c:pt>
                <c:pt idx="1378">
                  <c:v>44153</c:v>
                </c:pt>
                <c:pt idx="1379">
                  <c:v>44152</c:v>
                </c:pt>
                <c:pt idx="1380">
                  <c:v>44151</c:v>
                </c:pt>
                <c:pt idx="1381">
                  <c:v>44148</c:v>
                </c:pt>
                <c:pt idx="1382">
                  <c:v>44147</c:v>
                </c:pt>
                <c:pt idx="1383">
                  <c:v>44146</c:v>
                </c:pt>
                <c:pt idx="1384">
                  <c:v>44145</c:v>
                </c:pt>
                <c:pt idx="1385">
                  <c:v>44144</c:v>
                </c:pt>
                <c:pt idx="1386">
                  <c:v>44141</c:v>
                </c:pt>
                <c:pt idx="1387">
                  <c:v>44140</c:v>
                </c:pt>
                <c:pt idx="1388">
                  <c:v>44139</c:v>
                </c:pt>
                <c:pt idx="1389">
                  <c:v>44138</c:v>
                </c:pt>
                <c:pt idx="1390">
                  <c:v>44137</c:v>
                </c:pt>
                <c:pt idx="1391">
                  <c:v>44134</c:v>
                </c:pt>
                <c:pt idx="1392">
                  <c:v>44133</c:v>
                </c:pt>
                <c:pt idx="1393">
                  <c:v>44132</c:v>
                </c:pt>
                <c:pt idx="1394">
                  <c:v>44131</c:v>
                </c:pt>
                <c:pt idx="1395">
                  <c:v>44130</c:v>
                </c:pt>
                <c:pt idx="1396">
                  <c:v>44127</c:v>
                </c:pt>
                <c:pt idx="1397">
                  <c:v>44126</c:v>
                </c:pt>
                <c:pt idx="1398">
                  <c:v>44125</c:v>
                </c:pt>
                <c:pt idx="1399">
                  <c:v>44124</c:v>
                </c:pt>
                <c:pt idx="1400">
                  <c:v>44123</c:v>
                </c:pt>
                <c:pt idx="1401">
                  <c:v>44120</c:v>
                </c:pt>
                <c:pt idx="1402">
                  <c:v>44119</c:v>
                </c:pt>
                <c:pt idx="1403">
                  <c:v>44118</c:v>
                </c:pt>
                <c:pt idx="1404">
                  <c:v>44117</c:v>
                </c:pt>
                <c:pt idx="1405">
                  <c:v>44116</c:v>
                </c:pt>
                <c:pt idx="1406">
                  <c:v>44112</c:v>
                </c:pt>
                <c:pt idx="1407">
                  <c:v>44111</c:v>
                </c:pt>
                <c:pt idx="1408">
                  <c:v>44110</c:v>
                </c:pt>
                <c:pt idx="1409">
                  <c:v>44109</c:v>
                </c:pt>
                <c:pt idx="1410">
                  <c:v>44103</c:v>
                </c:pt>
                <c:pt idx="1411">
                  <c:v>44102</c:v>
                </c:pt>
                <c:pt idx="1412">
                  <c:v>44099</c:v>
                </c:pt>
                <c:pt idx="1413">
                  <c:v>44098</c:v>
                </c:pt>
                <c:pt idx="1414">
                  <c:v>44097</c:v>
                </c:pt>
                <c:pt idx="1415">
                  <c:v>44096</c:v>
                </c:pt>
                <c:pt idx="1416">
                  <c:v>44095</c:v>
                </c:pt>
                <c:pt idx="1417">
                  <c:v>44092</c:v>
                </c:pt>
                <c:pt idx="1418">
                  <c:v>44091</c:v>
                </c:pt>
                <c:pt idx="1419">
                  <c:v>44090</c:v>
                </c:pt>
                <c:pt idx="1420">
                  <c:v>44089</c:v>
                </c:pt>
                <c:pt idx="1421">
                  <c:v>44088</c:v>
                </c:pt>
                <c:pt idx="1422">
                  <c:v>44085</c:v>
                </c:pt>
                <c:pt idx="1423">
                  <c:v>44084</c:v>
                </c:pt>
                <c:pt idx="1424">
                  <c:v>44083</c:v>
                </c:pt>
                <c:pt idx="1425">
                  <c:v>44082</c:v>
                </c:pt>
                <c:pt idx="1426">
                  <c:v>44081</c:v>
                </c:pt>
                <c:pt idx="1427">
                  <c:v>44078</c:v>
                </c:pt>
                <c:pt idx="1428">
                  <c:v>44077</c:v>
                </c:pt>
                <c:pt idx="1429">
                  <c:v>44076</c:v>
                </c:pt>
                <c:pt idx="1430">
                  <c:v>44075</c:v>
                </c:pt>
                <c:pt idx="1431">
                  <c:v>44074</c:v>
                </c:pt>
                <c:pt idx="1432">
                  <c:v>44071</c:v>
                </c:pt>
                <c:pt idx="1433">
                  <c:v>44070</c:v>
                </c:pt>
                <c:pt idx="1434">
                  <c:v>44069</c:v>
                </c:pt>
                <c:pt idx="1435">
                  <c:v>44068</c:v>
                </c:pt>
                <c:pt idx="1436">
                  <c:v>44067</c:v>
                </c:pt>
                <c:pt idx="1437">
                  <c:v>44064</c:v>
                </c:pt>
                <c:pt idx="1438">
                  <c:v>44063</c:v>
                </c:pt>
                <c:pt idx="1439">
                  <c:v>44062</c:v>
                </c:pt>
                <c:pt idx="1440">
                  <c:v>44061</c:v>
                </c:pt>
                <c:pt idx="1441">
                  <c:v>44057</c:v>
                </c:pt>
                <c:pt idx="1442">
                  <c:v>44056</c:v>
                </c:pt>
                <c:pt idx="1443">
                  <c:v>44055</c:v>
                </c:pt>
                <c:pt idx="1444">
                  <c:v>44054</c:v>
                </c:pt>
                <c:pt idx="1445">
                  <c:v>44053</c:v>
                </c:pt>
                <c:pt idx="1446">
                  <c:v>44050</c:v>
                </c:pt>
                <c:pt idx="1447">
                  <c:v>44049</c:v>
                </c:pt>
                <c:pt idx="1448">
                  <c:v>44048</c:v>
                </c:pt>
                <c:pt idx="1449">
                  <c:v>44047</c:v>
                </c:pt>
                <c:pt idx="1450">
                  <c:v>44046</c:v>
                </c:pt>
                <c:pt idx="1451">
                  <c:v>44043</c:v>
                </c:pt>
                <c:pt idx="1452">
                  <c:v>44042</c:v>
                </c:pt>
                <c:pt idx="1453">
                  <c:v>44041</c:v>
                </c:pt>
                <c:pt idx="1454">
                  <c:v>44040</c:v>
                </c:pt>
                <c:pt idx="1455">
                  <c:v>44039</c:v>
                </c:pt>
                <c:pt idx="1456">
                  <c:v>44036</c:v>
                </c:pt>
                <c:pt idx="1457">
                  <c:v>44035</c:v>
                </c:pt>
                <c:pt idx="1458">
                  <c:v>44034</c:v>
                </c:pt>
                <c:pt idx="1459">
                  <c:v>44033</c:v>
                </c:pt>
                <c:pt idx="1460">
                  <c:v>44032</c:v>
                </c:pt>
                <c:pt idx="1461">
                  <c:v>44029</c:v>
                </c:pt>
                <c:pt idx="1462">
                  <c:v>44028</c:v>
                </c:pt>
                <c:pt idx="1463">
                  <c:v>44027</c:v>
                </c:pt>
                <c:pt idx="1464">
                  <c:v>44026</c:v>
                </c:pt>
                <c:pt idx="1465">
                  <c:v>44025</c:v>
                </c:pt>
                <c:pt idx="1466">
                  <c:v>44022</c:v>
                </c:pt>
                <c:pt idx="1467">
                  <c:v>44021</c:v>
                </c:pt>
                <c:pt idx="1468">
                  <c:v>44020</c:v>
                </c:pt>
                <c:pt idx="1469">
                  <c:v>44019</c:v>
                </c:pt>
                <c:pt idx="1470">
                  <c:v>44018</c:v>
                </c:pt>
                <c:pt idx="1471">
                  <c:v>44015</c:v>
                </c:pt>
                <c:pt idx="1472">
                  <c:v>44014</c:v>
                </c:pt>
                <c:pt idx="1473">
                  <c:v>44013</c:v>
                </c:pt>
                <c:pt idx="1474">
                  <c:v>44012</c:v>
                </c:pt>
                <c:pt idx="1475">
                  <c:v>44011</c:v>
                </c:pt>
                <c:pt idx="1476">
                  <c:v>44008</c:v>
                </c:pt>
                <c:pt idx="1477">
                  <c:v>44007</c:v>
                </c:pt>
                <c:pt idx="1478">
                  <c:v>44006</c:v>
                </c:pt>
                <c:pt idx="1479">
                  <c:v>44005</c:v>
                </c:pt>
                <c:pt idx="1480">
                  <c:v>44004</c:v>
                </c:pt>
                <c:pt idx="1481">
                  <c:v>44001</c:v>
                </c:pt>
                <c:pt idx="1482">
                  <c:v>44000</c:v>
                </c:pt>
                <c:pt idx="1483">
                  <c:v>43999</c:v>
                </c:pt>
                <c:pt idx="1484">
                  <c:v>43998</c:v>
                </c:pt>
                <c:pt idx="1485">
                  <c:v>43997</c:v>
                </c:pt>
                <c:pt idx="1486">
                  <c:v>43994</c:v>
                </c:pt>
                <c:pt idx="1487">
                  <c:v>43993</c:v>
                </c:pt>
                <c:pt idx="1488">
                  <c:v>43992</c:v>
                </c:pt>
                <c:pt idx="1489">
                  <c:v>43991</c:v>
                </c:pt>
                <c:pt idx="1490">
                  <c:v>43990</c:v>
                </c:pt>
                <c:pt idx="1491">
                  <c:v>43987</c:v>
                </c:pt>
                <c:pt idx="1492">
                  <c:v>43986</c:v>
                </c:pt>
                <c:pt idx="1493">
                  <c:v>43985</c:v>
                </c:pt>
                <c:pt idx="1494">
                  <c:v>43984</c:v>
                </c:pt>
                <c:pt idx="1495">
                  <c:v>43983</c:v>
                </c:pt>
                <c:pt idx="1496">
                  <c:v>43980</c:v>
                </c:pt>
                <c:pt idx="1497">
                  <c:v>43979</c:v>
                </c:pt>
                <c:pt idx="1498">
                  <c:v>43978</c:v>
                </c:pt>
                <c:pt idx="1499">
                  <c:v>43977</c:v>
                </c:pt>
                <c:pt idx="1500">
                  <c:v>43976</c:v>
                </c:pt>
                <c:pt idx="1501">
                  <c:v>43973</c:v>
                </c:pt>
                <c:pt idx="1502">
                  <c:v>43972</c:v>
                </c:pt>
                <c:pt idx="1503">
                  <c:v>43971</c:v>
                </c:pt>
                <c:pt idx="1504">
                  <c:v>43970</c:v>
                </c:pt>
                <c:pt idx="1505">
                  <c:v>43969</c:v>
                </c:pt>
                <c:pt idx="1506">
                  <c:v>43966</c:v>
                </c:pt>
                <c:pt idx="1507">
                  <c:v>43965</c:v>
                </c:pt>
                <c:pt idx="1508">
                  <c:v>43964</c:v>
                </c:pt>
                <c:pt idx="1509">
                  <c:v>43963</c:v>
                </c:pt>
                <c:pt idx="1510">
                  <c:v>43962</c:v>
                </c:pt>
                <c:pt idx="1511">
                  <c:v>43959</c:v>
                </c:pt>
                <c:pt idx="1512">
                  <c:v>43958</c:v>
                </c:pt>
                <c:pt idx="1513">
                  <c:v>43957</c:v>
                </c:pt>
                <c:pt idx="1514">
                  <c:v>43955</c:v>
                </c:pt>
                <c:pt idx="1515">
                  <c:v>43950</c:v>
                </c:pt>
                <c:pt idx="1516">
                  <c:v>43949</c:v>
                </c:pt>
                <c:pt idx="1517">
                  <c:v>43948</c:v>
                </c:pt>
                <c:pt idx="1518">
                  <c:v>43945</c:v>
                </c:pt>
                <c:pt idx="1519">
                  <c:v>43944</c:v>
                </c:pt>
                <c:pt idx="1520">
                  <c:v>43943</c:v>
                </c:pt>
                <c:pt idx="1521">
                  <c:v>43942</c:v>
                </c:pt>
                <c:pt idx="1522">
                  <c:v>43941</c:v>
                </c:pt>
                <c:pt idx="1523">
                  <c:v>43938</c:v>
                </c:pt>
                <c:pt idx="1524">
                  <c:v>43937</c:v>
                </c:pt>
                <c:pt idx="1525">
                  <c:v>43935</c:v>
                </c:pt>
                <c:pt idx="1526">
                  <c:v>43934</c:v>
                </c:pt>
                <c:pt idx="1527">
                  <c:v>43931</c:v>
                </c:pt>
                <c:pt idx="1528">
                  <c:v>43930</c:v>
                </c:pt>
                <c:pt idx="1529">
                  <c:v>43929</c:v>
                </c:pt>
                <c:pt idx="1530">
                  <c:v>43928</c:v>
                </c:pt>
                <c:pt idx="1531">
                  <c:v>43927</c:v>
                </c:pt>
                <c:pt idx="1532">
                  <c:v>43924</c:v>
                </c:pt>
                <c:pt idx="1533">
                  <c:v>43923</c:v>
                </c:pt>
                <c:pt idx="1534">
                  <c:v>43922</c:v>
                </c:pt>
                <c:pt idx="1535">
                  <c:v>43921</c:v>
                </c:pt>
                <c:pt idx="1536">
                  <c:v>43920</c:v>
                </c:pt>
                <c:pt idx="1537">
                  <c:v>43917</c:v>
                </c:pt>
                <c:pt idx="1538">
                  <c:v>43916</c:v>
                </c:pt>
                <c:pt idx="1539">
                  <c:v>43915</c:v>
                </c:pt>
                <c:pt idx="1540">
                  <c:v>43914</c:v>
                </c:pt>
                <c:pt idx="1541">
                  <c:v>43913</c:v>
                </c:pt>
                <c:pt idx="1542">
                  <c:v>43910</c:v>
                </c:pt>
                <c:pt idx="1543">
                  <c:v>43909</c:v>
                </c:pt>
                <c:pt idx="1544">
                  <c:v>43908</c:v>
                </c:pt>
                <c:pt idx="1545">
                  <c:v>43907</c:v>
                </c:pt>
                <c:pt idx="1546">
                  <c:v>43906</c:v>
                </c:pt>
                <c:pt idx="1547">
                  <c:v>43903</c:v>
                </c:pt>
                <c:pt idx="1548">
                  <c:v>43902</c:v>
                </c:pt>
                <c:pt idx="1549">
                  <c:v>43901</c:v>
                </c:pt>
                <c:pt idx="1550">
                  <c:v>43900</c:v>
                </c:pt>
                <c:pt idx="1551">
                  <c:v>43899</c:v>
                </c:pt>
                <c:pt idx="1552">
                  <c:v>43896</c:v>
                </c:pt>
                <c:pt idx="1553">
                  <c:v>43895</c:v>
                </c:pt>
                <c:pt idx="1554">
                  <c:v>43894</c:v>
                </c:pt>
                <c:pt idx="1555">
                  <c:v>43893</c:v>
                </c:pt>
                <c:pt idx="1556">
                  <c:v>43892</c:v>
                </c:pt>
                <c:pt idx="1557">
                  <c:v>43889</c:v>
                </c:pt>
                <c:pt idx="1558">
                  <c:v>43888</c:v>
                </c:pt>
                <c:pt idx="1559">
                  <c:v>43887</c:v>
                </c:pt>
                <c:pt idx="1560">
                  <c:v>43886</c:v>
                </c:pt>
                <c:pt idx="1561">
                  <c:v>43885</c:v>
                </c:pt>
                <c:pt idx="1562">
                  <c:v>43882</c:v>
                </c:pt>
                <c:pt idx="1563">
                  <c:v>43881</c:v>
                </c:pt>
                <c:pt idx="1564">
                  <c:v>43880</c:v>
                </c:pt>
                <c:pt idx="1565">
                  <c:v>43879</c:v>
                </c:pt>
                <c:pt idx="1566">
                  <c:v>43878</c:v>
                </c:pt>
                <c:pt idx="1567">
                  <c:v>43875</c:v>
                </c:pt>
                <c:pt idx="1568">
                  <c:v>43874</c:v>
                </c:pt>
                <c:pt idx="1569">
                  <c:v>43873</c:v>
                </c:pt>
                <c:pt idx="1570">
                  <c:v>43872</c:v>
                </c:pt>
                <c:pt idx="1571">
                  <c:v>43871</c:v>
                </c:pt>
                <c:pt idx="1572">
                  <c:v>43868</c:v>
                </c:pt>
                <c:pt idx="1573">
                  <c:v>43867</c:v>
                </c:pt>
                <c:pt idx="1574">
                  <c:v>43866</c:v>
                </c:pt>
                <c:pt idx="1575">
                  <c:v>43865</c:v>
                </c:pt>
                <c:pt idx="1576">
                  <c:v>43864</c:v>
                </c:pt>
                <c:pt idx="1577">
                  <c:v>43861</c:v>
                </c:pt>
                <c:pt idx="1578">
                  <c:v>43860</c:v>
                </c:pt>
                <c:pt idx="1579">
                  <c:v>43859</c:v>
                </c:pt>
                <c:pt idx="1580">
                  <c:v>43858</c:v>
                </c:pt>
                <c:pt idx="1581">
                  <c:v>43853</c:v>
                </c:pt>
                <c:pt idx="1582">
                  <c:v>43852</c:v>
                </c:pt>
                <c:pt idx="1583">
                  <c:v>43851</c:v>
                </c:pt>
                <c:pt idx="1584">
                  <c:v>43850</c:v>
                </c:pt>
                <c:pt idx="1585">
                  <c:v>43847</c:v>
                </c:pt>
                <c:pt idx="1586">
                  <c:v>43846</c:v>
                </c:pt>
                <c:pt idx="1587">
                  <c:v>43845</c:v>
                </c:pt>
                <c:pt idx="1588">
                  <c:v>43844</c:v>
                </c:pt>
                <c:pt idx="1589">
                  <c:v>43843</c:v>
                </c:pt>
                <c:pt idx="1590">
                  <c:v>43840</c:v>
                </c:pt>
                <c:pt idx="1591">
                  <c:v>43839</c:v>
                </c:pt>
                <c:pt idx="1592">
                  <c:v>43838</c:v>
                </c:pt>
                <c:pt idx="1593">
                  <c:v>43837</c:v>
                </c:pt>
                <c:pt idx="1594">
                  <c:v>43836</c:v>
                </c:pt>
                <c:pt idx="1595">
                  <c:v>43833</c:v>
                </c:pt>
                <c:pt idx="1596">
                  <c:v>43832</c:v>
                </c:pt>
                <c:pt idx="1597">
                  <c:v>43830</c:v>
                </c:pt>
                <c:pt idx="1598">
                  <c:v>43829</c:v>
                </c:pt>
                <c:pt idx="1599">
                  <c:v>43826</c:v>
                </c:pt>
                <c:pt idx="1600">
                  <c:v>43825</c:v>
                </c:pt>
                <c:pt idx="1601">
                  <c:v>43823</c:v>
                </c:pt>
                <c:pt idx="1602">
                  <c:v>43822</c:v>
                </c:pt>
                <c:pt idx="1603">
                  <c:v>43819</c:v>
                </c:pt>
                <c:pt idx="1604">
                  <c:v>43818</c:v>
                </c:pt>
                <c:pt idx="1605">
                  <c:v>43817</c:v>
                </c:pt>
                <c:pt idx="1606">
                  <c:v>43816</c:v>
                </c:pt>
                <c:pt idx="1607">
                  <c:v>43815</c:v>
                </c:pt>
                <c:pt idx="1608">
                  <c:v>43812</c:v>
                </c:pt>
                <c:pt idx="1609">
                  <c:v>43811</c:v>
                </c:pt>
                <c:pt idx="1610">
                  <c:v>43810</c:v>
                </c:pt>
                <c:pt idx="1611">
                  <c:v>43809</c:v>
                </c:pt>
                <c:pt idx="1612">
                  <c:v>43808</c:v>
                </c:pt>
                <c:pt idx="1613">
                  <c:v>43805</c:v>
                </c:pt>
                <c:pt idx="1614">
                  <c:v>43804</c:v>
                </c:pt>
                <c:pt idx="1615">
                  <c:v>43803</c:v>
                </c:pt>
                <c:pt idx="1616">
                  <c:v>43802</c:v>
                </c:pt>
                <c:pt idx="1617">
                  <c:v>43801</c:v>
                </c:pt>
                <c:pt idx="1618">
                  <c:v>43798</c:v>
                </c:pt>
                <c:pt idx="1619">
                  <c:v>43797</c:v>
                </c:pt>
                <c:pt idx="1620">
                  <c:v>43796</c:v>
                </c:pt>
                <c:pt idx="1621">
                  <c:v>43795</c:v>
                </c:pt>
                <c:pt idx="1622">
                  <c:v>43794</c:v>
                </c:pt>
                <c:pt idx="1623">
                  <c:v>43791</c:v>
                </c:pt>
                <c:pt idx="1624">
                  <c:v>43790</c:v>
                </c:pt>
                <c:pt idx="1625">
                  <c:v>43789</c:v>
                </c:pt>
                <c:pt idx="1626">
                  <c:v>43788</c:v>
                </c:pt>
                <c:pt idx="1627">
                  <c:v>43787</c:v>
                </c:pt>
                <c:pt idx="1628">
                  <c:v>43784</c:v>
                </c:pt>
                <c:pt idx="1629">
                  <c:v>43783</c:v>
                </c:pt>
                <c:pt idx="1630">
                  <c:v>43782</c:v>
                </c:pt>
                <c:pt idx="1631">
                  <c:v>43781</c:v>
                </c:pt>
                <c:pt idx="1632">
                  <c:v>43780</c:v>
                </c:pt>
                <c:pt idx="1633">
                  <c:v>43777</c:v>
                </c:pt>
                <c:pt idx="1634">
                  <c:v>43776</c:v>
                </c:pt>
                <c:pt idx="1635">
                  <c:v>43775</c:v>
                </c:pt>
                <c:pt idx="1636">
                  <c:v>43774</c:v>
                </c:pt>
                <c:pt idx="1637">
                  <c:v>43773</c:v>
                </c:pt>
                <c:pt idx="1638">
                  <c:v>43770</c:v>
                </c:pt>
                <c:pt idx="1639">
                  <c:v>43769</c:v>
                </c:pt>
                <c:pt idx="1640">
                  <c:v>43768</c:v>
                </c:pt>
                <c:pt idx="1641">
                  <c:v>43767</c:v>
                </c:pt>
                <c:pt idx="1642">
                  <c:v>43766</c:v>
                </c:pt>
                <c:pt idx="1643">
                  <c:v>43763</c:v>
                </c:pt>
                <c:pt idx="1644">
                  <c:v>43762</c:v>
                </c:pt>
                <c:pt idx="1645">
                  <c:v>43761</c:v>
                </c:pt>
                <c:pt idx="1646">
                  <c:v>43760</c:v>
                </c:pt>
                <c:pt idx="1647">
                  <c:v>43759</c:v>
                </c:pt>
                <c:pt idx="1648">
                  <c:v>43756</c:v>
                </c:pt>
                <c:pt idx="1649">
                  <c:v>43755</c:v>
                </c:pt>
                <c:pt idx="1650">
                  <c:v>43754</c:v>
                </c:pt>
                <c:pt idx="1651">
                  <c:v>43753</c:v>
                </c:pt>
                <c:pt idx="1652">
                  <c:v>43752</c:v>
                </c:pt>
                <c:pt idx="1653">
                  <c:v>43749</c:v>
                </c:pt>
                <c:pt idx="1654">
                  <c:v>43748</c:v>
                </c:pt>
                <c:pt idx="1655">
                  <c:v>43746</c:v>
                </c:pt>
                <c:pt idx="1656">
                  <c:v>43745</c:v>
                </c:pt>
                <c:pt idx="1657">
                  <c:v>43742</c:v>
                </c:pt>
                <c:pt idx="1658">
                  <c:v>43740</c:v>
                </c:pt>
                <c:pt idx="1659">
                  <c:v>43739</c:v>
                </c:pt>
                <c:pt idx="1660">
                  <c:v>43738</c:v>
                </c:pt>
                <c:pt idx="1661">
                  <c:v>43735</c:v>
                </c:pt>
                <c:pt idx="1662">
                  <c:v>43734</c:v>
                </c:pt>
                <c:pt idx="1663">
                  <c:v>43733</c:v>
                </c:pt>
                <c:pt idx="1664">
                  <c:v>43732</c:v>
                </c:pt>
                <c:pt idx="1665">
                  <c:v>43731</c:v>
                </c:pt>
                <c:pt idx="1666">
                  <c:v>43728</c:v>
                </c:pt>
                <c:pt idx="1667">
                  <c:v>43727</c:v>
                </c:pt>
                <c:pt idx="1668">
                  <c:v>43726</c:v>
                </c:pt>
                <c:pt idx="1669">
                  <c:v>43725</c:v>
                </c:pt>
                <c:pt idx="1670">
                  <c:v>43724</c:v>
                </c:pt>
                <c:pt idx="1671">
                  <c:v>43719</c:v>
                </c:pt>
                <c:pt idx="1672">
                  <c:v>43718</c:v>
                </c:pt>
                <c:pt idx="1673">
                  <c:v>43717</c:v>
                </c:pt>
                <c:pt idx="1674">
                  <c:v>43714</c:v>
                </c:pt>
                <c:pt idx="1675">
                  <c:v>43713</c:v>
                </c:pt>
                <c:pt idx="1676">
                  <c:v>43712</c:v>
                </c:pt>
                <c:pt idx="1677">
                  <c:v>43711</c:v>
                </c:pt>
                <c:pt idx="1678">
                  <c:v>43710</c:v>
                </c:pt>
                <c:pt idx="1679">
                  <c:v>43707</c:v>
                </c:pt>
                <c:pt idx="1680">
                  <c:v>43706</c:v>
                </c:pt>
                <c:pt idx="1681">
                  <c:v>43705</c:v>
                </c:pt>
                <c:pt idx="1682">
                  <c:v>43704</c:v>
                </c:pt>
                <c:pt idx="1683">
                  <c:v>43703</c:v>
                </c:pt>
                <c:pt idx="1684">
                  <c:v>43700</c:v>
                </c:pt>
                <c:pt idx="1685">
                  <c:v>43699</c:v>
                </c:pt>
                <c:pt idx="1686">
                  <c:v>43698</c:v>
                </c:pt>
                <c:pt idx="1687">
                  <c:v>43697</c:v>
                </c:pt>
                <c:pt idx="1688">
                  <c:v>43696</c:v>
                </c:pt>
                <c:pt idx="1689">
                  <c:v>43693</c:v>
                </c:pt>
                <c:pt idx="1690">
                  <c:v>43691</c:v>
                </c:pt>
                <c:pt idx="1691">
                  <c:v>43690</c:v>
                </c:pt>
                <c:pt idx="1692">
                  <c:v>43689</c:v>
                </c:pt>
                <c:pt idx="1693">
                  <c:v>43686</c:v>
                </c:pt>
                <c:pt idx="1694">
                  <c:v>43685</c:v>
                </c:pt>
                <c:pt idx="1695">
                  <c:v>43684</c:v>
                </c:pt>
                <c:pt idx="1696">
                  <c:v>43683</c:v>
                </c:pt>
                <c:pt idx="1697">
                  <c:v>43682</c:v>
                </c:pt>
                <c:pt idx="1698">
                  <c:v>43679</c:v>
                </c:pt>
                <c:pt idx="1699">
                  <c:v>43678</c:v>
                </c:pt>
                <c:pt idx="1700">
                  <c:v>43677</c:v>
                </c:pt>
                <c:pt idx="1701">
                  <c:v>43676</c:v>
                </c:pt>
                <c:pt idx="1702">
                  <c:v>43675</c:v>
                </c:pt>
                <c:pt idx="1703">
                  <c:v>43672</c:v>
                </c:pt>
                <c:pt idx="1704">
                  <c:v>43671</c:v>
                </c:pt>
                <c:pt idx="1705">
                  <c:v>43670</c:v>
                </c:pt>
                <c:pt idx="1706">
                  <c:v>43669</c:v>
                </c:pt>
                <c:pt idx="1707">
                  <c:v>43668</c:v>
                </c:pt>
                <c:pt idx="1708">
                  <c:v>43665</c:v>
                </c:pt>
                <c:pt idx="1709">
                  <c:v>43664</c:v>
                </c:pt>
                <c:pt idx="1710">
                  <c:v>43663</c:v>
                </c:pt>
                <c:pt idx="1711">
                  <c:v>43662</c:v>
                </c:pt>
                <c:pt idx="1712">
                  <c:v>43661</c:v>
                </c:pt>
                <c:pt idx="1713">
                  <c:v>43658</c:v>
                </c:pt>
                <c:pt idx="1714">
                  <c:v>43657</c:v>
                </c:pt>
                <c:pt idx="1715">
                  <c:v>43656</c:v>
                </c:pt>
                <c:pt idx="1716">
                  <c:v>43655</c:v>
                </c:pt>
                <c:pt idx="1717">
                  <c:v>43654</c:v>
                </c:pt>
                <c:pt idx="1718">
                  <c:v>43651</c:v>
                </c:pt>
                <c:pt idx="1719">
                  <c:v>43650</c:v>
                </c:pt>
                <c:pt idx="1720">
                  <c:v>43649</c:v>
                </c:pt>
                <c:pt idx="1721">
                  <c:v>43648</c:v>
                </c:pt>
                <c:pt idx="1722">
                  <c:v>43647</c:v>
                </c:pt>
                <c:pt idx="1723">
                  <c:v>43644</c:v>
                </c:pt>
                <c:pt idx="1724">
                  <c:v>43643</c:v>
                </c:pt>
                <c:pt idx="1725">
                  <c:v>43642</c:v>
                </c:pt>
                <c:pt idx="1726">
                  <c:v>43641</c:v>
                </c:pt>
                <c:pt idx="1727">
                  <c:v>43640</c:v>
                </c:pt>
                <c:pt idx="1728">
                  <c:v>43637</c:v>
                </c:pt>
                <c:pt idx="1729">
                  <c:v>43636</c:v>
                </c:pt>
                <c:pt idx="1730">
                  <c:v>43635</c:v>
                </c:pt>
                <c:pt idx="1731">
                  <c:v>43634</c:v>
                </c:pt>
                <c:pt idx="1732">
                  <c:v>43633</c:v>
                </c:pt>
                <c:pt idx="1733">
                  <c:v>43630</c:v>
                </c:pt>
                <c:pt idx="1734">
                  <c:v>43629</c:v>
                </c:pt>
                <c:pt idx="1735">
                  <c:v>43628</c:v>
                </c:pt>
                <c:pt idx="1736">
                  <c:v>43627</c:v>
                </c:pt>
                <c:pt idx="1737">
                  <c:v>43626</c:v>
                </c:pt>
                <c:pt idx="1738">
                  <c:v>43623</c:v>
                </c:pt>
                <c:pt idx="1739">
                  <c:v>43621</c:v>
                </c:pt>
                <c:pt idx="1740">
                  <c:v>43620</c:v>
                </c:pt>
                <c:pt idx="1741">
                  <c:v>43619</c:v>
                </c:pt>
                <c:pt idx="1742">
                  <c:v>43616</c:v>
                </c:pt>
                <c:pt idx="1743">
                  <c:v>43615</c:v>
                </c:pt>
                <c:pt idx="1744">
                  <c:v>43614</c:v>
                </c:pt>
                <c:pt idx="1745">
                  <c:v>43613</c:v>
                </c:pt>
                <c:pt idx="1746">
                  <c:v>43612</c:v>
                </c:pt>
                <c:pt idx="1747">
                  <c:v>43609</c:v>
                </c:pt>
                <c:pt idx="1748">
                  <c:v>43608</c:v>
                </c:pt>
                <c:pt idx="1749">
                  <c:v>43607</c:v>
                </c:pt>
                <c:pt idx="1750">
                  <c:v>43606</c:v>
                </c:pt>
                <c:pt idx="1751">
                  <c:v>43605</c:v>
                </c:pt>
                <c:pt idx="1752">
                  <c:v>43602</c:v>
                </c:pt>
                <c:pt idx="1753">
                  <c:v>43601</c:v>
                </c:pt>
                <c:pt idx="1754">
                  <c:v>43600</c:v>
                </c:pt>
                <c:pt idx="1755">
                  <c:v>43599</c:v>
                </c:pt>
                <c:pt idx="1756">
                  <c:v>43598</c:v>
                </c:pt>
                <c:pt idx="1757">
                  <c:v>43595</c:v>
                </c:pt>
                <c:pt idx="1758">
                  <c:v>43594</c:v>
                </c:pt>
                <c:pt idx="1759">
                  <c:v>43593</c:v>
                </c:pt>
                <c:pt idx="1760">
                  <c:v>43592</c:v>
                </c:pt>
                <c:pt idx="1761">
                  <c:v>43588</c:v>
                </c:pt>
                <c:pt idx="1762">
                  <c:v>43587</c:v>
                </c:pt>
                <c:pt idx="1763">
                  <c:v>43585</c:v>
                </c:pt>
                <c:pt idx="1764">
                  <c:v>43584</c:v>
                </c:pt>
                <c:pt idx="1765">
                  <c:v>43581</c:v>
                </c:pt>
                <c:pt idx="1766">
                  <c:v>43580</c:v>
                </c:pt>
                <c:pt idx="1767">
                  <c:v>43579</c:v>
                </c:pt>
                <c:pt idx="1768">
                  <c:v>43578</c:v>
                </c:pt>
                <c:pt idx="1769">
                  <c:v>43577</c:v>
                </c:pt>
                <c:pt idx="1770">
                  <c:v>43574</c:v>
                </c:pt>
                <c:pt idx="1771">
                  <c:v>43573</c:v>
                </c:pt>
                <c:pt idx="1772">
                  <c:v>43572</c:v>
                </c:pt>
                <c:pt idx="1773">
                  <c:v>43571</c:v>
                </c:pt>
                <c:pt idx="1774">
                  <c:v>43570</c:v>
                </c:pt>
                <c:pt idx="1775">
                  <c:v>43567</c:v>
                </c:pt>
                <c:pt idx="1776">
                  <c:v>43566</c:v>
                </c:pt>
                <c:pt idx="1777">
                  <c:v>43565</c:v>
                </c:pt>
                <c:pt idx="1778">
                  <c:v>43564</c:v>
                </c:pt>
                <c:pt idx="1779">
                  <c:v>43563</c:v>
                </c:pt>
                <c:pt idx="1780">
                  <c:v>43560</c:v>
                </c:pt>
                <c:pt idx="1781">
                  <c:v>43559</c:v>
                </c:pt>
                <c:pt idx="1782">
                  <c:v>43558</c:v>
                </c:pt>
                <c:pt idx="1783">
                  <c:v>43557</c:v>
                </c:pt>
                <c:pt idx="1784">
                  <c:v>43556</c:v>
                </c:pt>
                <c:pt idx="1785">
                  <c:v>43553</c:v>
                </c:pt>
                <c:pt idx="1786">
                  <c:v>43552</c:v>
                </c:pt>
                <c:pt idx="1787">
                  <c:v>43551</c:v>
                </c:pt>
                <c:pt idx="1788">
                  <c:v>43550</c:v>
                </c:pt>
                <c:pt idx="1789">
                  <c:v>43549</c:v>
                </c:pt>
                <c:pt idx="1790">
                  <c:v>43546</c:v>
                </c:pt>
                <c:pt idx="1791">
                  <c:v>43545</c:v>
                </c:pt>
                <c:pt idx="1792">
                  <c:v>43544</c:v>
                </c:pt>
                <c:pt idx="1793">
                  <c:v>43543</c:v>
                </c:pt>
                <c:pt idx="1794">
                  <c:v>43542</c:v>
                </c:pt>
                <c:pt idx="1795">
                  <c:v>43539</c:v>
                </c:pt>
                <c:pt idx="1796">
                  <c:v>43538</c:v>
                </c:pt>
                <c:pt idx="1797">
                  <c:v>43537</c:v>
                </c:pt>
                <c:pt idx="1798">
                  <c:v>43536</c:v>
                </c:pt>
                <c:pt idx="1799">
                  <c:v>43535</c:v>
                </c:pt>
                <c:pt idx="1800">
                  <c:v>43532</c:v>
                </c:pt>
                <c:pt idx="1801">
                  <c:v>43531</c:v>
                </c:pt>
                <c:pt idx="1802">
                  <c:v>43530</c:v>
                </c:pt>
                <c:pt idx="1803">
                  <c:v>43529</c:v>
                </c:pt>
                <c:pt idx="1804">
                  <c:v>43528</c:v>
                </c:pt>
                <c:pt idx="1805">
                  <c:v>43524</c:v>
                </c:pt>
                <c:pt idx="1806">
                  <c:v>43523</c:v>
                </c:pt>
                <c:pt idx="1807">
                  <c:v>43522</c:v>
                </c:pt>
                <c:pt idx="1808">
                  <c:v>43521</c:v>
                </c:pt>
                <c:pt idx="1809">
                  <c:v>43518</c:v>
                </c:pt>
                <c:pt idx="1810">
                  <c:v>43517</c:v>
                </c:pt>
                <c:pt idx="1811">
                  <c:v>43516</c:v>
                </c:pt>
                <c:pt idx="1812">
                  <c:v>43515</c:v>
                </c:pt>
                <c:pt idx="1813">
                  <c:v>43514</c:v>
                </c:pt>
                <c:pt idx="1814">
                  <c:v>43511</c:v>
                </c:pt>
                <c:pt idx="1815">
                  <c:v>43510</c:v>
                </c:pt>
                <c:pt idx="1816">
                  <c:v>43509</c:v>
                </c:pt>
                <c:pt idx="1817">
                  <c:v>43508</c:v>
                </c:pt>
                <c:pt idx="1818">
                  <c:v>43507</c:v>
                </c:pt>
                <c:pt idx="1819">
                  <c:v>43504</c:v>
                </c:pt>
                <c:pt idx="1820">
                  <c:v>43503</c:v>
                </c:pt>
                <c:pt idx="1821">
                  <c:v>43497</c:v>
                </c:pt>
                <c:pt idx="1822">
                  <c:v>43496</c:v>
                </c:pt>
                <c:pt idx="1823">
                  <c:v>43495</c:v>
                </c:pt>
                <c:pt idx="1824">
                  <c:v>43494</c:v>
                </c:pt>
                <c:pt idx="1825">
                  <c:v>43493</c:v>
                </c:pt>
                <c:pt idx="1826">
                  <c:v>43490</c:v>
                </c:pt>
                <c:pt idx="1827">
                  <c:v>43489</c:v>
                </c:pt>
                <c:pt idx="1828">
                  <c:v>43488</c:v>
                </c:pt>
                <c:pt idx="1829">
                  <c:v>43487</c:v>
                </c:pt>
                <c:pt idx="1830">
                  <c:v>43486</c:v>
                </c:pt>
                <c:pt idx="1831">
                  <c:v>43483</c:v>
                </c:pt>
                <c:pt idx="1832">
                  <c:v>43482</c:v>
                </c:pt>
                <c:pt idx="1833">
                  <c:v>43481</c:v>
                </c:pt>
                <c:pt idx="1834">
                  <c:v>43480</c:v>
                </c:pt>
                <c:pt idx="1835">
                  <c:v>43479</c:v>
                </c:pt>
                <c:pt idx="1836">
                  <c:v>43476</c:v>
                </c:pt>
                <c:pt idx="1837">
                  <c:v>43475</c:v>
                </c:pt>
                <c:pt idx="1838">
                  <c:v>43474</c:v>
                </c:pt>
                <c:pt idx="1839">
                  <c:v>43473</c:v>
                </c:pt>
                <c:pt idx="1840">
                  <c:v>43472</c:v>
                </c:pt>
                <c:pt idx="1841">
                  <c:v>43469</c:v>
                </c:pt>
                <c:pt idx="1842">
                  <c:v>43468</c:v>
                </c:pt>
                <c:pt idx="1843">
                  <c:v>43467</c:v>
                </c:pt>
                <c:pt idx="1844">
                  <c:v>43465</c:v>
                </c:pt>
                <c:pt idx="1845">
                  <c:v>43462</c:v>
                </c:pt>
                <c:pt idx="1846">
                  <c:v>43461</c:v>
                </c:pt>
                <c:pt idx="1847">
                  <c:v>43460</c:v>
                </c:pt>
                <c:pt idx="1848">
                  <c:v>43458</c:v>
                </c:pt>
                <c:pt idx="1849">
                  <c:v>43455</c:v>
                </c:pt>
                <c:pt idx="1850">
                  <c:v>43454</c:v>
                </c:pt>
                <c:pt idx="1851">
                  <c:v>43453</c:v>
                </c:pt>
                <c:pt idx="1852">
                  <c:v>43452</c:v>
                </c:pt>
                <c:pt idx="1853">
                  <c:v>43451</c:v>
                </c:pt>
                <c:pt idx="1854">
                  <c:v>43448</c:v>
                </c:pt>
                <c:pt idx="1855">
                  <c:v>43447</c:v>
                </c:pt>
                <c:pt idx="1856">
                  <c:v>43446</c:v>
                </c:pt>
                <c:pt idx="1857">
                  <c:v>43445</c:v>
                </c:pt>
                <c:pt idx="1858">
                  <c:v>43444</c:v>
                </c:pt>
                <c:pt idx="1859">
                  <c:v>43441</c:v>
                </c:pt>
                <c:pt idx="1860">
                  <c:v>43440</c:v>
                </c:pt>
                <c:pt idx="1861">
                  <c:v>43439</c:v>
                </c:pt>
                <c:pt idx="1862">
                  <c:v>43438</c:v>
                </c:pt>
                <c:pt idx="1863">
                  <c:v>43437</c:v>
                </c:pt>
                <c:pt idx="1864">
                  <c:v>43434</c:v>
                </c:pt>
                <c:pt idx="1865">
                  <c:v>43433</c:v>
                </c:pt>
                <c:pt idx="1866">
                  <c:v>43432</c:v>
                </c:pt>
                <c:pt idx="1867">
                  <c:v>43431</c:v>
                </c:pt>
                <c:pt idx="1868">
                  <c:v>43430</c:v>
                </c:pt>
                <c:pt idx="1869">
                  <c:v>43427</c:v>
                </c:pt>
                <c:pt idx="1870">
                  <c:v>43426</c:v>
                </c:pt>
                <c:pt idx="1871">
                  <c:v>43425</c:v>
                </c:pt>
                <c:pt idx="1872">
                  <c:v>43424</c:v>
                </c:pt>
                <c:pt idx="1873">
                  <c:v>43423</c:v>
                </c:pt>
                <c:pt idx="1874">
                  <c:v>43420</c:v>
                </c:pt>
                <c:pt idx="1875">
                  <c:v>43419</c:v>
                </c:pt>
                <c:pt idx="1876">
                  <c:v>43418</c:v>
                </c:pt>
                <c:pt idx="1877">
                  <c:v>43417</c:v>
                </c:pt>
                <c:pt idx="1878">
                  <c:v>43416</c:v>
                </c:pt>
                <c:pt idx="1879">
                  <c:v>43413</c:v>
                </c:pt>
                <c:pt idx="1880">
                  <c:v>43412</c:v>
                </c:pt>
                <c:pt idx="1881">
                  <c:v>43411</c:v>
                </c:pt>
                <c:pt idx="1882">
                  <c:v>43410</c:v>
                </c:pt>
                <c:pt idx="1883">
                  <c:v>43409</c:v>
                </c:pt>
                <c:pt idx="1884">
                  <c:v>43406</c:v>
                </c:pt>
                <c:pt idx="1885">
                  <c:v>43405</c:v>
                </c:pt>
                <c:pt idx="1886">
                  <c:v>43404</c:v>
                </c:pt>
                <c:pt idx="1887">
                  <c:v>43403</c:v>
                </c:pt>
                <c:pt idx="1888">
                  <c:v>43402</c:v>
                </c:pt>
                <c:pt idx="1889">
                  <c:v>43399</c:v>
                </c:pt>
                <c:pt idx="1890">
                  <c:v>43398</c:v>
                </c:pt>
                <c:pt idx="1891">
                  <c:v>43397</c:v>
                </c:pt>
                <c:pt idx="1892">
                  <c:v>43396</c:v>
                </c:pt>
                <c:pt idx="1893">
                  <c:v>43395</c:v>
                </c:pt>
                <c:pt idx="1894">
                  <c:v>43392</c:v>
                </c:pt>
                <c:pt idx="1895">
                  <c:v>43391</c:v>
                </c:pt>
                <c:pt idx="1896">
                  <c:v>43390</c:v>
                </c:pt>
                <c:pt idx="1897">
                  <c:v>43389</c:v>
                </c:pt>
                <c:pt idx="1898">
                  <c:v>43388</c:v>
                </c:pt>
                <c:pt idx="1899">
                  <c:v>43385</c:v>
                </c:pt>
                <c:pt idx="1900">
                  <c:v>43384</c:v>
                </c:pt>
                <c:pt idx="1901">
                  <c:v>43383</c:v>
                </c:pt>
                <c:pt idx="1902">
                  <c:v>43381</c:v>
                </c:pt>
                <c:pt idx="1903">
                  <c:v>43378</c:v>
                </c:pt>
                <c:pt idx="1904">
                  <c:v>43377</c:v>
                </c:pt>
                <c:pt idx="1905">
                  <c:v>43375</c:v>
                </c:pt>
                <c:pt idx="1906">
                  <c:v>43374</c:v>
                </c:pt>
                <c:pt idx="1907">
                  <c:v>43371</c:v>
                </c:pt>
                <c:pt idx="1908">
                  <c:v>43370</c:v>
                </c:pt>
                <c:pt idx="1909">
                  <c:v>43364</c:v>
                </c:pt>
                <c:pt idx="1910">
                  <c:v>43363</c:v>
                </c:pt>
                <c:pt idx="1911">
                  <c:v>43362</c:v>
                </c:pt>
                <c:pt idx="1912">
                  <c:v>43361</c:v>
                </c:pt>
                <c:pt idx="1913">
                  <c:v>43360</c:v>
                </c:pt>
                <c:pt idx="1914">
                  <c:v>43357</c:v>
                </c:pt>
                <c:pt idx="1915">
                  <c:v>43356</c:v>
                </c:pt>
                <c:pt idx="1916">
                  <c:v>43355</c:v>
                </c:pt>
                <c:pt idx="1917">
                  <c:v>43354</c:v>
                </c:pt>
                <c:pt idx="1918">
                  <c:v>43353</c:v>
                </c:pt>
                <c:pt idx="1919">
                  <c:v>43350</c:v>
                </c:pt>
                <c:pt idx="1920">
                  <c:v>43349</c:v>
                </c:pt>
                <c:pt idx="1921">
                  <c:v>43348</c:v>
                </c:pt>
                <c:pt idx="1922">
                  <c:v>43347</c:v>
                </c:pt>
                <c:pt idx="1923">
                  <c:v>43346</c:v>
                </c:pt>
                <c:pt idx="1924">
                  <c:v>43343</c:v>
                </c:pt>
                <c:pt idx="1925">
                  <c:v>43342</c:v>
                </c:pt>
                <c:pt idx="1926">
                  <c:v>43341</c:v>
                </c:pt>
                <c:pt idx="1927">
                  <c:v>43340</c:v>
                </c:pt>
                <c:pt idx="1928">
                  <c:v>43339</c:v>
                </c:pt>
                <c:pt idx="1929">
                  <c:v>43336</c:v>
                </c:pt>
                <c:pt idx="1930">
                  <c:v>43335</c:v>
                </c:pt>
                <c:pt idx="1931">
                  <c:v>43334</c:v>
                </c:pt>
                <c:pt idx="1932">
                  <c:v>43333</c:v>
                </c:pt>
                <c:pt idx="1933">
                  <c:v>43332</c:v>
                </c:pt>
                <c:pt idx="1934">
                  <c:v>43329</c:v>
                </c:pt>
                <c:pt idx="1935">
                  <c:v>43328</c:v>
                </c:pt>
                <c:pt idx="1936">
                  <c:v>43326</c:v>
                </c:pt>
                <c:pt idx="1937">
                  <c:v>43325</c:v>
                </c:pt>
                <c:pt idx="1938">
                  <c:v>43322</c:v>
                </c:pt>
                <c:pt idx="1939">
                  <c:v>43321</c:v>
                </c:pt>
                <c:pt idx="1940">
                  <c:v>43320</c:v>
                </c:pt>
                <c:pt idx="1941">
                  <c:v>43319</c:v>
                </c:pt>
                <c:pt idx="1942">
                  <c:v>43318</c:v>
                </c:pt>
                <c:pt idx="1943">
                  <c:v>43315</c:v>
                </c:pt>
                <c:pt idx="1944">
                  <c:v>43314</c:v>
                </c:pt>
                <c:pt idx="1945">
                  <c:v>43313</c:v>
                </c:pt>
                <c:pt idx="1946">
                  <c:v>43312</c:v>
                </c:pt>
                <c:pt idx="1947">
                  <c:v>43311</c:v>
                </c:pt>
                <c:pt idx="1948">
                  <c:v>43308</c:v>
                </c:pt>
                <c:pt idx="1949">
                  <c:v>43307</c:v>
                </c:pt>
                <c:pt idx="1950">
                  <c:v>43306</c:v>
                </c:pt>
                <c:pt idx="1951">
                  <c:v>43305</c:v>
                </c:pt>
                <c:pt idx="1952">
                  <c:v>43304</c:v>
                </c:pt>
                <c:pt idx="1953">
                  <c:v>43301</c:v>
                </c:pt>
                <c:pt idx="1954">
                  <c:v>43300</c:v>
                </c:pt>
                <c:pt idx="1955">
                  <c:v>43299</c:v>
                </c:pt>
                <c:pt idx="1956">
                  <c:v>43298</c:v>
                </c:pt>
                <c:pt idx="1957">
                  <c:v>43297</c:v>
                </c:pt>
                <c:pt idx="1958">
                  <c:v>43294</c:v>
                </c:pt>
                <c:pt idx="1959">
                  <c:v>43293</c:v>
                </c:pt>
                <c:pt idx="1960">
                  <c:v>43292</c:v>
                </c:pt>
                <c:pt idx="1961">
                  <c:v>43291</c:v>
                </c:pt>
                <c:pt idx="1962">
                  <c:v>43290</c:v>
                </c:pt>
                <c:pt idx="1963">
                  <c:v>43287</c:v>
                </c:pt>
                <c:pt idx="1964">
                  <c:v>43286</c:v>
                </c:pt>
                <c:pt idx="1965">
                  <c:v>43285</c:v>
                </c:pt>
                <c:pt idx="1966">
                  <c:v>43284</c:v>
                </c:pt>
                <c:pt idx="1967">
                  <c:v>43283</c:v>
                </c:pt>
                <c:pt idx="1968">
                  <c:v>43280</c:v>
                </c:pt>
                <c:pt idx="1969">
                  <c:v>43279</c:v>
                </c:pt>
                <c:pt idx="1970">
                  <c:v>43278</c:v>
                </c:pt>
                <c:pt idx="1971">
                  <c:v>43277</c:v>
                </c:pt>
                <c:pt idx="1972">
                  <c:v>43276</c:v>
                </c:pt>
                <c:pt idx="1973">
                  <c:v>43273</c:v>
                </c:pt>
                <c:pt idx="1974">
                  <c:v>43272</c:v>
                </c:pt>
                <c:pt idx="1975">
                  <c:v>43271</c:v>
                </c:pt>
                <c:pt idx="1976">
                  <c:v>43270</c:v>
                </c:pt>
                <c:pt idx="1977">
                  <c:v>43269</c:v>
                </c:pt>
                <c:pt idx="1978">
                  <c:v>43266</c:v>
                </c:pt>
                <c:pt idx="1979">
                  <c:v>43265</c:v>
                </c:pt>
                <c:pt idx="1980">
                  <c:v>43263</c:v>
                </c:pt>
                <c:pt idx="1981">
                  <c:v>43262</c:v>
                </c:pt>
                <c:pt idx="1982">
                  <c:v>43259</c:v>
                </c:pt>
                <c:pt idx="1983">
                  <c:v>43258</c:v>
                </c:pt>
                <c:pt idx="1984">
                  <c:v>43256</c:v>
                </c:pt>
                <c:pt idx="1985">
                  <c:v>43255</c:v>
                </c:pt>
                <c:pt idx="1986">
                  <c:v>43252</c:v>
                </c:pt>
                <c:pt idx="1987">
                  <c:v>43251</c:v>
                </c:pt>
                <c:pt idx="1988">
                  <c:v>43250</c:v>
                </c:pt>
                <c:pt idx="1989">
                  <c:v>43249</c:v>
                </c:pt>
                <c:pt idx="1990">
                  <c:v>43248</c:v>
                </c:pt>
                <c:pt idx="1991">
                  <c:v>43245</c:v>
                </c:pt>
                <c:pt idx="1992">
                  <c:v>43244</c:v>
                </c:pt>
                <c:pt idx="1993">
                  <c:v>43243</c:v>
                </c:pt>
                <c:pt idx="1994">
                  <c:v>43241</c:v>
                </c:pt>
                <c:pt idx="1995">
                  <c:v>43238</c:v>
                </c:pt>
                <c:pt idx="1996">
                  <c:v>43237</c:v>
                </c:pt>
                <c:pt idx="1997">
                  <c:v>43236</c:v>
                </c:pt>
                <c:pt idx="1998">
                  <c:v>43235</c:v>
                </c:pt>
                <c:pt idx="1999">
                  <c:v>43234</c:v>
                </c:pt>
                <c:pt idx="2000">
                  <c:v>43231</c:v>
                </c:pt>
                <c:pt idx="2001">
                  <c:v>43230</c:v>
                </c:pt>
                <c:pt idx="2002">
                  <c:v>43229</c:v>
                </c:pt>
                <c:pt idx="2003">
                  <c:v>43228</c:v>
                </c:pt>
                <c:pt idx="2004">
                  <c:v>43224</c:v>
                </c:pt>
                <c:pt idx="2005">
                  <c:v>43223</c:v>
                </c:pt>
                <c:pt idx="2006">
                  <c:v>43222</c:v>
                </c:pt>
                <c:pt idx="2007">
                  <c:v>43220</c:v>
                </c:pt>
                <c:pt idx="2008">
                  <c:v>43217</c:v>
                </c:pt>
                <c:pt idx="2009">
                  <c:v>43216</c:v>
                </c:pt>
                <c:pt idx="2010">
                  <c:v>43215</c:v>
                </c:pt>
                <c:pt idx="2011">
                  <c:v>43214</c:v>
                </c:pt>
                <c:pt idx="2012">
                  <c:v>43213</c:v>
                </c:pt>
                <c:pt idx="2013">
                  <c:v>43210</c:v>
                </c:pt>
                <c:pt idx="2014">
                  <c:v>43209</c:v>
                </c:pt>
                <c:pt idx="2015">
                  <c:v>43208</c:v>
                </c:pt>
                <c:pt idx="2016">
                  <c:v>43207</c:v>
                </c:pt>
                <c:pt idx="2017">
                  <c:v>43206</c:v>
                </c:pt>
                <c:pt idx="2018">
                  <c:v>43203</c:v>
                </c:pt>
                <c:pt idx="2019">
                  <c:v>43202</c:v>
                </c:pt>
                <c:pt idx="2020">
                  <c:v>43201</c:v>
                </c:pt>
                <c:pt idx="2021">
                  <c:v>43200</c:v>
                </c:pt>
                <c:pt idx="2022">
                  <c:v>43199</c:v>
                </c:pt>
                <c:pt idx="2023">
                  <c:v>43196</c:v>
                </c:pt>
                <c:pt idx="2024">
                  <c:v>43195</c:v>
                </c:pt>
                <c:pt idx="2025">
                  <c:v>43194</c:v>
                </c:pt>
                <c:pt idx="2026">
                  <c:v>43193</c:v>
                </c:pt>
                <c:pt idx="2027">
                  <c:v>43192</c:v>
                </c:pt>
                <c:pt idx="2028">
                  <c:v>43189</c:v>
                </c:pt>
                <c:pt idx="2029">
                  <c:v>43188</c:v>
                </c:pt>
                <c:pt idx="2030">
                  <c:v>43187</c:v>
                </c:pt>
                <c:pt idx="2031">
                  <c:v>43186</c:v>
                </c:pt>
                <c:pt idx="2032">
                  <c:v>43185</c:v>
                </c:pt>
                <c:pt idx="2033">
                  <c:v>43182</c:v>
                </c:pt>
                <c:pt idx="2034">
                  <c:v>43181</c:v>
                </c:pt>
                <c:pt idx="2035">
                  <c:v>43180</c:v>
                </c:pt>
                <c:pt idx="2036">
                  <c:v>43179</c:v>
                </c:pt>
                <c:pt idx="2037">
                  <c:v>43178</c:v>
                </c:pt>
                <c:pt idx="2038">
                  <c:v>43175</c:v>
                </c:pt>
                <c:pt idx="2039">
                  <c:v>43174</c:v>
                </c:pt>
                <c:pt idx="2040">
                  <c:v>43173</c:v>
                </c:pt>
                <c:pt idx="2041">
                  <c:v>43172</c:v>
                </c:pt>
                <c:pt idx="2042">
                  <c:v>43171</c:v>
                </c:pt>
                <c:pt idx="2043">
                  <c:v>43168</c:v>
                </c:pt>
                <c:pt idx="2044">
                  <c:v>43167</c:v>
                </c:pt>
                <c:pt idx="2045">
                  <c:v>43166</c:v>
                </c:pt>
                <c:pt idx="2046">
                  <c:v>43165</c:v>
                </c:pt>
                <c:pt idx="2047">
                  <c:v>43164</c:v>
                </c:pt>
                <c:pt idx="2048">
                  <c:v>43161</c:v>
                </c:pt>
                <c:pt idx="2049">
                  <c:v>43159</c:v>
                </c:pt>
                <c:pt idx="2050">
                  <c:v>43158</c:v>
                </c:pt>
                <c:pt idx="2051">
                  <c:v>43157</c:v>
                </c:pt>
                <c:pt idx="2052">
                  <c:v>43154</c:v>
                </c:pt>
                <c:pt idx="2053">
                  <c:v>43153</c:v>
                </c:pt>
                <c:pt idx="2054">
                  <c:v>43152</c:v>
                </c:pt>
                <c:pt idx="2055">
                  <c:v>43151</c:v>
                </c:pt>
                <c:pt idx="2056">
                  <c:v>43150</c:v>
                </c:pt>
                <c:pt idx="2057">
                  <c:v>43145</c:v>
                </c:pt>
                <c:pt idx="2058">
                  <c:v>43144</c:v>
                </c:pt>
                <c:pt idx="2059">
                  <c:v>43143</c:v>
                </c:pt>
                <c:pt idx="2060">
                  <c:v>43140</c:v>
                </c:pt>
                <c:pt idx="2061">
                  <c:v>43139</c:v>
                </c:pt>
                <c:pt idx="2062">
                  <c:v>43138</c:v>
                </c:pt>
                <c:pt idx="2063">
                  <c:v>43137</c:v>
                </c:pt>
                <c:pt idx="2064">
                  <c:v>43136</c:v>
                </c:pt>
                <c:pt idx="2065">
                  <c:v>43133</c:v>
                </c:pt>
                <c:pt idx="2066">
                  <c:v>43132</c:v>
                </c:pt>
                <c:pt idx="2067">
                  <c:v>43131</c:v>
                </c:pt>
                <c:pt idx="2068">
                  <c:v>43130</c:v>
                </c:pt>
                <c:pt idx="2069">
                  <c:v>43129</c:v>
                </c:pt>
                <c:pt idx="2070">
                  <c:v>43126</c:v>
                </c:pt>
                <c:pt idx="2071">
                  <c:v>43125</c:v>
                </c:pt>
                <c:pt idx="2072">
                  <c:v>43124</c:v>
                </c:pt>
                <c:pt idx="2073">
                  <c:v>43123</c:v>
                </c:pt>
                <c:pt idx="2074">
                  <c:v>43122</c:v>
                </c:pt>
                <c:pt idx="2075">
                  <c:v>43119</c:v>
                </c:pt>
                <c:pt idx="2076">
                  <c:v>43118</c:v>
                </c:pt>
                <c:pt idx="2077">
                  <c:v>43117</c:v>
                </c:pt>
                <c:pt idx="2078">
                  <c:v>43116</c:v>
                </c:pt>
                <c:pt idx="2079">
                  <c:v>43115</c:v>
                </c:pt>
                <c:pt idx="2080">
                  <c:v>43112</c:v>
                </c:pt>
                <c:pt idx="2081">
                  <c:v>43111</c:v>
                </c:pt>
                <c:pt idx="2082">
                  <c:v>43110</c:v>
                </c:pt>
                <c:pt idx="2083">
                  <c:v>43109</c:v>
                </c:pt>
                <c:pt idx="2084">
                  <c:v>43108</c:v>
                </c:pt>
                <c:pt idx="2085">
                  <c:v>43105</c:v>
                </c:pt>
                <c:pt idx="2086">
                  <c:v>43104</c:v>
                </c:pt>
                <c:pt idx="2087">
                  <c:v>43103</c:v>
                </c:pt>
                <c:pt idx="2088">
                  <c:v>43102</c:v>
                </c:pt>
                <c:pt idx="2089">
                  <c:v>43098</c:v>
                </c:pt>
                <c:pt idx="2090">
                  <c:v>43097</c:v>
                </c:pt>
                <c:pt idx="2091">
                  <c:v>43096</c:v>
                </c:pt>
                <c:pt idx="2092">
                  <c:v>43095</c:v>
                </c:pt>
                <c:pt idx="2093">
                  <c:v>43091</c:v>
                </c:pt>
                <c:pt idx="2094">
                  <c:v>43090</c:v>
                </c:pt>
                <c:pt idx="2095">
                  <c:v>43089</c:v>
                </c:pt>
                <c:pt idx="2096">
                  <c:v>43088</c:v>
                </c:pt>
                <c:pt idx="2097">
                  <c:v>43087</c:v>
                </c:pt>
                <c:pt idx="2098">
                  <c:v>43084</c:v>
                </c:pt>
                <c:pt idx="2099">
                  <c:v>43083</c:v>
                </c:pt>
                <c:pt idx="2100">
                  <c:v>43082</c:v>
                </c:pt>
                <c:pt idx="2101">
                  <c:v>43081</c:v>
                </c:pt>
                <c:pt idx="2102">
                  <c:v>43080</c:v>
                </c:pt>
                <c:pt idx="2103">
                  <c:v>43077</c:v>
                </c:pt>
                <c:pt idx="2104">
                  <c:v>43076</c:v>
                </c:pt>
                <c:pt idx="2105">
                  <c:v>43075</c:v>
                </c:pt>
                <c:pt idx="2106">
                  <c:v>43074</c:v>
                </c:pt>
                <c:pt idx="2107">
                  <c:v>43073</c:v>
                </c:pt>
                <c:pt idx="2108">
                  <c:v>43070</c:v>
                </c:pt>
                <c:pt idx="2109">
                  <c:v>43069</c:v>
                </c:pt>
                <c:pt idx="2110">
                  <c:v>43068</c:v>
                </c:pt>
                <c:pt idx="2111">
                  <c:v>43067</c:v>
                </c:pt>
                <c:pt idx="2112">
                  <c:v>43066</c:v>
                </c:pt>
                <c:pt idx="2113">
                  <c:v>43063</c:v>
                </c:pt>
                <c:pt idx="2114">
                  <c:v>43062</c:v>
                </c:pt>
                <c:pt idx="2115">
                  <c:v>43061</c:v>
                </c:pt>
                <c:pt idx="2116">
                  <c:v>43060</c:v>
                </c:pt>
                <c:pt idx="2117">
                  <c:v>43059</c:v>
                </c:pt>
                <c:pt idx="2118">
                  <c:v>43056</c:v>
                </c:pt>
                <c:pt idx="2119">
                  <c:v>43055</c:v>
                </c:pt>
                <c:pt idx="2120">
                  <c:v>43054</c:v>
                </c:pt>
                <c:pt idx="2121">
                  <c:v>43053</c:v>
                </c:pt>
                <c:pt idx="2122">
                  <c:v>43052</c:v>
                </c:pt>
                <c:pt idx="2123">
                  <c:v>43049</c:v>
                </c:pt>
                <c:pt idx="2124">
                  <c:v>43048</c:v>
                </c:pt>
                <c:pt idx="2125">
                  <c:v>43047</c:v>
                </c:pt>
                <c:pt idx="2126">
                  <c:v>43046</c:v>
                </c:pt>
                <c:pt idx="2127">
                  <c:v>43045</c:v>
                </c:pt>
                <c:pt idx="2128">
                  <c:v>43042</c:v>
                </c:pt>
                <c:pt idx="2129">
                  <c:v>43041</c:v>
                </c:pt>
                <c:pt idx="2130">
                  <c:v>43040</c:v>
                </c:pt>
                <c:pt idx="2131">
                  <c:v>43039</c:v>
                </c:pt>
                <c:pt idx="2132">
                  <c:v>43038</c:v>
                </c:pt>
                <c:pt idx="2133">
                  <c:v>43035</c:v>
                </c:pt>
                <c:pt idx="2134">
                  <c:v>43034</c:v>
                </c:pt>
                <c:pt idx="2135">
                  <c:v>43033</c:v>
                </c:pt>
                <c:pt idx="2136">
                  <c:v>43032</c:v>
                </c:pt>
                <c:pt idx="2137">
                  <c:v>43031</c:v>
                </c:pt>
                <c:pt idx="2138">
                  <c:v>43028</c:v>
                </c:pt>
                <c:pt idx="2139">
                  <c:v>43027</c:v>
                </c:pt>
                <c:pt idx="2140">
                  <c:v>43026</c:v>
                </c:pt>
                <c:pt idx="2141">
                  <c:v>43025</c:v>
                </c:pt>
                <c:pt idx="2142">
                  <c:v>43024</c:v>
                </c:pt>
                <c:pt idx="2143">
                  <c:v>43021</c:v>
                </c:pt>
                <c:pt idx="2144">
                  <c:v>43020</c:v>
                </c:pt>
                <c:pt idx="2145">
                  <c:v>43019</c:v>
                </c:pt>
                <c:pt idx="2146">
                  <c:v>43018</c:v>
                </c:pt>
                <c:pt idx="2147">
                  <c:v>43007</c:v>
                </c:pt>
                <c:pt idx="2148">
                  <c:v>43006</c:v>
                </c:pt>
                <c:pt idx="2149">
                  <c:v>43005</c:v>
                </c:pt>
                <c:pt idx="2150">
                  <c:v>43004</c:v>
                </c:pt>
                <c:pt idx="2151">
                  <c:v>43003</c:v>
                </c:pt>
                <c:pt idx="2152">
                  <c:v>43000</c:v>
                </c:pt>
                <c:pt idx="2153">
                  <c:v>42999</c:v>
                </c:pt>
                <c:pt idx="2154">
                  <c:v>42998</c:v>
                </c:pt>
                <c:pt idx="2155">
                  <c:v>42997</c:v>
                </c:pt>
                <c:pt idx="2156">
                  <c:v>42996</c:v>
                </c:pt>
                <c:pt idx="2157">
                  <c:v>42993</c:v>
                </c:pt>
                <c:pt idx="2158">
                  <c:v>42992</c:v>
                </c:pt>
                <c:pt idx="2159">
                  <c:v>42991</c:v>
                </c:pt>
                <c:pt idx="2160">
                  <c:v>42990</c:v>
                </c:pt>
                <c:pt idx="2161">
                  <c:v>42989</c:v>
                </c:pt>
                <c:pt idx="2162">
                  <c:v>42986</c:v>
                </c:pt>
                <c:pt idx="2163">
                  <c:v>42985</c:v>
                </c:pt>
                <c:pt idx="2164">
                  <c:v>42984</c:v>
                </c:pt>
                <c:pt idx="2165">
                  <c:v>42983</c:v>
                </c:pt>
                <c:pt idx="2166">
                  <c:v>42982</c:v>
                </c:pt>
                <c:pt idx="2167">
                  <c:v>42979</c:v>
                </c:pt>
                <c:pt idx="2168">
                  <c:v>42978</c:v>
                </c:pt>
                <c:pt idx="2169">
                  <c:v>42977</c:v>
                </c:pt>
                <c:pt idx="2170">
                  <c:v>42976</c:v>
                </c:pt>
                <c:pt idx="2171">
                  <c:v>42975</c:v>
                </c:pt>
                <c:pt idx="2172">
                  <c:v>42972</c:v>
                </c:pt>
                <c:pt idx="2173">
                  <c:v>42971</c:v>
                </c:pt>
                <c:pt idx="2174">
                  <c:v>42970</c:v>
                </c:pt>
                <c:pt idx="2175">
                  <c:v>42969</c:v>
                </c:pt>
                <c:pt idx="2176">
                  <c:v>42968</c:v>
                </c:pt>
                <c:pt idx="2177">
                  <c:v>42965</c:v>
                </c:pt>
                <c:pt idx="2178">
                  <c:v>42964</c:v>
                </c:pt>
                <c:pt idx="2179">
                  <c:v>42963</c:v>
                </c:pt>
                <c:pt idx="2180">
                  <c:v>42961</c:v>
                </c:pt>
                <c:pt idx="2181">
                  <c:v>42958</c:v>
                </c:pt>
                <c:pt idx="2182">
                  <c:v>42957</c:v>
                </c:pt>
                <c:pt idx="2183">
                  <c:v>42956</c:v>
                </c:pt>
                <c:pt idx="2184">
                  <c:v>42955</c:v>
                </c:pt>
                <c:pt idx="2185">
                  <c:v>42954</c:v>
                </c:pt>
                <c:pt idx="2186">
                  <c:v>42951</c:v>
                </c:pt>
                <c:pt idx="2187">
                  <c:v>42950</c:v>
                </c:pt>
                <c:pt idx="2188">
                  <c:v>42949</c:v>
                </c:pt>
                <c:pt idx="2189">
                  <c:v>42948</c:v>
                </c:pt>
                <c:pt idx="2190">
                  <c:v>42947</c:v>
                </c:pt>
                <c:pt idx="2191">
                  <c:v>42944</c:v>
                </c:pt>
                <c:pt idx="2192">
                  <c:v>42943</c:v>
                </c:pt>
                <c:pt idx="2193">
                  <c:v>42942</c:v>
                </c:pt>
                <c:pt idx="2194">
                  <c:v>42941</c:v>
                </c:pt>
                <c:pt idx="2195">
                  <c:v>42940</c:v>
                </c:pt>
                <c:pt idx="2196">
                  <c:v>42937</c:v>
                </c:pt>
                <c:pt idx="2197">
                  <c:v>42936</c:v>
                </c:pt>
                <c:pt idx="2198">
                  <c:v>42935</c:v>
                </c:pt>
                <c:pt idx="2199">
                  <c:v>42934</c:v>
                </c:pt>
                <c:pt idx="2200">
                  <c:v>42933</c:v>
                </c:pt>
                <c:pt idx="2201">
                  <c:v>42930</c:v>
                </c:pt>
                <c:pt idx="2202">
                  <c:v>42929</c:v>
                </c:pt>
                <c:pt idx="2203">
                  <c:v>42928</c:v>
                </c:pt>
                <c:pt idx="2204">
                  <c:v>42927</c:v>
                </c:pt>
                <c:pt idx="2205">
                  <c:v>42926</c:v>
                </c:pt>
                <c:pt idx="2206">
                  <c:v>42923</c:v>
                </c:pt>
                <c:pt idx="2207">
                  <c:v>42922</c:v>
                </c:pt>
                <c:pt idx="2208">
                  <c:v>42921</c:v>
                </c:pt>
                <c:pt idx="2209">
                  <c:v>42920</c:v>
                </c:pt>
                <c:pt idx="2210">
                  <c:v>42919</c:v>
                </c:pt>
                <c:pt idx="2211">
                  <c:v>42916</c:v>
                </c:pt>
                <c:pt idx="2212">
                  <c:v>42915</c:v>
                </c:pt>
                <c:pt idx="2213">
                  <c:v>42914</c:v>
                </c:pt>
                <c:pt idx="2214">
                  <c:v>42913</c:v>
                </c:pt>
                <c:pt idx="2215">
                  <c:v>42912</c:v>
                </c:pt>
                <c:pt idx="2216">
                  <c:v>42909</c:v>
                </c:pt>
                <c:pt idx="2217">
                  <c:v>42908</c:v>
                </c:pt>
                <c:pt idx="2218">
                  <c:v>42907</c:v>
                </c:pt>
                <c:pt idx="2219">
                  <c:v>42906</c:v>
                </c:pt>
                <c:pt idx="2220">
                  <c:v>42905</c:v>
                </c:pt>
                <c:pt idx="2221">
                  <c:v>42902</c:v>
                </c:pt>
                <c:pt idx="2222">
                  <c:v>42901</c:v>
                </c:pt>
                <c:pt idx="2223">
                  <c:v>42900</c:v>
                </c:pt>
                <c:pt idx="2224">
                  <c:v>42899</c:v>
                </c:pt>
                <c:pt idx="2225">
                  <c:v>42898</c:v>
                </c:pt>
                <c:pt idx="2226">
                  <c:v>42895</c:v>
                </c:pt>
                <c:pt idx="2227">
                  <c:v>42894</c:v>
                </c:pt>
                <c:pt idx="2228">
                  <c:v>42893</c:v>
                </c:pt>
                <c:pt idx="2229">
                  <c:v>42891</c:v>
                </c:pt>
                <c:pt idx="2230">
                  <c:v>42888</c:v>
                </c:pt>
                <c:pt idx="2231">
                  <c:v>42887</c:v>
                </c:pt>
                <c:pt idx="2232">
                  <c:v>42886</c:v>
                </c:pt>
                <c:pt idx="2233">
                  <c:v>42885</c:v>
                </c:pt>
                <c:pt idx="2234">
                  <c:v>42884</c:v>
                </c:pt>
                <c:pt idx="2235">
                  <c:v>42881</c:v>
                </c:pt>
                <c:pt idx="2236">
                  <c:v>42880</c:v>
                </c:pt>
                <c:pt idx="2237">
                  <c:v>42879</c:v>
                </c:pt>
                <c:pt idx="2238">
                  <c:v>42878</c:v>
                </c:pt>
                <c:pt idx="2239">
                  <c:v>42877</c:v>
                </c:pt>
                <c:pt idx="2240">
                  <c:v>42874</c:v>
                </c:pt>
                <c:pt idx="2241">
                  <c:v>42873</c:v>
                </c:pt>
                <c:pt idx="2242">
                  <c:v>42872</c:v>
                </c:pt>
                <c:pt idx="2243">
                  <c:v>42871</c:v>
                </c:pt>
                <c:pt idx="2244">
                  <c:v>42870</c:v>
                </c:pt>
                <c:pt idx="2245">
                  <c:v>42867</c:v>
                </c:pt>
                <c:pt idx="2246">
                  <c:v>42866</c:v>
                </c:pt>
                <c:pt idx="2247">
                  <c:v>42865</c:v>
                </c:pt>
                <c:pt idx="2248">
                  <c:v>42863</c:v>
                </c:pt>
                <c:pt idx="2249">
                  <c:v>42859</c:v>
                </c:pt>
                <c:pt idx="2250">
                  <c:v>42857</c:v>
                </c:pt>
                <c:pt idx="2251">
                  <c:v>42853</c:v>
                </c:pt>
                <c:pt idx="2252">
                  <c:v>42852</c:v>
                </c:pt>
                <c:pt idx="2253">
                  <c:v>42851</c:v>
                </c:pt>
                <c:pt idx="2254">
                  <c:v>42850</c:v>
                </c:pt>
                <c:pt idx="2255">
                  <c:v>42849</c:v>
                </c:pt>
                <c:pt idx="2256">
                  <c:v>42846</c:v>
                </c:pt>
                <c:pt idx="2257">
                  <c:v>42845</c:v>
                </c:pt>
                <c:pt idx="2258">
                  <c:v>42844</c:v>
                </c:pt>
                <c:pt idx="2259">
                  <c:v>42843</c:v>
                </c:pt>
                <c:pt idx="2260">
                  <c:v>42842</c:v>
                </c:pt>
                <c:pt idx="2261">
                  <c:v>42839</c:v>
                </c:pt>
                <c:pt idx="2262">
                  <c:v>42838</c:v>
                </c:pt>
                <c:pt idx="2263">
                  <c:v>42837</c:v>
                </c:pt>
                <c:pt idx="2264">
                  <c:v>42836</c:v>
                </c:pt>
                <c:pt idx="2265">
                  <c:v>42835</c:v>
                </c:pt>
                <c:pt idx="2266">
                  <c:v>42832</c:v>
                </c:pt>
                <c:pt idx="2267">
                  <c:v>42831</c:v>
                </c:pt>
                <c:pt idx="2268">
                  <c:v>42830</c:v>
                </c:pt>
                <c:pt idx="2269">
                  <c:v>42829</c:v>
                </c:pt>
                <c:pt idx="2270">
                  <c:v>42828</c:v>
                </c:pt>
                <c:pt idx="2271">
                  <c:v>42825</c:v>
                </c:pt>
                <c:pt idx="2272">
                  <c:v>42824</c:v>
                </c:pt>
                <c:pt idx="2273">
                  <c:v>42823</c:v>
                </c:pt>
                <c:pt idx="2274">
                  <c:v>42822</c:v>
                </c:pt>
                <c:pt idx="2275">
                  <c:v>42821</c:v>
                </c:pt>
                <c:pt idx="2276">
                  <c:v>42818</c:v>
                </c:pt>
                <c:pt idx="2277">
                  <c:v>42817</c:v>
                </c:pt>
                <c:pt idx="2278">
                  <c:v>42816</c:v>
                </c:pt>
                <c:pt idx="2279">
                  <c:v>42815</c:v>
                </c:pt>
                <c:pt idx="2280">
                  <c:v>42814</c:v>
                </c:pt>
                <c:pt idx="2281">
                  <c:v>42811</c:v>
                </c:pt>
                <c:pt idx="2282">
                  <c:v>42810</c:v>
                </c:pt>
                <c:pt idx="2283">
                  <c:v>42809</c:v>
                </c:pt>
                <c:pt idx="2284">
                  <c:v>42808</c:v>
                </c:pt>
                <c:pt idx="2285">
                  <c:v>42807</c:v>
                </c:pt>
                <c:pt idx="2286">
                  <c:v>42804</c:v>
                </c:pt>
                <c:pt idx="2287">
                  <c:v>42803</c:v>
                </c:pt>
                <c:pt idx="2288">
                  <c:v>42802</c:v>
                </c:pt>
                <c:pt idx="2289">
                  <c:v>42801</c:v>
                </c:pt>
                <c:pt idx="2290">
                  <c:v>42800</c:v>
                </c:pt>
                <c:pt idx="2291">
                  <c:v>42797</c:v>
                </c:pt>
                <c:pt idx="2292">
                  <c:v>42796</c:v>
                </c:pt>
                <c:pt idx="2293">
                  <c:v>42794</c:v>
                </c:pt>
                <c:pt idx="2294">
                  <c:v>42793</c:v>
                </c:pt>
                <c:pt idx="2295">
                  <c:v>42790</c:v>
                </c:pt>
                <c:pt idx="2296">
                  <c:v>42789</c:v>
                </c:pt>
                <c:pt idx="2297">
                  <c:v>42788</c:v>
                </c:pt>
                <c:pt idx="2298">
                  <c:v>42787</c:v>
                </c:pt>
                <c:pt idx="2299">
                  <c:v>42786</c:v>
                </c:pt>
                <c:pt idx="2300">
                  <c:v>42783</c:v>
                </c:pt>
                <c:pt idx="2301">
                  <c:v>42782</c:v>
                </c:pt>
                <c:pt idx="2302">
                  <c:v>42781</c:v>
                </c:pt>
                <c:pt idx="2303">
                  <c:v>42780</c:v>
                </c:pt>
                <c:pt idx="2304">
                  <c:v>42779</c:v>
                </c:pt>
                <c:pt idx="2305">
                  <c:v>42776</c:v>
                </c:pt>
                <c:pt idx="2306">
                  <c:v>42775</c:v>
                </c:pt>
                <c:pt idx="2307">
                  <c:v>42774</c:v>
                </c:pt>
                <c:pt idx="2308">
                  <c:v>42773</c:v>
                </c:pt>
                <c:pt idx="2309">
                  <c:v>42772</c:v>
                </c:pt>
                <c:pt idx="2310">
                  <c:v>42769</c:v>
                </c:pt>
                <c:pt idx="2311">
                  <c:v>42768</c:v>
                </c:pt>
                <c:pt idx="2312">
                  <c:v>42767</c:v>
                </c:pt>
                <c:pt idx="2313">
                  <c:v>42766</c:v>
                </c:pt>
                <c:pt idx="2314">
                  <c:v>42761</c:v>
                </c:pt>
                <c:pt idx="2315">
                  <c:v>42760</c:v>
                </c:pt>
                <c:pt idx="2316">
                  <c:v>42759</c:v>
                </c:pt>
                <c:pt idx="2317">
                  <c:v>42758</c:v>
                </c:pt>
                <c:pt idx="2318">
                  <c:v>42755</c:v>
                </c:pt>
                <c:pt idx="2319">
                  <c:v>42754</c:v>
                </c:pt>
                <c:pt idx="2320">
                  <c:v>42753</c:v>
                </c:pt>
                <c:pt idx="2321">
                  <c:v>42752</c:v>
                </c:pt>
                <c:pt idx="2322">
                  <c:v>42751</c:v>
                </c:pt>
                <c:pt idx="2323">
                  <c:v>42748</c:v>
                </c:pt>
                <c:pt idx="2324">
                  <c:v>42747</c:v>
                </c:pt>
                <c:pt idx="2325">
                  <c:v>42746</c:v>
                </c:pt>
                <c:pt idx="2326">
                  <c:v>42745</c:v>
                </c:pt>
                <c:pt idx="2327">
                  <c:v>42744</c:v>
                </c:pt>
                <c:pt idx="2328">
                  <c:v>42741</c:v>
                </c:pt>
                <c:pt idx="2329">
                  <c:v>42740</c:v>
                </c:pt>
                <c:pt idx="2330">
                  <c:v>42739</c:v>
                </c:pt>
                <c:pt idx="2331">
                  <c:v>42738</c:v>
                </c:pt>
                <c:pt idx="2332">
                  <c:v>42737</c:v>
                </c:pt>
                <c:pt idx="2333">
                  <c:v>42734</c:v>
                </c:pt>
                <c:pt idx="2334">
                  <c:v>42733</c:v>
                </c:pt>
                <c:pt idx="2335">
                  <c:v>42732</c:v>
                </c:pt>
                <c:pt idx="2336">
                  <c:v>42731</c:v>
                </c:pt>
                <c:pt idx="2337">
                  <c:v>42730</c:v>
                </c:pt>
                <c:pt idx="2338">
                  <c:v>42727</c:v>
                </c:pt>
                <c:pt idx="2339">
                  <c:v>42726</c:v>
                </c:pt>
                <c:pt idx="2340">
                  <c:v>42725</c:v>
                </c:pt>
                <c:pt idx="2341">
                  <c:v>42724</c:v>
                </c:pt>
                <c:pt idx="2342">
                  <c:v>42723</c:v>
                </c:pt>
                <c:pt idx="2343">
                  <c:v>42720</c:v>
                </c:pt>
                <c:pt idx="2344">
                  <c:v>42719</c:v>
                </c:pt>
                <c:pt idx="2345">
                  <c:v>42718</c:v>
                </c:pt>
                <c:pt idx="2346">
                  <c:v>42717</c:v>
                </c:pt>
                <c:pt idx="2347">
                  <c:v>42716</c:v>
                </c:pt>
                <c:pt idx="2348">
                  <c:v>42713</c:v>
                </c:pt>
                <c:pt idx="2349">
                  <c:v>42712</c:v>
                </c:pt>
                <c:pt idx="2350">
                  <c:v>42711</c:v>
                </c:pt>
                <c:pt idx="2351">
                  <c:v>42710</c:v>
                </c:pt>
                <c:pt idx="2352">
                  <c:v>42709</c:v>
                </c:pt>
                <c:pt idx="2353">
                  <c:v>42706</c:v>
                </c:pt>
                <c:pt idx="2354">
                  <c:v>42705</c:v>
                </c:pt>
                <c:pt idx="2355">
                  <c:v>42704</c:v>
                </c:pt>
                <c:pt idx="2356">
                  <c:v>42703</c:v>
                </c:pt>
                <c:pt idx="2357">
                  <c:v>42702</c:v>
                </c:pt>
                <c:pt idx="2358">
                  <c:v>42699</c:v>
                </c:pt>
                <c:pt idx="2359">
                  <c:v>42698</c:v>
                </c:pt>
                <c:pt idx="2360">
                  <c:v>42697</c:v>
                </c:pt>
                <c:pt idx="2361">
                  <c:v>42696</c:v>
                </c:pt>
                <c:pt idx="2362">
                  <c:v>42695</c:v>
                </c:pt>
                <c:pt idx="2363">
                  <c:v>42692</c:v>
                </c:pt>
                <c:pt idx="2364">
                  <c:v>42691</c:v>
                </c:pt>
                <c:pt idx="2365">
                  <c:v>42690</c:v>
                </c:pt>
                <c:pt idx="2366">
                  <c:v>42689</c:v>
                </c:pt>
                <c:pt idx="2367">
                  <c:v>42688</c:v>
                </c:pt>
                <c:pt idx="2368">
                  <c:v>42685</c:v>
                </c:pt>
                <c:pt idx="2369">
                  <c:v>42684</c:v>
                </c:pt>
                <c:pt idx="2370">
                  <c:v>42683</c:v>
                </c:pt>
                <c:pt idx="2371">
                  <c:v>42682</c:v>
                </c:pt>
                <c:pt idx="2372">
                  <c:v>42681</c:v>
                </c:pt>
                <c:pt idx="2373">
                  <c:v>42678</c:v>
                </c:pt>
                <c:pt idx="2374">
                  <c:v>42677</c:v>
                </c:pt>
                <c:pt idx="2375">
                  <c:v>42676</c:v>
                </c:pt>
                <c:pt idx="2376">
                  <c:v>42675</c:v>
                </c:pt>
                <c:pt idx="2377">
                  <c:v>42674</c:v>
                </c:pt>
                <c:pt idx="2378">
                  <c:v>42671</c:v>
                </c:pt>
                <c:pt idx="2379">
                  <c:v>42670</c:v>
                </c:pt>
                <c:pt idx="2380">
                  <c:v>42669</c:v>
                </c:pt>
                <c:pt idx="2381">
                  <c:v>42668</c:v>
                </c:pt>
                <c:pt idx="2382">
                  <c:v>42667</c:v>
                </c:pt>
                <c:pt idx="2383">
                  <c:v>42664</c:v>
                </c:pt>
                <c:pt idx="2384">
                  <c:v>42663</c:v>
                </c:pt>
                <c:pt idx="2385">
                  <c:v>42662</c:v>
                </c:pt>
                <c:pt idx="2386">
                  <c:v>42661</c:v>
                </c:pt>
                <c:pt idx="2387">
                  <c:v>42660</c:v>
                </c:pt>
                <c:pt idx="2388">
                  <c:v>42657</c:v>
                </c:pt>
                <c:pt idx="2389">
                  <c:v>42656</c:v>
                </c:pt>
                <c:pt idx="2390">
                  <c:v>42655</c:v>
                </c:pt>
                <c:pt idx="2391">
                  <c:v>42654</c:v>
                </c:pt>
                <c:pt idx="2392">
                  <c:v>42653</c:v>
                </c:pt>
                <c:pt idx="2393">
                  <c:v>42650</c:v>
                </c:pt>
                <c:pt idx="2394">
                  <c:v>42649</c:v>
                </c:pt>
                <c:pt idx="2395">
                  <c:v>42648</c:v>
                </c:pt>
                <c:pt idx="2396">
                  <c:v>42647</c:v>
                </c:pt>
                <c:pt idx="2397">
                  <c:v>42643</c:v>
                </c:pt>
                <c:pt idx="2398">
                  <c:v>42642</c:v>
                </c:pt>
                <c:pt idx="2399">
                  <c:v>42641</c:v>
                </c:pt>
                <c:pt idx="2400">
                  <c:v>42640</c:v>
                </c:pt>
                <c:pt idx="2401">
                  <c:v>42639</c:v>
                </c:pt>
                <c:pt idx="2402">
                  <c:v>42636</c:v>
                </c:pt>
                <c:pt idx="2403">
                  <c:v>42635</c:v>
                </c:pt>
                <c:pt idx="2404">
                  <c:v>42634</c:v>
                </c:pt>
                <c:pt idx="2405">
                  <c:v>42633</c:v>
                </c:pt>
                <c:pt idx="2406">
                  <c:v>42632</c:v>
                </c:pt>
                <c:pt idx="2407">
                  <c:v>42626</c:v>
                </c:pt>
                <c:pt idx="2408">
                  <c:v>42625</c:v>
                </c:pt>
                <c:pt idx="2409">
                  <c:v>42622</c:v>
                </c:pt>
                <c:pt idx="2410">
                  <c:v>42621</c:v>
                </c:pt>
                <c:pt idx="2411">
                  <c:v>42620</c:v>
                </c:pt>
                <c:pt idx="2412">
                  <c:v>42619</c:v>
                </c:pt>
                <c:pt idx="2413">
                  <c:v>42618</c:v>
                </c:pt>
                <c:pt idx="2414">
                  <c:v>42615</c:v>
                </c:pt>
                <c:pt idx="2415">
                  <c:v>42614</c:v>
                </c:pt>
                <c:pt idx="2416">
                  <c:v>42613</c:v>
                </c:pt>
                <c:pt idx="2417">
                  <c:v>42612</c:v>
                </c:pt>
                <c:pt idx="2418">
                  <c:v>42611</c:v>
                </c:pt>
                <c:pt idx="2419">
                  <c:v>42608</c:v>
                </c:pt>
                <c:pt idx="2420">
                  <c:v>42607</c:v>
                </c:pt>
                <c:pt idx="2421">
                  <c:v>42606</c:v>
                </c:pt>
                <c:pt idx="2422">
                  <c:v>42605</c:v>
                </c:pt>
                <c:pt idx="2423">
                  <c:v>42604</c:v>
                </c:pt>
                <c:pt idx="2424">
                  <c:v>42601</c:v>
                </c:pt>
                <c:pt idx="2425">
                  <c:v>42600</c:v>
                </c:pt>
                <c:pt idx="2426">
                  <c:v>42599</c:v>
                </c:pt>
                <c:pt idx="2427">
                  <c:v>42598</c:v>
                </c:pt>
                <c:pt idx="2428">
                  <c:v>42594</c:v>
                </c:pt>
                <c:pt idx="2429">
                  <c:v>42593</c:v>
                </c:pt>
                <c:pt idx="2430">
                  <c:v>42592</c:v>
                </c:pt>
                <c:pt idx="2431">
                  <c:v>42591</c:v>
                </c:pt>
                <c:pt idx="2432">
                  <c:v>42590</c:v>
                </c:pt>
                <c:pt idx="2433">
                  <c:v>42587</c:v>
                </c:pt>
                <c:pt idx="2434">
                  <c:v>42586</c:v>
                </c:pt>
                <c:pt idx="2435">
                  <c:v>42585</c:v>
                </c:pt>
                <c:pt idx="2436">
                  <c:v>42584</c:v>
                </c:pt>
                <c:pt idx="2437">
                  <c:v>42583</c:v>
                </c:pt>
                <c:pt idx="2438">
                  <c:v>42580</c:v>
                </c:pt>
                <c:pt idx="2439">
                  <c:v>42579</c:v>
                </c:pt>
                <c:pt idx="2440">
                  <c:v>42578</c:v>
                </c:pt>
                <c:pt idx="2441">
                  <c:v>42577</c:v>
                </c:pt>
                <c:pt idx="2442">
                  <c:v>42576</c:v>
                </c:pt>
                <c:pt idx="2443">
                  <c:v>42573</c:v>
                </c:pt>
                <c:pt idx="2444">
                  <c:v>42572</c:v>
                </c:pt>
                <c:pt idx="2445">
                  <c:v>42571</c:v>
                </c:pt>
                <c:pt idx="2446">
                  <c:v>42570</c:v>
                </c:pt>
                <c:pt idx="2447">
                  <c:v>42569</c:v>
                </c:pt>
                <c:pt idx="2448">
                  <c:v>42566</c:v>
                </c:pt>
                <c:pt idx="2449">
                  <c:v>42565</c:v>
                </c:pt>
                <c:pt idx="2450">
                  <c:v>42564</c:v>
                </c:pt>
                <c:pt idx="2451">
                  <c:v>42563</c:v>
                </c:pt>
                <c:pt idx="2452">
                  <c:v>42562</c:v>
                </c:pt>
                <c:pt idx="2453">
                  <c:v>42559</c:v>
                </c:pt>
                <c:pt idx="2454">
                  <c:v>42558</c:v>
                </c:pt>
                <c:pt idx="2455">
                  <c:v>42557</c:v>
                </c:pt>
                <c:pt idx="2456">
                  <c:v>42556</c:v>
                </c:pt>
                <c:pt idx="2457">
                  <c:v>42555</c:v>
                </c:pt>
                <c:pt idx="2458">
                  <c:v>42552</c:v>
                </c:pt>
                <c:pt idx="2459">
                  <c:v>42551</c:v>
                </c:pt>
                <c:pt idx="2460">
                  <c:v>42550</c:v>
                </c:pt>
                <c:pt idx="2461">
                  <c:v>42549</c:v>
                </c:pt>
                <c:pt idx="2462">
                  <c:v>42548</c:v>
                </c:pt>
                <c:pt idx="2463">
                  <c:v>42545</c:v>
                </c:pt>
                <c:pt idx="2464">
                  <c:v>42544</c:v>
                </c:pt>
                <c:pt idx="2465">
                  <c:v>42543</c:v>
                </c:pt>
                <c:pt idx="2466">
                  <c:v>42542</c:v>
                </c:pt>
                <c:pt idx="2467">
                  <c:v>42541</c:v>
                </c:pt>
                <c:pt idx="2468">
                  <c:v>42538</c:v>
                </c:pt>
                <c:pt idx="2469">
                  <c:v>42537</c:v>
                </c:pt>
                <c:pt idx="2470">
                  <c:v>42536</c:v>
                </c:pt>
                <c:pt idx="2471">
                  <c:v>42535</c:v>
                </c:pt>
                <c:pt idx="2472">
                  <c:v>42534</c:v>
                </c:pt>
                <c:pt idx="2473">
                  <c:v>42531</c:v>
                </c:pt>
                <c:pt idx="2474">
                  <c:v>42530</c:v>
                </c:pt>
                <c:pt idx="2475">
                  <c:v>42529</c:v>
                </c:pt>
                <c:pt idx="2476">
                  <c:v>42528</c:v>
                </c:pt>
                <c:pt idx="2477">
                  <c:v>42524</c:v>
                </c:pt>
                <c:pt idx="2478">
                  <c:v>42523</c:v>
                </c:pt>
                <c:pt idx="2479">
                  <c:v>42522</c:v>
                </c:pt>
                <c:pt idx="2480">
                  <c:v>42521</c:v>
                </c:pt>
                <c:pt idx="2481">
                  <c:v>42520</c:v>
                </c:pt>
                <c:pt idx="2482">
                  <c:v>42517</c:v>
                </c:pt>
                <c:pt idx="2483">
                  <c:v>42516</c:v>
                </c:pt>
                <c:pt idx="2484">
                  <c:v>42515</c:v>
                </c:pt>
                <c:pt idx="2485">
                  <c:v>42514</c:v>
                </c:pt>
                <c:pt idx="2486">
                  <c:v>42513</c:v>
                </c:pt>
                <c:pt idx="2487">
                  <c:v>42510</c:v>
                </c:pt>
                <c:pt idx="2488">
                  <c:v>42509</c:v>
                </c:pt>
                <c:pt idx="2489">
                  <c:v>42508</c:v>
                </c:pt>
                <c:pt idx="2490">
                  <c:v>42507</c:v>
                </c:pt>
                <c:pt idx="2491">
                  <c:v>42506</c:v>
                </c:pt>
                <c:pt idx="2492">
                  <c:v>42503</c:v>
                </c:pt>
                <c:pt idx="2493">
                  <c:v>42502</c:v>
                </c:pt>
                <c:pt idx="2494">
                  <c:v>42501</c:v>
                </c:pt>
                <c:pt idx="2495">
                  <c:v>42500</c:v>
                </c:pt>
                <c:pt idx="2496">
                  <c:v>42499</c:v>
                </c:pt>
                <c:pt idx="2497">
                  <c:v>42494</c:v>
                </c:pt>
                <c:pt idx="2498">
                  <c:v>42493</c:v>
                </c:pt>
                <c:pt idx="2499">
                  <c:v>42492</c:v>
                </c:pt>
                <c:pt idx="2500">
                  <c:v>42489</c:v>
                </c:pt>
                <c:pt idx="2501">
                  <c:v>42488</c:v>
                </c:pt>
                <c:pt idx="2502">
                  <c:v>42487</c:v>
                </c:pt>
                <c:pt idx="2503">
                  <c:v>42486</c:v>
                </c:pt>
                <c:pt idx="2504">
                  <c:v>42485</c:v>
                </c:pt>
                <c:pt idx="2505">
                  <c:v>42482</c:v>
                </c:pt>
                <c:pt idx="2506">
                  <c:v>42481</c:v>
                </c:pt>
                <c:pt idx="2507">
                  <c:v>42480</c:v>
                </c:pt>
                <c:pt idx="2508">
                  <c:v>42479</c:v>
                </c:pt>
                <c:pt idx="2509">
                  <c:v>42478</c:v>
                </c:pt>
                <c:pt idx="2510">
                  <c:v>42475</c:v>
                </c:pt>
                <c:pt idx="2511">
                  <c:v>42474</c:v>
                </c:pt>
                <c:pt idx="2512">
                  <c:v>42472</c:v>
                </c:pt>
                <c:pt idx="2513">
                  <c:v>42471</c:v>
                </c:pt>
                <c:pt idx="2514">
                  <c:v>42468</c:v>
                </c:pt>
                <c:pt idx="2515">
                  <c:v>42467</c:v>
                </c:pt>
                <c:pt idx="2516">
                  <c:v>42466</c:v>
                </c:pt>
                <c:pt idx="2517">
                  <c:v>42465</c:v>
                </c:pt>
                <c:pt idx="2518">
                  <c:v>42464</c:v>
                </c:pt>
                <c:pt idx="2519">
                  <c:v>42461</c:v>
                </c:pt>
                <c:pt idx="2520">
                  <c:v>42460</c:v>
                </c:pt>
                <c:pt idx="2521">
                  <c:v>42459</c:v>
                </c:pt>
                <c:pt idx="2522">
                  <c:v>42458</c:v>
                </c:pt>
                <c:pt idx="2523">
                  <c:v>42457</c:v>
                </c:pt>
                <c:pt idx="2524">
                  <c:v>42454</c:v>
                </c:pt>
                <c:pt idx="2525">
                  <c:v>42453</c:v>
                </c:pt>
                <c:pt idx="2526">
                  <c:v>42452</c:v>
                </c:pt>
                <c:pt idx="2527">
                  <c:v>42451</c:v>
                </c:pt>
                <c:pt idx="2528">
                  <c:v>42450</c:v>
                </c:pt>
                <c:pt idx="2529">
                  <c:v>42447</c:v>
                </c:pt>
                <c:pt idx="2530">
                  <c:v>42446</c:v>
                </c:pt>
                <c:pt idx="2531">
                  <c:v>42445</c:v>
                </c:pt>
                <c:pt idx="2532">
                  <c:v>42444</c:v>
                </c:pt>
                <c:pt idx="2533">
                  <c:v>42443</c:v>
                </c:pt>
                <c:pt idx="2534">
                  <c:v>42440</c:v>
                </c:pt>
                <c:pt idx="2535">
                  <c:v>42439</c:v>
                </c:pt>
                <c:pt idx="2536">
                  <c:v>42438</c:v>
                </c:pt>
                <c:pt idx="2537">
                  <c:v>42437</c:v>
                </c:pt>
                <c:pt idx="2538">
                  <c:v>42436</c:v>
                </c:pt>
                <c:pt idx="2539">
                  <c:v>42433</c:v>
                </c:pt>
                <c:pt idx="2540">
                  <c:v>42432</c:v>
                </c:pt>
                <c:pt idx="2541">
                  <c:v>42431</c:v>
                </c:pt>
                <c:pt idx="2542">
                  <c:v>42429</c:v>
                </c:pt>
                <c:pt idx="2543">
                  <c:v>42426</c:v>
                </c:pt>
                <c:pt idx="2544">
                  <c:v>42425</c:v>
                </c:pt>
                <c:pt idx="2545">
                  <c:v>42424</c:v>
                </c:pt>
                <c:pt idx="2546">
                  <c:v>42423</c:v>
                </c:pt>
                <c:pt idx="2547">
                  <c:v>42422</c:v>
                </c:pt>
                <c:pt idx="2548">
                  <c:v>42419</c:v>
                </c:pt>
                <c:pt idx="2549">
                  <c:v>42418</c:v>
                </c:pt>
                <c:pt idx="2550">
                  <c:v>42417</c:v>
                </c:pt>
                <c:pt idx="2551">
                  <c:v>42416</c:v>
                </c:pt>
                <c:pt idx="2552">
                  <c:v>42415</c:v>
                </c:pt>
                <c:pt idx="2553">
                  <c:v>42412</c:v>
                </c:pt>
                <c:pt idx="2554">
                  <c:v>42411</c:v>
                </c:pt>
                <c:pt idx="2555">
                  <c:v>42405</c:v>
                </c:pt>
                <c:pt idx="2556">
                  <c:v>42404</c:v>
                </c:pt>
                <c:pt idx="2557">
                  <c:v>42403</c:v>
                </c:pt>
                <c:pt idx="2558">
                  <c:v>42402</c:v>
                </c:pt>
                <c:pt idx="2559">
                  <c:v>42401</c:v>
                </c:pt>
                <c:pt idx="2560">
                  <c:v>42398</c:v>
                </c:pt>
                <c:pt idx="2561">
                  <c:v>42397</c:v>
                </c:pt>
                <c:pt idx="2562">
                  <c:v>42396</c:v>
                </c:pt>
                <c:pt idx="2563">
                  <c:v>42395</c:v>
                </c:pt>
                <c:pt idx="2564">
                  <c:v>42394</c:v>
                </c:pt>
                <c:pt idx="2565">
                  <c:v>42391</c:v>
                </c:pt>
                <c:pt idx="2566">
                  <c:v>42390</c:v>
                </c:pt>
                <c:pt idx="2567">
                  <c:v>42389</c:v>
                </c:pt>
                <c:pt idx="2568">
                  <c:v>42388</c:v>
                </c:pt>
                <c:pt idx="2569">
                  <c:v>42387</c:v>
                </c:pt>
                <c:pt idx="2570">
                  <c:v>42384</c:v>
                </c:pt>
                <c:pt idx="2571">
                  <c:v>42383</c:v>
                </c:pt>
                <c:pt idx="2572">
                  <c:v>42382</c:v>
                </c:pt>
                <c:pt idx="2573">
                  <c:v>42381</c:v>
                </c:pt>
                <c:pt idx="2574">
                  <c:v>42380</c:v>
                </c:pt>
                <c:pt idx="2575">
                  <c:v>42377</c:v>
                </c:pt>
                <c:pt idx="2576">
                  <c:v>42376</c:v>
                </c:pt>
                <c:pt idx="2577">
                  <c:v>42375</c:v>
                </c:pt>
                <c:pt idx="2578">
                  <c:v>42374</c:v>
                </c:pt>
                <c:pt idx="2579">
                  <c:v>42373</c:v>
                </c:pt>
                <c:pt idx="2580">
                  <c:v>42369</c:v>
                </c:pt>
                <c:pt idx="2581">
                  <c:v>42368</c:v>
                </c:pt>
                <c:pt idx="2582">
                  <c:v>42367</c:v>
                </c:pt>
                <c:pt idx="2583">
                  <c:v>42366</c:v>
                </c:pt>
                <c:pt idx="2584">
                  <c:v>42362</c:v>
                </c:pt>
                <c:pt idx="2585">
                  <c:v>42361</c:v>
                </c:pt>
                <c:pt idx="2586">
                  <c:v>42360</c:v>
                </c:pt>
                <c:pt idx="2587">
                  <c:v>42359</c:v>
                </c:pt>
                <c:pt idx="2588">
                  <c:v>42356</c:v>
                </c:pt>
                <c:pt idx="2589">
                  <c:v>42355</c:v>
                </c:pt>
                <c:pt idx="2590">
                  <c:v>42354</c:v>
                </c:pt>
                <c:pt idx="2591">
                  <c:v>42353</c:v>
                </c:pt>
                <c:pt idx="2592">
                  <c:v>42352</c:v>
                </c:pt>
                <c:pt idx="2593">
                  <c:v>42349</c:v>
                </c:pt>
                <c:pt idx="2594">
                  <c:v>42348</c:v>
                </c:pt>
                <c:pt idx="2595">
                  <c:v>42347</c:v>
                </c:pt>
                <c:pt idx="2596">
                  <c:v>42346</c:v>
                </c:pt>
                <c:pt idx="2597">
                  <c:v>42345</c:v>
                </c:pt>
                <c:pt idx="2598">
                  <c:v>42342</c:v>
                </c:pt>
                <c:pt idx="2599">
                  <c:v>42341</c:v>
                </c:pt>
                <c:pt idx="2600">
                  <c:v>42340</c:v>
                </c:pt>
                <c:pt idx="2601">
                  <c:v>42339</c:v>
                </c:pt>
                <c:pt idx="2602">
                  <c:v>42338</c:v>
                </c:pt>
                <c:pt idx="2603">
                  <c:v>42335</c:v>
                </c:pt>
                <c:pt idx="2604">
                  <c:v>42334</c:v>
                </c:pt>
                <c:pt idx="2605">
                  <c:v>42333</c:v>
                </c:pt>
                <c:pt idx="2606">
                  <c:v>42332</c:v>
                </c:pt>
                <c:pt idx="2607">
                  <c:v>42331</c:v>
                </c:pt>
                <c:pt idx="2608">
                  <c:v>42328</c:v>
                </c:pt>
                <c:pt idx="2609">
                  <c:v>42327</c:v>
                </c:pt>
                <c:pt idx="2610">
                  <c:v>42326</c:v>
                </c:pt>
                <c:pt idx="2611">
                  <c:v>42325</c:v>
                </c:pt>
                <c:pt idx="2612">
                  <c:v>42324</c:v>
                </c:pt>
                <c:pt idx="2613">
                  <c:v>42321</c:v>
                </c:pt>
                <c:pt idx="2614">
                  <c:v>42320</c:v>
                </c:pt>
                <c:pt idx="2615">
                  <c:v>42319</c:v>
                </c:pt>
                <c:pt idx="2616">
                  <c:v>42318</c:v>
                </c:pt>
                <c:pt idx="2617">
                  <c:v>42317</c:v>
                </c:pt>
                <c:pt idx="2618">
                  <c:v>42314</c:v>
                </c:pt>
                <c:pt idx="2619">
                  <c:v>42313</c:v>
                </c:pt>
                <c:pt idx="2620">
                  <c:v>42312</c:v>
                </c:pt>
                <c:pt idx="2621">
                  <c:v>42311</c:v>
                </c:pt>
                <c:pt idx="2622">
                  <c:v>42310</c:v>
                </c:pt>
                <c:pt idx="2623">
                  <c:v>42307</c:v>
                </c:pt>
                <c:pt idx="2624">
                  <c:v>42306</c:v>
                </c:pt>
                <c:pt idx="2625">
                  <c:v>42305</c:v>
                </c:pt>
                <c:pt idx="2626">
                  <c:v>42304</c:v>
                </c:pt>
                <c:pt idx="2627">
                  <c:v>42303</c:v>
                </c:pt>
                <c:pt idx="2628">
                  <c:v>42300</c:v>
                </c:pt>
                <c:pt idx="2629">
                  <c:v>42299</c:v>
                </c:pt>
                <c:pt idx="2630">
                  <c:v>42298</c:v>
                </c:pt>
                <c:pt idx="2631">
                  <c:v>42297</c:v>
                </c:pt>
                <c:pt idx="2632">
                  <c:v>42296</c:v>
                </c:pt>
                <c:pt idx="2633">
                  <c:v>42293</c:v>
                </c:pt>
                <c:pt idx="2634">
                  <c:v>42292</c:v>
                </c:pt>
                <c:pt idx="2635">
                  <c:v>42291</c:v>
                </c:pt>
                <c:pt idx="2636">
                  <c:v>42290</c:v>
                </c:pt>
                <c:pt idx="2637">
                  <c:v>42289</c:v>
                </c:pt>
                <c:pt idx="2638">
                  <c:v>42285</c:v>
                </c:pt>
                <c:pt idx="2639">
                  <c:v>42284</c:v>
                </c:pt>
                <c:pt idx="2640">
                  <c:v>42283</c:v>
                </c:pt>
                <c:pt idx="2641">
                  <c:v>42282</c:v>
                </c:pt>
                <c:pt idx="2642">
                  <c:v>42279</c:v>
                </c:pt>
                <c:pt idx="2643">
                  <c:v>42278</c:v>
                </c:pt>
                <c:pt idx="2644">
                  <c:v>42277</c:v>
                </c:pt>
                <c:pt idx="2645">
                  <c:v>42272</c:v>
                </c:pt>
                <c:pt idx="2646">
                  <c:v>42271</c:v>
                </c:pt>
                <c:pt idx="2647">
                  <c:v>42270</c:v>
                </c:pt>
                <c:pt idx="2648">
                  <c:v>42269</c:v>
                </c:pt>
                <c:pt idx="2649">
                  <c:v>42268</c:v>
                </c:pt>
                <c:pt idx="2650">
                  <c:v>42265</c:v>
                </c:pt>
                <c:pt idx="2651">
                  <c:v>42264</c:v>
                </c:pt>
                <c:pt idx="2652">
                  <c:v>42263</c:v>
                </c:pt>
                <c:pt idx="2653">
                  <c:v>42262</c:v>
                </c:pt>
                <c:pt idx="2654">
                  <c:v>42261</c:v>
                </c:pt>
                <c:pt idx="2655">
                  <c:v>42258</c:v>
                </c:pt>
                <c:pt idx="2656">
                  <c:v>42257</c:v>
                </c:pt>
                <c:pt idx="2657">
                  <c:v>42256</c:v>
                </c:pt>
                <c:pt idx="2658">
                  <c:v>42255</c:v>
                </c:pt>
                <c:pt idx="2659">
                  <c:v>42254</c:v>
                </c:pt>
                <c:pt idx="2660">
                  <c:v>42251</c:v>
                </c:pt>
                <c:pt idx="2661">
                  <c:v>42250</c:v>
                </c:pt>
                <c:pt idx="2662">
                  <c:v>42249</c:v>
                </c:pt>
                <c:pt idx="2663">
                  <c:v>42248</c:v>
                </c:pt>
                <c:pt idx="2664">
                  <c:v>42247</c:v>
                </c:pt>
                <c:pt idx="2665">
                  <c:v>42244</c:v>
                </c:pt>
                <c:pt idx="2666">
                  <c:v>42243</c:v>
                </c:pt>
                <c:pt idx="2667">
                  <c:v>42242</c:v>
                </c:pt>
                <c:pt idx="2668">
                  <c:v>42241</c:v>
                </c:pt>
                <c:pt idx="2669">
                  <c:v>42240</c:v>
                </c:pt>
                <c:pt idx="2670">
                  <c:v>42237</c:v>
                </c:pt>
                <c:pt idx="2671">
                  <c:v>42236</c:v>
                </c:pt>
                <c:pt idx="2672">
                  <c:v>42235</c:v>
                </c:pt>
                <c:pt idx="2673">
                  <c:v>42234</c:v>
                </c:pt>
                <c:pt idx="2674">
                  <c:v>42233</c:v>
                </c:pt>
                <c:pt idx="2675">
                  <c:v>42229</c:v>
                </c:pt>
                <c:pt idx="2676">
                  <c:v>42228</c:v>
                </c:pt>
                <c:pt idx="2677">
                  <c:v>42227</c:v>
                </c:pt>
                <c:pt idx="2678">
                  <c:v>42226</c:v>
                </c:pt>
                <c:pt idx="2679">
                  <c:v>42223</c:v>
                </c:pt>
                <c:pt idx="2680">
                  <c:v>42222</c:v>
                </c:pt>
                <c:pt idx="2681">
                  <c:v>42221</c:v>
                </c:pt>
                <c:pt idx="2682">
                  <c:v>42220</c:v>
                </c:pt>
                <c:pt idx="2683">
                  <c:v>42219</c:v>
                </c:pt>
                <c:pt idx="2684">
                  <c:v>42216</c:v>
                </c:pt>
                <c:pt idx="2685">
                  <c:v>42215</c:v>
                </c:pt>
                <c:pt idx="2686">
                  <c:v>42214</c:v>
                </c:pt>
                <c:pt idx="2687">
                  <c:v>42213</c:v>
                </c:pt>
                <c:pt idx="2688">
                  <c:v>42212</c:v>
                </c:pt>
                <c:pt idx="2689">
                  <c:v>42209</c:v>
                </c:pt>
                <c:pt idx="2690">
                  <c:v>42208</c:v>
                </c:pt>
                <c:pt idx="2691">
                  <c:v>42207</c:v>
                </c:pt>
                <c:pt idx="2692">
                  <c:v>42206</c:v>
                </c:pt>
                <c:pt idx="2693">
                  <c:v>42205</c:v>
                </c:pt>
                <c:pt idx="2694">
                  <c:v>42202</c:v>
                </c:pt>
                <c:pt idx="2695">
                  <c:v>42201</c:v>
                </c:pt>
                <c:pt idx="2696">
                  <c:v>42200</c:v>
                </c:pt>
                <c:pt idx="2697">
                  <c:v>42199</c:v>
                </c:pt>
                <c:pt idx="2698">
                  <c:v>42198</c:v>
                </c:pt>
                <c:pt idx="2699">
                  <c:v>42195</c:v>
                </c:pt>
                <c:pt idx="2700">
                  <c:v>42194</c:v>
                </c:pt>
                <c:pt idx="2701">
                  <c:v>42193</c:v>
                </c:pt>
                <c:pt idx="2702">
                  <c:v>42192</c:v>
                </c:pt>
                <c:pt idx="2703">
                  <c:v>42191</c:v>
                </c:pt>
                <c:pt idx="2704">
                  <c:v>42188</c:v>
                </c:pt>
                <c:pt idx="2705">
                  <c:v>42187</c:v>
                </c:pt>
                <c:pt idx="2706">
                  <c:v>42186</c:v>
                </c:pt>
                <c:pt idx="2707">
                  <c:v>42185</c:v>
                </c:pt>
                <c:pt idx="2708">
                  <c:v>42184</c:v>
                </c:pt>
                <c:pt idx="2709">
                  <c:v>42181</c:v>
                </c:pt>
                <c:pt idx="2710">
                  <c:v>42180</c:v>
                </c:pt>
                <c:pt idx="2711">
                  <c:v>42179</c:v>
                </c:pt>
                <c:pt idx="2712">
                  <c:v>42178</c:v>
                </c:pt>
                <c:pt idx="2713">
                  <c:v>42177</c:v>
                </c:pt>
                <c:pt idx="2714">
                  <c:v>42174</c:v>
                </c:pt>
                <c:pt idx="2715">
                  <c:v>42173</c:v>
                </c:pt>
                <c:pt idx="2716">
                  <c:v>42172</c:v>
                </c:pt>
                <c:pt idx="2717">
                  <c:v>42171</c:v>
                </c:pt>
                <c:pt idx="2718">
                  <c:v>42170</c:v>
                </c:pt>
                <c:pt idx="2719">
                  <c:v>42167</c:v>
                </c:pt>
                <c:pt idx="2720">
                  <c:v>42166</c:v>
                </c:pt>
                <c:pt idx="2721">
                  <c:v>42165</c:v>
                </c:pt>
                <c:pt idx="2722">
                  <c:v>42164</c:v>
                </c:pt>
                <c:pt idx="2723">
                  <c:v>42163</c:v>
                </c:pt>
                <c:pt idx="2724">
                  <c:v>42160</c:v>
                </c:pt>
                <c:pt idx="2725">
                  <c:v>42159</c:v>
                </c:pt>
                <c:pt idx="2726">
                  <c:v>42158</c:v>
                </c:pt>
                <c:pt idx="2727">
                  <c:v>42157</c:v>
                </c:pt>
                <c:pt idx="2728">
                  <c:v>42156</c:v>
                </c:pt>
                <c:pt idx="2729">
                  <c:v>42153</c:v>
                </c:pt>
                <c:pt idx="2730">
                  <c:v>42152</c:v>
                </c:pt>
                <c:pt idx="2731">
                  <c:v>42151</c:v>
                </c:pt>
                <c:pt idx="2732">
                  <c:v>42150</c:v>
                </c:pt>
                <c:pt idx="2733">
                  <c:v>42146</c:v>
                </c:pt>
                <c:pt idx="2734">
                  <c:v>42145</c:v>
                </c:pt>
                <c:pt idx="2735">
                  <c:v>42144</c:v>
                </c:pt>
                <c:pt idx="2736">
                  <c:v>42143</c:v>
                </c:pt>
                <c:pt idx="2737">
                  <c:v>42142</c:v>
                </c:pt>
                <c:pt idx="2738">
                  <c:v>42139</c:v>
                </c:pt>
                <c:pt idx="2739">
                  <c:v>42138</c:v>
                </c:pt>
                <c:pt idx="2740">
                  <c:v>42137</c:v>
                </c:pt>
                <c:pt idx="2741">
                  <c:v>42136</c:v>
                </c:pt>
                <c:pt idx="2742">
                  <c:v>42135</c:v>
                </c:pt>
                <c:pt idx="2743">
                  <c:v>42132</c:v>
                </c:pt>
                <c:pt idx="2744">
                  <c:v>42131</c:v>
                </c:pt>
                <c:pt idx="2745">
                  <c:v>42130</c:v>
                </c:pt>
                <c:pt idx="2746">
                  <c:v>42128</c:v>
                </c:pt>
                <c:pt idx="2747">
                  <c:v>42124</c:v>
                </c:pt>
                <c:pt idx="2748">
                  <c:v>42123</c:v>
                </c:pt>
                <c:pt idx="2749">
                  <c:v>42122</c:v>
                </c:pt>
                <c:pt idx="2750">
                  <c:v>42121</c:v>
                </c:pt>
                <c:pt idx="2751">
                  <c:v>42118</c:v>
                </c:pt>
                <c:pt idx="2752">
                  <c:v>42117</c:v>
                </c:pt>
                <c:pt idx="2753">
                  <c:v>42116</c:v>
                </c:pt>
                <c:pt idx="2754">
                  <c:v>42115</c:v>
                </c:pt>
                <c:pt idx="2755">
                  <c:v>42114</c:v>
                </c:pt>
                <c:pt idx="2756">
                  <c:v>42111</c:v>
                </c:pt>
                <c:pt idx="2757">
                  <c:v>42110</c:v>
                </c:pt>
                <c:pt idx="2758">
                  <c:v>42109</c:v>
                </c:pt>
                <c:pt idx="2759">
                  <c:v>42108</c:v>
                </c:pt>
                <c:pt idx="2760">
                  <c:v>42107</c:v>
                </c:pt>
                <c:pt idx="2761">
                  <c:v>42104</c:v>
                </c:pt>
                <c:pt idx="2762">
                  <c:v>42103</c:v>
                </c:pt>
                <c:pt idx="2763">
                  <c:v>42102</c:v>
                </c:pt>
                <c:pt idx="2764">
                  <c:v>42101</c:v>
                </c:pt>
                <c:pt idx="2765">
                  <c:v>42100</c:v>
                </c:pt>
                <c:pt idx="2766">
                  <c:v>42097</c:v>
                </c:pt>
                <c:pt idx="2767">
                  <c:v>42096</c:v>
                </c:pt>
                <c:pt idx="2768">
                  <c:v>42095</c:v>
                </c:pt>
                <c:pt idx="2769">
                  <c:v>42094</c:v>
                </c:pt>
                <c:pt idx="2770">
                  <c:v>42093</c:v>
                </c:pt>
                <c:pt idx="2771">
                  <c:v>42090</c:v>
                </c:pt>
                <c:pt idx="2772">
                  <c:v>42089</c:v>
                </c:pt>
                <c:pt idx="2773">
                  <c:v>42088</c:v>
                </c:pt>
                <c:pt idx="2774">
                  <c:v>42087</c:v>
                </c:pt>
                <c:pt idx="2775">
                  <c:v>42086</c:v>
                </c:pt>
                <c:pt idx="2776">
                  <c:v>42083</c:v>
                </c:pt>
                <c:pt idx="2777">
                  <c:v>42082</c:v>
                </c:pt>
                <c:pt idx="2778">
                  <c:v>42081</c:v>
                </c:pt>
                <c:pt idx="2779">
                  <c:v>42080</c:v>
                </c:pt>
                <c:pt idx="2780">
                  <c:v>42079</c:v>
                </c:pt>
                <c:pt idx="2781">
                  <c:v>42076</c:v>
                </c:pt>
                <c:pt idx="2782">
                  <c:v>42075</c:v>
                </c:pt>
                <c:pt idx="2783">
                  <c:v>42074</c:v>
                </c:pt>
                <c:pt idx="2784">
                  <c:v>42073</c:v>
                </c:pt>
                <c:pt idx="2785">
                  <c:v>42072</c:v>
                </c:pt>
                <c:pt idx="2786">
                  <c:v>42069</c:v>
                </c:pt>
                <c:pt idx="2787">
                  <c:v>42068</c:v>
                </c:pt>
                <c:pt idx="2788">
                  <c:v>42067</c:v>
                </c:pt>
                <c:pt idx="2789">
                  <c:v>42066</c:v>
                </c:pt>
                <c:pt idx="2790">
                  <c:v>42065</c:v>
                </c:pt>
                <c:pt idx="2791">
                  <c:v>42062</c:v>
                </c:pt>
                <c:pt idx="2792">
                  <c:v>42061</c:v>
                </c:pt>
                <c:pt idx="2793">
                  <c:v>42060</c:v>
                </c:pt>
                <c:pt idx="2794">
                  <c:v>42059</c:v>
                </c:pt>
                <c:pt idx="2795">
                  <c:v>42058</c:v>
                </c:pt>
                <c:pt idx="2796">
                  <c:v>42052</c:v>
                </c:pt>
                <c:pt idx="2797">
                  <c:v>42051</c:v>
                </c:pt>
                <c:pt idx="2798">
                  <c:v>42048</c:v>
                </c:pt>
                <c:pt idx="2799">
                  <c:v>42047</c:v>
                </c:pt>
                <c:pt idx="2800">
                  <c:v>42046</c:v>
                </c:pt>
                <c:pt idx="2801">
                  <c:v>42045</c:v>
                </c:pt>
                <c:pt idx="2802">
                  <c:v>42044</c:v>
                </c:pt>
                <c:pt idx="2803">
                  <c:v>42041</c:v>
                </c:pt>
                <c:pt idx="2804">
                  <c:v>42040</c:v>
                </c:pt>
                <c:pt idx="2805">
                  <c:v>42039</c:v>
                </c:pt>
                <c:pt idx="2806">
                  <c:v>42038</c:v>
                </c:pt>
                <c:pt idx="2807">
                  <c:v>42037</c:v>
                </c:pt>
                <c:pt idx="2808">
                  <c:v>42034</c:v>
                </c:pt>
                <c:pt idx="2809">
                  <c:v>42033</c:v>
                </c:pt>
                <c:pt idx="2810">
                  <c:v>42032</c:v>
                </c:pt>
                <c:pt idx="2811">
                  <c:v>42031</c:v>
                </c:pt>
                <c:pt idx="2812">
                  <c:v>42030</c:v>
                </c:pt>
                <c:pt idx="2813">
                  <c:v>42027</c:v>
                </c:pt>
                <c:pt idx="2814">
                  <c:v>42026</c:v>
                </c:pt>
                <c:pt idx="2815">
                  <c:v>42025</c:v>
                </c:pt>
                <c:pt idx="2816">
                  <c:v>42024</c:v>
                </c:pt>
                <c:pt idx="2817">
                  <c:v>42023</c:v>
                </c:pt>
                <c:pt idx="2818">
                  <c:v>42020</c:v>
                </c:pt>
                <c:pt idx="2819">
                  <c:v>42019</c:v>
                </c:pt>
                <c:pt idx="2820">
                  <c:v>42018</c:v>
                </c:pt>
                <c:pt idx="2821">
                  <c:v>42017</c:v>
                </c:pt>
                <c:pt idx="2822">
                  <c:v>42016</c:v>
                </c:pt>
                <c:pt idx="2823">
                  <c:v>42013</c:v>
                </c:pt>
                <c:pt idx="2824">
                  <c:v>42012</c:v>
                </c:pt>
                <c:pt idx="2825">
                  <c:v>42011</c:v>
                </c:pt>
                <c:pt idx="2826">
                  <c:v>42010</c:v>
                </c:pt>
                <c:pt idx="2827">
                  <c:v>42009</c:v>
                </c:pt>
                <c:pt idx="2828">
                  <c:v>42006</c:v>
                </c:pt>
                <c:pt idx="2829">
                  <c:v>42004</c:v>
                </c:pt>
                <c:pt idx="2830">
                  <c:v>42003</c:v>
                </c:pt>
                <c:pt idx="2831">
                  <c:v>42002</c:v>
                </c:pt>
                <c:pt idx="2832">
                  <c:v>41999</c:v>
                </c:pt>
                <c:pt idx="2833">
                  <c:v>41997</c:v>
                </c:pt>
                <c:pt idx="2834">
                  <c:v>41996</c:v>
                </c:pt>
                <c:pt idx="2835">
                  <c:v>41995</c:v>
                </c:pt>
                <c:pt idx="2836">
                  <c:v>41992</c:v>
                </c:pt>
                <c:pt idx="2837">
                  <c:v>41991</c:v>
                </c:pt>
                <c:pt idx="2838">
                  <c:v>41990</c:v>
                </c:pt>
                <c:pt idx="2839">
                  <c:v>41989</c:v>
                </c:pt>
                <c:pt idx="2840">
                  <c:v>41988</c:v>
                </c:pt>
                <c:pt idx="2841">
                  <c:v>41985</c:v>
                </c:pt>
                <c:pt idx="2842">
                  <c:v>41984</c:v>
                </c:pt>
                <c:pt idx="2843">
                  <c:v>41983</c:v>
                </c:pt>
                <c:pt idx="2844">
                  <c:v>41982</c:v>
                </c:pt>
                <c:pt idx="2845">
                  <c:v>41981</c:v>
                </c:pt>
                <c:pt idx="2846">
                  <c:v>41978</c:v>
                </c:pt>
                <c:pt idx="2847">
                  <c:v>41977</c:v>
                </c:pt>
                <c:pt idx="2848">
                  <c:v>41976</c:v>
                </c:pt>
                <c:pt idx="2849">
                  <c:v>41975</c:v>
                </c:pt>
                <c:pt idx="2850">
                  <c:v>41974</c:v>
                </c:pt>
                <c:pt idx="2851">
                  <c:v>41971</c:v>
                </c:pt>
                <c:pt idx="2852">
                  <c:v>41970</c:v>
                </c:pt>
                <c:pt idx="2853">
                  <c:v>41969</c:v>
                </c:pt>
                <c:pt idx="2854">
                  <c:v>41968</c:v>
                </c:pt>
                <c:pt idx="2855">
                  <c:v>41967</c:v>
                </c:pt>
                <c:pt idx="2856">
                  <c:v>41964</c:v>
                </c:pt>
                <c:pt idx="2857">
                  <c:v>41963</c:v>
                </c:pt>
                <c:pt idx="2858">
                  <c:v>41962</c:v>
                </c:pt>
                <c:pt idx="2859">
                  <c:v>41961</c:v>
                </c:pt>
                <c:pt idx="2860">
                  <c:v>41960</c:v>
                </c:pt>
                <c:pt idx="2861">
                  <c:v>41957</c:v>
                </c:pt>
                <c:pt idx="2862">
                  <c:v>41956</c:v>
                </c:pt>
                <c:pt idx="2863">
                  <c:v>41955</c:v>
                </c:pt>
                <c:pt idx="2864">
                  <c:v>41954</c:v>
                </c:pt>
                <c:pt idx="2865">
                  <c:v>41953</c:v>
                </c:pt>
                <c:pt idx="2866">
                  <c:v>41950</c:v>
                </c:pt>
                <c:pt idx="2867">
                  <c:v>41949</c:v>
                </c:pt>
                <c:pt idx="2868">
                  <c:v>41948</c:v>
                </c:pt>
                <c:pt idx="2869">
                  <c:v>41947</c:v>
                </c:pt>
                <c:pt idx="2870">
                  <c:v>41946</c:v>
                </c:pt>
                <c:pt idx="2871">
                  <c:v>41943</c:v>
                </c:pt>
                <c:pt idx="2872">
                  <c:v>41942</c:v>
                </c:pt>
                <c:pt idx="2873">
                  <c:v>41941</c:v>
                </c:pt>
                <c:pt idx="2874">
                  <c:v>41940</c:v>
                </c:pt>
                <c:pt idx="2875">
                  <c:v>41939</c:v>
                </c:pt>
                <c:pt idx="2876">
                  <c:v>41936</c:v>
                </c:pt>
                <c:pt idx="2877">
                  <c:v>41935</c:v>
                </c:pt>
                <c:pt idx="2878">
                  <c:v>41934</c:v>
                </c:pt>
                <c:pt idx="2879">
                  <c:v>41933</c:v>
                </c:pt>
                <c:pt idx="2880">
                  <c:v>41932</c:v>
                </c:pt>
                <c:pt idx="2881">
                  <c:v>41929</c:v>
                </c:pt>
                <c:pt idx="2882">
                  <c:v>41928</c:v>
                </c:pt>
                <c:pt idx="2883">
                  <c:v>41927</c:v>
                </c:pt>
                <c:pt idx="2884">
                  <c:v>41926</c:v>
                </c:pt>
                <c:pt idx="2885">
                  <c:v>41925</c:v>
                </c:pt>
                <c:pt idx="2886">
                  <c:v>41922</c:v>
                </c:pt>
                <c:pt idx="2887">
                  <c:v>41920</c:v>
                </c:pt>
                <c:pt idx="2888">
                  <c:v>41919</c:v>
                </c:pt>
                <c:pt idx="2889">
                  <c:v>41918</c:v>
                </c:pt>
                <c:pt idx="2890">
                  <c:v>41914</c:v>
                </c:pt>
                <c:pt idx="2891">
                  <c:v>41913</c:v>
                </c:pt>
                <c:pt idx="2892">
                  <c:v>41912</c:v>
                </c:pt>
                <c:pt idx="2893">
                  <c:v>41911</c:v>
                </c:pt>
                <c:pt idx="2894">
                  <c:v>41908</c:v>
                </c:pt>
                <c:pt idx="2895">
                  <c:v>41907</c:v>
                </c:pt>
                <c:pt idx="2896">
                  <c:v>41906</c:v>
                </c:pt>
                <c:pt idx="2897">
                  <c:v>41905</c:v>
                </c:pt>
                <c:pt idx="2898">
                  <c:v>41904</c:v>
                </c:pt>
                <c:pt idx="2899">
                  <c:v>41901</c:v>
                </c:pt>
                <c:pt idx="2900">
                  <c:v>41900</c:v>
                </c:pt>
                <c:pt idx="2901">
                  <c:v>41899</c:v>
                </c:pt>
                <c:pt idx="2902">
                  <c:v>41898</c:v>
                </c:pt>
                <c:pt idx="2903">
                  <c:v>41897</c:v>
                </c:pt>
                <c:pt idx="2904">
                  <c:v>41894</c:v>
                </c:pt>
                <c:pt idx="2905">
                  <c:v>41893</c:v>
                </c:pt>
                <c:pt idx="2906">
                  <c:v>41887</c:v>
                </c:pt>
                <c:pt idx="2907">
                  <c:v>41886</c:v>
                </c:pt>
                <c:pt idx="2908">
                  <c:v>41885</c:v>
                </c:pt>
                <c:pt idx="2909">
                  <c:v>41884</c:v>
                </c:pt>
                <c:pt idx="2910">
                  <c:v>41883</c:v>
                </c:pt>
                <c:pt idx="2911">
                  <c:v>41880</c:v>
                </c:pt>
                <c:pt idx="2912">
                  <c:v>41879</c:v>
                </c:pt>
                <c:pt idx="2913">
                  <c:v>41878</c:v>
                </c:pt>
                <c:pt idx="2914">
                  <c:v>41877</c:v>
                </c:pt>
                <c:pt idx="2915">
                  <c:v>41876</c:v>
                </c:pt>
                <c:pt idx="2916">
                  <c:v>41873</c:v>
                </c:pt>
                <c:pt idx="2917">
                  <c:v>41872</c:v>
                </c:pt>
                <c:pt idx="2918">
                  <c:v>41871</c:v>
                </c:pt>
                <c:pt idx="2919">
                  <c:v>41870</c:v>
                </c:pt>
                <c:pt idx="2920">
                  <c:v>41869</c:v>
                </c:pt>
                <c:pt idx="2921">
                  <c:v>41865</c:v>
                </c:pt>
                <c:pt idx="2922">
                  <c:v>41864</c:v>
                </c:pt>
                <c:pt idx="2923">
                  <c:v>41863</c:v>
                </c:pt>
                <c:pt idx="2924">
                  <c:v>41862</c:v>
                </c:pt>
                <c:pt idx="2925">
                  <c:v>41859</c:v>
                </c:pt>
                <c:pt idx="2926">
                  <c:v>41858</c:v>
                </c:pt>
                <c:pt idx="2927">
                  <c:v>41857</c:v>
                </c:pt>
                <c:pt idx="2928">
                  <c:v>41856</c:v>
                </c:pt>
                <c:pt idx="2929">
                  <c:v>41855</c:v>
                </c:pt>
                <c:pt idx="2930">
                  <c:v>41852</c:v>
                </c:pt>
                <c:pt idx="2931">
                  <c:v>41851</c:v>
                </c:pt>
                <c:pt idx="2932">
                  <c:v>41850</c:v>
                </c:pt>
                <c:pt idx="2933">
                  <c:v>41849</c:v>
                </c:pt>
                <c:pt idx="2934">
                  <c:v>41848</c:v>
                </c:pt>
                <c:pt idx="2935">
                  <c:v>41845</c:v>
                </c:pt>
                <c:pt idx="2936">
                  <c:v>41844</c:v>
                </c:pt>
                <c:pt idx="2937">
                  <c:v>41843</c:v>
                </c:pt>
                <c:pt idx="2938">
                  <c:v>41842</c:v>
                </c:pt>
                <c:pt idx="2939">
                  <c:v>41841</c:v>
                </c:pt>
                <c:pt idx="2940">
                  <c:v>41838</c:v>
                </c:pt>
                <c:pt idx="2941">
                  <c:v>41837</c:v>
                </c:pt>
                <c:pt idx="2942">
                  <c:v>41836</c:v>
                </c:pt>
                <c:pt idx="2943">
                  <c:v>41835</c:v>
                </c:pt>
                <c:pt idx="2944">
                  <c:v>41834</c:v>
                </c:pt>
                <c:pt idx="2945">
                  <c:v>41831</c:v>
                </c:pt>
                <c:pt idx="2946">
                  <c:v>41830</c:v>
                </c:pt>
                <c:pt idx="2947">
                  <c:v>41829</c:v>
                </c:pt>
                <c:pt idx="2948">
                  <c:v>41828</c:v>
                </c:pt>
                <c:pt idx="2949">
                  <c:v>41827</c:v>
                </c:pt>
                <c:pt idx="2950">
                  <c:v>41824</c:v>
                </c:pt>
                <c:pt idx="2951">
                  <c:v>41823</c:v>
                </c:pt>
                <c:pt idx="2952">
                  <c:v>41822</c:v>
                </c:pt>
                <c:pt idx="2953">
                  <c:v>41821</c:v>
                </c:pt>
                <c:pt idx="2954">
                  <c:v>41820</c:v>
                </c:pt>
                <c:pt idx="2955">
                  <c:v>41817</c:v>
                </c:pt>
                <c:pt idx="2956">
                  <c:v>41816</c:v>
                </c:pt>
                <c:pt idx="2957">
                  <c:v>41815</c:v>
                </c:pt>
                <c:pt idx="2958">
                  <c:v>41814</c:v>
                </c:pt>
                <c:pt idx="2959">
                  <c:v>41813</c:v>
                </c:pt>
                <c:pt idx="2960">
                  <c:v>41810</c:v>
                </c:pt>
                <c:pt idx="2961">
                  <c:v>41809</c:v>
                </c:pt>
                <c:pt idx="2962">
                  <c:v>41808</c:v>
                </c:pt>
                <c:pt idx="2963">
                  <c:v>41807</c:v>
                </c:pt>
                <c:pt idx="2964">
                  <c:v>41806</c:v>
                </c:pt>
                <c:pt idx="2965">
                  <c:v>41803</c:v>
                </c:pt>
                <c:pt idx="2966">
                  <c:v>41802</c:v>
                </c:pt>
                <c:pt idx="2967">
                  <c:v>41801</c:v>
                </c:pt>
                <c:pt idx="2968">
                  <c:v>41800</c:v>
                </c:pt>
                <c:pt idx="2969">
                  <c:v>41799</c:v>
                </c:pt>
                <c:pt idx="2970">
                  <c:v>41795</c:v>
                </c:pt>
                <c:pt idx="2971">
                  <c:v>41793</c:v>
                </c:pt>
                <c:pt idx="2972">
                  <c:v>41792</c:v>
                </c:pt>
                <c:pt idx="2973">
                  <c:v>41789</c:v>
                </c:pt>
                <c:pt idx="2974">
                  <c:v>41788</c:v>
                </c:pt>
                <c:pt idx="2975">
                  <c:v>41787</c:v>
                </c:pt>
                <c:pt idx="2976">
                  <c:v>41786</c:v>
                </c:pt>
                <c:pt idx="2977">
                  <c:v>41785</c:v>
                </c:pt>
                <c:pt idx="2978">
                  <c:v>41782</c:v>
                </c:pt>
                <c:pt idx="2979">
                  <c:v>41781</c:v>
                </c:pt>
                <c:pt idx="2980">
                  <c:v>41780</c:v>
                </c:pt>
                <c:pt idx="2981">
                  <c:v>41779</c:v>
                </c:pt>
                <c:pt idx="2982">
                  <c:v>41778</c:v>
                </c:pt>
                <c:pt idx="2983">
                  <c:v>41775</c:v>
                </c:pt>
                <c:pt idx="2984">
                  <c:v>41774</c:v>
                </c:pt>
                <c:pt idx="2985">
                  <c:v>41773</c:v>
                </c:pt>
                <c:pt idx="2986">
                  <c:v>41772</c:v>
                </c:pt>
                <c:pt idx="2987">
                  <c:v>41771</c:v>
                </c:pt>
                <c:pt idx="2988">
                  <c:v>41768</c:v>
                </c:pt>
                <c:pt idx="2989">
                  <c:v>41767</c:v>
                </c:pt>
                <c:pt idx="2990">
                  <c:v>41766</c:v>
                </c:pt>
                <c:pt idx="2991">
                  <c:v>41761</c:v>
                </c:pt>
                <c:pt idx="2992">
                  <c:v>41759</c:v>
                </c:pt>
                <c:pt idx="2993">
                  <c:v>41758</c:v>
                </c:pt>
                <c:pt idx="2994">
                  <c:v>41757</c:v>
                </c:pt>
                <c:pt idx="2995">
                  <c:v>41754</c:v>
                </c:pt>
                <c:pt idx="2996">
                  <c:v>41753</c:v>
                </c:pt>
                <c:pt idx="2997">
                  <c:v>41752</c:v>
                </c:pt>
                <c:pt idx="2998">
                  <c:v>41751</c:v>
                </c:pt>
                <c:pt idx="2999">
                  <c:v>41750</c:v>
                </c:pt>
                <c:pt idx="3000">
                  <c:v>41747</c:v>
                </c:pt>
                <c:pt idx="3001">
                  <c:v>41746</c:v>
                </c:pt>
                <c:pt idx="3002">
                  <c:v>41745</c:v>
                </c:pt>
                <c:pt idx="3003">
                  <c:v>41744</c:v>
                </c:pt>
                <c:pt idx="3004">
                  <c:v>41743</c:v>
                </c:pt>
                <c:pt idx="3005">
                  <c:v>41740</c:v>
                </c:pt>
                <c:pt idx="3006">
                  <c:v>41739</c:v>
                </c:pt>
                <c:pt idx="3007">
                  <c:v>41738</c:v>
                </c:pt>
                <c:pt idx="3008">
                  <c:v>41737</c:v>
                </c:pt>
                <c:pt idx="3009">
                  <c:v>41736</c:v>
                </c:pt>
                <c:pt idx="3010">
                  <c:v>41733</c:v>
                </c:pt>
                <c:pt idx="3011">
                  <c:v>41732</c:v>
                </c:pt>
                <c:pt idx="3012">
                  <c:v>41731</c:v>
                </c:pt>
                <c:pt idx="3013">
                  <c:v>41730</c:v>
                </c:pt>
                <c:pt idx="3014">
                  <c:v>41729</c:v>
                </c:pt>
                <c:pt idx="3015">
                  <c:v>41726</c:v>
                </c:pt>
                <c:pt idx="3016">
                  <c:v>41725</c:v>
                </c:pt>
                <c:pt idx="3017">
                  <c:v>41724</c:v>
                </c:pt>
                <c:pt idx="3018">
                  <c:v>41723</c:v>
                </c:pt>
                <c:pt idx="3019">
                  <c:v>41722</c:v>
                </c:pt>
                <c:pt idx="3020">
                  <c:v>41719</c:v>
                </c:pt>
                <c:pt idx="3021">
                  <c:v>41718</c:v>
                </c:pt>
                <c:pt idx="3022">
                  <c:v>41717</c:v>
                </c:pt>
                <c:pt idx="3023">
                  <c:v>41716</c:v>
                </c:pt>
                <c:pt idx="3024">
                  <c:v>41715</c:v>
                </c:pt>
                <c:pt idx="3025">
                  <c:v>41712</c:v>
                </c:pt>
                <c:pt idx="3026">
                  <c:v>41711</c:v>
                </c:pt>
                <c:pt idx="3027">
                  <c:v>41710</c:v>
                </c:pt>
                <c:pt idx="3028">
                  <c:v>41709</c:v>
                </c:pt>
                <c:pt idx="3029">
                  <c:v>41708</c:v>
                </c:pt>
                <c:pt idx="3030">
                  <c:v>41705</c:v>
                </c:pt>
                <c:pt idx="3031">
                  <c:v>41704</c:v>
                </c:pt>
                <c:pt idx="3032">
                  <c:v>41703</c:v>
                </c:pt>
                <c:pt idx="3033">
                  <c:v>41702</c:v>
                </c:pt>
                <c:pt idx="3034">
                  <c:v>41701</c:v>
                </c:pt>
                <c:pt idx="3035">
                  <c:v>41698</c:v>
                </c:pt>
                <c:pt idx="3036">
                  <c:v>41697</c:v>
                </c:pt>
                <c:pt idx="3037">
                  <c:v>41696</c:v>
                </c:pt>
                <c:pt idx="3038">
                  <c:v>41695</c:v>
                </c:pt>
                <c:pt idx="3039">
                  <c:v>41694</c:v>
                </c:pt>
                <c:pt idx="3040">
                  <c:v>41691</c:v>
                </c:pt>
                <c:pt idx="3041">
                  <c:v>41690</c:v>
                </c:pt>
                <c:pt idx="3042">
                  <c:v>41689</c:v>
                </c:pt>
                <c:pt idx="3043">
                  <c:v>41688</c:v>
                </c:pt>
                <c:pt idx="3044">
                  <c:v>41687</c:v>
                </c:pt>
                <c:pt idx="3045">
                  <c:v>41684</c:v>
                </c:pt>
                <c:pt idx="3046">
                  <c:v>41683</c:v>
                </c:pt>
                <c:pt idx="3047">
                  <c:v>41682</c:v>
                </c:pt>
                <c:pt idx="3048">
                  <c:v>41681</c:v>
                </c:pt>
                <c:pt idx="3049">
                  <c:v>41680</c:v>
                </c:pt>
                <c:pt idx="3050">
                  <c:v>41677</c:v>
                </c:pt>
                <c:pt idx="3051">
                  <c:v>41676</c:v>
                </c:pt>
                <c:pt idx="3052">
                  <c:v>41675</c:v>
                </c:pt>
                <c:pt idx="3053">
                  <c:v>41674</c:v>
                </c:pt>
                <c:pt idx="3054">
                  <c:v>41673</c:v>
                </c:pt>
                <c:pt idx="3055">
                  <c:v>41668</c:v>
                </c:pt>
                <c:pt idx="3056">
                  <c:v>41667</c:v>
                </c:pt>
                <c:pt idx="3057">
                  <c:v>41666</c:v>
                </c:pt>
                <c:pt idx="3058">
                  <c:v>41663</c:v>
                </c:pt>
                <c:pt idx="3059">
                  <c:v>41662</c:v>
                </c:pt>
                <c:pt idx="3060">
                  <c:v>41661</c:v>
                </c:pt>
                <c:pt idx="3061">
                  <c:v>41660</c:v>
                </c:pt>
                <c:pt idx="3062">
                  <c:v>41659</c:v>
                </c:pt>
                <c:pt idx="3063">
                  <c:v>41656</c:v>
                </c:pt>
                <c:pt idx="3064">
                  <c:v>41655</c:v>
                </c:pt>
                <c:pt idx="3065">
                  <c:v>41654</c:v>
                </c:pt>
                <c:pt idx="3066">
                  <c:v>41653</c:v>
                </c:pt>
                <c:pt idx="3067">
                  <c:v>41652</c:v>
                </c:pt>
                <c:pt idx="3068">
                  <c:v>41649</c:v>
                </c:pt>
                <c:pt idx="3069">
                  <c:v>41648</c:v>
                </c:pt>
                <c:pt idx="3070">
                  <c:v>41647</c:v>
                </c:pt>
                <c:pt idx="3071">
                  <c:v>41646</c:v>
                </c:pt>
                <c:pt idx="3072">
                  <c:v>41645</c:v>
                </c:pt>
                <c:pt idx="3073">
                  <c:v>41642</c:v>
                </c:pt>
                <c:pt idx="3074">
                  <c:v>41641</c:v>
                </c:pt>
                <c:pt idx="3075">
                  <c:v>41639</c:v>
                </c:pt>
                <c:pt idx="3076">
                  <c:v>41638</c:v>
                </c:pt>
                <c:pt idx="3077">
                  <c:v>41635</c:v>
                </c:pt>
                <c:pt idx="3078">
                  <c:v>41634</c:v>
                </c:pt>
                <c:pt idx="3079">
                  <c:v>41632</c:v>
                </c:pt>
                <c:pt idx="3080">
                  <c:v>41631</c:v>
                </c:pt>
                <c:pt idx="3081">
                  <c:v>41628</c:v>
                </c:pt>
                <c:pt idx="3082">
                  <c:v>41627</c:v>
                </c:pt>
                <c:pt idx="3083">
                  <c:v>41626</c:v>
                </c:pt>
                <c:pt idx="3084">
                  <c:v>41625</c:v>
                </c:pt>
                <c:pt idx="3085">
                  <c:v>41624</c:v>
                </c:pt>
                <c:pt idx="3086">
                  <c:v>41621</c:v>
                </c:pt>
                <c:pt idx="3087">
                  <c:v>41620</c:v>
                </c:pt>
                <c:pt idx="3088">
                  <c:v>41619</c:v>
                </c:pt>
                <c:pt idx="3089">
                  <c:v>41618</c:v>
                </c:pt>
                <c:pt idx="3090">
                  <c:v>41617</c:v>
                </c:pt>
                <c:pt idx="3091">
                  <c:v>41614</c:v>
                </c:pt>
                <c:pt idx="3092">
                  <c:v>41613</c:v>
                </c:pt>
                <c:pt idx="3093">
                  <c:v>41612</c:v>
                </c:pt>
                <c:pt idx="3094">
                  <c:v>41611</c:v>
                </c:pt>
                <c:pt idx="3095">
                  <c:v>41610</c:v>
                </c:pt>
                <c:pt idx="3096">
                  <c:v>41607</c:v>
                </c:pt>
                <c:pt idx="3097">
                  <c:v>41606</c:v>
                </c:pt>
                <c:pt idx="3098">
                  <c:v>41605</c:v>
                </c:pt>
                <c:pt idx="3099">
                  <c:v>41604</c:v>
                </c:pt>
                <c:pt idx="3100">
                  <c:v>41603</c:v>
                </c:pt>
                <c:pt idx="3101">
                  <c:v>41600</c:v>
                </c:pt>
                <c:pt idx="3102">
                  <c:v>41599</c:v>
                </c:pt>
                <c:pt idx="3103">
                  <c:v>41598</c:v>
                </c:pt>
                <c:pt idx="3104">
                  <c:v>41597</c:v>
                </c:pt>
                <c:pt idx="3105">
                  <c:v>41596</c:v>
                </c:pt>
                <c:pt idx="3106">
                  <c:v>41593</c:v>
                </c:pt>
                <c:pt idx="3107">
                  <c:v>41592</c:v>
                </c:pt>
                <c:pt idx="3108">
                  <c:v>41591</c:v>
                </c:pt>
                <c:pt idx="3109">
                  <c:v>41590</c:v>
                </c:pt>
                <c:pt idx="3110">
                  <c:v>41589</c:v>
                </c:pt>
                <c:pt idx="3111">
                  <c:v>41586</c:v>
                </c:pt>
                <c:pt idx="3112">
                  <c:v>41585</c:v>
                </c:pt>
                <c:pt idx="3113">
                  <c:v>41584</c:v>
                </c:pt>
                <c:pt idx="3114">
                  <c:v>41583</c:v>
                </c:pt>
                <c:pt idx="3115">
                  <c:v>41582</c:v>
                </c:pt>
                <c:pt idx="3116">
                  <c:v>41579</c:v>
                </c:pt>
                <c:pt idx="3117">
                  <c:v>41578</c:v>
                </c:pt>
                <c:pt idx="3118">
                  <c:v>41577</c:v>
                </c:pt>
                <c:pt idx="3119">
                  <c:v>41576</c:v>
                </c:pt>
                <c:pt idx="3120">
                  <c:v>41575</c:v>
                </c:pt>
                <c:pt idx="3121">
                  <c:v>41572</c:v>
                </c:pt>
                <c:pt idx="3122">
                  <c:v>41571</c:v>
                </c:pt>
                <c:pt idx="3123">
                  <c:v>41570</c:v>
                </c:pt>
                <c:pt idx="3124">
                  <c:v>41569</c:v>
                </c:pt>
                <c:pt idx="3125">
                  <c:v>41568</c:v>
                </c:pt>
                <c:pt idx="3126">
                  <c:v>41565</c:v>
                </c:pt>
                <c:pt idx="3127">
                  <c:v>41564</c:v>
                </c:pt>
                <c:pt idx="3128">
                  <c:v>41563</c:v>
                </c:pt>
                <c:pt idx="3129">
                  <c:v>41562</c:v>
                </c:pt>
                <c:pt idx="3130">
                  <c:v>41561</c:v>
                </c:pt>
                <c:pt idx="3131">
                  <c:v>41558</c:v>
                </c:pt>
                <c:pt idx="3132">
                  <c:v>41557</c:v>
                </c:pt>
                <c:pt idx="3133">
                  <c:v>41555</c:v>
                </c:pt>
                <c:pt idx="3134">
                  <c:v>41554</c:v>
                </c:pt>
                <c:pt idx="3135">
                  <c:v>41551</c:v>
                </c:pt>
                <c:pt idx="3136">
                  <c:v>41549</c:v>
                </c:pt>
                <c:pt idx="3137">
                  <c:v>41548</c:v>
                </c:pt>
                <c:pt idx="3138">
                  <c:v>41547</c:v>
                </c:pt>
                <c:pt idx="3139">
                  <c:v>41544</c:v>
                </c:pt>
                <c:pt idx="3140">
                  <c:v>41543</c:v>
                </c:pt>
                <c:pt idx="3141">
                  <c:v>41542</c:v>
                </c:pt>
                <c:pt idx="3142">
                  <c:v>41541</c:v>
                </c:pt>
                <c:pt idx="3143">
                  <c:v>41540</c:v>
                </c:pt>
                <c:pt idx="3144">
                  <c:v>41534</c:v>
                </c:pt>
                <c:pt idx="3145">
                  <c:v>41533</c:v>
                </c:pt>
                <c:pt idx="3146">
                  <c:v>41530</c:v>
                </c:pt>
                <c:pt idx="3147">
                  <c:v>41529</c:v>
                </c:pt>
                <c:pt idx="3148">
                  <c:v>41528</c:v>
                </c:pt>
                <c:pt idx="3149">
                  <c:v>41527</c:v>
                </c:pt>
                <c:pt idx="3150">
                  <c:v>41526</c:v>
                </c:pt>
                <c:pt idx="3151">
                  <c:v>41523</c:v>
                </c:pt>
                <c:pt idx="3152">
                  <c:v>41522</c:v>
                </c:pt>
                <c:pt idx="3153">
                  <c:v>41521</c:v>
                </c:pt>
                <c:pt idx="3154">
                  <c:v>41520</c:v>
                </c:pt>
                <c:pt idx="3155">
                  <c:v>41519</c:v>
                </c:pt>
                <c:pt idx="3156">
                  <c:v>41516</c:v>
                </c:pt>
                <c:pt idx="3157">
                  <c:v>41515</c:v>
                </c:pt>
                <c:pt idx="3158">
                  <c:v>41514</c:v>
                </c:pt>
                <c:pt idx="3159">
                  <c:v>41513</c:v>
                </c:pt>
                <c:pt idx="3160">
                  <c:v>41512</c:v>
                </c:pt>
                <c:pt idx="3161">
                  <c:v>41509</c:v>
                </c:pt>
                <c:pt idx="3162">
                  <c:v>41508</c:v>
                </c:pt>
                <c:pt idx="3163">
                  <c:v>41507</c:v>
                </c:pt>
                <c:pt idx="3164">
                  <c:v>41506</c:v>
                </c:pt>
                <c:pt idx="3165">
                  <c:v>41505</c:v>
                </c:pt>
                <c:pt idx="3166">
                  <c:v>41502</c:v>
                </c:pt>
                <c:pt idx="3167">
                  <c:v>41500</c:v>
                </c:pt>
                <c:pt idx="3168">
                  <c:v>41499</c:v>
                </c:pt>
                <c:pt idx="3169">
                  <c:v>41498</c:v>
                </c:pt>
                <c:pt idx="3170">
                  <c:v>41495</c:v>
                </c:pt>
                <c:pt idx="3171">
                  <c:v>41494</c:v>
                </c:pt>
                <c:pt idx="3172">
                  <c:v>41493</c:v>
                </c:pt>
                <c:pt idx="3173">
                  <c:v>41492</c:v>
                </c:pt>
                <c:pt idx="3174">
                  <c:v>41491</c:v>
                </c:pt>
                <c:pt idx="3175">
                  <c:v>41488</c:v>
                </c:pt>
                <c:pt idx="3176">
                  <c:v>41487</c:v>
                </c:pt>
                <c:pt idx="3177">
                  <c:v>41486</c:v>
                </c:pt>
                <c:pt idx="3178">
                  <c:v>41485</c:v>
                </c:pt>
                <c:pt idx="3179">
                  <c:v>41484</c:v>
                </c:pt>
                <c:pt idx="3180">
                  <c:v>41481</c:v>
                </c:pt>
                <c:pt idx="3181">
                  <c:v>41480</c:v>
                </c:pt>
                <c:pt idx="3182">
                  <c:v>41479</c:v>
                </c:pt>
                <c:pt idx="3183">
                  <c:v>41478</c:v>
                </c:pt>
                <c:pt idx="3184">
                  <c:v>41477</c:v>
                </c:pt>
                <c:pt idx="3185">
                  <c:v>41474</c:v>
                </c:pt>
                <c:pt idx="3186">
                  <c:v>41473</c:v>
                </c:pt>
                <c:pt idx="3187">
                  <c:v>41472</c:v>
                </c:pt>
                <c:pt idx="3188">
                  <c:v>41471</c:v>
                </c:pt>
                <c:pt idx="3189">
                  <c:v>41470</c:v>
                </c:pt>
                <c:pt idx="3190">
                  <c:v>41467</c:v>
                </c:pt>
                <c:pt idx="3191">
                  <c:v>41466</c:v>
                </c:pt>
                <c:pt idx="3192">
                  <c:v>41465</c:v>
                </c:pt>
                <c:pt idx="3193">
                  <c:v>41464</c:v>
                </c:pt>
                <c:pt idx="3194">
                  <c:v>41463</c:v>
                </c:pt>
                <c:pt idx="3195">
                  <c:v>41460</c:v>
                </c:pt>
                <c:pt idx="3196">
                  <c:v>41459</c:v>
                </c:pt>
                <c:pt idx="3197">
                  <c:v>41458</c:v>
                </c:pt>
                <c:pt idx="3198">
                  <c:v>41457</c:v>
                </c:pt>
                <c:pt idx="3199">
                  <c:v>41456</c:v>
                </c:pt>
                <c:pt idx="3200">
                  <c:v>41453</c:v>
                </c:pt>
                <c:pt idx="3201">
                  <c:v>41452</c:v>
                </c:pt>
                <c:pt idx="3202">
                  <c:v>41451</c:v>
                </c:pt>
                <c:pt idx="3203">
                  <c:v>41450</c:v>
                </c:pt>
                <c:pt idx="3204">
                  <c:v>41449</c:v>
                </c:pt>
                <c:pt idx="3205">
                  <c:v>41446</c:v>
                </c:pt>
                <c:pt idx="3206">
                  <c:v>41445</c:v>
                </c:pt>
                <c:pt idx="3207">
                  <c:v>41444</c:v>
                </c:pt>
                <c:pt idx="3208">
                  <c:v>41443</c:v>
                </c:pt>
                <c:pt idx="3209">
                  <c:v>41442</c:v>
                </c:pt>
                <c:pt idx="3210">
                  <c:v>41439</c:v>
                </c:pt>
                <c:pt idx="3211">
                  <c:v>41438</c:v>
                </c:pt>
                <c:pt idx="3212">
                  <c:v>41437</c:v>
                </c:pt>
                <c:pt idx="3213">
                  <c:v>41436</c:v>
                </c:pt>
                <c:pt idx="3214">
                  <c:v>41435</c:v>
                </c:pt>
                <c:pt idx="3215">
                  <c:v>41432</c:v>
                </c:pt>
                <c:pt idx="3216">
                  <c:v>41430</c:v>
                </c:pt>
                <c:pt idx="3217">
                  <c:v>41429</c:v>
                </c:pt>
                <c:pt idx="3218">
                  <c:v>41428</c:v>
                </c:pt>
                <c:pt idx="3219">
                  <c:v>41425</c:v>
                </c:pt>
                <c:pt idx="3220">
                  <c:v>41424</c:v>
                </c:pt>
                <c:pt idx="3221">
                  <c:v>41423</c:v>
                </c:pt>
                <c:pt idx="3222">
                  <c:v>41422</c:v>
                </c:pt>
                <c:pt idx="3223">
                  <c:v>41421</c:v>
                </c:pt>
                <c:pt idx="3224">
                  <c:v>41418</c:v>
                </c:pt>
                <c:pt idx="3225">
                  <c:v>41417</c:v>
                </c:pt>
                <c:pt idx="3226">
                  <c:v>41416</c:v>
                </c:pt>
                <c:pt idx="3227">
                  <c:v>41415</c:v>
                </c:pt>
                <c:pt idx="3228">
                  <c:v>41414</c:v>
                </c:pt>
                <c:pt idx="3229">
                  <c:v>41410</c:v>
                </c:pt>
                <c:pt idx="3230">
                  <c:v>41409</c:v>
                </c:pt>
                <c:pt idx="3231">
                  <c:v>41408</c:v>
                </c:pt>
                <c:pt idx="3232">
                  <c:v>41407</c:v>
                </c:pt>
                <c:pt idx="3233">
                  <c:v>41404</c:v>
                </c:pt>
                <c:pt idx="3234">
                  <c:v>41403</c:v>
                </c:pt>
                <c:pt idx="3235">
                  <c:v>41402</c:v>
                </c:pt>
                <c:pt idx="3236">
                  <c:v>41401</c:v>
                </c:pt>
                <c:pt idx="3237">
                  <c:v>41400</c:v>
                </c:pt>
                <c:pt idx="3238">
                  <c:v>41397</c:v>
                </c:pt>
                <c:pt idx="3239">
                  <c:v>41396</c:v>
                </c:pt>
                <c:pt idx="3240">
                  <c:v>41394</c:v>
                </c:pt>
                <c:pt idx="3241">
                  <c:v>41393</c:v>
                </c:pt>
                <c:pt idx="3242">
                  <c:v>41390</c:v>
                </c:pt>
                <c:pt idx="3243">
                  <c:v>41389</c:v>
                </c:pt>
                <c:pt idx="3244">
                  <c:v>41388</c:v>
                </c:pt>
                <c:pt idx="3245">
                  <c:v>41387</c:v>
                </c:pt>
                <c:pt idx="3246">
                  <c:v>41386</c:v>
                </c:pt>
                <c:pt idx="3247">
                  <c:v>41383</c:v>
                </c:pt>
                <c:pt idx="3248">
                  <c:v>41382</c:v>
                </c:pt>
                <c:pt idx="3249">
                  <c:v>41381</c:v>
                </c:pt>
                <c:pt idx="3250">
                  <c:v>41380</c:v>
                </c:pt>
                <c:pt idx="3251">
                  <c:v>41379</c:v>
                </c:pt>
                <c:pt idx="3252">
                  <c:v>41376</c:v>
                </c:pt>
                <c:pt idx="3253">
                  <c:v>41375</c:v>
                </c:pt>
                <c:pt idx="3254">
                  <c:v>41374</c:v>
                </c:pt>
                <c:pt idx="3255">
                  <c:v>41373</c:v>
                </c:pt>
                <c:pt idx="3256">
                  <c:v>41372</c:v>
                </c:pt>
                <c:pt idx="3257">
                  <c:v>41369</c:v>
                </c:pt>
                <c:pt idx="3258">
                  <c:v>41368</c:v>
                </c:pt>
                <c:pt idx="3259">
                  <c:v>41367</c:v>
                </c:pt>
                <c:pt idx="3260">
                  <c:v>41366</c:v>
                </c:pt>
                <c:pt idx="3261">
                  <c:v>41365</c:v>
                </c:pt>
                <c:pt idx="3262">
                  <c:v>41362</c:v>
                </c:pt>
                <c:pt idx="3263">
                  <c:v>41361</c:v>
                </c:pt>
                <c:pt idx="3264">
                  <c:v>41360</c:v>
                </c:pt>
                <c:pt idx="3265">
                  <c:v>41359</c:v>
                </c:pt>
                <c:pt idx="3266">
                  <c:v>41358</c:v>
                </c:pt>
                <c:pt idx="3267">
                  <c:v>41355</c:v>
                </c:pt>
                <c:pt idx="3268">
                  <c:v>41354</c:v>
                </c:pt>
                <c:pt idx="3269">
                  <c:v>41353</c:v>
                </c:pt>
                <c:pt idx="3270">
                  <c:v>41352</c:v>
                </c:pt>
                <c:pt idx="3271">
                  <c:v>41351</c:v>
                </c:pt>
                <c:pt idx="3272">
                  <c:v>41348</c:v>
                </c:pt>
                <c:pt idx="3273">
                  <c:v>41347</c:v>
                </c:pt>
                <c:pt idx="3274">
                  <c:v>41346</c:v>
                </c:pt>
                <c:pt idx="3275">
                  <c:v>41345</c:v>
                </c:pt>
                <c:pt idx="3276">
                  <c:v>41344</c:v>
                </c:pt>
                <c:pt idx="3277">
                  <c:v>41341</c:v>
                </c:pt>
                <c:pt idx="3278">
                  <c:v>41340</c:v>
                </c:pt>
                <c:pt idx="3279">
                  <c:v>41339</c:v>
                </c:pt>
                <c:pt idx="3280">
                  <c:v>41338</c:v>
                </c:pt>
                <c:pt idx="3281">
                  <c:v>41337</c:v>
                </c:pt>
                <c:pt idx="3282">
                  <c:v>41333</c:v>
                </c:pt>
                <c:pt idx="3283">
                  <c:v>41332</c:v>
                </c:pt>
                <c:pt idx="3284">
                  <c:v>41331</c:v>
                </c:pt>
                <c:pt idx="3285">
                  <c:v>41330</c:v>
                </c:pt>
                <c:pt idx="3286">
                  <c:v>41327</c:v>
                </c:pt>
                <c:pt idx="3287">
                  <c:v>41326</c:v>
                </c:pt>
                <c:pt idx="3288">
                  <c:v>41325</c:v>
                </c:pt>
                <c:pt idx="3289">
                  <c:v>41324</c:v>
                </c:pt>
                <c:pt idx="3290">
                  <c:v>41323</c:v>
                </c:pt>
                <c:pt idx="3291">
                  <c:v>41320</c:v>
                </c:pt>
                <c:pt idx="3292">
                  <c:v>41319</c:v>
                </c:pt>
                <c:pt idx="3293">
                  <c:v>41318</c:v>
                </c:pt>
                <c:pt idx="3294">
                  <c:v>41317</c:v>
                </c:pt>
                <c:pt idx="3295">
                  <c:v>41313</c:v>
                </c:pt>
                <c:pt idx="3296">
                  <c:v>41312</c:v>
                </c:pt>
                <c:pt idx="3297">
                  <c:v>41311</c:v>
                </c:pt>
                <c:pt idx="3298">
                  <c:v>41310</c:v>
                </c:pt>
                <c:pt idx="3299">
                  <c:v>41309</c:v>
                </c:pt>
                <c:pt idx="3300">
                  <c:v>41306</c:v>
                </c:pt>
                <c:pt idx="3301">
                  <c:v>41305</c:v>
                </c:pt>
                <c:pt idx="3302">
                  <c:v>41304</c:v>
                </c:pt>
                <c:pt idx="3303">
                  <c:v>41303</c:v>
                </c:pt>
                <c:pt idx="3304">
                  <c:v>41302</c:v>
                </c:pt>
                <c:pt idx="3305">
                  <c:v>41299</c:v>
                </c:pt>
                <c:pt idx="3306">
                  <c:v>41298</c:v>
                </c:pt>
                <c:pt idx="3307">
                  <c:v>41297</c:v>
                </c:pt>
                <c:pt idx="3308">
                  <c:v>41296</c:v>
                </c:pt>
                <c:pt idx="3309">
                  <c:v>41295</c:v>
                </c:pt>
                <c:pt idx="3310">
                  <c:v>41292</c:v>
                </c:pt>
                <c:pt idx="3311">
                  <c:v>41291</c:v>
                </c:pt>
                <c:pt idx="3312">
                  <c:v>41290</c:v>
                </c:pt>
                <c:pt idx="3313">
                  <c:v>41289</c:v>
                </c:pt>
                <c:pt idx="3314">
                  <c:v>41288</c:v>
                </c:pt>
                <c:pt idx="3315">
                  <c:v>41285</c:v>
                </c:pt>
                <c:pt idx="3316">
                  <c:v>41284</c:v>
                </c:pt>
                <c:pt idx="3317">
                  <c:v>41283</c:v>
                </c:pt>
                <c:pt idx="3318">
                  <c:v>41282</c:v>
                </c:pt>
                <c:pt idx="3319">
                  <c:v>41281</c:v>
                </c:pt>
                <c:pt idx="3320">
                  <c:v>41278</c:v>
                </c:pt>
                <c:pt idx="3321">
                  <c:v>41277</c:v>
                </c:pt>
                <c:pt idx="3322">
                  <c:v>41276</c:v>
                </c:pt>
                <c:pt idx="3323">
                  <c:v>41274</c:v>
                </c:pt>
                <c:pt idx="3324">
                  <c:v>41271</c:v>
                </c:pt>
                <c:pt idx="3325">
                  <c:v>41270</c:v>
                </c:pt>
                <c:pt idx="3326">
                  <c:v>41269</c:v>
                </c:pt>
                <c:pt idx="3327">
                  <c:v>41267</c:v>
                </c:pt>
                <c:pt idx="3328">
                  <c:v>41264</c:v>
                </c:pt>
                <c:pt idx="3329">
                  <c:v>41263</c:v>
                </c:pt>
                <c:pt idx="3330">
                  <c:v>41261</c:v>
                </c:pt>
                <c:pt idx="3331">
                  <c:v>41260</c:v>
                </c:pt>
                <c:pt idx="3332">
                  <c:v>41257</c:v>
                </c:pt>
                <c:pt idx="3333">
                  <c:v>41256</c:v>
                </c:pt>
                <c:pt idx="3334">
                  <c:v>41255</c:v>
                </c:pt>
                <c:pt idx="3335">
                  <c:v>41254</c:v>
                </c:pt>
                <c:pt idx="3336">
                  <c:v>41253</c:v>
                </c:pt>
                <c:pt idx="3337">
                  <c:v>41250</c:v>
                </c:pt>
                <c:pt idx="3338">
                  <c:v>41249</c:v>
                </c:pt>
                <c:pt idx="3339">
                  <c:v>41248</c:v>
                </c:pt>
                <c:pt idx="3340">
                  <c:v>41247</c:v>
                </c:pt>
                <c:pt idx="3341">
                  <c:v>41246</c:v>
                </c:pt>
                <c:pt idx="3342">
                  <c:v>41243</c:v>
                </c:pt>
                <c:pt idx="3343">
                  <c:v>41242</c:v>
                </c:pt>
                <c:pt idx="3344">
                  <c:v>41241</c:v>
                </c:pt>
                <c:pt idx="3345">
                  <c:v>41240</c:v>
                </c:pt>
                <c:pt idx="3346">
                  <c:v>41239</c:v>
                </c:pt>
                <c:pt idx="3347">
                  <c:v>41236</c:v>
                </c:pt>
                <c:pt idx="3348">
                  <c:v>41235</c:v>
                </c:pt>
                <c:pt idx="3349">
                  <c:v>41234</c:v>
                </c:pt>
                <c:pt idx="3350">
                  <c:v>41233</c:v>
                </c:pt>
                <c:pt idx="3351">
                  <c:v>41232</c:v>
                </c:pt>
                <c:pt idx="3352">
                  <c:v>41229</c:v>
                </c:pt>
                <c:pt idx="3353">
                  <c:v>41228</c:v>
                </c:pt>
                <c:pt idx="3354">
                  <c:v>41227</c:v>
                </c:pt>
                <c:pt idx="3355">
                  <c:v>41226</c:v>
                </c:pt>
                <c:pt idx="3356">
                  <c:v>41225</c:v>
                </c:pt>
                <c:pt idx="3357">
                  <c:v>41222</c:v>
                </c:pt>
                <c:pt idx="3358">
                  <c:v>41221</c:v>
                </c:pt>
                <c:pt idx="3359">
                  <c:v>41220</c:v>
                </c:pt>
                <c:pt idx="3360">
                  <c:v>41219</c:v>
                </c:pt>
                <c:pt idx="3361">
                  <c:v>41218</c:v>
                </c:pt>
                <c:pt idx="3362">
                  <c:v>41215</c:v>
                </c:pt>
                <c:pt idx="3363">
                  <c:v>41214</c:v>
                </c:pt>
                <c:pt idx="3364">
                  <c:v>41213</c:v>
                </c:pt>
                <c:pt idx="3365">
                  <c:v>41212</c:v>
                </c:pt>
                <c:pt idx="3366">
                  <c:v>41211</c:v>
                </c:pt>
                <c:pt idx="3367">
                  <c:v>41208</c:v>
                </c:pt>
                <c:pt idx="3368">
                  <c:v>41207</c:v>
                </c:pt>
                <c:pt idx="3369">
                  <c:v>41206</c:v>
                </c:pt>
                <c:pt idx="3370">
                  <c:v>41205</c:v>
                </c:pt>
                <c:pt idx="3371">
                  <c:v>41204</c:v>
                </c:pt>
                <c:pt idx="3372">
                  <c:v>41201</c:v>
                </c:pt>
                <c:pt idx="3373">
                  <c:v>41200</c:v>
                </c:pt>
                <c:pt idx="3374">
                  <c:v>41199</c:v>
                </c:pt>
                <c:pt idx="3375">
                  <c:v>41198</c:v>
                </c:pt>
                <c:pt idx="3376">
                  <c:v>41197</c:v>
                </c:pt>
                <c:pt idx="3377">
                  <c:v>41194</c:v>
                </c:pt>
                <c:pt idx="3378">
                  <c:v>41193</c:v>
                </c:pt>
                <c:pt idx="3379">
                  <c:v>41192</c:v>
                </c:pt>
                <c:pt idx="3380">
                  <c:v>41191</c:v>
                </c:pt>
                <c:pt idx="3381">
                  <c:v>41190</c:v>
                </c:pt>
                <c:pt idx="3382">
                  <c:v>41187</c:v>
                </c:pt>
                <c:pt idx="3383">
                  <c:v>41186</c:v>
                </c:pt>
                <c:pt idx="3384">
                  <c:v>41184</c:v>
                </c:pt>
                <c:pt idx="3385">
                  <c:v>41180</c:v>
                </c:pt>
                <c:pt idx="3386">
                  <c:v>41179</c:v>
                </c:pt>
                <c:pt idx="3387">
                  <c:v>41178</c:v>
                </c:pt>
                <c:pt idx="3388">
                  <c:v>41177</c:v>
                </c:pt>
                <c:pt idx="3389">
                  <c:v>41176</c:v>
                </c:pt>
                <c:pt idx="3390">
                  <c:v>41173</c:v>
                </c:pt>
                <c:pt idx="3391">
                  <c:v>41172</c:v>
                </c:pt>
                <c:pt idx="3392">
                  <c:v>41171</c:v>
                </c:pt>
                <c:pt idx="3393">
                  <c:v>41170</c:v>
                </c:pt>
                <c:pt idx="3394">
                  <c:v>41169</c:v>
                </c:pt>
                <c:pt idx="3395">
                  <c:v>41166</c:v>
                </c:pt>
                <c:pt idx="3396">
                  <c:v>41165</c:v>
                </c:pt>
                <c:pt idx="3397">
                  <c:v>41164</c:v>
                </c:pt>
                <c:pt idx="3398">
                  <c:v>41163</c:v>
                </c:pt>
                <c:pt idx="3399">
                  <c:v>41162</c:v>
                </c:pt>
                <c:pt idx="3400">
                  <c:v>41159</c:v>
                </c:pt>
                <c:pt idx="3401">
                  <c:v>41158</c:v>
                </c:pt>
                <c:pt idx="3402">
                  <c:v>41157</c:v>
                </c:pt>
                <c:pt idx="3403">
                  <c:v>41156</c:v>
                </c:pt>
                <c:pt idx="3404">
                  <c:v>41155</c:v>
                </c:pt>
                <c:pt idx="3405">
                  <c:v>41152</c:v>
                </c:pt>
                <c:pt idx="3406">
                  <c:v>41151</c:v>
                </c:pt>
                <c:pt idx="3407">
                  <c:v>41150</c:v>
                </c:pt>
                <c:pt idx="3408">
                  <c:v>41149</c:v>
                </c:pt>
                <c:pt idx="3409">
                  <c:v>41148</c:v>
                </c:pt>
                <c:pt idx="3410">
                  <c:v>41145</c:v>
                </c:pt>
                <c:pt idx="3411">
                  <c:v>41144</c:v>
                </c:pt>
                <c:pt idx="3412">
                  <c:v>41143</c:v>
                </c:pt>
                <c:pt idx="3413">
                  <c:v>41142</c:v>
                </c:pt>
                <c:pt idx="3414">
                  <c:v>41141</c:v>
                </c:pt>
                <c:pt idx="3415">
                  <c:v>41138</c:v>
                </c:pt>
                <c:pt idx="3416">
                  <c:v>41137</c:v>
                </c:pt>
                <c:pt idx="3417">
                  <c:v>41135</c:v>
                </c:pt>
                <c:pt idx="3418">
                  <c:v>41134</c:v>
                </c:pt>
                <c:pt idx="3419">
                  <c:v>41131</c:v>
                </c:pt>
                <c:pt idx="3420">
                  <c:v>41130</c:v>
                </c:pt>
                <c:pt idx="3421">
                  <c:v>41129</c:v>
                </c:pt>
                <c:pt idx="3422">
                  <c:v>41128</c:v>
                </c:pt>
                <c:pt idx="3423">
                  <c:v>41127</c:v>
                </c:pt>
                <c:pt idx="3424">
                  <c:v>41124</c:v>
                </c:pt>
                <c:pt idx="3425">
                  <c:v>41123</c:v>
                </c:pt>
                <c:pt idx="3426">
                  <c:v>41122</c:v>
                </c:pt>
                <c:pt idx="3427">
                  <c:v>41121</c:v>
                </c:pt>
                <c:pt idx="3428">
                  <c:v>41120</c:v>
                </c:pt>
                <c:pt idx="3429">
                  <c:v>41117</c:v>
                </c:pt>
                <c:pt idx="3430">
                  <c:v>41116</c:v>
                </c:pt>
                <c:pt idx="3431">
                  <c:v>41115</c:v>
                </c:pt>
                <c:pt idx="3432">
                  <c:v>41114</c:v>
                </c:pt>
                <c:pt idx="3433">
                  <c:v>41113</c:v>
                </c:pt>
                <c:pt idx="3434">
                  <c:v>41110</c:v>
                </c:pt>
                <c:pt idx="3435">
                  <c:v>41109</c:v>
                </c:pt>
                <c:pt idx="3436">
                  <c:v>41108</c:v>
                </c:pt>
                <c:pt idx="3437">
                  <c:v>41107</c:v>
                </c:pt>
                <c:pt idx="3438">
                  <c:v>41106</c:v>
                </c:pt>
                <c:pt idx="3439">
                  <c:v>41103</c:v>
                </c:pt>
                <c:pt idx="3440">
                  <c:v>41102</c:v>
                </c:pt>
                <c:pt idx="3441">
                  <c:v>41101</c:v>
                </c:pt>
                <c:pt idx="3442">
                  <c:v>41100</c:v>
                </c:pt>
                <c:pt idx="3443">
                  <c:v>41099</c:v>
                </c:pt>
                <c:pt idx="3444">
                  <c:v>41096</c:v>
                </c:pt>
                <c:pt idx="3445">
                  <c:v>41095</c:v>
                </c:pt>
                <c:pt idx="3446">
                  <c:v>41094</c:v>
                </c:pt>
                <c:pt idx="3447">
                  <c:v>41093</c:v>
                </c:pt>
                <c:pt idx="3448">
                  <c:v>41092</c:v>
                </c:pt>
                <c:pt idx="3449">
                  <c:v>41089</c:v>
                </c:pt>
                <c:pt idx="3450">
                  <c:v>41088</c:v>
                </c:pt>
                <c:pt idx="3451">
                  <c:v>41087</c:v>
                </c:pt>
                <c:pt idx="3452">
                  <c:v>41086</c:v>
                </c:pt>
                <c:pt idx="3453">
                  <c:v>41085</c:v>
                </c:pt>
                <c:pt idx="3454">
                  <c:v>41082</c:v>
                </c:pt>
                <c:pt idx="3455">
                  <c:v>41081</c:v>
                </c:pt>
                <c:pt idx="3456">
                  <c:v>41080</c:v>
                </c:pt>
                <c:pt idx="3457">
                  <c:v>41079</c:v>
                </c:pt>
                <c:pt idx="3458">
                  <c:v>41078</c:v>
                </c:pt>
                <c:pt idx="3459">
                  <c:v>41075</c:v>
                </c:pt>
                <c:pt idx="3460">
                  <c:v>41074</c:v>
                </c:pt>
                <c:pt idx="3461">
                  <c:v>41073</c:v>
                </c:pt>
                <c:pt idx="3462">
                  <c:v>41072</c:v>
                </c:pt>
                <c:pt idx="3463">
                  <c:v>41071</c:v>
                </c:pt>
                <c:pt idx="3464">
                  <c:v>41068</c:v>
                </c:pt>
                <c:pt idx="3465">
                  <c:v>41067</c:v>
                </c:pt>
                <c:pt idx="3466">
                  <c:v>41065</c:v>
                </c:pt>
                <c:pt idx="3467">
                  <c:v>41064</c:v>
                </c:pt>
                <c:pt idx="3468">
                  <c:v>41061</c:v>
                </c:pt>
                <c:pt idx="3469">
                  <c:v>41060</c:v>
                </c:pt>
                <c:pt idx="3470">
                  <c:v>41059</c:v>
                </c:pt>
                <c:pt idx="3471">
                  <c:v>41058</c:v>
                </c:pt>
                <c:pt idx="3472">
                  <c:v>41054</c:v>
                </c:pt>
                <c:pt idx="3473">
                  <c:v>41053</c:v>
                </c:pt>
                <c:pt idx="3474">
                  <c:v>41052</c:v>
                </c:pt>
                <c:pt idx="3475">
                  <c:v>41051</c:v>
                </c:pt>
                <c:pt idx="3476">
                  <c:v>41050</c:v>
                </c:pt>
                <c:pt idx="3477">
                  <c:v>41047</c:v>
                </c:pt>
                <c:pt idx="3478">
                  <c:v>41046</c:v>
                </c:pt>
                <c:pt idx="3479">
                  <c:v>41045</c:v>
                </c:pt>
                <c:pt idx="3480">
                  <c:v>41044</c:v>
                </c:pt>
                <c:pt idx="3481">
                  <c:v>41043</c:v>
                </c:pt>
                <c:pt idx="3482">
                  <c:v>41040</c:v>
                </c:pt>
                <c:pt idx="3483">
                  <c:v>41039</c:v>
                </c:pt>
                <c:pt idx="3484">
                  <c:v>41038</c:v>
                </c:pt>
                <c:pt idx="3485">
                  <c:v>41037</c:v>
                </c:pt>
                <c:pt idx="3486">
                  <c:v>41036</c:v>
                </c:pt>
                <c:pt idx="3487">
                  <c:v>41033</c:v>
                </c:pt>
                <c:pt idx="3488">
                  <c:v>41032</c:v>
                </c:pt>
                <c:pt idx="3489">
                  <c:v>41031</c:v>
                </c:pt>
                <c:pt idx="3490">
                  <c:v>41029</c:v>
                </c:pt>
                <c:pt idx="3491">
                  <c:v>41026</c:v>
                </c:pt>
                <c:pt idx="3492">
                  <c:v>41025</c:v>
                </c:pt>
                <c:pt idx="3493">
                  <c:v>41024</c:v>
                </c:pt>
                <c:pt idx="3494">
                  <c:v>41023</c:v>
                </c:pt>
                <c:pt idx="3495">
                  <c:v>41022</c:v>
                </c:pt>
                <c:pt idx="3496">
                  <c:v>41019</c:v>
                </c:pt>
                <c:pt idx="3497">
                  <c:v>41018</c:v>
                </c:pt>
                <c:pt idx="3498">
                  <c:v>41017</c:v>
                </c:pt>
                <c:pt idx="3499">
                  <c:v>41016</c:v>
                </c:pt>
                <c:pt idx="3500">
                  <c:v>41015</c:v>
                </c:pt>
                <c:pt idx="3501">
                  <c:v>41012</c:v>
                </c:pt>
                <c:pt idx="3502">
                  <c:v>41011</c:v>
                </c:pt>
                <c:pt idx="3503">
                  <c:v>41009</c:v>
                </c:pt>
                <c:pt idx="3504">
                  <c:v>41008</c:v>
                </c:pt>
                <c:pt idx="3505">
                  <c:v>41005</c:v>
                </c:pt>
                <c:pt idx="3506">
                  <c:v>41004</c:v>
                </c:pt>
                <c:pt idx="3507">
                  <c:v>41003</c:v>
                </c:pt>
                <c:pt idx="3508">
                  <c:v>41002</c:v>
                </c:pt>
                <c:pt idx="3509">
                  <c:v>41001</c:v>
                </c:pt>
                <c:pt idx="3510">
                  <c:v>40998</c:v>
                </c:pt>
                <c:pt idx="3511">
                  <c:v>40997</c:v>
                </c:pt>
                <c:pt idx="3512">
                  <c:v>40996</c:v>
                </c:pt>
                <c:pt idx="3513">
                  <c:v>40995</c:v>
                </c:pt>
                <c:pt idx="3514">
                  <c:v>40994</c:v>
                </c:pt>
                <c:pt idx="3515">
                  <c:v>40991</c:v>
                </c:pt>
                <c:pt idx="3516">
                  <c:v>40990</c:v>
                </c:pt>
                <c:pt idx="3517">
                  <c:v>40989</c:v>
                </c:pt>
                <c:pt idx="3518">
                  <c:v>40988</c:v>
                </c:pt>
                <c:pt idx="3519">
                  <c:v>40987</c:v>
                </c:pt>
                <c:pt idx="3520">
                  <c:v>40984</c:v>
                </c:pt>
                <c:pt idx="3521">
                  <c:v>40983</c:v>
                </c:pt>
                <c:pt idx="3522">
                  <c:v>40982</c:v>
                </c:pt>
                <c:pt idx="3523">
                  <c:v>40981</c:v>
                </c:pt>
                <c:pt idx="3524">
                  <c:v>40980</c:v>
                </c:pt>
                <c:pt idx="3525">
                  <c:v>40977</c:v>
                </c:pt>
                <c:pt idx="3526">
                  <c:v>40976</c:v>
                </c:pt>
                <c:pt idx="3527">
                  <c:v>40975</c:v>
                </c:pt>
                <c:pt idx="3528">
                  <c:v>40974</c:v>
                </c:pt>
                <c:pt idx="3529">
                  <c:v>40973</c:v>
                </c:pt>
                <c:pt idx="3530">
                  <c:v>40970</c:v>
                </c:pt>
                <c:pt idx="3531">
                  <c:v>40968</c:v>
                </c:pt>
                <c:pt idx="3532">
                  <c:v>40967</c:v>
                </c:pt>
                <c:pt idx="3533">
                  <c:v>40966</c:v>
                </c:pt>
                <c:pt idx="3534">
                  <c:v>40963</c:v>
                </c:pt>
                <c:pt idx="3535">
                  <c:v>40962</c:v>
                </c:pt>
                <c:pt idx="3536">
                  <c:v>40961</c:v>
                </c:pt>
                <c:pt idx="3537">
                  <c:v>40960</c:v>
                </c:pt>
                <c:pt idx="3538">
                  <c:v>40959</c:v>
                </c:pt>
                <c:pt idx="3539">
                  <c:v>40956</c:v>
                </c:pt>
                <c:pt idx="3540">
                  <c:v>40955</c:v>
                </c:pt>
                <c:pt idx="3541">
                  <c:v>40954</c:v>
                </c:pt>
                <c:pt idx="3542">
                  <c:v>40953</c:v>
                </c:pt>
                <c:pt idx="3543">
                  <c:v>40952</c:v>
                </c:pt>
                <c:pt idx="3544">
                  <c:v>40949</c:v>
                </c:pt>
                <c:pt idx="3545">
                  <c:v>40948</c:v>
                </c:pt>
                <c:pt idx="3546">
                  <c:v>40947</c:v>
                </c:pt>
                <c:pt idx="3547">
                  <c:v>40946</c:v>
                </c:pt>
                <c:pt idx="3548">
                  <c:v>40945</c:v>
                </c:pt>
                <c:pt idx="3549">
                  <c:v>40942</c:v>
                </c:pt>
                <c:pt idx="3550">
                  <c:v>40941</c:v>
                </c:pt>
                <c:pt idx="3551">
                  <c:v>40940</c:v>
                </c:pt>
                <c:pt idx="3552">
                  <c:v>40939</c:v>
                </c:pt>
                <c:pt idx="3553">
                  <c:v>40938</c:v>
                </c:pt>
                <c:pt idx="3554">
                  <c:v>40935</c:v>
                </c:pt>
                <c:pt idx="3555">
                  <c:v>40934</c:v>
                </c:pt>
                <c:pt idx="3556">
                  <c:v>40933</c:v>
                </c:pt>
                <c:pt idx="3557">
                  <c:v>40928</c:v>
                </c:pt>
                <c:pt idx="3558">
                  <c:v>40927</c:v>
                </c:pt>
                <c:pt idx="3559">
                  <c:v>40926</c:v>
                </c:pt>
                <c:pt idx="3560">
                  <c:v>40925</c:v>
                </c:pt>
                <c:pt idx="3561">
                  <c:v>40924</c:v>
                </c:pt>
                <c:pt idx="3562">
                  <c:v>40921</c:v>
                </c:pt>
                <c:pt idx="3563">
                  <c:v>40920</c:v>
                </c:pt>
                <c:pt idx="3564">
                  <c:v>40919</c:v>
                </c:pt>
                <c:pt idx="3565">
                  <c:v>40918</c:v>
                </c:pt>
                <c:pt idx="3566">
                  <c:v>40917</c:v>
                </c:pt>
                <c:pt idx="3567">
                  <c:v>40914</c:v>
                </c:pt>
                <c:pt idx="3568">
                  <c:v>40913</c:v>
                </c:pt>
                <c:pt idx="3569">
                  <c:v>40912</c:v>
                </c:pt>
                <c:pt idx="3570">
                  <c:v>40911</c:v>
                </c:pt>
                <c:pt idx="3571">
                  <c:v>40910</c:v>
                </c:pt>
                <c:pt idx="3572">
                  <c:v>40907</c:v>
                </c:pt>
                <c:pt idx="3573">
                  <c:v>40906</c:v>
                </c:pt>
                <c:pt idx="3574">
                  <c:v>40905</c:v>
                </c:pt>
                <c:pt idx="3575">
                  <c:v>40904</c:v>
                </c:pt>
                <c:pt idx="3576">
                  <c:v>40903</c:v>
                </c:pt>
                <c:pt idx="3577">
                  <c:v>40900</c:v>
                </c:pt>
                <c:pt idx="3578">
                  <c:v>40899</c:v>
                </c:pt>
                <c:pt idx="3579">
                  <c:v>40898</c:v>
                </c:pt>
                <c:pt idx="3580">
                  <c:v>40897</c:v>
                </c:pt>
                <c:pt idx="3581">
                  <c:v>40896</c:v>
                </c:pt>
                <c:pt idx="3582">
                  <c:v>40893</c:v>
                </c:pt>
                <c:pt idx="3583">
                  <c:v>40892</c:v>
                </c:pt>
                <c:pt idx="3584">
                  <c:v>40891</c:v>
                </c:pt>
                <c:pt idx="3585">
                  <c:v>40890</c:v>
                </c:pt>
                <c:pt idx="3586">
                  <c:v>40889</c:v>
                </c:pt>
                <c:pt idx="3587">
                  <c:v>40886</c:v>
                </c:pt>
                <c:pt idx="3588">
                  <c:v>40885</c:v>
                </c:pt>
                <c:pt idx="3589">
                  <c:v>40884</c:v>
                </c:pt>
                <c:pt idx="3590">
                  <c:v>40883</c:v>
                </c:pt>
                <c:pt idx="3591">
                  <c:v>40882</c:v>
                </c:pt>
                <c:pt idx="3592">
                  <c:v>40879</c:v>
                </c:pt>
                <c:pt idx="3593">
                  <c:v>40878</c:v>
                </c:pt>
                <c:pt idx="3594">
                  <c:v>40877</c:v>
                </c:pt>
                <c:pt idx="3595">
                  <c:v>40876</c:v>
                </c:pt>
                <c:pt idx="3596">
                  <c:v>40875</c:v>
                </c:pt>
                <c:pt idx="3597">
                  <c:v>40872</c:v>
                </c:pt>
                <c:pt idx="3598">
                  <c:v>40871</c:v>
                </c:pt>
                <c:pt idx="3599">
                  <c:v>40870</c:v>
                </c:pt>
                <c:pt idx="3600">
                  <c:v>40869</c:v>
                </c:pt>
                <c:pt idx="3601">
                  <c:v>40868</c:v>
                </c:pt>
                <c:pt idx="3602">
                  <c:v>40865</c:v>
                </c:pt>
                <c:pt idx="3603">
                  <c:v>40864</c:v>
                </c:pt>
                <c:pt idx="3604">
                  <c:v>40863</c:v>
                </c:pt>
                <c:pt idx="3605">
                  <c:v>40862</c:v>
                </c:pt>
                <c:pt idx="3606">
                  <c:v>40861</c:v>
                </c:pt>
                <c:pt idx="3607">
                  <c:v>40858</c:v>
                </c:pt>
                <c:pt idx="3608">
                  <c:v>40857</c:v>
                </c:pt>
                <c:pt idx="3609">
                  <c:v>40856</c:v>
                </c:pt>
                <c:pt idx="3610">
                  <c:v>40855</c:v>
                </c:pt>
                <c:pt idx="3611">
                  <c:v>40854</c:v>
                </c:pt>
                <c:pt idx="3612">
                  <c:v>40851</c:v>
                </c:pt>
                <c:pt idx="3613">
                  <c:v>40850</c:v>
                </c:pt>
                <c:pt idx="3614">
                  <c:v>40849</c:v>
                </c:pt>
                <c:pt idx="3615">
                  <c:v>40848</c:v>
                </c:pt>
                <c:pt idx="3616">
                  <c:v>40847</c:v>
                </c:pt>
                <c:pt idx="3617">
                  <c:v>40844</c:v>
                </c:pt>
                <c:pt idx="3618">
                  <c:v>40843</c:v>
                </c:pt>
                <c:pt idx="3619">
                  <c:v>40842</c:v>
                </c:pt>
                <c:pt idx="3620">
                  <c:v>40841</c:v>
                </c:pt>
                <c:pt idx="3621">
                  <c:v>40840</c:v>
                </c:pt>
                <c:pt idx="3622">
                  <c:v>40837</c:v>
                </c:pt>
                <c:pt idx="3623">
                  <c:v>40836</c:v>
                </c:pt>
                <c:pt idx="3624">
                  <c:v>40835</c:v>
                </c:pt>
                <c:pt idx="3625">
                  <c:v>40834</c:v>
                </c:pt>
                <c:pt idx="3626">
                  <c:v>40833</c:v>
                </c:pt>
                <c:pt idx="3627">
                  <c:v>40830</c:v>
                </c:pt>
                <c:pt idx="3628">
                  <c:v>40829</c:v>
                </c:pt>
                <c:pt idx="3629">
                  <c:v>40828</c:v>
                </c:pt>
                <c:pt idx="3630">
                  <c:v>40827</c:v>
                </c:pt>
                <c:pt idx="3631">
                  <c:v>40826</c:v>
                </c:pt>
                <c:pt idx="3632">
                  <c:v>40823</c:v>
                </c:pt>
                <c:pt idx="3633">
                  <c:v>40822</c:v>
                </c:pt>
                <c:pt idx="3634">
                  <c:v>40821</c:v>
                </c:pt>
                <c:pt idx="3635">
                  <c:v>40820</c:v>
                </c:pt>
                <c:pt idx="3636">
                  <c:v>40816</c:v>
                </c:pt>
                <c:pt idx="3637">
                  <c:v>40815</c:v>
                </c:pt>
                <c:pt idx="3638">
                  <c:v>40814</c:v>
                </c:pt>
                <c:pt idx="3639">
                  <c:v>40813</c:v>
                </c:pt>
                <c:pt idx="3640">
                  <c:v>40812</c:v>
                </c:pt>
                <c:pt idx="3641">
                  <c:v>40809</c:v>
                </c:pt>
                <c:pt idx="3642">
                  <c:v>40808</c:v>
                </c:pt>
                <c:pt idx="3643">
                  <c:v>40807</c:v>
                </c:pt>
                <c:pt idx="3644">
                  <c:v>40806</c:v>
                </c:pt>
                <c:pt idx="3645">
                  <c:v>40805</c:v>
                </c:pt>
                <c:pt idx="3646">
                  <c:v>40802</c:v>
                </c:pt>
                <c:pt idx="3647">
                  <c:v>40801</c:v>
                </c:pt>
                <c:pt idx="3648">
                  <c:v>40800</c:v>
                </c:pt>
                <c:pt idx="3649">
                  <c:v>40795</c:v>
                </c:pt>
                <c:pt idx="3650">
                  <c:v>40794</c:v>
                </c:pt>
                <c:pt idx="3651">
                  <c:v>40793</c:v>
                </c:pt>
                <c:pt idx="3652">
                  <c:v>40792</c:v>
                </c:pt>
                <c:pt idx="3653">
                  <c:v>40791</c:v>
                </c:pt>
                <c:pt idx="3654">
                  <c:v>40788</c:v>
                </c:pt>
                <c:pt idx="3655">
                  <c:v>40787</c:v>
                </c:pt>
                <c:pt idx="3656">
                  <c:v>40786</c:v>
                </c:pt>
                <c:pt idx="3657">
                  <c:v>40785</c:v>
                </c:pt>
                <c:pt idx="3658">
                  <c:v>40784</c:v>
                </c:pt>
                <c:pt idx="3659">
                  <c:v>40781</c:v>
                </c:pt>
                <c:pt idx="3660">
                  <c:v>40780</c:v>
                </c:pt>
                <c:pt idx="3661">
                  <c:v>40779</c:v>
                </c:pt>
                <c:pt idx="3662">
                  <c:v>40778</c:v>
                </c:pt>
                <c:pt idx="3663">
                  <c:v>40777</c:v>
                </c:pt>
                <c:pt idx="3664">
                  <c:v>40774</c:v>
                </c:pt>
                <c:pt idx="3665">
                  <c:v>40773</c:v>
                </c:pt>
                <c:pt idx="3666">
                  <c:v>40772</c:v>
                </c:pt>
                <c:pt idx="3667">
                  <c:v>40771</c:v>
                </c:pt>
                <c:pt idx="3668">
                  <c:v>40767</c:v>
                </c:pt>
                <c:pt idx="3669">
                  <c:v>40766</c:v>
                </c:pt>
                <c:pt idx="3670">
                  <c:v>40765</c:v>
                </c:pt>
                <c:pt idx="3671">
                  <c:v>40764</c:v>
                </c:pt>
                <c:pt idx="3672">
                  <c:v>40763</c:v>
                </c:pt>
                <c:pt idx="3673">
                  <c:v>40760</c:v>
                </c:pt>
                <c:pt idx="3674">
                  <c:v>40759</c:v>
                </c:pt>
                <c:pt idx="3675">
                  <c:v>40758</c:v>
                </c:pt>
                <c:pt idx="3676">
                  <c:v>40757</c:v>
                </c:pt>
                <c:pt idx="3677">
                  <c:v>40756</c:v>
                </c:pt>
                <c:pt idx="3678">
                  <c:v>40753</c:v>
                </c:pt>
                <c:pt idx="3679">
                  <c:v>40752</c:v>
                </c:pt>
                <c:pt idx="3680">
                  <c:v>40751</c:v>
                </c:pt>
                <c:pt idx="3681">
                  <c:v>40750</c:v>
                </c:pt>
                <c:pt idx="3682">
                  <c:v>40749</c:v>
                </c:pt>
                <c:pt idx="3683">
                  <c:v>40746</c:v>
                </c:pt>
                <c:pt idx="3684">
                  <c:v>40745</c:v>
                </c:pt>
                <c:pt idx="3685">
                  <c:v>40744</c:v>
                </c:pt>
                <c:pt idx="3686">
                  <c:v>40743</c:v>
                </c:pt>
                <c:pt idx="3687">
                  <c:v>40742</c:v>
                </c:pt>
                <c:pt idx="3688">
                  <c:v>40739</c:v>
                </c:pt>
                <c:pt idx="3689">
                  <c:v>40738</c:v>
                </c:pt>
                <c:pt idx="3690">
                  <c:v>40737</c:v>
                </c:pt>
                <c:pt idx="3691">
                  <c:v>40736</c:v>
                </c:pt>
                <c:pt idx="3692">
                  <c:v>40735</c:v>
                </c:pt>
                <c:pt idx="3693">
                  <c:v>40732</c:v>
                </c:pt>
                <c:pt idx="3694">
                  <c:v>40731</c:v>
                </c:pt>
                <c:pt idx="3695">
                  <c:v>40730</c:v>
                </c:pt>
                <c:pt idx="3696">
                  <c:v>40729</c:v>
                </c:pt>
                <c:pt idx="3697">
                  <c:v>40728</c:v>
                </c:pt>
                <c:pt idx="3698">
                  <c:v>40725</c:v>
                </c:pt>
                <c:pt idx="3699">
                  <c:v>40724</c:v>
                </c:pt>
                <c:pt idx="3700">
                  <c:v>40723</c:v>
                </c:pt>
                <c:pt idx="3701">
                  <c:v>40722</c:v>
                </c:pt>
                <c:pt idx="3702">
                  <c:v>40721</c:v>
                </c:pt>
                <c:pt idx="3703">
                  <c:v>40718</c:v>
                </c:pt>
                <c:pt idx="3704">
                  <c:v>40717</c:v>
                </c:pt>
                <c:pt idx="3705">
                  <c:v>40716</c:v>
                </c:pt>
                <c:pt idx="3706">
                  <c:v>40715</c:v>
                </c:pt>
                <c:pt idx="3707">
                  <c:v>40714</c:v>
                </c:pt>
                <c:pt idx="3708">
                  <c:v>40711</c:v>
                </c:pt>
                <c:pt idx="3709">
                  <c:v>40710</c:v>
                </c:pt>
                <c:pt idx="3710">
                  <c:v>40709</c:v>
                </c:pt>
                <c:pt idx="3711">
                  <c:v>40708</c:v>
                </c:pt>
                <c:pt idx="3712">
                  <c:v>40707</c:v>
                </c:pt>
                <c:pt idx="3713">
                  <c:v>40704</c:v>
                </c:pt>
                <c:pt idx="3714">
                  <c:v>40703</c:v>
                </c:pt>
                <c:pt idx="3715">
                  <c:v>40702</c:v>
                </c:pt>
                <c:pt idx="3716">
                  <c:v>40701</c:v>
                </c:pt>
                <c:pt idx="3717">
                  <c:v>40697</c:v>
                </c:pt>
                <c:pt idx="3718">
                  <c:v>40696</c:v>
                </c:pt>
                <c:pt idx="3719">
                  <c:v>40695</c:v>
                </c:pt>
                <c:pt idx="3720">
                  <c:v>40694</c:v>
                </c:pt>
                <c:pt idx="3721">
                  <c:v>40693</c:v>
                </c:pt>
                <c:pt idx="3722">
                  <c:v>40690</c:v>
                </c:pt>
                <c:pt idx="3723">
                  <c:v>40689</c:v>
                </c:pt>
                <c:pt idx="3724">
                  <c:v>40688</c:v>
                </c:pt>
                <c:pt idx="3725">
                  <c:v>40687</c:v>
                </c:pt>
                <c:pt idx="3726">
                  <c:v>40686</c:v>
                </c:pt>
                <c:pt idx="3727">
                  <c:v>40683</c:v>
                </c:pt>
                <c:pt idx="3728">
                  <c:v>40682</c:v>
                </c:pt>
                <c:pt idx="3729">
                  <c:v>40681</c:v>
                </c:pt>
                <c:pt idx="3730">
                  <c:v>40680</c:v>
                </c:pt>
                <c:pt idx="3731">
                  <c:v>40679</c:v>
                </c:pt>
                <c:pt idx="3732">
                  <c:v>40676</c:v>
                </c:pt>
                <c:pt idx="3733">
                  <c:v>40675</c:v>
                </c:pt>
                <c:pt idx="3734">
                  <c:v>40674</c:v>
                </c:pt>
                <c:pt idx="3735">
                  <c:v>40672</c:v>
                </c:pt>
                <c:pt idx="3736">
                  <c:v>40669</c:v>
                </c:pt>
                <c:pt idx="3737">
                  <c:v>40667</c:v>
                </c:pt>
                <c:pt idx="3738">
                  <c:v>40666</c:v>
                </c:pt>
                <c:pt idx="3739">
                  <c:v>40665</c:v>
                </c:pt>
                <c:pt idx="3740">
                  <c:v>40662</c:v>
                </c:pt>
                <c:pt idx="3741">
                  <c:v>40661</c:v>
                </c:pt>
                <c:pt idx="3742">
                  <c:v>40660</c:v>
                </c:pt>
                <c:pt idx="3743">
                  <c:v>40659</c:v>
                </c:pt>
                <c:pt idx="3744">
                  <c:v>40658</c:v>
                </c:pt>
                <c:pt idx="3745">
                  <c:v>40655</c:v>
                </c:pt>
                <c:pt idx="3746">
                  <c:v>40654</c:v>
                </c:pt>
                <c:pt idx="3747">
                  <c:v>40653</c:v>
                </c:pt>
                <c:pt idx="3748">
                  <c:v>40652</c:v>
                </c:pt>
                <c:pt idx="3749">
                  <c:v>40651</c:v>
                </c:pt>
                <c:pt idx="3750">
                  <c:v>40648</c:v>
                </c:pt>
                <c:pt idx="3751">
                  <c:v>40647</c:v>
                </c:pt>
                <c:pt idx="3752">
                  <c:v>40646</c:v>
                </c:pt>
                <c:pt idx="3753">
                  <c:v>40645</c:v>
                </c:pt>
                <c:pt idx="3754">
                  <c:v>40644</c:v>
                </c:pt>
                <c:pt idx="3755">
                  <c:v>40641</c:v>
                </c:pt>
                <c:pt idx="3756">
                  <c:v>40640</c:v>
                </c:pt>
                <c:pt idx="3757">
                  <c:v>40639</c:v>
                </c:pt>
                <c:pt idx="3758">
                  <c:v>40638</c:v>
                </c:pt>
                <c:pt idx="3759">
                  <c:v>40637</c:v>
                </c:pt>
                <c:pt idx="3760">
                  <c:v>40634</c:v>
                </c:pt>
                <c:pt idx="3761">
                  <c:v>40633</c:v>
                </c:pt>
                <c:pt idx="3762">
                  <c:v>40632</c:v>
                </c:pt>
                <c:pt idx="3763">
                  <c:v>40631</c:v>
                </c:pt>
                <c:pt idx="3764">
                  <c:v>40630</c:v>
                </c:pt>
                <c:pt idx="3765">
                  <c:v>40627</c:v>
                </c:pt>
                <c:pt idx="3766">
                  <c:v>40626</c:v>
                </c:pt>
                <c:pt idx="3767">
                  <c:v>40625</c:v>
                </c:pt>
                <c:pt idx="3768">
                  <c:v>40624</c:v>
                </c:pt>
                <c:pt idx="3769">
                  <c:v>40623</c:v>
                </c:pt>
                <c:pt idx="3770">
                  <c:v>40620</c:v>
                </c:pt>
                <c:pt idx="3771">
                  <c:v>40619</c:v>
                </c:pt>
                <c:pt idx="3772">
                  <c:v>40618</c:v>
                </c:pt>
                <c:pt idx="3773">
                  <c:v>40617</c:v>
                </c:pt>
                <c:pt idx="3774">
                  <c:v>40616</c:v>
                </c:pt>
                <c:pt idx="3775">
                  <c:v>40613</c:v>
                </c:pt>
                <c:pt idx="3776">
                  <c:v>40612</c:v>
                </c:pt>
                <c:pt idx="3777">
                  <c:v>40611</c:v>
                </c:pt>
                <c:pt idx="3778">
                  <c:v>40610</c:v>
                </c:pt>
                <c:pt idx="3779">
                  <c:v>40609</c:v>
                </c:pt>
                <c:pt idx="3780">
                  <c:v>40606</c:v>
                </c:pt>
                <c:pt idx="3781">
                  <c:v>40605</c:v>
                </c:pt>
                <c:pt idx="3782">
                  <c:v>40604</c:v>
                </c:pt>
                <c:pt idx="3783">
                  <c:v>40602</c:v>
                </c:pt>
                <c:pt idx="3784">
                  <c:v>40599</c:v>
                </c:pt>
                <c:pt idx="3785">
                  <c:v>40598</c:v>
                </c:pt>
                <c:pt idx="3786">
                  <c:v>40597</c:v>
                </c:pt>
                <c:pt idx="3787">
                  <c:v>40596</c:v>
                </c:pt>
                <c:pt idx="3788">
                  <c:v>40595</c:v>
                </c:pt>
                <c:pt idx="3789">
                  <c:v>40592</c:v>
                </c:pt>
                <c:pt idx="3790">
                  <c:v>40591</c:v>
                </c:pt>
                <c:pt idx="3791">
                  <c:v>40590</c:v>
                </c:pt>
                <c:pt idx="3792">
                  <c:v>40589</c:v>
                </c:pt>
                <c:pt idx="3793">
                  <c:v>40588</c:v>
                </c:pt>
                <c:pt idx="3794">
                  <c:v>40585</c:v>
                </c:pt>
                <c:pt idx="3795">
                  <c:v>40584</c:v>
                </c:pt>
                <c:pt idx="3796">
                  <c:v>40583</c:v>
                </c:pt>
                <c:pt idx="3797">
                  <c:v>40582</c:v>
                </c:pt>
                <c:pt idx="3798">
                  <c:v>40581</c:v>
                </c:pt>
                <c:pt idx="3799">
                  <c:v>40575</c:v>
                </c:pt>
                <c:pt idx="3800">
                  <c:v>40574</c:v>
                </c:pt>
                <c:pt idx="3801">
                  <c:v>40571</c:v>
                </c:pt>
                <c:pt idx="3802">
                  <c:v>40570</c:v>
                </c:pt>
                <c:pt idx="3803">
                  <c:v>40569</c:v>
                </c:pt>
                <c:pt idx="3804">
                  <c:v>40568</c:v>
                </c:pt>
                <c:pt idx="3805">
                  <c:v>40567</c:v>
                </c:pt>
                <c:pt idx="3806">
                  <c:v>40564</c:v>
                </c:pt>
                <c:pt idx="3807">
                  <c:v>40563</c:v>
                </c:pt>
                <c:pt idx="3808">
                  <c:v>40562</c:v>
                </c:pt>
                <c:pt idx="3809">
                  <c:v>40561</c:v>
                </c:pt>
                <c:pt idx="3810">
                  <c:v>40560</c:v>
                </c:pt>
                <c:pt idx="3811">
                  <c:v>40557</c:v>
                </c:pt>
                <c:pt idx="3812">
                  <c:v>40556</c:v>
                </c:pt>
                <c:pt idx="3813">
                  <c:v>40555</c:v>
                </c:pt>
                <c:pt idx="3814">
                  <c:v>40554</c:v>
                </c:pt>
                <c:pt idx="3815">
                  <c:v>40553</c:v>
                </c:pt>
                <c:pt idx="3816">
                  <c:v>40550</c:v>
                </c:pt>
                <c:pt idx="3817">
                  <c:v>40549</c:v>
                </c:pt>
                <c:pt idx="3818">
                  <c:v>40548</c:v>
                </c:pt>
                <c:pt idx="3819">
                  <c:v>40547</c:v>
                </c:pt>
                <c:pt idx="3820">
                  <c:v>40546</c:v>
                </c:pt>
                <c:pt idx="3821">
                  <c:v>40543</c:v>
                </c:pt>
                <c:pt idx="3822">
                  <c:v>40542</c:v>
                </c:pt>
                <c:pt idx="3823">
                  <c:v>40541</c:v>
                </c:pt>
                <c:pt idx="3824">
                  <c:v>40540</c:v>
                </c:pt>
                <c:pt idx="3825">
                  <c:v>40539</c:v>
                </c:pt>
                <c:pt idx="3826">
                  <c:v>40536</c:v>
                </c:pt>
                <c:pt idx="3827">
                  <c:v>40535</c:v>
                </c:pt>
                <c:pt idx="3828">
                  <c:v>40534</c:v>
                </c:pt>
                <c:pt idx="3829">
                  <c:v>40533</c:v>
                </c:pt>
                <c:pt idx="3830">
                  <c:v>40532</c:v>
                </c:pt>
                <c:pt idx="3831">
                  <c:v>40529</c:v>
                </c:pt>
                <c:pt idx="3832">
                  <c:v>40528</c:v>
                </c:pt>
                <c:pt idx="3833">
                  <c:v>40527</c:v>
                </c:pt>
                <c:pt idx="3834">
                  <c:v>40526</c:v>
                </c:pt>
                <c:pt idx="3835">
                  <c:v>40525</c:v>
                </c:pt>
                <c:pt idx="3836">
                  <c:v>40522</c:v>
                </c:pt>
                <c:pt idx="3837">
                  <c:v>40521</c:v>
                </c:pt>
                <c:pt idx="3838">
                  <c:v>40520</c:v>
                </c:pt>
                <c:pt idx="3839">
                  <c:v>40519</c:v>
                </c:pt>
                <c:pt idx="3840">
                  <c:v>40518</c:v>
                </c:pt>
                <c:pt idx="3841">
                  <c:v>40515</c:v>
                </c:pt>
                <c:pt idx="3842">
                  <c:v>40514</c:v>
                </c:pt>
                <c:pt idx="3843">
                  <c:v>40513</c:v>
                </c:pt>
                <c:pt idx="3844">
                  <c:v>40512</c:v>
                </c:pt>
                <c:pt idx="3845">
                  <c:v>40511</c:v>
                </c:pt>
                <c:pt idx="3846">
                  <c:v>40508</c:v>
                </c:pt>
                <c:pt idx="3847">
                  <c:v>40507</c:v>
                </c:pt>
                <c:pt idx="3848">
                  <c:v>40506</c:v>
                </c:pt>
                <c:pt idx="3849">
                  <c:v>40505</c:v>
                </c:pt>
                <c:pt idx="3850">
                  <c:v>40504</c:v>
                </c:pt>
                <c:pt idx="3851">
                  <c:v>40501</c:v>
                </c:pt>
                <c:pt idx="3852">
                  <c:v>40500</c:v>
                </c:pt>
                <c:pt idx="3853">
                  <c:v>40499</c:v>
                </c:pt>
                <c:pt idx="3854">
                  <c:v>40498</c:v>
                </c:pt>
                <c:pt idx="3855">
                  <c:v>40497</c:v>
                </c:pt>
                <c:pt idx="3856">
                  <c:v>40494</c:v>
                </c:pt>
                <c:pt idx="3857">
                  <c:v>40493</c:v>
                </c:pt>
                <c:pt idx="3858">
                  <c:v>40492</c:v>
                </c:pt>
                <c:pt idx="3859">
                  <c:v>40491</c:v>
                </c:pt>
                <c:pt idx="3860">
                  <c:v>40490</c:v>
                </c:pt>
                <c:pt idx="3861">
                  <c:v>40487</c:v>
                </c:pt>
                <c:pt idx="3862">
                  <c:v>40486</c:v>
                </c:pt>
                <c:pt idx="3863">
                  <c:v>40485</c:v>
                </c:pt>
                <c:pt idx="3864">
                  <c:v>40484</c:v>
                </c:pt>
                <c:pt idx="3865">
                  <c:v>40483</c:v>
                </c:pt>
                <c:pt idx="3866">
                  <c:v>40480</c:v>
                </c:pt>
                <c:pt idx="3867">
                  <c:v>40479</c:v>
                </c:pt>
                <c:pt idx="3868">
                  <c:v>40478</c:v>
                </c:pt>
                <c:pt idx="3869">
                  <c:v>40477</c:v>
                </c:pt>
                <c:pt idx="3870">
                  <c:v>40476</c:v>
                </c:pt>
                <c:pt idx="3871">
                  <c:v>40473</c:v>
                </c:pt>
                <c:pt idx="3872">
                  <c:v>40472</c:v>
                </c:pt>
                <c:pt idx="3873">
                  <c:v>40471</c:v>
                </c:pt>
                <c:pt idx="3874">
                  <c:v>40470</c:v>
                </c:pt>
                <c:pt idx="3875">
                  <c:v>40469</c:v>
                </c:pt>
                <c:pt idx="3876">
                  <c:v>40466</c:v>
                </c:pt>
                <c:pt idx="3877">
                  <c:v>40465</c:v>
                </c:pt>
                <c:pt idx="3878">
                  <c:v>40464</c:v>
                </c:pt>
                <c:pt idx="3879">
                  <c:v>40463</c:v>
                </c:pt>
                <c:pt idx="3880">
                  <c:v>40462</c:v>
                </c:pt>
                <c:pt idx="3881">
                  <c:v>40459</c:v>
                </c:pt>
                <c:pt idx="3882">
                  <c:v>40458</c:v>
                </c:pt>
                <c:pt idx="3883">
                  <c:v>40457</c:v>
                </c:pt>
                <c:pt idx="3884">
                  <c:v>40456</c:v>
                </c:pt>
                <c:pt idx="3885">
                  <c:v>40455</c:v>
                </c:pt>
                <c:pt idx="3886">
                  <c:v>40452</c:v>
                </c:pt>
                <c:pt idx="3887">
                  <c:v>40451</c:v>
                </c:pt>
                <c:pt idx="3888">
                  <c:v>40450</c:v>
                </c:pt>
                <c:pt idx="3889">
                  <c:v>40449</c:v>
                </c:pt>
                <c:pt idx="3890">
                  <c:v>40448</c:v>
                </c:pt>
                <c:pt idx="3891">
                  <c:v>40445</c:v>
                </c:pt>
                <c:pt idx="3892">
                  <c:v>40441</c:v>
                </c:pt>
                <c:pt idx="3893">
                  <c:v>40438</c:v>
                </c:pt>
                <c:pt idx="3894">
                  <c:v>40437</c:v>
                </c:pt>
                <c:pt idx="3895">
                  <c:v>40436</c:v>
                </c:pt>
                <c:pt idx="3896">
                  <c:v>40435</c:v>
                </c:pt>
                <c:pt idx="3897">
                  <c:v>40434</c:v>
                </c:pt>
                <c:pt idx="3898">
                  <c:v>40431</c:v>
                </c:pt>
                <c:pt idx="3899">
                  <c:v>40430</c:v>
                </c:pt>
                <c:pt idx="3900">
                  <c:v>40429</c:v>
                </c:pt>
                <c:pt idx="3901">
                  <c:v>40428</c:v>
                </c:pt>
                <c:pt idx="3902">
                  <c:v>40427</c:v>
                </c:pt>
                <c:pt idx="3903">
                  <c:v>40424</c:v>
                </c:pt>
                <c:pt idx="3904">
                  <c:v>40423</c:v>
                </c:pt>
                <c:pt idx="3905">
                  <c:v>40422</c:v>
                </c:pt>
                <c:pt idx="3906">
                  <c:v>40421</c:v>
                </c:pt>
                <c:pt idx="3907">
                  <c:v>40420</c:v>
                </c:pt>
                <c:pt idx="3908">
                  <c:v>40417</c:v>
                </c:pt>
                <c:pt idx="3909">
                  <c:v>40416</c:v>
                </c:pt>
                <c:pt idx="3910">
                  <c:v>40415</c:v>
                </c:pt>
                <c:pt idx="3911">
                  <c:v>40414</c:v>
                </c:pt>
                <c:pt idx="3912">
                  <c:v>40413</c:v>
                </c:pt>
                <c:pt idx="3913">
                  <c:v>40410</c:v>
                </c:pt>
                <c:pt idx="3914">
                  <c:v>40409</c:v>
                </c:pt>
                <c:pt idx="3915">
                  <c:v>40408</c:v>
                </c:pt>
                <c:pt idx="3916">
                  <c:v>40407</c:v>
                </c:pt>
                <c:pt idx="3917">
                  <c:v>40406</c:v>
                </c:pt>
                <c:pt idx="3918">
                  <c:v>40403</c:v>
                </c:pt>
                <c:pt idx="3919">
                  <c:v>40402</c:v>
                </c:pt>
                <c:pt idx="3920">
                  <c:v>40401</c:v>
                </c:pt>
                <c:pt idx="3921">
                  <c:v>40400</c:v>
                </c:pt>
                <c:pt idx="3922">
                  <c:v>40399</c:v>
                </c:pt>
                <c:pt idx="3923">
                  <c:v>40396</c:v>
                </c:pt>
                <c:pt idx="3924">
                  <c:v>40395</c:v>
                </c:pt>
                <c:pt idx="3925">
                  <c:v>40394</c:v>
                </c:pt>
                <c:pt idx="3926">
                  <c:v>40393</c:v>
                </c:pt>
                <c:pt idx="3927">
                  <c:v>40392</c:v>
                </c:pt>
                <c:pt idx="3928">
                  <c:v>40389</c:v>
                </c:pt>
                <c:pt idx="3929">
                  <c:v>40388</c:v>
                </c:pt>
                <c:pt idx="3930">
                  <c:v>40387</c:v>
                </c:pt>
                <c:pt idx="3931">
                  <c:v>40386</c:v>
                </c:pt>
                <c:pt idx="3932">
                  <c:v>40385</c:v>
                </c:pt>
                <c:pt idx="3933">
                  <c:v>40382</c:v>
                </c:pt>
                <c:pt idx="3934">
                  <c:v>40381</c:v>
                </c:pt>
                <c:pt idx="3935">
                  <c:v>40380</c:v>
                </c:pt>
                <c:pt idx="3936">
                  <c:v>40379</c:v>
                </c:pt>
                <c:pt idx="3937">
                  <c:v>40378</c:v>
                </c:pt>
                <c:pt idx="3938">
                  <c:v>40375</c:v>
                </c:pt>
                <c:pt idx="3939">
                  <c:v>40374</c:v>
                </c:pt>
                <c:pt idx="3940">
                  <c:v>40373</c:v>
                </c:pt>
                <c:pt idx="3941">
                  <c:v>40372</c:v>
                </c:pt>
                <c:pt idx="3942">
                  <c:v>40371</c:v>
                </c:pt>
                <c:pt idx="3943">
                  <c:v>40368</c:v>
                </c:pt>
                <c:pt idx="3944">
                  <c:v>40367</c:v>
                </c:pt>
                <c:pt idx="3945">
                  <c:v>40366</c:v>
                </c:pt>
                <c:pt idx="3946">
                  <c:v>40365</c:v>
                </c:pt>
                <c:pt idx="3947">
                  <c:v>40364</c:v>
                </c:pt>
                <c:pt idx="3948">
                  <c:v>40361</c:v>
                </c:pt>
                <c:pt idx="3949">
                  <c:v>40360</c:v>
                </c:pt>
                <c:pt idx="3950">
                  <c:v>40359</c:v>
                </c:pt>
                <c:pt idx="3951">
                  <c:v>40358</c:v>
                </c:pt>
                <c:pt idx="3952">
                  <c:v>40357</c:v>
                </c:pt>
                <c:pt idx="3953">
                  <c:v>40354</c:v>
                </c:pt>
                <c:pt idx="3954">
                  <c:v>40353</c:v>
                </c:pt>
                <c:pt idx="3955">
                  <c:v>40352</c:v>
                </c:pt>
                <c:pt idx="3956">
                  <c:v>40351</c:v>
                </c:pt>
                <c:pt idx="3957">
                  <c:v>40350</c:v>
                </c:pt>
                <c:pt idx="3958">
                  <c:v>40347</c:v>
                </c:pt>
                <c:pt idx="3959">
                  <c:v>40346</c:v>
                </c:pt>
                <c:pt idx="3960">
                  <c:v>40345</c:v>
                </c:pt>
                <c:pt idx="3961">
                  <c:v>40344</c:v>
                </c:pt>
                <c:pt idx="3962">
                  <c:v>40343</c:v>
                </c:pt>
                <c:pt idx="3963">
                  <c:v>40340</c:v>
                </c:pt>
                <c:pt idx="3964">
                  <c:v>40339</c:v>
                </c:pt>
                <c:pt idx="3965">
                  <c:v>40338</c:v>
                </c:pt>
                <c:pt idx="3966">
                  <c:v>40337</c:v>
                </c:pt>
                <c:pt idx="3967">
                  <c:v>40336</c:v>
                </c:pt>
                <c:pt idx="3968">
                  <c:v>40333</c:v>
                </c:pt>
                <c:pt idx="3969">
                  <c:v>40332</c:v>
                </c:pt>
                <c:pt idx="3970">
                  <c:v>40330</c:v>
                </c:pt>
                <c:pt idx="3971">
                  <c:v>40329</c:v>
                </c:pt>
                <c:pt idx="3972">
                  <c:v>40326</c:v>
                </c:pt>
                <c:pt idx="3973">
                  <c:v>40325</c:v>
                </c:pt>
                <c:pt idx="3974">
                  <c:v>40324</c:v>
                </c:pt>
                <c:pt idx="3975">
                  <c:v>40323</c:v>
                </c:pt>
                <c:pt idx="3976">
                  <c:v>40322</c:v>
                </c:pt>
                <c:pt idx="3977">
                  <c:v>40318</c:v>
                </c:pt>
                <c:pt idx="3978">
                  <c:v>40317</c:v>
                </c:pt>
                <c:pt idx="3979">
                  <c:v>40316</c:v>
                </c:pt>
                <c:pt idx="3980">
                  <c:v>40315</c:v>
                </c:pt>
                <c:pt idx="3981">
                  <c:v>40312</c:v>
                </c:pt>
                <c:pt idx="3982">
                  <c:v>40311</c:v>
                </c:pt>
                <c:pt idx="3983">
                  <c:v>40310</c:v>
                </c:pt>
                <c:pt idx="3984">
                  <c:v>40309</c:v>
                </c:pt>
                <c:pt idx="3985">
                  <c:v>40308</c:v>
                </c:pt>
                <c:pt idx="3986">
                  <c:v>40305</c:v>
                </c:pt>
                <c:pt idx="3987">
                  <c:v>40304</c:v>
                </c:pt>
                <c:pt idx="3988">
                  <c:v>40302</c:v>
                </c:pt>
                <c:pt idx="3989">
                  <c:v>40301</c:v>
                </c:pt>
                <c:pt idx="3990">
                  <c:v>40298</c:v>
                </c:pt>
                <c:pt idx="3991">
                  <c:v>40297</c:v>
                </c:pt>
                <c:pt idx="3992">
                  <c:v>40296</c:v>
                </c:pt>
                <c:pt idx="3993">
                  <c:v>40295</c:v>
                </c:pt>
                <c:pt idx="3994">
                  <c:v>40294</c:v>
                </c:pt>
                <c:pt idx="3995">
                  <c:v>40291</c:v>
                </c:pt>
                <c:pt idx="3996">
                  <c:v>40290</c:v>
                </c:pt>
                <c:pt idx="3997">
                  <c:v>40289</c:v>
                </c:pt>
                <c:pt idx="3998">
                  <c:v>40288</c:v>
                </c:pt>
                <c:pt idx="3999">
                  <c:v>40287</c:v>
                </c:pt>
                <c:pt idx="4000">
                  <c:v>40284</c:v>
                </c:pt>
                <c:pt idx="4001">
                  <c:v>40283</c:v>
                </c:pt>
                <c:pt idx="4002">
                  <c:v>40282</c:v>
                </c:pt>
                <c:pt idx="4003">
                  <c:v>40281</c:v>
                </c:pt>
                <c:pt idx="4004">
                  <c:v>40280</c:v>
                </c:pt>
                <c:pt idx="4005">
                  <c:v>40277</c:v>
                </c:pt>
                <c:pt idx="4006">
                  <c:v>40276</c:v>
                </c:pt>
                <c:pt idx="4007">
                  <c:v>40275</c:v>
                </c:pt>
                <c:pt idx="4008">
                  <c:v>40274</c:v>
                </c:pt>
                <c:pt idx="4009">
                  <c:v>40273</c:v>
                </c:pt>
                <c:pt idx="4010">
                  <c:v>40270</c:v>
                </c:pt>
                <c:pt idx="4011">
                  <c:v>40269</c:v>
                </c:pt>
                <c:pt idx="4012">
                  <c:v>40268</c:v>
                </c:pt>
                <c:pt idx="4013">
                  <c:v>40267</c:v>
                </c:pt>
                <c:pt idx="4014">
                  <c:v>40266</c:v>
                </c:pt>
                <c:pt idx="4015">
                  <c:v>40263</c:v>
                </c:pt>
                <c:pt idx="4016">
                  <c:v>40262</c:v>
                </c:pt>
                <c:pt idx="4017">
                  <c:v>40261</c:v>
                </c:pt>
                <c:pt idx="4018">
                  <c:v>40260</c:v>
                </c:pt>
                <c:pt idx="4019">
                  <c:v>40259</c:v>
                </c:pt>
                <c:pt idx="4020">
                  <c:v>40256</c:v>
                </c:pt>
                <c:pt idx="4021">
                  <c:v>40255</c:v>
                </c:pt>
                <c:pt idx="4022">
                  <c:v>40254</c:v>
                </c:pt>
                <c:pt idx="4023">
                  <c:v>40253</c:v>
                </c:pt>
                <c:pt idx="4024">
                  <c:v>40252</c:v>
                </c:pt>
                <c:pt idx="4025">
                  <c:v>40249</c:v>
                </c:pt>
                <c:pt idx="4026">
                  <c:v>40248</c:v>
                </c:pt>
                <c:pt idx="4027">
                  <c:v>40247</c:v>
                </c:pt>
                <c:pt idx="4028">
                  <c:v>40246</c:v>
                </c:pt>
                <c:pt idx="4029">
                  <c:v>40245</c:v>
                </c:pt>
                <c:pt idx="4030">
                  <c:v>40242</c:v>
                </c:pt>
                <c:pt idx="4031">
                  <c:v>40241</c:v>
                </c:pt>
                <c:pt idx="4032">
                  <c:v>40240</c:v>
                </c:pt>
                <c:pt idx="4033">
                  <c:v>40239</c:v>
                </c:pt>
                <c:pt idx="4034">
                  <c:v>40235</c:v>
                </c:pt>
                <c:pt idx="4035">
                  <c:v>40234</c:v>
                </c:pt>
                <c:pt idx="4036">
                  <c:v>40233</c:v>
                </c:pt>
                <c:pt idx="4037">
                  <c:v>40232</c:v>
                </c:pt>
                <c:pt idx="4038">
                  <c:v>40231</c:v>
                </c:pt>
                <c:pt idx="4039">
                  <c:v>40228</c:v>
                </c:pt>
                <c:pt idx="4040">
                  <c:v>40227</c:v>
                </c:pt>
                <c:pt idx="4041">
                  <c:v>40226</c:v>
                </c:pt>
                <c:pt idx="4042">
                  <c:v>40225</c:v>
                </c:pt>
                <c:pt idx="4043">
                  <c:v>40221</c:v>
                </c:pt>
                <c:pt idx="4044">
                  <c:v>40220</c:v>
                </c:pt>
                <c:pt idx="4045">
                  <c:v>40219</c:v>
                </c:pt>
                <c:pt idx="4046">
                  <c:v>40218</c:v>
                </c:pt>
                <c:pt idx="4047">
                  <c:v>40217</c:v>
                </c:pt>
                <c:pt idx="4048">
                  <c:v>40214</c:v>
                </c:pt>
                <c:pt idx="4049">
                  <c:v>40213</c:v>
                </c:pt>
                <c:pt idx="4050">
                  <c:v>40212</c:v>
                </c:pt>
                <c:pt idx="4051">
                  <c:v>40211</c:v>
                </c:pt>
                <c:pt idx="4052">
                  <c:v>40210</c:v>
                </c:pt>
                <c:pt idx="4053">
                  <c:v>40207</c:v>
                </c:pt>
                <c:pt idx="4054">
                  <c:v>40206</c:v>
                </c:pt>
                <c:pt idx="4055">
                  <c:v>40205</c:v>
                </c:pt>
                <c:pt idx="4056">
                  <c:v>40204</c:v>
                </c:pt>
                <c:pt idx="4057">
                  <c:v>40203</c:v>
                </c:pt>
                <c:pt idx="4058">
                  <c:v>40200</c:v>
                </c:pt>
                <c:pt idx="4059">
                  <c:v>40199</c:v>
                </c:pt>
                <c:pt idx="4060">
                  <c:v>40198</c:v>
                </c:pt>
                <c:pt idx="4061">
                  <c:v>40197</c:v>
                </c:pt>
                <c:pt idx="4062">
                  <c:v>40196</c:v>
                </c:pt>
                <c:pt idx="4063">
                  <c:v>40193</c:v>
                </c:pt>
                <c:pt idx="4064">
                  <c:v>40192</c:v>
                </c:pt>
                <c:pt idx="4065">
                  <c:v>40191</c:v>
                </c:pt>
                <c:pt idx="4066">
                  <c:v>40190</c:v>
                </c:pt>
                <c:pt idx="4067">
                  <c:v>40189</c:v>
                </c:pt>
                <c:pt idx="4068">
                  <c:v>40186</c:v>
                </c:pt>
                <c:pt idx="4069">
                  <c:v>40185</c:v>
                </c:pt>
                <c:pt idx="4070">
                  <c:v>40184</c:v>
                </c:pt>
                <c:pt idx="4071">
                  <c:v>40183</c:v>
                </c:pt>
                <c:pt idx="4072">
                  <c:v>40182</c:v>
                </c:pt>
                <c:pt idx="4073">
                  <c:v>40178</c:v>
                </c:pt>
                <c:pt idx="4074">
                  <c:v>40177</c:v>
                </c:pt>
                <c:pt idx="4075">
                  <c:v>40176</c:v>
                </c:pt>
                <c:pt idx="4076">
                  <c:v>40175</c:v>
                </c:pt>
                <c:pt idx="4077">
                  <c:v>40171</c:v>
                </c:pt>
                <c:pt idx="4078">
                  <c:v>40170</c:v>
                </c:pt>
                <c:pt idx="4079">
                  <c:v>40169</c:v>
                </c:pt>
                <c:pt idx="4080">
                  <c:v>40168</c:v>
                </c:pt>
                <c:pt idx="4081">
                  <c:v>40165</c:v>
                </c:pt>
                <c:pt idx="4082">
                  <c:v>40164</c:v>
                </c:pt>
                <c:pt idx="4083">
                  <c:v>40163</c:v>
                </c:pt>
                <c:pt idx="4084">
                  <c:v>40162</c:v>
                </c:pt>
                <c:pt idx="4085">
                  <c:v>40161</c:v>
                </c:pt>
                <c:pt idx="4086">
                  <c:v>40158</c:v>
                </c:pt>
                <c:pt idx="4087">
                  <c:v>40157</c:v>
                </c:pt>
                <c:pt idx="4088">
                  <c:v>40156</c:v>
                </c:pt>
                <c:pt idx="4089">
                  <c:v>40155</c:v>
                </c:pt>
                <c:pt idx="4090">
                  <c:v>40154</c:v>
                </c:pt>
                <c:pt idx="4091">
                  <c:v>40151</c:v>
                </c:pt>
                <c:pt idx="4092">
                  <c:v>40150</c:v>
                </c:pt>
                <c:pt idx="4093">
                  <c:v>40149</c:v>
                </c:pt>
                <c:pt idx="4094">
                  <c:v>40148</c:v>
                </c:pt>
                <c:pt idx="4095">
                  <c:v>40147</c:v>
                </c:pt>
                <c:pt idx="4096">
                  <c:v>40144</c:v>
                </c:pt>
                <c:pt idx="4097">
                  <c:v>40143</c:v>
                </c:pt>
                <c:pt idx="4098">
                  <c:v>40142</c:v>
                </c:pt>
                <c:pt idx="4099">
                  <c:v>40141</c:v>
                </c:pt>
                <c:pt idx="4100">
                  <c:v>40140</c:v>
                </c:pt>
                <c:pt idx="4101">
                  <c:v>40137</c:v>
                </c:pt>
                <c:pt idx="4102">
                  <c:v>40136</c:v>
                </c:pt>
                <c:pt idx="4103">
                  <c:v>40135</c:v>
                </c:pt>
                <c:pt idx="4104">
                  <c:v>40134</c:v>
                </c:pt>
                <c:pt idx="4105">
                  <c:v>40133</c:v>
                </c:pt>
                <c:pt idx="4106">
                  <c:v>40130</c:v>
                </c:pt>
                <c:pt idx="4107">
                  <c:v>40129</c:v>
                </c:pt>
                <c:pt idx="4108">
                  <c:v>40128</c:v>
                </c:pt>
                <c:pt idx="4109">
                  <c:v>40127</c:v>
                </c:pt>
                <c:pt idx="4110">
                  <c:v>40126</c:v>
                </c:pt>
                <c:pt idx="4111">
                  <c:v>40123</c:v>
                </c:pt>
                <c:pt idx="4112">
                  <c:v>40122</c:v>
                </c:pt>
                <c:pt idx="4113">
                  <c:v>40121</c:v>
                </c:pt>
                <c:pt idx="4114">
                  <c:v>40120</c:v>
                </c:pt>
                <c:pt idx="4115">
                  <c:v>40119</c:v>
                </c:pt>
                <c:pt idx="4116">
                  <c:v>40116</c:v>
                </c:pt>
                <c:pt idx="4117">
                  <c:v>40115</c:v>
                </c:pt>
                <c:pt idx="4118">
                  <c:v>40114</c:v>
                </c:pt>
                <c:pt idx="4119">
                  <c:v>40113</c:v>
                </c:pt>
                <c:pt idx="4120">
                  <c:v>40112</c:v>
                </c:pt>
                <c:pt idx="4121">
                  <c:v>40109</c:v>
                </c:pt>
                <c:pt idx="4122">
                  <c:v>40108</c:v>
                </c:pt>
                <c:pt idx="4123">
                  <c:v>40107</c:v>
                </c:pt>
                <c:pt idx="4124">
                  <c:v>40106</c:v>
                </c:pt>
                <c:pt idx="4125">
                  <c:v>40105</c:v>
                </c:pt>
                <c:pt idx="4126">
                  <c:v>40102</c:v>
                </c:pt>
                <c:pt idx="4127">
                  <c:v>40101</c:v>
                </c:pt>
                <c:pt idx="4128">
                  <c:v>40100</c:v>
                </c:pt>
                <c:pt idx="4129">
                  <c:v>40099</c:v>
                </c:pt>
                <c:pt idx="4130">
                  <c:v>40098</c:v>
                </c:pt>
                <c:pt idx="4131">
                  <c:v>40095</c:v>
                </c:pt>
                <c:pt idx="4132">
                  <c:v>40094</c:v>
                </c:pt>
                <c:pt idx="4133">
                  <c:v>40093</c:v>
                </c:pt>
                <c:pt idx="4134">
                  <c:v>40092</c:v>
                </c:pt>
                <c:pt idx="4135">
                  <c:v>40091</c:v>
                </c:pt>
                <c:pt idx="4136">
                  <c:v>40087</c:v>
                </c:pt>
                <c:pt idx="4137">
                  <c:v>40086</c:v>
                </c:pt>
                <c:pt idx="4138">
                  <c:v>40085</c:v>
                </c:pt>
                <c:pt idx="4139">
                  <c:v>40084</c:v>
                </c:pt>
                <c:pt idx="4140">
                  <c:v>40081</c:v>
                </c:pt>
                <c:pt idx="4141">
                  <c:v>40080</c:v>
                </c:pt>
                <c:pt idx="4142">
                  <c:v>40079</c:v>
                </c:pt>
                <c:pt idx="4143">
                  <c:v>40078</c:v>
                </c:pt>
                <c:pt idx="4144">
                  <c:v>40077</c:v>
                </c:pt>
                <c:pt idx="4145">
                  <c:v>40074</c:v>
                </c:pt>
                <c:pt idx="4146">
                  <c:v>40073</c:v>
                </c:pt>
                <c:pt idx="4147">
                  <c:v>40072</c:v>
                </c:pt>
                <c:pt idx="4148">
                  <c:v>40071</c:v>
                </c:pt>
                <c:pt idx="4149">
                  <c:v>40070</c:v>
                </c:pt>
                <c:pt idx="4150">
                  <c:v>40067</c:v>
                </c:pt>
                <c:pt idx="4151">
                  <c:v>40066</c:v>
                </c:pt>
                <c:pt idx="4152">
                  <c:v>40065</c:v>
                </c:pt>
                <c:pt idx="4153">
                  <c:v>40064</c:v>
                </c:pt>
                <c:pt idx="4154">
                  <c:v>40063</c:v>
                </c:pt>
                <c:pt idx="4155">
                  <c:v>40060</c:v>
                </c:pt>
                <c:pt idx="4156">
                  <c:v>40059</c:v>
                </c:pt>
                <c:pt idx="4157">
                  <c:v>40058</c:v>
                </c:pt>
                <c:pt idx="4158">
                  <c:v>40057</c:v>
                </c:pt>
                <c:pt idx="4159">
                  <c:v>40056</c:v>
                </c:pt>
                <c:pt idx="4160">
                  <c:v>40053</c:v>
                </c:pt>
                <c:pt idx="4161">
                  <c:v>40052</c:v>
                </c:pt>
                <c:pt idx="4162">
                  <c:v>40051</c:v>
                </c:pt>
                <c:pt idx="4163">
                  <c:v>40050</c:v>
                </c:pt>
                <c:pt idx="4164">
                  <c:v>40049</c:v>
                </c:pt>
                <c:pt idx="4165">
                  <c:v>40046</c:v>
                </c:pt>
                <c:pt idx="4166">
                  <c:v>40045</c:v>
                </c:pt>
                <c:pt idx="4167">
                  <c:v>40044</c:v>
                </c:pt>
                <c:pt idx="4168">
                  <c:v>40043</c:v>
                </c:pt>
                <c:pt idx="4169">
                  <c:v>40042</c:v>
                </c:pt>
                <c:pt idx="4170">
                  <c:v>40039</c:v>
                </c:pt>
                <c:pt idx="4171">
                  <c:v>40038</c:v>
                </c:pt>
                <c:pt idx="4172">
                  <c:v>40037</c:v>
                </c:pt>
                <c:pt idx="4173">
                  <c:v>40036</c:v>
                </c:pt>
                <c:pt idx="4174">
                  <c:v>40035</c:v>
                </c:pt>
                <c:pt idx="4175">
                  <c:v>40032</c:v>
                </c:pt>
                <c:pt idx="4176">
                  <c:v>40031</c:v>
                </c:pt>
                <c:pt idx="4177">
                  <c:v>40030</c:v>
                </c:pt>
                <c:pt idx="4178">
                  <c:v>40029</c:v>
                </c:pt>
                <c:pt idx="4179">
                  <c:v>40028</c:v>
                </c:pt>
                <c:pt idx="4180">
                  <c:v>40025</c:v>
                </c:pt>
                <c:pt idx="4181">
                  <c:v>40024</c:v>
                </c:pt>
                <c:pt idx="4182">
                  <c:v>40023</c:v>
                </c:pt>
                <c:pt idx="4183">
                  <c:v>40022</c:v>
                </c:pt>
                <c:pt idx="4184">
                  <c:v>40021</c:v>
                </c:pt>
                <c:pt idx="4185">
                  <c:v>40018</c:v>
                </c:pt>
                <c:pt idx="4186">
                  <c:v>40017</c:v>
                </c:pt>
                <c:pt idx="4187">
                  <c:v>40016</c:v>
                </c:pt>
                <c:pt idx="4188">
                  <c:v>40015</c:v>
                </c:pt>
                <c:pt idx="4189">
                  <c:v>40014</c:v>
                </c:pt>
                <c:pt idx="4190">
                  <c:v>40011</c:v>
                </c:pt>
                <c:pt idx="4191">
                  <c:v>40010</c:v>
                </c:pt>
                <c:pt idx="4192">
                  <c:v>40009</c:v>
                </c:pt>
                <c:pt idx="4193">
                  <c:v>40008</c:v>
                </c:pt>
                <c:pt idx="4194">
                  <c:v>40007</c:v>
                </c:pt>
                <c:pt idx="4195">
                  <c:v>40004</c:v>
                </c:pt>
                <c:pt idx="4196">
                  <c:v>40003</c:v>
                </c:pt>
                <c:pt idx="4197">
                  <c:v>40002</c:v>
                </c:pt>
                <c:pt idx="4198">
                  <c:v>40001</c:v>
                </c:pt>
                <c:pt idx="4199">
                  <c:v>40000</c:v>
                </c:pt>
                <c:pt idx="4200">
                  <c:v>39997</c:v>
                </c:pt>
                <c:pt idx="4201">
                  <c:v>39996</c:v>
                </c:pt>
                <c:pt idx="4202">
                  <c:v>39995</c:v>
                </c:pt>
                <c:pt idx="4203">
                  <c:v>39994</c:v>
                </c:pt>
                <c:pt idx="4204">
                  <c:v>39993</c:v>
                </c:pt>
                <c:pt idx="4205">
                  <c:v>39990</c:v>
                </c:pt>
                <c:pt idx="4206">
                  <c:v>39989</c:v>
                </c:pt>
                <c:pt idx="4207">
                  <c:v>39988</c:v>
                </c:pt>
                <c:pt idx="4208">
                  <c:v>39987</c:v>
                </c:pt>
                <c:pt idx="4209">
                  <c:v>39986</c:v>
                </c:pt>
                <c:pt idx="4210">
                  <c:v>39983</c:v>
                </c:pt>
                <c:pt idx="4211">
                  <c:v>39982</c:v>
                </c:pt>
                <c:pt idx="4212">
                  <c:v>39981</c:v>
                </c:pt>
                <c:pt idx="4213">
                  <c:v>39980</c:v>
                </c:pt>
                <c:pt idx="4214">
                  <c:v>39979</c:v>
                </c:pt>
                <c:pt idx="4215">
                  <c:v>39976</c:v>
                </c:pt>
                <c:pt idx="4216">
                  <c:v>39975</c:v>
                </c:pt>
                <c:pt idx="4217">
                  <c:v>39974</c:v>
                </c:pt>
                <c:pt idx="4218">
                  <c:v>39973</c:v>
                </c:pt>
                <c:pt idx="4219">
                  <c:v>39972</c:v>
                </c:pt>
                <c:pt idx="4220">
                  <c:v>39969</c:v>
                </c:pt>
                <c:pt idx="4221">
                  <c:v>39968</c:v>
                </c:pt>
                <c:pt idx="4222">
                  <c:v>39967</c:v>
                </c:pt>
                <c:pt idx="4223">
                  <c:v>39966</c:v>
                </c:pt>
                <c:pt idx="4224">
                  <c:v>39965</c:v>
                </c:pt>
                <c:pt idx="4225">
                  <c:v>39962</c:v>
                </c:pt>
                <c:pt idx="4226">
                  <c:v>39961</c:v>
                </c:pt>
                <c:pt idx="4227">
                  <c:v>39960</c:v>
                </c:pt>
                <c:pt idx="4228">
                  <c:v>39959</c:v>
                </c:pt>
                <c:pt idx="4229">
                  <c:v>39958</c:v>
                </c:pt>
                <c:pt idx="4230">
                  <c:v>39955</c:v>
                </c:pt>
                <c:pt idx="4231">
                  <c:v>39954</c:v>
                </c:pt>
                <c:pt idx="4232">
                  <c:v>39953</c:v>
                </c:pt>
                <c:pt idx="4233">
                  <c:v>39952</c:v>
                </c:pt>
                <c:pt idx="4234">
                  <c:v>39951</c:v>
                </c:pt>
                <c:pt idx="4235">
                  <c:v>39948</c:v>
                </c:pt>
                <c:pt idx="4236">
                  <c:v>39947</c:v>
                </c:pt>
                <c:pt idx="4237">
                  <c:v>39946</c:v>
                </c:pt>
                <c:pt idx="4238">
                  <c:v>39945</c:v>
                </c:pt>
                <c:pt idx="4239">
                  <c:v>39944</c:v>
                </c:pt>
                <c:pt idx="4240">
                  <c:v>39941</c:v>
                </c:pt>
                <c:pt idx="4241">
                  <c:v>39940</c:v>
                </c:pt>
                <c:pt idx="4242">
                  <c:v>39939</c:v>
                </c:pt>
                <c:pt idx="4243">
                  <c:v>39937</c:v>
                </c:pt>
                <c:pt idx="4244">
                  <c:v>39933</c:v>
                </c:pt>
                <c:pt idx="4245">
                  <c:v>39932</c:v>
                </c:pt>
                <c:pt idx="4246">
                  <c:v>39931</c:v>
                </c:pt>
                <c:pt idx="4247">
                  <c:v>39930</c:v>
                </c:pt>
                <c:pt idx="4248">
                  <c:v>39927</c:v>
                </c:pt>
                <c:pt idx="4249">
                  <c:v>39926</c:v>
                </c:pt>
                <c:pt idx="4250">
                  <c:v>39925</c:v>
                </c:pt>
                <c:pt idx="4251">
                  <c:v>39924</c:v>
                </c:pt>
                <c:pt idx="4252">
                  <c:v>39923</c:v>
                </c:pt>
                <c:pt idx="4253">
                  <c:v>39920</c:v>
                </c:pt>
                <c:pt idx="4254">
                  <c:v>39919</c:v>
                </c:pt>
                <c:pt idx="4255">
                  <c:v>39918</c:v>
                </c:pt>
                <c:pt idx="4256">
                  <c:v>39917</c:v>
                </c:pt>
                <c:pt idx="4257">
                  <c:v>39916</c:v>
                </c:pt>
                <c:pt idx="4258">
                  <c:v>39913</c:v>
                </c:pt>
                <c:pt idx="4259">
                  <c:v>39912</c:v>
                </c:pt>
                <c:pt idx="4260">
                  <c:v>39911</c:v>
                </c:pt>
                <c:pt idx="4261">
                  <c:v>39910</c:v>
                </c:pt>
                <c:pt idx="4262">
                  <c:v>39909</c:v>
                </c:pt>
                <c:pt idx="4263">
                  <c:v>39906</c:v>
                </c:pt>
                <c:pt idx="4264">
                  <c:v>39905</c:v>
                </c:pt>
                <c:pt idx="4265">
                  <c:v>39904</c:v>
                </c:pt>
                <c:pt idx="4266">
                  <c:v>39903</c:v>
                </c:pt>
                <c:pt idx="4267">
                  <c:v>39902</c:v>
                </c:pt>
                <c:pt idx="4268">
                  <c:v>39899</c:v>
                </c:pt>
                <c:pt idx="4269">
                  <c:v>39898</c:v>
                </c:pt>
                <c:pt idx="4270">
                  <c:v>39897</c:v>
                </c:pt>
                <c:pt idx="4271">
                  <c:v>39896</c:v>
                </c:pt>
                <c:pt idx="4272">
                  <c:v>39895</c:v>
                </c:pt>
                <c:pt idx="4273">
                  <c:v>39892</c:v>
                </c:pt>
                <c:pt idx="4274">
                  <c:v>39891</c:v>
                </c:pt>
                <c:pt idx="4275">
                  <c:v>39890</c:v>
                </c:pt>
                <c:pt idx="4276">
                  <c:v>39889</c:v>
                </c:pt>
                <c:pt idx="4277">
                  <c:v>39888</c:v>
                </c:pt>
                <c:pt idx="4278">
                  <c:v>39885</c:v>
                </c:pt>
                <c:pt idx="4279">
                  <c:v>39884</c:v>
                </c:pt>
                <c:pt idx="4280">
                  <c:v>39883</c:v>
                </c:pt>
                <c:pt idx="4281">
                  <c:v>39882</c:v>
                </c:pt>
                <c:pt idx="4282">
                  <c:v>39881</c:v>
                </c:pt>
                <c:pt idx="4283">
                  <c:v>39878</c:v>
                </c:pt>
                <c:pt idx="4284">
                  <c:v>39877</c:v>
                </c:pt>
                <c:pt idx="4285">
                  <c:v>39876</c:v>
                </c:pt>
                <c:pt idx="4286">
                  <c:v>39875</c:v>
                </c:pt>
                <c:pt idx="4287">
                  <c:v>39874</c:v>
                </c:pt>
                <c:pt idx="4288">
                  <c:v>39871</c:v>
                </c:pt>
                <c:pt idx="4289">
                  <c:v>39870</c:v>
                </c:pt>
                <c:pt idx="4290">
                  <c:v>39869</c:v>
                </c:pt>
                <c:pt idx="4291">
                  <c:v>39868</c:v>
                </c:pt>
                <c:pt idx="4292">
                  <c:v>39867</c:v>
                </c:pt>
                <c:pt idx="4293">
                  <c:v>39864</c:v>
                </c:pt>
                <c:pt idx="4294">
                  <c:v>39863</c:v>
                </c:pt>
                <c:pt idx="4295">
                  <c:v>39862</c:v>
                </c:pt>
                <c:pt idx="4296">
                  <c:v>39861</c:v>
                </c:pt>
                <c:pt idx="4297">
                  <c:v>39860</c:v>
                </c:pt>
                <c:pt idx="4298">
                  <c:v>39857</c:v>
                </c:pt>
                <c:pt idx="4299">
                  <c:v>39856</c:v>
                </c:pt>
                <c:pt idx="4300">
                  <c:v>39855</c:v>
                </c:pt>
                <c:pt idx="4301">
                  <c:v>39854</c:v>
                </c:pt>
                <c:pt idx="4302">
                  <c:v>39853</c:v>
                </c:pt>
                <c:pt idx="4303">
                  <c:v>39850</c:v>
                </c:pt>
                <c:pt idx="4304">
                  <c:v>39849</c:v>
                </c:pt>
                <c:pt idx="4305">
                  <c:v>39848</c:v>
                </c:pt>
                <c:pt idx="4306">
                  <c:v>39847</c:v>
                </c:pt>
                <c:pt idx="4307">
                  <c:v>39846</c:v>
                </c:pt>
                <c:pt idx="4308">
                  <c:v>39843</c:v>
                </c:pt>
                <c:pt idx="4309">
                  <c:v>39842</c:v>
                </c:pt>
                <c:pt idx="4310">
                  <c:v>39841</c:v>
                </c:pt>
                <c:pt idx="4311">
                  <c:v>39836</c:v>
                </c:pt>
                <c:pt idx="4312">
                  <c:v>39835</c:v>
                </c:pt>
                <c:pt idx="4313">
                  <c:v>39834</c:v>
                </c:pt>
                <c:pt idx="4314">
                  <c:v>39833</c:v>
                </c:pt>
                <c:pt idx="4315">
                  <c:v>39832</c:v>
                </c:pt>
                <c:pt idx="4316">
                  <c:v>39829</c:v>
                </c:pt>
                <c:pt idx="4317">
                  <c:v>39828</c:v>
                </c:pt>
                <c:pt idx="4318">
                  <c:v>39827</c:v>
                </c:pt>
                <c:pt idx="4319">
                  <c:v>39826</c:v>
                </c:pt>
                <c:pt idx="4320">
                  <c:v>39825</c:v>
                </c:pt>
                <c:pt idx="4321">
                  <c:v>39822</c:v>
                </c:pt>
                <c:pt idx="4322">
                  <c:v>39821</c:v>
                </c:pt>
                <c:pt idx="4323">
                  <c:v>39820</c:v>
                </c:pt>
                <c:pt idx="4324">
                  <c:v>39819</c:v>
                </c:pt>
                <c:pt idx="4325">
                  <c:v>39818</c:v>
                </c:pt>
                <c:pt idx="4326">
                  <c:v>39815</c:v>
                </c:pt>
                <c:pt idx="4327">
                  <c:v>39813</c:v>
                </c:pt>
                <c:pt idx="4328">
                  <c:v>39812</c:v>
                </c:pt>
                <c:pt idx="4329">
                  <c:v>39811</c:v>
                </c:pt>
                <c:pt idx="4330">
                  <c:v>39808</c:v>
                </c:pt>
                <c:pt idx="4331">
                  <c:v>39806</c:v>
                </c:pt>
                <c:pt idx="4332">
                  <c:v>39805</c:v>
                </c:pt>
                <c:pt idx="4333">
                  <c:v>39804</c:v>
                </c:pt>
                <c:pt idx="4334">
                  <c:v>39801</c:v>
                </c:pt>
                <c:pt idx="4335">
                  <c:v>39800</c:v>
                </c:pt>
                <c:pt idx="4336">
                  <c:v>39799</c:v>
                </c:pt>
                <c:pt idx="4337">
                  <c:v>39798</c:v>
                </c:pt>
                <c:pt idx="4338">
                  <c:v>39797</c:v>
                </c:pt>
                <c:pt idx="4339">
                  <c:v>39794</c:v>
                </c:pt>
                <c:pt idx="4340">
                  <c:v>39793</c:v>
                </c:pt>
                <c:pt idx="4341">
                  <c:v>39792</c:v>
                </c:pt>
                <c:pt idx="4342">
                  <c:v>39791</c:v>
                </c:pt>
                <c:pt idx="4343">
                  <c:v>39790</c:v>
                </c:pt>
                <c:pt idx="4344">
                  <c:v>39787</c:v>
                </c:pt>
                <c:pt idx="4345">
                  <c:v>39786</c:v>
                </c:pt>
                <c:pt idx="4346">
                  <c:v>39785</c:v>
                </c:pt>
                <c:pt idx="4347">
                  <c:v>39784</c:v>
                </c:pt>
                <c:pt idx="4348">
                  <c:v>39783</c:v>
                </c:pt>
                <c:pt idx="4349">
                  <c:v>39780</c:v>
                </c:pt>
                <c:pt idx="4350">
                  <c:v>39779</c:v>
                </c:pt>
                <c:pt idx="4351">
                  <c:v>39778</c:v>
                </c:pt>
                <c:pt idx="4352">
                  <c:v>39777</c:v>
                </c:pt>
                <c:pt idx="4353">
                  <c:v>39776</c:v>
                </c:pt>
                <c:pt idx="4354">
                  <c:v>39773</c:v>
                </c:pt>
                <c:pt idx="4355">
                  <c:v>39772</c:v>
                </c:pt>
                <c:pt idx="4356">
                  <c:v>39771</c:v>
                </c:pt>
                <c:pt idx="4357">
                  <c:v>39770</c:v>
                </c:pt>
                <c:pt idx="4358">
                  <c:v>39769</c:v>
                </c:pt>
                <c:pt idx="4359">
                  <c:v>39766</c:v>
                </c:pt>
                <c:pt idx="4360">
                  <c:v>39765</c:v>
                </c:pt>
                <c:pt idx="4361">
                  <c:v>39764</c:v>
                </c:pt>
                <c:pt idx="4362">
                  <c:v>39763</c:v>
                </c:pt>
                <c:pt idx="4363">
                  <c:v>39762</c:v>
                </c:pt>
                <c:pt idx="4364">
                  <c:v>39759</c:v>
                </c:pt>
                <c:pt idx="4365">
                  <c:v>39758</c:v>
                </c:pt>
                <c:pt idx="4366">
                  <c:v>39757</c:v>
                </c:pt>
                <c:pt idx="4367">
                  <c:v>39756</c:v>
                </c:pt>
                <c:pt idx="4368">
                  <c:v>39755</c:v>
                </c:pt>
                <c:pt idx="4369">
                  <c:v>39752</c:v>
                </c:pt>
                <c:pt idx="4370">
                  <c:v>39751</c:v>
                </c:pt>
                <c:pt idx="4371">
                  <c:v>39750</c:v>
                </c:pt>
                <c:pt idx="4372">
                  <c:v>39749</c:v>
                </c:pt>
                <c:pt idx="4373">
                  <c:v>39748</c:v>
                </c:pt>
                <c:pt idx="4374">
                  <c:v>39745</c:v>
                </c:pt>
                <c:pt idx="4375">
                  <c:v>39744</c:v>
                </c:pt>
                <c:pt idx="4376">
                  <c:v>39743</c:v>
                </c:pt>
                <c:pt idx="4377">
                  <c:v>39742</c:v>
                </c:pt>
                <c:pt idx="4378">
                  <c:v>39741</c:v>
                </c:pt>
                <c:pt idx="4379">
                  <c:v>39738</c:v>
                </c:pt>
                <c:pt idx="4380">
                  <c:v>39737</c:v>
                </c:pt>
                <c:pt idx="4381">
                  <c:v>39736</c:v>
                </c:pt>
                <c:pt idx="4382">
                  <c:v>39735</c:v>
                </c:pt>
                <c:pt idx="4383">
                  <c:v>39734</c:v>
                </c:pt>
                <c:pt idx="4384">
                  <c:v>39731</c:v>
                </c:pt>
                <c:pt idx="4385">
                  <c:v>39730</c:v>
                </c:pt>
                <c:pt idx="4386">
                  <c:v>39729</c:v>
                </c:pt>
                <c:pt idx="4387">
                  <c:v>39728</c:v>
                </c:pt>
                <c:pt idx="4388">
                  <c:v>39727</c:v>
                </c:pt>
                <c:pt idx="4389">
                  <c:v>39723</c:v>
                </c:pt>
                <c:pt idx="4390">
                  <c:v>39722</c:v>
                </c:pt>
                <c:pt idx="4391">
                  <c:v>39721</c:v>
                </c:pt>
                <c:pt idx="4392">
                  <c:v>39720</c:v>
                </c:pt>
                <c:pt idx="4393">
                  <c:v>39717</c:v>
                </c:pt>
                <c:pt idx="4394">
                  <c:v>39716</c:v>
                </c:pt>
                <c:pt idx="4395">
                  <c:v>39715</c:v>
                </c:pt>
                <c:pt idx="4396">
                  <c:v>39714</c:v>
                </c:pt>
                <c:pt idx="4397">
                  <c:v>39713</c:v>
                </c:pt>
                <c:pt idx="4398">
                  <c:v>39710</c:v>
                </c:pt>
                <c:pt idx="4399">
                  <c:v>39709</c:v>
                </c:pt>
                <c:pt idx="4400">
                  <c:v>39708</c:v>
                </c:pt>
                <c:pt idx="4401">
                  <c:v>39707</c:v>
                </c:pt>
                <c:pt idx="4402">
                  <c:v>39703</c:v>
                </c:pt>
                <c:pt idx="4403">
                  <c:v>39702</c:v>
                </c:pt>
                <c:pt idx="4404">
                  <c:v>39701</c:v>
                </c:pt>
                <c:pt idx="4405">
                  <c:v>39700</c:v>
                </c:pt>
                <c:pt idx="4406">
                  <c:v>39699</c:v>
                </c:pt>
                <c:pt idx="4407">
                  <c:v>39696</c:v>
                </c:pt>
                <c:pt idx="4408">
                  <c:v>39695</c:v>
                </c:pt>
                <c:pt idx="4409">
                  <c:v>39694</c:v>
                </c:pt>
                <c:pt idx="4410">
                  <c:v>39693</c:v>
                </c:pt>
                <c:pt idx="4411">
                  <c:v>39692</c:v>
                </c:pt>
                <c:pt idx="4412">
                  <c:v>39689</c:v>
                </c:pt>
                <c:pt idx="4413">
                  <c:v>39688</c:v>
                </c:pt>
                <c:pt idx="4414">
                  <c:v>39687</c:v>
                </c:pt>
                <c:pt idx="4415">
                  <c:v>39686</c:v>
                </c:pt>
                <c:pt idx="4416">
                  <c:v>39685</c:v>
                </c:pt>
                <c:pt idx="4417">
                  <c:v>39682</c:v>
                </c:pt>
                <c:pt idx="4418">
                  <c:v>39681</c:v>
                </c:pt>
                <c:pt idx="4419">
                  <c:v>39680</c:v>
                </c:pt>
                <c:pt idx="4420">
                  <c:v>39679</c:v>
                </c:pt>
                <c:pt idx="4421">
                  <c:v>39678</c:v>
                </c:pt>
                <c:pt idx="4422">
                  <c:v>39674</c:v>
                </c:pt>
                <c:pt idx="4423">
                  <c:v>39673</c:v>
                </c:pt>
                <c:pt idx="4424">
                  <c:v>39672</c:v>
                </c:pt>
                <c:pt idx="4425">
                  <c:v>39671</c:v>
                </c:pt>
                <c:pt idx="4426">
                  <c:v>39668</c:v>
                </c:pt>
                <c:pt idx="4427">
                  <c:v>39667</c:v>
                </c:pt>
                <c:pt idx="4428">
                  <c:v>39666</c:v>
                </c:pt>
                <c:pt idx="4429">
                  <c:v>39665</c:v>
                </c:pt>
                <c:pt idx="4430">
                  <c:v>39664</c:v>
                </c:pt>
                <c:pt idx="4431">
                  <c:v>39661</c:v>
                </c:pt>
                <c:pt idx="4432">
                  <c:v>39660</c:v>
                </c:pt>
                <c:pt idx="4433">
                  <c:v>39659</c:v>
                </c:pt>
                <c:pt idx="4434">
                  <c:v>39658</c:v>
                </c:pt>
                <c:pt idx="4435">
                  <c:v>39657</c:v>
                </c:pt>
                <c:pt idx="4436">
                  <c:v>39654</c:v>
                </c:pt>
                <c:pt idx="4437">
                  <c:v>39653</c:v>
                </c:pt>
                <c:pt idx="4438">
                  <c:v>39652</c:v>
                </c:pt>
                <c:pt idx="4439">
                  <c:v>39651</c:v>
                </c:pt>
                <c:pt idx="4440">
                  <c:v>39650</c:v>
                </c:pt>
                <c:pt idx="4441">
                  <c:v>39647</c:v>
                </c:pt>
                <c:pt idx="4442">
                  <c:v>39646</c:v>
                </c:pt>
                <c:pt idx="4443">
                  <c:v>39645</c:v>
                </c:pt>
                <c:pt idx="4444">
                  <c:v>39644</c:v>
                </c:pt>
                <c:pt idx="4445">
                  <c:v>39643</c:v>
                </c:pt>
                <c:pt idx="4446">
                  <c:v>39640</c:v>
                </c:pt>
                <c:pt idx="4447">
                  <c:v>39639</c:v>
                </c:pt>
                <c:pt idx="4448">
                  <c:v>39638</c:v>
                </c:pt>
                <c:pt idx="4449">
                  <c:v>39637</c:v>
                </c:pt>
                <c:pt idx="4450">
                  <c:v>39636</c:v>
                </c:pt>
                <c:pt idx="4451">
                  <c:v>39633</c:v>
                </c:pt>
                <c:pt idx="4452">
                  <c:v>39632</c:v>
                </c:pt>
                <c:pt idx="4453">
                  <c:v>39631</c:v>
                </c:pt>
                <c:pt idx="4454">
                  <c:v>39630</c:v>
                </c:pt>
                <c:pt idx="4455">
                  <c:v>39629</c:v>
                </c:pt>
                <c:pt idx="4456">
                  <c:v>39626</c:v>
                </c:pt>
                <c:pt idx="4457">
                  <c:v>39625</c:v>
                </c:pt>
                <c:pt idx="4458">
                  <c:v>39624</c:v>
                </c:pt>
                <c:pt idx="4459">
                  <c:v>39623</c:v>
                </c:pt>
                <c:pt idx="4460">
                  <c:v>39622</c:v>
                </c:pt>
                <c:pt idx="4461">
                  <c:v>39619</c:v>
                </c:pt>
                <c:pt idx="4462">
                  <c:v>39618</c:v>
                </c:pt>
                <c:pt idx="4463">
                  <c:v>39617</c:v>
                </c:pt>
                <c:pt idx="4464">
                  <c:v>39616</c:v>
                </c:pt>
                <c:pt idx="4465">
                  <c:v>39615</c:v>
                </c:pt>
                <c:pt idx="4466">
                  <c:v>39612</c:v>
                </c:pt>
                <c:pt idx="4467">
                  <c:v>39611</c:v>
                </c:pt>
                <c:pt idx="4468">
                  <c:v>39610</c:v>
                </c:pt>
                <c:pt idx="4469">
                  <c:v>39609</c:v>
                </c:pt>
                <c:pt idx="4470">
                  <c:v>39608</c:v>
                </c:pt>
                <c:pt idx="4471">
                  <c:v>39604</c:v>
                </c:pt>
                <c:pt idx="4472">
                  <c:v>39603</c:v>
                </c:pt>
                <c:pt idx="4473">
                  <c:v>39602</c:v>
                </c:pt>
                <c:pt idx="4474">
                  <c:v>39601</c:v>
                </c:pt>
                <c:pt idx="4475">
                  <c:v>39598</c:v>
                </c:pt>
                <c:pt idx="4476">
                  <c:v>39597</c:v>
                </c:pt>
                <c:pt idx="4477">
                  <c:v>39596</c:v>
                </c:pt>
                <c:pt idx="4478">
                  <c:v>39595</c:v>
                </c:pt>
                <c:pt idx="4479">
                  <c:v>39594</c:v>
                </c:pt>
                <c:pt idx="4480">
                  <c:v>39591</c:v>
                </c:pt>
                <c:pt idx="4481">
                  <c:v>39590</c:v>
                </c:pt>
                <c:pt idx="4482">
                  <c:v>39589</c:v>
                </c:pt>
                <c:pt idx="4483">
                  <c:v>39588</c:v>
                </c:pt>
                <c:pt idx="4484">
                  <c:v>39587</c:v>
                </c:pt>
                <c:pt idx="4485">
                  <c:v>39584</c:v>
                </c:pt>
                <c:pt idx="4486">
                  <c:v>39583</c:v>
                </c:pt>
                <c:pt idx="4487">
                  <c:v>39582</c:v>
                </c:pt>
                <c:pt idx="4488">
                  <c:v>39581</c:v>
                </c:pt>
                <c:pt idx="4489">
                  <c:v>39577</c:v>
                </c:pt>
                <c:pt idx="4490">
                  <c:v>39576</c:v>
                </c:pt>
                <c:pt idx="4491">
                  <c:v>39575</c:v>
                </c:pt>
                <c:pt idx="4492">
                  <c:v>39574</c:v>
                </c:pt>
                <c:pt idx="4493">
                  <c:v>39570</c:v>
                </c:pt>
                <c:pt idx="4494">
                  <c:v>39568</c:v>
                </c:pt>
                <c:pt idx="4495">
                  <c:v>39567</c:v>
                </c:pt>
                <c:pt idx="4496">
                  <c:v>39566</c:v>
                </c:pt>
                <c:pt idx="4497">
                  <c:v>39563</c:v>
                </c:pt>
                <c:pt idx="4498">
                  <c:v>39562</c:v>
                </c:pt>
                <c:pt idx="4499">
                  <c:v>39561</c:v>
                </c:pt>
                <c:pt idx="4500">
                  <c:v>39560</c:v>
                </c:pt>
                <c:pt idx="4501">
                  <c:v>39559</c:v>
                </c:pt>
                <c:pt idx="4502">
                  <c:v>39556</c:v>
                </c:pt>
                <c:pt idx="4503">
                  <c:v>39555</c:v>
                </c:pt>
                <c:pt idx="4504">
                  <c:v>39554</c:v>
                </c:pt>
                <c:pt idx="4505">
                  <c:v>39553</c:v>
                </c:pt>
                <c:pt idx="4506">
                  <c:v>39552</c:v>
                </c:pt>
                <c:pt idx="4507">
                  <c:v>39549</c:v>
                </c:pt>
                <c:pt idx="4508">
                  <c:v>39548</c:v>
                </c:pt>
                <c:pt idx="4509">
                  <c:v>39546</c:v>
                </c:pt>
                <c:pt idx="4510">
                  <c:v>39545</c:v>
                </c:pt>
                <c:pt idx="4511">
                  <c:v>39542</c:v>
                </c:pt>
                <c:pt idx="4512">
                  <c:v>39541</c:v>
                </c:pt>
                <c:pt idx="4513">
                  <c:v>39540</c:v>
                </c:pt>
                <c:pt idx="4514">
                  <c:v>39539</c:v>
                </c:pt>
                <c:pt idx="4515">
                  <c:v>39538</c:v>
                </c:pt>
                <c:pt idx="4516">
                  <c:v>39535</c:v>
                </c:pt>
                <c:pt idx="4517">
                  <c:v>39534</c:v>
                </c:pt>
                <c:pt idx="4518">
                  <c:v>39533</c:v>
                </c:pt>
                <c:pt idx="4519">
                  <c:v>39532</c:v>
                </c:pt>
                <c:pt idx="4520">
                  <c:v>39531</c:v>
                </c:pt>
                <c:pt idx="4521">
                  <c:v>39528</c:v>
                </c:pt>
                <c:pt idx="4522">
                  <c:v>39527</c:v>
                </c:pt>
                <c:pt idx="4523">
                  <c:v>39526</c:v>
                </c:pt>
                <c:pt idx="4524">
                  <c:v>39525</c:v>
                </c:pt>
                <c:pt idx="4525">
                  <c:v>39524</c:v>
                </c:pt>
                <c:pt idx="4526">
                  <c:v>39521</c:v>
                </c:pt>
                <c:pt idx="4527">
                  <c:v>39520</c:v>
                </c:pt>
                <c:pt idx="4528">
                  <c:v>39519</c:v>
                </c:pt>
                <c:pt idx="4529">
                  <c:v>39518</c:v>
                </c:pt>
                <c:pt idx="4530">
                  <c:v>39517</c:v>
                </c:pt>
                <c:pt idx="4531">
                  <c:v>39514</c:v>
                </c:pt>
                <c:pt idx="4532">
                  <c:v>39513</c:v>
                </c:pt>
                <c:pt idx="4533">
                  <c:v>39512</c:v>
                </c:pt>
                <c:pt idx="4534">
                  <c:v>39511</c:v>
                </c:pt>
                <c:pt idx="4535">
                  <c:v>39510</c:v>
                </c:pt>
                <c:pt idx="4536">
                  <c:v>39507</c:v>
                </c:pt>
                <c:pt idx="4537">
                  <c:v>39506</c:v>
                </c:pt>
                <c:pt idx="4538">
                  <c:v>39505</c:v>
                </c:pt>
                <c:pt idx="4539">
                  <c:v>39504</c:v>
                </c:pt>
                <c:pt idx="4540">
                  <c:v>39503</c:v>
                </c:pt>
                <c:pt idx="4541">
                  <c:v>39500</c:v>
                </c:pt>
                <c:pt idx="4542">
                  <c:v>39499</c:v>
                </c:pt>
                <c:pt idx="4543">
                  <c:v>39498</c:v>
                </c:pt>
                <c:pt idx="4544">
                  <c:v>39497</c:v>
                </c:pt>
                <c:pt idx="4545">
                  <c:v>39496</c:v>
                </c:pt>
                <c:pt idx="4546">
                  <c:v>39493</c:v>
                </c:pt>
                <c:pt idx="4547">
                  <c:v>39492</c:v>
                </c:pt>
                <c:pt idx="4548">
                  <c:v>39491</c:v>
                </c:pt>
                <c:pt idx="4549">
                  <c:v>39490</c:v>
                </c:pt>
                <c:pt idx="4550">
                  <c:v>39489</c:v>
                </c:pt>
                <c:pt idx="4551">
                  <c:v>39483</c:v>
                </c:pt>
                <c:pt idx="4552">
                  <c:v>39482</c:v>
                </c:pt>
                <c:pt idx="4553">
                  <c:v>39479</c:v>
                </c:pt>
                <c:pt idx="4554">
                  <c:v>39478</c:v>
                </c:pt>
                <c:pt idx="4555">
                  <c:v>39477</c:v>
                </c:pt>
                <c:pt idx="4556">
                  <c:v>39476</c:v>
                </c:pt>
                <c:pt idx="4557">
                  <c:v>39475</c:v>
                </c:pt>
                <c:pt idx="4558">
                  <c:v>39472</c:v>
                </c:pt>
                <c:pt idx="4559">
                  <c:v>39471</c:v>
                </c:pt>
                <c:pt idx="4560">
                  <c:v>39470</c:v>
                </c:pt>
                <c:pt idx="4561">
                  <c:v>39469</c:v>
                </c:pt>
                <c:pt idx="4562">
                  <c:v>39468</c:v>
                </c:pt>
                <c:pt idx="4563">
                  <c:v>39465</c:v>
                </c:pt>
                <c:pt idx="4564">
                  <c:v>39464</c:v>
                </c:pt>
                <c:pt idx="4565">
                  <c:v>39463</c:v>
                </c:pt>
                <c:pt idx="4566">
                  <c:v>39462</c:v>
                </c:pt>
                <c:pt idx="4567">
                  <c:v>39461</c:v>
                </c:pt>
                <c:pt idx="4568">
                  <c:v>39458</c:v>
                </c:pt>
                <c:pt idx="4569">
                  <c:v>39457</c:v>
                </c:pt>
                <c:pt idx="4570">
                  <c:v>39456</c:v>
                </c:pt>
                <c:pt idx="4571">
                  <c:v>39455</c:v>
                </c:pt>
                <c:pt idx="4572">
                  <c:v>39454</c:v>
                </c:pt>
                <c:pt idx="4573">
                  <c:v>39451</c:v>
                </c:pt>
                <c:pt idx="4574">
                  <c:v>39450</c:v>
                </c:pt>
                <c:pt idx="4575">
                  <c:v>39449</c:v>
                </c:pt>
                <c:pt idx="4576">
                  <c:v>39447</c:v>
                </c:pt>
                <c:pt idx="4577">
                  <c:v>39444</c:v>
                </c:pt>
                <c:pt idx="4578">
                  <c:v>39443</c:v>
                </c:pt>
                <c:pt idx="4579">
                  <c:v>39442</c:v>
                </c:pt>
                <c:pt idx="4580">
                  <c:v>39440</c:v>
                </c:pt>
                <c:pt idx="4581">
                  <c:v>39437</c:v>
                </c:pt>
                <c:pt idx="4582">
                  <c:v>39436</c:v>
                </c:pt>
                <c:pt idx="4583">
                  <c:v>39434</c:v>
                </c:pt>
                <c:pt idx="4584">
                  <c:v>39433</c:v>
                </c:pt>
                <c:pt idx="4585">
                  <c:v>39430</c:v>
                </c:pt>
                <c:pt idx="4586">
                  <c:v>39429</c:v>
                </c:pt>
                <c:pt idx="4587">
                  <c:v>39428</c:v>
                </c:pt>
                <c:pt idx="4588">
                  <c:v>39427</c:v>
                </c:pt>
                <c:pt idx="4589">
                  <c:v>39426</c:v>
                </c:pt>
                <c:pt idx="4590">
                  <c:v>39423</c:v>
                </c:pt>
                <c:pt idx="4591">
                  <c:v>39422</c:v>
                </c:pt>
                <c:pt idx="4592">
                  <c:v>39421</c:v>
                </c:pt>
                <c:pt idx="4593">
                  <c:v>39420</c:v>
                </c:pt>
                <c:pt idx="4594">
                  <c:v>39419</c:v>
                </c:pt>
                <c:pt idx="4595">
                  <c:v>39416</c:v>
                </c:pt>
                <c:pt idx="4596">
                  <c:v>39415</c:v>
                </c:pt>
                <c:pt idx="4597">
                  <c:v>39414</c:v>
                </c:pt>
                <c:pt idx="4598">
                  <c:v>39413</c:v>
                </c:pt>
                <c:pt idx="4599">
                  <c:v>39412</c:v>
                </c:pt>
                <c:pt idx="4600">
                  <c:v>39409</c:v>
                </c:pt>
                <c:pt idx="4601">
                  <c:v>39408</c:v>
                </c:pt>
                <c:pt idx="4602">
                  <c:v>39407</c:v>
                </c:pt>
                <c:pt idx="4603">
                  <c:v>39406</c:v>
                </c:pt>
                <c:pt idx="4604">
                  <c:v>39405</c:v>
                </c:pt>
                <c:pt idx="4605">
                  <c:v>39402</c:v>
                </c:pt>
                <c:pt idx="4606">
                  <c:v>39401</c:v>
                </c:pt>
                <c:pt idx="4607">
                  <c:v>39400</c:v>
                </c:pt>
                <c:pt idx="4608">
                  <c:v>39399</c:v>
                </c:pt>
                <c:pt idx="4609">
                  <c:v>39398</c:v>
                </c:pt>
                <c:pt idx="4610">
                  <c:v>39395</c:v>
                </c:pt>
                <c:pt idx="4611">
                  <c:v>39394</c:v>
                </c:pt>
                <c:pt idx="4612">
                  <c:v>39393</c:v>
                </c:pt>
                <c:pt idx="4613">
                  <c:v>39392</c:v>
                </c:pt>
                <c:pt idx="4614">
                  <c:v>39391</c:v>
                </c:pt>
                <c:pt idx="4615">
                  <c:v>39388</c:v>
                </c:pt>
                <c:pt idx="4616">
                  <c:v>39387</c:v>
                </c:pt>
                <c:pt idx="4617">
                  <c:v>39386</c:v>
                </c:pt>
                <c:pt idx="4618">
                  <c:v>39385</c:v>
                </c:pt>
                <c:pt idx="4619">
                  <c:v>39384</c:v>
                </c:pt>
                <c:pt idx="4620">
                  <c:v>39381</c:v>
                </c:pt>
                <c:pt idx="4621">
                  <c:v>39380</c:v>
                </c:pt>
                <c:pt idx="4622">
                  <c:v>39379</c:v>
                </c:pt>
                <c:pt idx="4623">
                  <c:v>39378</c:v>
                </c:pt>
                <c:pt idx="4624">
                  <c:v>39377</c:v>
                </c:pt>
                <c:pt idx="4625">
                  <c:v>39374</c:v>
                </c:pt>
                <c:pt idx="4626">
                  <c:v>39373</c:v>
                </c:pt>
                <c:pt idx="4627">
                  <c:v>39372</c:v>
                </c:pt>
                <c:pt idx="4628">
                  <c:v>39371</c:v>
                </c:pt>
                <c:pt idx="4629">
                  <c:v>39370</c:v>
                </c:pt>
                <c:pt idx="4630">
                  <c:v>39367</c:v>
                </c:pt>
                <c:pt idx="4631">
                  <c:v>39366</c:v>
                </c:pt>
                <c:pt idx="4632">
                  <c:v>39365</c:v>
                </c:pt>
                <c:pt idx="4633">
                  <c:v>39364</c:v>
                </c:pt>
                <c:pt idx="4634">
                  <c:v>39363</c:v>
                </c:pt>
                <c:pt idx="4635">
                  <c:v>39360</c:v>
                </c:pt>
                <c:pt idx="4636">
                  <c:v>39359</c:v>
                </c:pt>
                <c:pt idx="4637">
                  <c:v>39357</c:v>
                </c:pt>
                <c:pt idx="4638">
                  <c:v>39356</c:v>
                </c:pt>
                <c:pt idx="4639">
                  <c:v>39353</c:v>
                </c:pt>
                <c:pt idx="4640">
                  <c:v>39352</c:v>
                </c:pt>
                <c:pt idx="4641">
                  <c:v>39346</c:v>
                </c:pt>
                <c:pt idx="4642">
                  <c:v>39345</c:v>
                </c:pt>
                <c:pt idx="4643">
                  <c:v>39344</c:v>
                </c:pt>
                <c:pt idx="4644">
                  <c:v>39343</c:v>
                </c:pt>
                <c:pt idx="4645">
                  <c:v>39342</c:v>
                </c:pt>
                <c:pt idx="4646">
                  <c:v>39339</c:v>
                </c:pt>
                <c:pt idx="4647">
                  <c:v>39338</c:v>
                </c:pt>
                <c:pt idx="4648">
                  <c:v>39337</c:v>
                </c:pt>
                <c:pt idx="4649">
                  <c:v>39336</c:v>
                </c:pt>
                <c:pt idx="4650">
                  <c:v>39335</c:v>
                </c:pt>
                <c:pt idx="4651">
                  <c:v>39332</c:v>
                </c:pt>
                <c:pt idx="4652">
                  <c:v>39331</c:v>
                </c:pt>
                <c:pt idx="4653">
                  <c:v>39330</c:v>
                </c:pt>
                <c:pt idx="4654">
                  <c:v>39329</c:v>
                </c:pt>
                <c:pt idx="4655">
                  <c:v>39328</c:v>
                </c:pt>
                <c:pt idx="4656">
                  <c:v>39325</c:v>
                </c:pt>
                <c:pt idx="4657">
                  <c:v>39324</c:v>
                </c:pt>
                <c:pt idx="4658">
                  <c:v>39323</c:v>
                </c:pt>
                <c:pt idx="4659">
                  <c:v>39322</c:v>
                </c:pt>
                <c:pt idx="4660">
                  <c:v>39321</c:v>
                </c:pt>
                <c:pt idx="4661">
                  <c:v>39318</c:v>
                </c:pt>
                <c:pt idx="4662">
                  <c:v>39317</c:v>
                </c:pt>
                <c:pt idx="4663">
                  <c:v>39316</c:v>
                </c:pt>
                <c:pt idx="4664">
                  <c:v>39315</c:v>
                </c:pt>
                <c:pt idx="4665">
                  <c:v>39314</c:v>
                </c:pt>
                <c:pt idx="4666">
                  <c:v>39311</c:v>
                </c:pt>
                <c:pt idx="4667">
                  <c:v>39310</c:v>
                </c:pt>
                <c:pt idx="4668">
                  <c:v>39308</c:v>
                </c:pt>
                <c:pt idx="4669">
                  <c:v>39307</c:v>
                </c:pt>
                <c:pt idx="4670">
                  <c:v>39304</c:v>
                </c:pt>
                <c:pt idx="4671">
                  <c:v>39303</c:v>
                </c:pt>
                <c:pt idx="4672">
                  <c:v>39302</c:v>
                </c:pt>
                <c:pt idx="4673">
                  <c:v>39301</c:v>
                </c:pt>
                <c:pt idx="4674">
                  <c:v>39300</c:v>
                </c:pt>
                <c:pt idx="4675">
                  <c:v>39297</c:v>
                </c:pt>
                <c:pt idx="4676">
                  <c:v>39296</c:v>
                </c:pt>
                <c:pt idx="4677">
                  <c:v>39295</c:v>
                </c:pt>
                <c:pt idx="4678">
                  <c:v>39294</c:v>
                </c:pt>
                <c:pt idx="4679">
                  <c:v>39293</c:v>
                </c:pt>
                <c:pt idx="4680">
                  <c:v>39290</c:v>
                </c:pt>
                <c:pt idx="4681">
                  <c:v>39289</c:v>
                </c:pt>
                <c:pt idx="4682">
                  <c:v>39288</c:v>
                </c:pt>
                <c:pt idx="4683">
                  <c:v>39287</c:v>
                </c:pt>
                <c:pt idx="4684">
                  <c:v>39286</c:v>
                </c:pt>
                <c:pt idx="4685">
                  <c:v>39283</c:v>
                </c:pt>
                <c:pt idx="4686">
                  <c:v>39282</c:v>
                </c:pt>
                <c:pt idx="4687">
                  <c:v>39281</c:v>
                </c:pt>
                <c:pt idx="4688">
                  <c:v>39279</c:v>
                </c:pt>
                <c:pt idx="4689">
                  <c:v>39276</c:v>
                </c:pt>
                <c:pt idx="4690">
                  <c:v>39275</c:v>
                </c:pt>
                <c:pt idx="4691">
                  <c:v>39274</c:v>
                </c:pt>
                <c:pt idx="4692">
                  <c:v>39273</c:v>
                </c:pt>
                <c:pt idx="4693">
                  <c:v>39272</c:v>
                </c:pt>
                <c:pt idx="4694">
                  <c:v>39269</c:v>
                </c:pt>
                <c:pt idx="4695">
                  <c:v>39268</c:v>
                </c:pt>
                <c:pt idx="4696">
                  <c:v>39267</c:v>
                </c:pt>
                <c:pt idx="4697">
                  <c:v>39266</c:v>
                </c:pt>
                <c:pt idx="4698">
                  <c:v>39265</c:v>
                </c:pt>
                <c:pt idx="4699">
                  <c:v>39262</c:v>
                </c:pt>
                <c:pt idx="4700">
                  <c:v>39261</c:v>
                </c:pt>
                <c:pt idx="4701">
                  <c:v>39260</c:v>
                </c:pt>
                <c:pt idx="4702">
                  <c:v>39259</c:v>
                </c:pt>
                <c:pt idx="4703">
                  <c:v>39258</c:v>
                </c:pt>
                <c:pt idx="4704">
                  <c:v>39255</c:v>
                </c:pt>
                <c:pt idx="4705">
                  <c:v>39254</c:v>
                </c:pt>
                <c:pt idx="4706">
                  <c:v>39253</c:v>
                </c:pt>
                <c:pt idx="4707">
                  <c:v>39252</c:v>
                </c:pt>
                <c:pt idx="4708">
                  <c:v>39251</c:v>
                </c:pt>
                <c:pt idx="4709">
                  <c:v>39248</c:v>
                </c:pt>
                <c:pt idx="4710">
                  <c:v>39247</c:v>
                </c:pt>
                <c:pt idx="4711">
                  <c:v>39246</c:v>
                </c:pt>
                <c:pt idx="4712">
                  <c:v>39245</c:v>
                </c:pt>
                <c:pt idx="4713">
                  <c:v>39244</c:v>
                </c:pt>
                <c:pt idx="4714">
                  <c:v>39241</c:v>
                </c:pt>
                <c:pt idx="4715">
                  <c:v>39240</c:v>
                </c:pt>
                <c:pt idx="4716">
                  <c:v>39238</c:v>
                </c:pt>
                <c:pt idx="4717">
                  <c:v>39237</c:v>
                </c:pt>
                <c:pt idx="4718">
                  <c:v>39234</c:v>
                </c:pt>
                <c:pt idx="4719">
                  <c:v>39233</c:v>
                </c:pt>
                <c:pt idx="4720">
                  <c:v>39232</c:v>
                </c:pt>
                <c:pt idx="4721">
                  <c:v>39231</c:v>
                </c:pt>
                <c:pt idx="4722">
                  <c:v>39230</c:v>
                </c:pt>
                <c:pt idx="4723">
                  <c:v>39227</c:v>
                </c:pt>
                <c:pt idx="4724">
                  <c:v>39225</c:v>
                </c:pt>
                <c:pt idx="4725">
                  <c:v>39224</c:v>
                </c:pt>
                <c:pt idx="4726">
                  <c:v>39223</c:v>
                </c:pt>
                <c:pt idx="4727">
                  <c:v>39220</c:v>
                </c:pt>
                <c:pt idx="4728">
                  <c:v>39219</c:v>
                </c:pt>
                <c:pt idx="4729">
                  <c:v>39218</c:v>
                </c:pt>
                <c:pt idx="4730">
                  <c:v>39217</c:v>
                </c:pt>
                <c:pt idx="4731">
                  <c:v>39216</c:v>
                </c:pt>
                <c:pt idx="4732">
                  <c:v>39213</c:v>
                </c:pt>
                <c:pt idx="4733">
                  <c:v>39212</c:v>
                </c:pt>
                <c:pt idx="4734">
                  <c:v>39211</c:v>
                </c:pt>
                <c:pt idx="4735">
                  <c:v>39210</c:v>
                </c:pt>
                <c:pt idx="4736">
                  <c:v>39209</c:v>
                </c:pt>
                <c:pt idx="4737">
                  <c:v>39206</c:v>
                </c:pt>
                <c:pt idx="4738">
                  <c:v>39205</c:v>
                </c:pt>
                <c:pt idx="4739">
                  <c:v>39204</c:v>
                </c:pt>
                <c:pt idx="4740">
                  <c:v>39202</c:v>
                </c:pt>
                <c:pt idx="4741">
                  <c:v>39199</c:v>
                </c:pt>
                <c:pt idx="4742">
                  <c:v>39198</c:v>
                </c:pt>
                <c:pt idx="4743">
                  <c:v>39197</c:v>
                </c:pt>
                <c:pt idx="4744">
                  <c:v>39196</c:v>
                </c:pt>
                <c:pt idx="4745">
                  <c:v>39195</c:v>
                </c:pt>
                <c:pt idx="4746">
                  <c:v>39192</c:v>
                </c:pt>
                <c:pt idx="4747">
                  <c:v>39191</c:v>
                </c:pt>
                <c:pt idx="4748">
                  <c:v>39190</c:v>
                </c:pt>
                <c:pt idx="4749">
                  <c:v>39189</c:v>
                </c:pt>
                <c:pt idx="4750">
                  <c:v>39188</c:v>
                </c:pt>
                <c:pt idx="4751">
                  <c:v>39185</c:v>
                </c:pt>
                <c:pt idx="4752">
                  <c:v>39184</c:v>
                </c:pt>
                <c:pt idx="4753">
                  <c:v>39183</c:v>
                </c:pt>
                <c:pt idx="4754">
                  <c:v>39182</c:v>
                </c:pt>
                <c:pt idx="4755">
                  <c:v>39181</c:v>
                </c:pt>
                <c:pt idx="4756">
                  <c:v>39178</c:v>
                </c:pt>
                <c:pt idx="4757">
                  <c:v>39177</c:v>
                </c:pt>
                <c:pt idx="4758">
                  <c:v>39176</c:v>
                </c:pt>
                <c:pt idx="4759">
                  <c:v>39175</c:v>
                </c:pt>
                <c:pt idx="4760">
                  <c:v>39174</c:v>
                </c:pt>
                <c:pt idx="4761">
                  <c:v>39171</c:v>
                </c:pt>
                <c:pt idx="4762">
                  <c:v>39170</c:v>
                </c:pt>
                <c:pt idx="4763">
                  <c:v>39169</c:v>
                </c:pt>
                <c:pt idx="4764">
                  <c:v>39168</c:v>
                </c:pt>
                <c:pt idx="4765">
                  <c:v>39167</c:v>
                </c:pt>
                <c:pt idx="4766">
                  <c:v>39164</c:v>
                </c:pt>
                <c:pt idx="4767">
                  <c:v>39163</c:v>
                </c:pt>
                <c:pt idx="4768">
                  <c:v>39162</c:v>
                </c:pt>
                <c:pt idx="4769">
                  <c:v>39161</c:v>
                </c:pt>
                <c:pt idx="4770">
                  <c:v>39160</c:v>
                </c:pt>
                <c:pt idx="4771">
                  <c:v>39157</c:v>
                </c:pt>
                <c:pt idx="4772">
                  <c:v>39156</c:v>
                </c:pt>
                <c:pt idx="4773">
                  <c:v>39155</c:v>
                </c:pt>
                <c:pt idx="4774">
                  <c:v>39154</c:v>
                </c:pt>
                <c:pt idx="4775">
                  <c:v>39153</c:v>
                </c:pt>
                <c:pt idx="4776">
                  <c:v>39150</c:v>
                </c:pt>
                <c:pt idx="4777">
                  <c:v>39149</c:v>
                </c:pt>
                <c:pt idx="4778">
                  <c:v>39148</c:v>
                </c:pt>
                <c:pt idx="4779">
                  <c:v>39147</c:v>
                </c:pt>
                <c:pt idx="4780">
                  <c:v>39146</c:v>
                </c:pt>
                <c:pt idx="4781">
                  <c:v>39143</c:v>
                </c:pt>
                <c:pt idx="4782">
                  <c:v>39141</c:v>
                </c:pt>
                <c:pt idx="4783">
                  <c:v>39140</c:v>
                </c:pt>
                <c:pt idx="4784">
                  <c:v>39139</c:v>
                </c:pt>
                <c:pt idx="4785">
                  <c:v>39136</c:v>
                </c:pt>
                <c:pt idx="4786">
                  <c:v>39135</c:v>
                </c:pt>
                <c:pt idx="4787">
                  <c:v>39134</c:v>
                </c:pt>
                <c:pt idx="4788">
                  <c:v>39133</c:v>
                </c:pt>
                <c:pt idx="4789">
                  <c:v>39129</c:v>
                </c:pt>
                <c:pt idx="4790">
                  <c:v>39128</c:v>
                </c:pt>
                <c:pt idx="4791">
                  <c:v>39127</c:v>
                </c:pt>
                <c:pt idx="4792">
                  <c:v>39126</c:v>
                </c:pt>
                <c:pt idx="4793">
                  <c:v>39125</c:v>
                </c:pt>
                <c:pt idx="4794">
                  <c:v>39122</c:v>
                </c:pt>
                <c:pt idx="4795">
                  <c:v>39121</c:v>
                </c:pt>
                <c:pt idx="4796">
                  <c:v>39120</c:v>
                </c:pt>
                <c:pt idx="4797">
                  <c:v>39119</c:v>
                </c:pt>
                <c:pt idx="4798">
                  <c:v>39118</c:v>
                </c:pt>
                <c:pt idx="4799">
                  <c:v>39115</c:v>
                </c:pt>
                <c:pt idx="4800">
                  <c:v>39114</c:v>
                </c:pt>
                <c:pt idx="4801">
                  <c:v>39113</c:v>
                </c:pt>
                <c:pt idx="4802">
                  <c:v>39112</c:v>
                </c:pt>
                <c:pt idx="4803">
                  <c:v>39111</c:v>
                </c:pt>
                <c:pt idx="4804">
                  <c:v>39108</c:v>
                </c:pt>
                <c:pt idx="4805">
                  <c:v>39107</c:v>
                </c:pt>
                <c:pt idx="4806">
                  <c:v>39106</c:v>
                </c:pt>
                <c:pt idx="4807">
                  <c:v>39105</c:v>
                </c:pt>
                <c:pt idx="4808">
                  <c:v>39104</c:v>
                </c:pt>
                <c:pt idx="4809">
                  <c:v>39101</c:v>
                </c:pt>
                <c:pt idx="4810">
                  <c:v>39100</c:v>
                </c:pt>
                <c:pt idx="4811">
                  <c:v>39099</c:v>
                </c:pt>
                <c:pt idx="4812">
                  <c:v>39098</c:v>
                </c:pt>
                <c:pt idx="4813">
                  <c:v>39097</c:v>
                </c:pt>
                <c:pt idx="4814">
                  <c:v>39094</c:v>
                </c:pt>
                <c:pt idx="4815">
                  <c:v>39093</c:v>
                </c:pt>
                <c:pt idx="4816">
                  <c:v>39092</c:v>
                </c:pt>
                <c:pt idx="4817">
                  <c:v>39091</c:v>
                </c:pt>
                <c:pt idx="4818">
                  <c:v>39090</c:v>
                </c:pt>
                <c:pt idx="4819">
                  <c:v>39087</c:v>
                </c:pt>
                <c:pt idx="4820">
                  <c:v>39086</c:v>
                </c:pt>
                <c:pt idx="4821">
                  <c:v>39085</c:v>
                </c:pt>
                <c:pt idx="4822">
                  <c:v>39084</c:v>
                </c:pt>
                <c:pt idx="4823">
                  <c:v>39080</c:v>
                </c:pt>
                <c:pt idx="4824">
                  <c:v>39079</c:v>
                </c:pt>
                <c:pt idx="4825">
                  <c:v>39078</c:v>
                </c:pt>
                <c:pt idx="4826">
                  <c:v>39077</c:v>
                </c:pt>
                <c:pt idx="4827">
                  <c:v>39073</c:v>
                </c:pt>
                <c:pt idx="4828">
                  <c:v>39072</c:v>
                </c:pt>
                <c:pt idx="4829">
                  <c:v>39071</c:v>
                </c:pt>
                <c:pt idx="4830">
                  <c:v>39070</c:v>
                </c:pt>
                <c:pt idx="4831">
                  <c:v>39069</c:v>
                </c:pt>
                <c:pt idx="4832">
                  <c:v>39066</c:v>
                </c:pt>
                <c:pt idx="4833">
                  <c:v>39065</c:v>
                </c:pt>
                <c:pt idx="4834">
                  <c:v>39064</c:v>
                </c:pt>
                <c:pt idx="4835">
                  <c:v>39063</c:v>
                </c:pt>
                <c:pt idx="4836">
                  <c:v>39062</c:v>
                </c:pt>
                <c:pt idx="4837">
                  <c:v>39059</c:v>
                </c:pt>
                <c:pt idx="4838">
                  <c:v>39058</c:v>
                </c:pt>
                <c:pt idx="4839">
                  <c:v>39057</c:v>
                </c:pt>
                <c:pt idx="4840">
                  <c:v>39056</c:v>
                </c:pt>
                <c:pt idx="4841">
                  <c:v>39055</c:v>
                </c:pt>
                <c:pt idx="4842">
                  <c:v>39052</c:v>
                </c:pt>
                <c:pt idx="4843">
                  <c:v>39051</c:v>
                </c:pt>
                <c:pt idx="4844">
                  <c:v>39050</c:v>
                </c:pt>
                <c:pt idx="4845">
                  <c:v>39049</c:v>
                </c:pt>
                <c:pt idx="4846">
                  <c:v>39048</c:v>
                </c:pt>
                <c:pt idx="4847">
                  <c:v>39045</c:v>
                </c:pt>
                <c:pt idx="4848">
                  <c:v>39044</c:v>
                </c:pt>
                <c:pt idx="4849">
                  <c:v>39043</c:v>
                </c:pt>
                <c:pt idx="4850">
                  <c:v>39042</c:v>
                </c:pt>
                <c:pt idx="4851">
                  <c:v>39041</c:v>
                </c:pt>
                <c:pt idx="4852">
                  <c:v>39038</c:v>
                </c:pt>
                <c:pt idx="4853">
                  <c:v>39037</c:v>
                </c:pt>
                <c:pt idx="4854">
                  <c:v>39036</c:v>
                </c:pt>
                <c:pt idx="4855">
                  <c:v>39035</c:v>
                </c:pt>
                <c:pt idx="4856">
                  <c:v>39034</c:v>
                </c:pt>
                <c:pt idx="4857">
                  <c:v>39031</c:v>
                </c:pt>
                <c:pt idx="4858">
                  <c:v>39030</c:v>
                </c:pt>
                <c:pt idx="4859">
                  <c:v>39029</c:v>
                </c:pt>
                <c:pt idx="4860">
                  <c:v>39028</c:v>
                </c:pt>
                <c:pt idx="4861">
                  <c:v>39027</c:v>
                </c:pt>
                <c:pt idx="4862">
                  <c:v>39024</c:v>
                </c:pt>
                <c:pt idx="4863">
                  <c:v>39023</c:v>
                </c:pt>
                <c:pt idx="4864">
                  <c:v>39022</c:v>
                </c:pt>
                <c:pt idx="4865">
                  <c:v>39021</c:v>
                </c:pt>
                <c:pt idx="4866">
                  <c:v>39020</c:v>
                </c:pt>
                <c:pt idx="4867">
                  <c:v>39017</c:v>
                </c:pt>
                <c:pt idx="4868">
                  <c:v>39016</c:v>
                </c:pt>
                <c:pt idx="4869">
                  <c:v>39015</c:v>
                </c:pt>
                <c:pt idx="4870">
                  <c:v>39014</c:v>
                </c:pt>
                <c:pt idx="4871">
                  <c:v>39013</c:v>
                </c:pt>
                <c:pt idx="4872">
                  <c:v>39010</c:v>
                </c:pt>
                <c:pt idx="4873">
                  <c:v>39009</c:v>
                </c:pt>
                <c:pt idx="4874">
                  <c:v>39008</c:v>
                </c:pt>
                <c:pt idx="4875">
                  <c:v>39007</c:v>
                </c:pt>
                <c:pt idx="4876">
                  <c:v>39006</c:v>
                </c:pt>
                <c:pt idx="4877">
                  <c:v>39003</c:v>
                </c:pt>
                <c:pt idx="4878">
                  <c:v>39002</c:v>
                </c:pt>
                <c:pt idx="4879">
                  <c:v>39001</c:v>
                </c:pt>
                <c:pt idx="4880">
                  <c:v>39000</c:v>
                </c:pt>
                <c:pt idx="4881">
                  <c:v>38999</c:v>
                </c:pt>
                <c:pt idx="4882">
                  <c:v>38994</c:v>
                </c:pt>
                <c:pt idx="4883">
                  <c:v>38992</c:v>
                </c:pt>
                <c:pt idx="4884">
                  <c:v>38989</c:v>
                </c:pt>
                <c:pt idx="4885">
                  <c:v>38988</c:v>
                </c:pt>
                <c:pt idx="4886">
                  <c:v>38987</c:v>
                </c:pt>
                <c:pt idx="4887">
                  <c:v>38986</c:v>
                </c:pt>
                <c:pt idx="4888">
                  <c:v>38985</c:v>
                </c:pt>
                <c:pt idx="4889">
                  <c:v>38982</c:v>
                </c:pt>
                <c:pt idx="4890">
                  <c:v>38981</c:v>
                </c:pt>
                <c:pt idx="4891">
                  <c:v>38980</c:v>
                </c:pt>
                <c:pt idx="4892">
                  <c:v>38979</c:v>
                </c:pt>
                <c:pt idx="4893">
                  <c:v>38978</c:v>
                </c:pt>
                <c:pt idx="4894">
                  <c:v>38975</c:v>
                </c:pt>
                <c:pt idx="4895">
                  <c:v>38974</c:v>
                </c:pt>
                <c:pt idx="4896">
                  <c:v>38973</c:v>
                </c:pt>
                <c:pt idx="4897">
                  <c:v>38972</c:v>
                </c:pt>
                <c:pt idx="4898">
                  <c:v>38971</c:v>
                </c:pt>
                <c:pt idx="4899">
                  <c:v>38968</c:v>
                </c:pt>
                <c:pt idx="4900">
                  <c:v>38967</c:v>
                </c:pt>
                <c:pt idx="4901">
                  <c:v>38966</c:v>
                </c:pt>
                <c:pt idx="4902">
                  <c:v>38965</c:v>
                </c:pt>
                <c:pt idx="4903">
                  <c:v>38964</c:v>
                </c:pt>
                <c:pt idx="4904">
                  <c:v>38961</c:v>
                </c:pt>
                <c:pt idx="4905">
                  <c:v>38960</c:v>
                </c:pt>
                <c:pt idx="4906">
                  <c:v>38959</c:v>
                </c:pt>
                <c:pt idx="4907">
                  <c:v>38958</c:v>
                </c:pt>
                <c:pt idx="4908">
                  <c:v>38957</c:v>
                </c:pt>
                <c:pt idx="4909">
                  <c:v>38954</c:v>
                </c:pt>
                <c:pt idx="4910">
                  <c:v>38953</c:v>
                </c:pt>
                <c:pt idx="4911">
                  <c:v>38952</c:v>
                </c:pt>
                <c:pt idx="4912">
                  <c:v>38951</c:v>
                </c:pt>
                <c:pt idx="4913">
                  <c:v>38950</c:v>
                </c:pt>
                <c:pt idx="4914">
                  <c:v>38947</c:v>
                </c:pt>
                <c:pt idx="4915">
                  <c:v>38946</c:v>
                </c:pt>
                <c:pt idx="4916">
                  <c:v>38945</c:v>
                </c:pt>
                <c:pt idx="4917">
                  <c:v>38943</c:v>
                </c:pt>
                <c:pt idx="4918">
                  <c:v>38940</c:v>
                </c:pt>
                <c:pt idx="4919">
                  <c:v>38939</c:v>
                </c:pt>
                <c:pt idx="4920">
                  <c:v>38938</c:v>
                </c:pt>
                <c:pt idx="4921">
                  <c:v>38937</c:v>
                </c:pt>
                <c:pt idx="4922">
                  <c:v>38936</c:v>
                </c:pt>
                <c:pt idx="4923">
                  <c:v>38933</c:v>
                </c:pt>
                <c:pt idx="4924">
                  <c:v>38932</c:v>
                </c:pt>
                <c:pt idx="4925">
                  <c:v>38931</c:v>
                </c:pt>
                <c:pt idx="4926">
                  <c:v>38930</c:v>
                </c:pt>
                <c:pt idx="4927">
                  <c:v>38929</c:v>
                </c:pt>
                <c:pt idx="4928">
                  <c:v>38926</c:v>
                </c:pt>
                <c:pt idx="4929">
                  <c:v>38925</c:v>
                </c:pt>
                <c:pt idx="4930">
                  <c:v>38924</c:v>
                </c:pt>
                <c:pt idx="4931">
                  <c:v>38923</c:v>
                </c:pt>
                <c:pt idx="4932">
                  <c:v>38922</c:v>
                </c:pt>
                <c:pt idx="4933">
                  <c:v>38919</c:v>
                </c:pt>
                <c:pt idx="4934">
                  <c:v>38918</c:v>
                </c:pt>
                <c:pt idx="4935">
                  <c:v>38917</c:v>
                </c:pt>
                <c:pt idx="4936">
                  <c:v>38916</c:v>
                </c:pt>
                <c:pt idx="4937">
                  <c:v>38912</c:v>
                </c:pt>
                <c:pt idx="4938">
                  <c:v>38911</c:v>
                </c:pt>
                <c:pt idx="4939">
                  <c:v>38910</c:v>
                </c:pt>
                <c:pt idx="4940">
                  <c:v>38909</c:v>
                </c:pt>
                <c:pt idx="4941">
                  <c:v>38908</c:v>
                </c:pt>
                <c:pt idx="4942">
                  <c:v>38905</c:v>
                </c:pt>
                <c:pt idx="4943">
                  <c:v>38904</c:v>
                </c:pt>
                <c:pt idx="4944">
                  <c:v>38903</c:v>
                </c:pt>
                <c:pt idx="4945">
                  <c:v>38902</c:v>
                </c:pt>
                <c:pt idx="4946">
                  <c:v>38901</c:v>
                </c:pt>
                <c:pt idx="4947">
                  <c:v>38898</c:v>
                </c:pt>
                <c:pt idx="4948">
                  <c:v>38897</c:v>
                </c:pt>
                <c:pt idx="4949">
                  <c:v>38896</c:v>
                </c:pt>
                <c:pt idx="4950">
                  <c:v>38895</c:v>
                </c:pt>
                <c:pt idx="4951">
                  <c:v>38894</c:v>
                </c:pt>
                <c:pt idx="4952">
                  <c:v>38891</c:v>
                </c:pt>
                <c:pt idx="4953">
                  <c:v>38890</c:v>
                </c:pt>
                <c:pt idx="4954">
                  <c:v>38889</c:v>
                </c:pt>
                <c:pt idx="4955">
                  <c:v>38888</c:v>
                </c:pt>
                <c:pt idx="4956">
                  <c:v>38887</c:v>
                </c:pt>
                <c:pt idx="4957">
                  <c:v>38884</c:v>
                </c:pt>
                <c:pt idx="4958">
                  <c:v>38883</c:v>
                </c:pt>
                <c:pt idx="4959">
                  <c:v>38882</c:v>
                </c:pt>
                <c:pt idx="4960">
                  <c:v>38881</c:v>
                </c:pt>
                <c:pt idx="4961">
                  <c:v>38880</c:v>
                </c:pt>
                <c:pt idx="4962">
                  <c:v>38877</c:v>
                </c:pt>
                <c:pt idx="4963">
                  <c:v>38876</c:v>
                </c:pt>
                <c:pt idx="4964">
                  <c:v>38875</c:v>
                </c:pt>
                <c:pt idx="4965">
                  <c:v>38873</c:v>
                </c:pt>
                <c:pt idx="4966">
                  <c:v>38870</c:v>
                </c:pt>
                <c:pt idx="4967">
                  <c:v>38869</c:v>
                </c:pt>
                <c:pt idx="4968">
                  <c:v>38867</c:v>
                </c:pt>
                <c:pt idx="4969">
                  <c:v>38866</c:v>
                </c:pt>
                <c:pt idx="4970">
                  <c:v>38863</c:v>
                </c:pt>
                <c:pt idx="4971">
                  <c:v>38862</c:v>
                </c:pt>
                <c:pt idx="4972">
                  <c:v>38861</c:v>
                </c:pt>
                <c:pt idx="4973">
                  <c:v>38860</c:v>
                </c:pt>
                <c:pt idx="4974">
                  <c:v>38859</c:v>
                </c:pt>
                <c:pt idx="4975">
                  <c:v>38856</c:v>
                </c:pt>
                <c:pt idx="4976">
                  <c:v>38855</c:v>
                </c:pt>
                <c:pt idx="4977">
                  <c:v>38854</c:v>
                </c:pt>
                <c:pt idx="4978">
                  <c:v>38853</c:v>
                </c:pt>
                <c:pt idx="4979">
                  <c:v>38852</c:v>
                </c:pt>
                <c:pt idx="4980">
                  <c:v>38849</c:v>
                </c:pt>
                <c:pt idx="4981">
                  <c:v>38848</c:v>
                </c:pt>
                <c:pt idx="4982">
                  <c:v>38847</c:v>
                </c:pt>
                <c:pt idx="4983">
                  <c:v>38846</c:v>
                </c:pt>
                <c:pt idx="4984">
                  <c:v>38845</c:v>
                </c:pt>
                <c:pt idx="4985">
                  <c:v>38841</c:v>
                </c:pt>
                <c:pt idx="4986">
                  <c:v>38840</c:v>
                </c:pt>
                <c:pt idx="4987">
                  <c:v>38839</c:v>
                </c:pt>
                <c:pt idx="4988">
                  <c:v>38835</c:v>
                </c:pt>
                <c:pt idx="4989">
                  <c:v>38834</c:v>
                </c:pt>
                <c:pt idx="4990">
                  <c:v>38833</c:v>
                </c:pt>
                <c:pt idx="4991">
                  <c:v>38832</c:v>
                </c:pt>
                <c:pt idx="4992">
                  <c:v>38831</c:v>
                </c:pt>
                <c:pt idx="4993">
                  <c:v>38828</c:v>
                </c:pt>
                <c:pt idx="4994">
                  <c:v>38827</c:v>
                </c:pt>
                <c:pt idx="4995">
                  <c:v>38826</c:v>
                </c:pt>
                <c:pt idx="4996">
                  <c:v>38825</c:v>
                </c:pt>
                <c:pt idx="4997">
                  <c:v>38824</c:v>
                </c:pt>
                <c:pt idx="4998">
                  <c:v>38821</c:v>
                </c:pt>
                <c:pt idx="4999">
                  <c:v>38820</c:v>
                </c:pt>
                <c:pt idx="5000">
                  <c:v>38819</c:v>
                </c:pt>
                <c:pt idx="5001">
                  <c:v>38818</c:v>
                </c:pt>
                <c:pt idx="5002">
                  <c:v>38817</c:v>
                </c:pt>
                <c:pt idx="5003">
                  <c:v>38814</c:v>
                </c:pt>
                <c:pt idx="5004">
                  <c:v>38813</c:v>
                </c:pt>
                <c:pt idx="5005">
                  <c:v>38812</c:v>
                </c:pt>
                <c:pt idx="5006">
                  <c:v>38811</c:v>
                </c:pt>
                <c:pt idx="5007">
                  <c:v>38810</c:v>
                </c:pt>
                <c:pt idx="5008">
                  <c:v>38807</c:v>
                </c:pt>
                <c:pt idx="5009">
                  <c:v>38806</c:v>
                </c:pt>
                <c:pt idx="5010">
                  <c:v>38805</c:v>
                </c:pt>
                <c:pt idx="5011">
                  <c:v>38804</c:v>
                </c:pt>
                <c:pt idx="5012">
                  <c:v>38803</c:v>
                </c:pt>
                <c:pt idx="5013">
                  <c:v>38800</c:v>
                </c:pt>
                <c:pt idx="5014">
                  <c:v>38799</c:v>
                </c:pt>
                <c:pt idx="5015">
                  <c:v>38798</c:v>
                </c:pt>
                <c:pt idx="5016">
                  <c:v>38797</c:v>
                </c:pt>
                <c:pt idx="5017">
                  <c:v>38796</c:v>
                </c:pt>
                <c:pt idx="5018">
                  <c:v>38793</c:v>
                </c:pt>
                <c:pt idx="5019">
                  <c:v>38792</c:v>
                </c:pt>
                <c:pt idx="5020">
                  <c:v>38791</c:v>
                </c:pt>
                <c:pt idx="5021">
                  <c:v>38790</c:v>
                </c:pt>
                <c:pt idx="5022">
                  <c:v>38789</c:v>
                </c:pt>
                <c:pt idx="5023">
                  <c:v>38786</c:v>
                </c:pt>
                <c:pt idx="5024">
                  <c:v>38785</c:v>
                </c:pt>
                <c:pt idx="5025">
                  <c:v>38784</c:v>
                </c:pt>
                <c:pt idx="5026">
                  <c:v>38783</c:v>
                </c:pt>
                <c:pt idx="5027">
                  <c:v>38782</c:v>
                </c:pt>
                <c:pt idx="5028">
                  <c:v>38779</c:v>
                </c:pt>
                <c:pt idx="5029">
                  <c:v>38778</c:v>
                </c:pt>
                <c:pt idx="5030">
                  <c:v>38776</c:v>
                </c:pt>
                <c:pt idx="5031">
                  <c:v>38775</c:v>
                </c:pt>
                <c:pt idx="5032">
                  <c:v>38772</c:v>
                </c:pt>
                <c:pt idx="5033">
                  <c:v>38771</c:v>
                </c:pt>
                <c:pt idx="5034">
                  <c:v>38770</c:v>
                </c:pt>
                <c:pt idx="5035">
                  <c:v>38769</c:v>
                </c:pt>
                <c:pt idx="5036">
                  <c:v>38768</c:v>
                </c:pt>
                <c:pt idx="5037">
                  <c:v>38765</c:v>
                </c:pt>
                <c:pt idx="5038">
                  <c:v>38764</c:v>
                </c:pt>
                <c:pt idx="5039">
                  <c:v>38763</c:v>
                </c:pt>
                <c:pt idx="5040">
                  <c:v>38762</c:v>
                </c:pt>
                <c:pt idx="5041">
                  <c:v>38761</c:v>
                </c:pt>
                <c:pt idx="5042">
                  <c:v>38758</c:v>
                </c:pt>
                <c:pt idx="5043">
                  <c:v>38757</c:v>
                </c:pt>
                <c:pt idx="5044">
                  <c:v>38756</c:v>
                </c:pt>
                <c:pt idx="5045">
                  <c:v>38755</c:v>
                </c:pt>
                <c:pt idx="5046">
                  <c:v>38754</c:v>
                </c:pt>
                <c:pt idx="5047">
                  <c:v>38751</c:v>
                </c:pt>
                <c:pt idx="5048">
                  <c:v>38750</c:v>
                </c:pt>
                <c:pt idx="5049">
                  <c:v>38749</c:v>
                </c:pt>
                <c:pt idx="5050">
                  <c:v>38748</c:v>
                </c:pt>
                <c:pt idx="5051">
                  <c:v>38744</c:v>
                </c:pt>
                <c:pt idx="5052">
                  <c:v>38743</c:v>
                </c:pt>
                <c:pt idx="5053">
                  <c:v>38742</c:v>
                </c:pt>
                <c:pt idx="5054">
                  <c:v>38741</c:v>
                </c:pt>
                <c:pt idx="5055">
                  <c:v>38740</c:v>
                </c:pt>
                <c:pt idx="5056">
                  <c:v>38737</c:v>
                </c:pt>
                <c:pt idx="5057">
                  <c:v>38736</c:v>
                </c:pt>
                <c:pt idx="5058">
                  <c:v>38735</c:v>
                </c:pt>
                <c:pt idx="5059">
                  <c:v>38734</c:v>
                </c:pt>
                <c:pt idx="5060">
                  <c:v>38733</c:v>
                </c:pt>
                <c:pt idx="5061">
                  <c:v>38730</c:v>
                </c:pt>
                <c:pt idx="5062">
                  <c:v>38729</c:v>
                </c:pt>
                <c:pt idx="5063">
                  <c:v>38728</c:v>
                </c:pt>
                <c:pt idx="5064">
                  <c:v>38727</c:v>
                </c:pt>
                <c:pt idx="5065">
                  <c:v>38726</c:v>
                </c:pt>
                <c:pt idx="5066">
                  <c:v>38723</c:v>
                </c:pt>
                <c:pt idx="5067">
                  <c:v>38722</c:v>
                </c:pt>
                <c:pt idx="5068">
                  <c:v>38721</c:v>
                </c:pt>
                <c:pt idx="5069">
                  <c:v>38720</c:v>
                </c:pt>
                <c:pt idx="5070">
                  <c:v>38719</c:v>
                </c:pt>
                <c:pt idx="5071">
                  <c:v>38716</c:v>
                </c:pt>
                <c:pt idx="5072">
                  <c:v>38715</c:v>
                </c:pt>
                <c:pt idx="5073">
                  <c:v>38714</c:v>
                </c:pt>
                <c:pt idx="5074">
                  <c:v>38713</c:v>
                </c:pt>
                <c:pt idx="5075">
                  <c:v>38712</c:v>
                </c:pt>
                <c:pt idx="5076">
                  <c:v>38709</c:v>
                </c:pt>
                <c:pt idx="5077">
                  <c:v>38708</c:v>
                </c:pt>
                <c:pt idx="5078">
                  <c:v>38707</c:v>
                </c:pt>
                <c:pt idx="5079">
                  <c:v>38706</c:v>
                </c:pt>
                <c:pt idx="5080">
                  <c:v>38705</c:v>
                </c:pt>
                <c:pt idx="5081">
                  <c:v>38702</c:v>
                </c:pt>
                <c:pt idx="5082">
                  <c:v>38701</c:v>
                </c:pt>
                <c:pt idx="5083">
                  <c:v>38700</c:v>
                </c:pt>
                <c:pt idx="5084">
                  <c:v>38699</c:v>
                </c:pt>
                <c:pt idx="5085">
                  <c:v>38698</c:v>
                </c:pt>
                <c:pt idx="5086">
                  <c:v>38695</c:v>
                </c:pt>
                <c:pt idx="5087">
                  <c:v>38694</c:v>
                </c:pt>
                <c:pt idx="5088">
                  <c:v>38693</c:v>
                </c:pt>
                <c:pt idx="5089">
                  <c:v>38692</c:v>
                </c:pt>
                <c:pt idx="5090">
                  <c:v>38691</c:v>
                </c:pt>
                <c:pt idx="5091">
                  <c:v>38688</c:v>
                </c:pt>
                <c:pt idx="5092">
                  <c:v>38687</c:v>
                </c:pt>
                <c:pt idx="5093">
                  <c:v>38686</c:v>
                </c:pt>
                <c:pt idx="5094">
                  <c:v>38685</c:v>
                </c:pt>
                <c:pt idx="5095">
                  <c:v>38684</c:v>
                </c:pt>
                <c:pt idx="5096">
                  <c:v>38681</c:v>
                </c:pt>
                <c:pt idx="5097">
                  <c:v>38680</c:v>
                </c:pt>
                <c:pt idx="5098">
                  <c:v>38679</c:v>
                </c:pt>
                <c:pt idx="5099">
                  <c:v>38678</c:v>
                </c:pt>
                <c:pt idx="5100">
                  <c:v>38677</c:v>
                </c:pt>
                <c:pt idx="5101">
                  <c:v>38674</c:v>
                </c:pt>
                <c:pt idx="5102">
                  <c:v>38673</c:v>
                </c:pt>
                <c:pt idx="5103">
                  <c:v>38672</c:v>
                </c:pt>
                <c:pt idx="5104">
                  <c:v>38671</c:v>
                </c:pt>
                <c:pt idx="5105">
                  <c:v>38670</c:v>
                </c:pt>
                <c:pt idx="5106">
                  <c:v>38667</c:v>
                </c:pt>
                <c:pt idx="5107">
                  <c:v>38666</c:v>
                </c:pt>
                <c:pt idx="5108">
                  <c:v>38665</c:v>
                </c:pt>
                <c:pt idx="5109">
                  <c:v>38664</c:v>
                </c:pt>
                <c:pt idx="5110">
                  <c:v>38663</c:v>
                </c:pt>
                <c:pt idx="5111">
                  <c:v>38660</c:v>
                </c:pt>
                <c:pt idx="5112">
                  <c:v>38659</c:v>
                </c:pt>
                <c:pt idx="5113">
                  <c:v>38658</c:v>
                </c:pt>
                <c:pt idx="5114">
                  <c:v>38657</c:v>
                </c:pt>
                <c:pt idx="5115">
                  <c:v>38656</c:v>
                </c:pt>
                <c:pt idx="5116">
                  <c:v>38653</c:v>
                </c:pt>
                <c:pt idx="5117">
                  <c:v>38652</c:v>
                </c:pt>
                <c:pt idx="5118">
                  <c:v>38651</c:v>
                </c:pt>
                <c:pt idx="5119">
                  <c:v>38650</c:v>
                </c:pt>
                <c:pt idx="5120">
                  <c:v>38649</c:v>
                </c:pt>
                <c:pt idx="5121">
                  <c:v>38646</c:v>
                </c:pt>
                <c:pt idx="5122">
                  <c:v>38645</c:v>
                </c:pt>
                <c:pt idx="5123">
                  <c:v>38644</c:v>
                </c:pt>
                <c:pt idx="5124">
                  <c:v>38643</c:v>
                </c:pt>
                <c:pt idx="5125">
                  <c:v>38642</c:v>
                </c:pt>
                <c:pt idx="5126">
                  <c:v>38639</c:v>
                </c:pt>
                <c:pt idx="5127">
                  <c:v>38638</c:v>
                </c:pt>
                <c:pt idx="5128">
                  <c:v>38637</c:v>
                </c:pt>
                <c:pt idx="5129">
                  <c:v>38636</c:v>
                </c:pt>
                <c:pt idx="5130">
                  <c:v>38635</c:v>
                </c:pt>
                <c:pt idx="5131">
                  <c:v>38632</c:v>
                </c:pt>
                <c:pt idx="5132">
                  <c:v>38631</c:v>
                </c:pt>
                <c:pt idx="5133">
                  <c:v>38630</c:v>
                </c:pt>
                <c:pt idx="5134">
                  <c:v>38629</c:v>
                </c:pt>
                <c:pt idx="5135">
                  <c:v>38625</c:v>
                </c:pt>
                <c:pt idx="5136">
                  <c:v>38624</c:v>
                </c:pt>
                <c:pt idx="5137">
                  <c:v>38623</c:v>
                </c:pt>
                <c:pt idx="5138">
                  <c:v>38622</c:v>
                </c:pt>
                <c:pt idx="5139">
                  <c:v>38621</c:v>
                </c:pt>
                <c:pt idx="5140">
                  <c:v>38618</c:v>
                </c:pt>
                <c:pt idx="5141">
                  <c:v>38617</c:v>
                </c:pt>
                <c:pt idx="5142">
                  <c:v>38616</c:v>
                </c:pt>
                <c:pt idx="5143">
                  <c:v>38615</c:v>
                </c:pt>
                <c:pt idx="5144">
                  <c:v>38611</c:v>
                </c:pt>
                <c:pt idx="5145">
                  <c:v>38610</c:v>
                </c:pt>
                <c:pt idx="5146">
                  <c:v>38609</c:v>
                </c:pt>
                <c:pt idx="5147">
                  <c:v>38608</c:v>
                </c:pt>
                <c:pt idx="5148">
                  <c:v>38607</c:v>
                </c:pt>
                <c:pt idx="5149">
                  <c:v>38604</c:v>
                </c:pt>
                <c:pt idx="5150">
                  <c:v>38603</c:v>
                </c:pt>
                <c:pt idx="5151">
                  <c:v>38602</c:v>
                </c:pt>
                <c:pt idx="5152">
                  <c:v>38601</c:v>
                </c:pt>
                <c:pt idx="5153">
                  <c:v>38600</c:v>
                </c:pt>
                <c:pt idx="5154">
                  <c:v>38597</c:v>
                </c:pt>
                <c:pt idx="5155">
                  <c:v>38596</c:v>
                </c:pt>
                <c:pt idx="5156">
                  <c:v>38595</c:v>
                </c:pt>
                <c:pt idx="5157">
                  <c:v>38594</c:v>
                </c:pt>
                <c:pt idx="5158">
                  <c:v>38593</c:v>
                </c:pt>
                <c:pt idx="5159">
                  <c:v>38590</c:v>
                </c:pt>
                <c:pt idx="5160">
                  <c:v>38589</c:v>
                </c:pt>
                <c:pt idx="5161">
                  <c:v>38588</c:v>
                </c:pt>
                <c:pt idx="5162">
                  <c:v>38587</c:v>
                </c:pt>
                <c:pt idx="5163">
                  <c:v>38586</c:v>
                </c:pt>
                <c:pt idx="5164">
                  <c:v>38583</c:v>
                </c:pt>
                <c:pt idx="5165">
                  <c:v>38582</c:v>
                </c:pt>
                <c:pt idx="5166">
                  <c:v>38581</c:v>
                </c:pt>
                <c:pt idx="5167">
                  <c:v>38580</c:v>
                </c:pt>
                <c:pt idx="5168">
                  <c:v>38576</c:v>
                </c:pt>
                <c:pt idx="5169">
                  <c:v>38575</c:v>
                </c:pt>
                <c:pt idx="5170">
                  <c:v>38574</c:v>
                </c:pt>
                <c:pt idx="5171">
                  <c:v>38573</c:v>
                </c:pt>
                <c:pt idx="5172">
                  <c:v>38572</c:v>
                </c:pt>
                <c:pt idx="5173">
                  <c:v>38569</c:v>
                </c:pt>
                <c:pt idx="5174">
                  <c:v>38568</c:v>
                </c:pt>
                <c:pt idx="5175">
                  <c:v>38567</c:v>
                </c:pt>
                <c:pt idx="5176">
                  <c:v>38566</c:v>
                </c:pt>
                <c:pt idx="5177">
                  <c:v>38565</c:v>
                </c:pt>
                <c:pt idx="5178">
                  <c:v>38562</c:v>
                </c:pt>
                <c:pt idx="5179">
                  <c:v>38561</c:v>
                </c:pt>
                <c:pt idx="5180">
                  <c:v>38560</c:v>
                </c:pt>
                <c:pt idx="5181">
                  <c:v>38559</c:v>
                </c:pt>
                <c:pt idx="5182">
                  <c:v>38558</c:v>
                </c:pt>
                <c:pt idx="5183">
                  <c:v>38555</c:v>
                </c:pt>
                <c:pt idx="5184">
                  <c:v>38554</c:v>
                </c:pt>
                <c:pt idx="5185">
                  <c:v>38553</c:v>
                </c:pt>
                <c:pt idx="5186">
                  <c:v>38552</c:v>
                </c:pt>
                <c:pt idx="5187">
                  <c:v>38551</c:v>
                </c:pt>
                <c:pt idx="5188">
                  <c:v>38548</c:v>
                </c:pt>
                <c:pt idx="5189">
                  <c:v>38547</c:v>
                </c:pt>
                <c:pt idx="5190">
                  <c:v>38546</c:v>
                </c:pt>
                <c:pt idx="5191">
                  <c:v>38545</c:v>
                </c:pt>
                <c:pt idx="5192">
                  <c:v>38544</c:v>
                </c:pt>
                <c:pt idx="5193">
                  <c:v>38541</c:v>
                </c:pt>
                <c:pt idx="5194">
                  <c:v>38540</c:v>
                </c:pt>
                <c:pt idx="5195">
                  <c:v>38539</c:v>
                </c:pt>
                <c:pt idx="5196">
                  <c:v>38538</c:v>
                </c:pt>
                <c:pt idx="5197">
                  <c:v>38537</c:v>
                </c:pt>
                <c:pt idx="5198">
                  <c:v>38534</c:v>
                </c:pt>
                <c:pt idx="5199">
                  <c:v>38533</c:v>
                </c:pt>
                <c:pt idx="5200">
                  <c:v>38532</c:v>
                </c:pt>
                <c:pt idx="5201">
                  <c:v>38531</c:v>
                </c:pt>
                <c:pt idx="5202">
                  <c:v>38530</c:v>
                </c:pt>
                <c:pt idx="5203">
                  <c:v>38527</c:v>
                </c:pt>
                <c:pt idx="5204">
                  <c:v>38526</c:v>
                </c:pt>
                <c:pt idx="5205">
                  <c:v>38525</c:v>
                </c:pt>
                <c:pt idx="5206">
                  <c:v>38524</c:v>
                </c:pt>
                <c:pt idx="5207">
                  <c:v>38523</c:v>
                </c:pt>
                <c:pt idx="5208">
                  <c:v>38520</c:v>
                </c:pt>
                <c:pt idx="5209">
                  <c:v>38519</c:v>
                </c:pt>
                <c:pt idx="5210">
                  <c:v>38518</c:v>
                </c:pt>
                <c:pt idx="5211">
                  <c:v>38517</c:v>
                </c:pt>
                <c:pt idx="5212">
                  <c:v>38516</c:v>
                </c:pt>
                <c:pt idx="5213">
                  <c:v>38513</c:v>
                </c:pt>
                <c:pt idx="5214">
                  <c:v>38512</c:v>
                </c:pt>
                <c:pt idx="5215">
                  <c:v>38511</c:v>
                </c:pt>
                <c:pt idx="5216">
                  <c:v>38510</c:v>
                </c:pt>
                <c:pt idx="5217">
                  <c:v>38506</c:v>
                </c:pt>
                <c:pt idx="5218">
                  <c:v>38505</c:v>
                </c:pt>
                <c:pt idx="5219">
                  <c:v>38504</c:v>
                </c:pt>
                <c:pt idx="5220">
                  <c:v>38503</c:v>
                </c:pt>
                <c:pt idx="5221">
                  <c:v>38502</c:v>
                </c:pt>
                <c:pt idx="5222">
                  <c:v>38499</c:v>
                </c:pt>
                <c:pt idx="5223">
                  <c:v>38498</c:v>
                </c:pt>
                <c:pt idx="5224">
                  <c:v>38497</c:v>
                </c:pt>
                <c:pt idx="5225">
                  <c:v>38496</c:v>
                </c:pt>
                <c:pt idx="5226">
                  <c:v>38495</c:v>
                </c:pt>
                <c:pt idx="5227">
                  <c:v>38492</c:v>
                </c:pt>
                <c:pt idx="5228">
                  <c:v>38491</c:v>
                </c:pt>
                <c:pt idx="5229">
                  <c:v>38490</c:v>
                </c:pt>
                <c:pt idx="5230">
                  <c:v>38489</c:v>
                </c:pt>
                <c:pt idx="5231">
                  <c:v>38488</c:v>
                </c:pt>
                <c:pt idx="5232">
                  <c:v>38485</c:v>
                </c:pt>
                <c:pt idx="5233">
                  <c:v>38484</c:v>
                </c:pt>
                <c:pt idx="5234">
                  <c:v>38483</c:v>
                </c:pt>
                <c:pt idx="5235">
                  <c:v>38482</c:v>
                </c:pt>
                <c:pt idx="5236">
                  <c:v>38481</c:v>
                </c:pt>
                <c:pt idx="5237">
                  <c:v>38478</c:v>
                </c:pt>
                <c:pt idx="5238">
                  <c:v>38476</c:v>
                </c:pt>
                <c:pt idx="5239">
                  <c:v>38475</c:v>
                </c:pt>
                <c:pt idx="5240">
                  <c:v>38474</c:v>
                </c:pt>
                <c:pt idx="5241">
                  <c:v>38471</c:v>
                </c:pt>
                <c:pt idx="5242">
                  <c:v>38470</c:v>
                </c:pt>
                <c:pt idx="5243">
                  <c:v>38469</c:v>
                </c:pt>
                <c:pt idx="5244">
                  <c:v>38468</c:v>
                </c:pt>
                <c:pt idx="5245">
                  <c:v>38467</c:v>
                </c:pt>
                <c:pt idx="5246">
                  <c:v>38464</c:v>
                </c:pt>
                <c:pt idx="5247">
                  <c:v>38463</c:v>
                </c:pt>
                <c:pt idx="5248">
                  <c:v>38462</c:v>
                </c:pt>
                <c:pt idx="5249">
                  <c:v>38461</c:v>
                </c:pt>
                <c:pt idx="5250">
                  <c:v>38460</c:v>
                </c:pt>
                <c:pt idx="5251">
                  <c:v>38457</c:v>
                </c:pt>
                <c:pt idx="5252">
                  <c:v>38456</c:v>
                </c:pt>
                <c:pt idx="5253">
                  <c:v>38455</c:v>
                </c:pt>
                <c:pt idx="5254">
                  <c:v>38454</c:v>
                </c:pt>
                <c:pt idx="5255">
                  <c:v>38453</c:v>
                </c:pt>
                <c:pt idx="5256">
                  <c:v>38450</c:v>
                </c:pt>
                <c:pt idx="5257">
                  <c:v>38449</c:v>
                </c:pt>
                <c:pt idx="5258">
                  <c:v>38448</c:v>
                </c:pt>
                <c:pt idx="5259">
                  <c:v>38446</c:v>
                </c:pt>
                <c:pt idx="5260">
                  <c:v>38443</c:v>
                </c:pt>
                <c:pt idx="5261">
                  <c:v>38442</c:v>
                </c:pt>
                <c:pt idx="5262">
                  <c:v>38441</c:v>
                </c:pt>
                <c:pt idx="5263">
                  <c:v>38440</c:v>
                </c:pt>
                <c:pt idx="5264">
                  <c:v>38439</c:v>
                </c:pt>
                <c:pt idx="5265">
                  <c:v>38436</c:v>
                </c:pt>
                <c:pt idx="5266">
                  <c:v>38435</c:v>
                </c:pt>
                <c:pt idx="5267">
                  <c:v>38434</c:v>
                </c:pt>
                <c:pt idx="5268">
                  <c:v>38433</c:v>
                </c:pt>
                <c:pt idx="5269">
                  <c:v>38432</c:v>
                </c:pt>
                <c:pt idx="5270">
                  <c:v>38429</c:v>
                </c:pt>
                <c:pt idx="5271">
                  <c:v>38428</c:v>
                </c:pt>
                <c:pt idx="5272">
                  <c:v>38427</c:v>
                </c:pt>
                <c:pt idx="5273">
                  <c:v>38426</c:v>
                </c:pt>
                <c:pt idx="5274">
                  <c:v>38425</c:v>
                </c:pt>
                <c:pt idx="5275">
                  <c:v>38422</c:v>
                </c:pt>
                <c:pt idx="5276">
                  <c:v>38421</c:v>
                </c:pt>
                <c:pt idx="5277">
                  <c:v>38420</c:v>
                </c:pt>
                <c:pt idx="5278">
                  <c:v>38419</c:v>
                </c:pt>
                <c:pt idx="5279">
                  <c:v>38418</c:v>
                </c:pt>
                <c:pt idx="5280">
                  <c:v>38415</c:v>
                </c:pt>
                <c:pt idx="5281">
                  <c:v>38414</c:v>
                </c:pt>
                <c:pt idx="5282">
                  <c:v>38413</c:v>
                </c:pt>
                <c:pt idx="5283">
                  <c:v>38411</c:v>
                </c:pt>
                <c:pt idx="5284">
                  <c:v>38408</c:v>
                </c:pt>
                <c:pt idx="5285">
                  <c:v>38407</c:v>
                </c:pt>
                <c:pt idx="5286">
                  <c:v>38406</c:v>
                </c:pt>
                <c:pt idx="5287">
                  <c:v>38405</c:v>
                </c:pt>
                <c:pt idx="5288">
                  <c:v>38404</c:v>
                </c:pt>
                <c:pt idx="5289">
                  <c:v>38401</c:v>
                </c:pt>
                <c:pt idx="5290">
                  <c:v>38400</c:v>
                </c:pt>
                <c:pt idx="5291">
                  <c:v>38399</c:v>
                </c:pt>
                <c:pt idx="5292">
                  <c:v>38398</c:v>
                </c:pt>
                <c:pt idx="5293">
                  <c:v>38397</c:v>
                </c:pt>
                <c:pt idx="5294">
                  <c:v>38394</c:v>
                </c:pt>
                <c:pt idx="5295">
                  <c:v>38390</c:v>
                </c:pt>
                <c:pt idx="5296">
                  <c:v>38387</c:v>
                </c:pt>
                <c:pt idx="5297">
                  <c:v>38386</c:v>
                </c:pt>
                <c:pt idx="5298">
                  <c:v>38385</c:v>
                </c:pt>
                <c:pt idx="5299">
                  <c:v>38384</c:v>
                </c:pt>
                <c:pt idx="5300">
                  <c:v>38383</c:v>
                </c:pt>
                <c:pt idx="5301">
                  <c:v>38380</c:v>
                </c:pt>
                <c:pt idx="5302">
                  <c:v>38379</c:v>
                </c:pt>
                <c:pt idx="5303">
                  <c:v>38378</c:v>
                </c:pt>
                <c:pt idx="5304">
                  <c:v>38377</c:v>
                </c:pt>
                <c:pt idx="5305">
                  <c:v>38376</c:v>
                </c:pt>
                <c:pt idx="5306">
                  <c:v>38373</c:v>
                </c:pt>
                <c:pt idx="5307">
                  <c:v>38372</c:v>
                </c:pt>
                <c:pt idx="5308">
                  <c:v>38371</c:v>
                </c:pt>
                <c:pt idx="5309">
                  <c:v>38370</c:v>
                </c:pt>
                <c:pt idx="5310">
                  <c:v>38369</c:v>
                </c:pt>
                <c:pt idx="5311">
                  <c:v>38366</c:v>
                </c:pt>
                <c:pt idx="5312">
                  <c:v>38365</c:v>
                </c:pt>
                <c:pt idx="5313">
                  <c:v>38364</c:v>
                </c:pt>
                <c:pt idx="5314">
                  <c:v>38363</c:v>
                </c:pt>
                <c:pt idx="5315">
                  <c:v>38362</c:v>
                </c:pt>
                <c:pt idx="5316">
                  <c:v>38359</c:v>
                </c:pt>
                <c:pt idx="5317">
                  <c:v>38358</c:v>
                </c:pt>
                <c:pt idx="5318">
                  <c:v>38357</c:v>
                </c:pt>
                <c:pt idx="5319">
                  <c:v>38356</c:v>
                </c:pt>
                <c:pt idx="5320">
                  <c:v>38355</c:v>
                </c:pt>
                <c:pt idx="5321">
                  <c:v>38352</c:v>
                </c:pt>
                <c:pt idx="5322">
                  <c:v>38351</c:v>
                </c:pt>
                <c:pt idx="5323">
                  <c:v>38350</c:v>
                </c:pt>
                <c:pt idx="5324">
                  <c:v>38349</c:v>
                </c:pt>
                <c:pt idx="5325">
                  <c:v>38348</c:v>
                </c:pt>
                <c:pt idx="5326">
                  <c:v>38345</c:v>
                </c:pt>
                <c:pt idx="5327">
                  <c:v>38344</c:v>
                </c:pt>
                <c:pt idx="5328">
                  <c:v>38343</c:v>
                </c:pt>
                <c:pt idx="5329">
                  <c:v>38342</c:v>
                </c:pt>
                <c:pt idx="5330">
                  <c:v>38341</c:v>
                </c:pt>
                <c:pt idx="5331">
                  <c:v>38338</c:v>
                </c:pt>
                <c:pt idx="5332">
                  <c:v>38337</c:v>
                </c:pt>
                <c:pt idx="5333">
                  <c:v>38336</c:v>
                </c:pt>
                <c:pt idx="5334">
                  <c:v>38335</c:v>
                </c:pt>
                <c:pt idx="5335">
                  <c:v>38334</c:v>
                </c:pt>
                <c:pt idx="5336">
                  <c:v>38331</c:v>
                </c:pt>
                <c:pt idx="5337">
                  <c:v>38330</c:v>
                </c:pt>
                <c:pt idx="5338">
                  <c:v>38329</c:v>
                </c:pt>
                <c:pt idx="5339">
                  <c:v>38328</c:v>
                </c:pt>
                <c:pt idx="5340">
                  <c:v>38327</c:v>
                </c:pt>
                <c:pt idx="5341">
                  <c:v>38324</c:v>
                </c:pt>
                <c:pt idx="5342">
                  <c:v>38323</c:v>
                </c:pt>
                <c:pt idx="5343">
                  <c:v>38322</c:v>
                </c:pt>
                <c:pt idx="5344">
                  <c:v>38321</c:v>
                </c:pt>
                <c:pt idx="5345">
                  <c:v>38320</c:v>
                </c:pt>
                <c:pt idx="5346">
                  <c:v>38317</c:v>
                </c:pt>
                <c:pt idx="5347">
                  <c:v>38316</c:v>
                </c:pt>
                <c:pt idx="5348">
                  <c:v>38315</c:v>
                </c:pt>
                <c:pt idx="5349">
                  <c:v>38314</c:v>
                </c:pt>
                <c:pt idx="5350">
                  <c:v>38313</c:v>
                </c:pt>
                <c:pt idx="5351">
                  <c:v>38310</c:v>
                </c:pt>
                <c:pt idx="5352">
                  <c:v>38309</c:v>
                </c:pt>
                <c:pt idx="5353">
                  <c:v>38308</c:v>
                </c:pt>
                <c:pt idx="5354">
                  <c:v>38307</c:v>
                </c:pt>
                <c:pt idx="5355">
                  <c:v>38306</c:v>
                </c:pt>
                <c:pt idx="5356">
                  <c:v>38303</c:v>
                </c:pt>
                <c:pt idx="5357">
                  <c:v>38302</c:v>
                </c:pt>
                <c:pt idx="5358">
                  <c:v>38301</c:v>
                </c:pt>
                <c:pt idx="5359">
                  <c:v>38300</c:v>
                </c:pt>
                <c:pt idx="5360">
                  <c:v>38299</c:v>
                </c:pt>
                <c:pt idx="5361">
                  <c:v>38296</c:v>
                </c:pt>
                <c:pt idx="5362">
                  <c:v>38295</c:v>
                </c:pt>
                <c:pt idx="5363">
                  <c:v>38294</c:v>
                </c:pt>
                <c:pt idx="5364">
                  <c:v>38293</c:v>
                </c:pt>
                <c:pt idx="5365">
                  <c:v>38292</c:v>
                </c:pt>
                <c:pt idx="5366">
                  <c:v>38289</c:v>
                </c:pt>
                <c:pt idx="5367">
                  <c:v>38288</c:v>
                </c:pt>
                <c:pt idx="5368">
                  <c:v>38287</c:v>
                </c:pt>
                <c:pt idx="5369">
                  <c:v>38286</c:v>
                </c:pt>
                <c:pt idx="5370">
                  <c:v>38285</c:v>
                </c:pt>
                <c:pt idx="5371">
                  <c:v>38282</c:v>
                </c:pt>
                <c:pt idx="5372">
                  <c:v>38281</c:v>
                </c:pt>
                <c:pt idx="5373">
                  <c:v>38280</c:v>
                </c:pt>
                <c:pt idx="5374">
                  <c:v>38279</c:v>
                </c:pt>
                <c:pt idx="5375">
                  <c:v>38278</c:v>
                </c:pt>
                <c:pt idx="5376">
                  <c:v>38275</c:v>
                </c:pt>
                <c:pt idx="5377">
                  <c:v>38274</c:v>
                </c:pt>
                <c:pt idx="5378">
                  <c:v>38273</c:v>
                </c:pt>
                <c:pt idx="5379">
                  <c:v>38272</c:v>
                </c:pt>
                <c:pt idx="5380">
                  <c:v>38271</c:v>
                </c:pt>
                <c:pt idx="5381">
                  <c:v>38268</c:v>
                </c:pt>
                <c:pt idx="5382">
                  <c:v>38267</c:v>
                </c:pt>
                <c:pt idx="5383">
                  <c:v>38266</c:v>
                </c:pt>
                <c:pt idx="5384">
                  <c:v>38265</c:v>
                </c:pt>
                <c:pt idx="5385">
                  <c:v>38264</c:v>
                </c:pt>
                <c:pt idx="5386">
                  <c:v>38261</c:v>
                </c:pt>
                <c:pt idx="5387">
                  <c:v>38260</c:v>
                </c:pt>
                <c:pt idx="5388">
                  <c:v>38254</c:v>
                </c:pt>
                <c:pt idx="5389">
                  <c:v>38253</c:v>
                </c:pt>
                <c:pt idx="5390">
                  <c:v>38252</c:v>
                </c:pt>
                <c:pt idx="5391">
                  <c:v>38251</c:v>
                </c:pt>
                <c:pt idx="5392">
                  <c:v>38250</c:v>
                </c:pt>
                <c:pt idx="5393">
                  <c:v>38247</c:v>
                </c:pt>
                <c:pt idx="5394">
                  <c:v>38246</c:v>
                </c:pt>
                <c:pt idx="5395">
                  <c:v>38245</c:v>
                </c:pt>
                <c:pt idx="5396">
                  <c:v>38244</c:v>
                </c:pt>
                <c:pt idx="5397">
                  <c:v>38243</c:v>
                </c:pt>
                <c:pt idx="5398">
                  <c:v>38240</c:v>
                </c:pt>
                <c:pt idx="5399">
                  <c:v>38239</c:v>
                </c:pt>
                <c:pt idx="5400">
                  <c:v>38238</c:v>
                </c:pt>
                <c:pt idx="5401">
                  <c:v>38237</c:v>
                </c:pt>
                <c:pt idx="5402">
                  <c:v>38236</c:v>
                </c:pt>
                <c:pt idx="5403">
                  <c:v>38233</c:v>
                </c:pt>
                <c:pt idx="5404">
                  <c:v>38232</c:v>
                </c:pt>
                <c:pt idx="5405">
                  <c:v>38231</c:v>
                </c:pt>
                <c:pt idx="5406">
                  <c:v>38230</c:v>
                </c:pt>
                <c:pt idx="5407">
                  <c:v>38229</c:v>
                </c:pt>
                <c:pt idx="5408">
                  <c:v>38226</c:v>
                </c:pt>
                <c:pt idx="5409">
                  <c:v>38225</c:v>
                </c:pt>
                <c:pt idx="5410">
                  <c:v>38224</c:v>
                </c:pt>
                <c:pt idx="5411">
                  <c:v>38223</c:v>
                </c:pt>
                <c:pt idx="5412">
                  <c:v>38222</c:v>
                </c:pt>
                <c:pt idx="5413">
                  <c:v>38219</c:v>
                </c:pt>
                <c:pt idx="5414">
                  <c:v>38218</c:v>
                </c:pt>
                <c:pt idx="5415">
                  <c:v>38217</c:v>
                </c:pt>
                <c:pt idx="5416">
                  <c:v>38216</c:v>
                </c:pt>
                <c:pt idx="5417">
                  <c:v>38215</c:v>
                </c:pt>
                <c:pt idx="5418">
                  <c:v>38212</c:v>
                </c:pt>
                <c:pt idx="5419">
                  <c:v>38211</c:v>
                </c:pt>
                <c:pt idx="5420">
                  <c:v>38210</c:v>
                </c:pt>
                <c:pt idx="5421">
                  <c:v>38209</c:v>
                </c:pt>
                <c:pt idx="5422">
                  <c:v>38208</c:v>
                </c:pt>
                <c:pt idx="5423">
                  <c:v>38205</c:v>
                </c:pt>
                <c:pt idx="5424">
                  <c:v>38204</c:v>
                </c:pt>
                <c:pt idx="5425">
                  <c:v>38203</c:v>
                </c:pt>
                <c:pt idx="5426">
                  <c:v>38202</c:v>
                </c:pt>
                <c:pt idx="5427">
                  <c:v>38201</c:v>
                </c:pt>
                <c:pt idx="5428">
                  <c:v>38198</c:v>
                </c:pt>
                <c:pt idx="5429">
                  <c:v>38197</c:v>
                </c:pt>
                <c:pt idx="5430">
                  <c:v>38196</c:v>
                </c:pt>
                <c:pt idx="5431">
                  <c:v>38195</c:v>
                </c:pt>
                <c:pt idx="5432">
                  <c:v>38194</c:v>
                </c:pt>
                <c:pt idx="5433">
                  <c:v>38191</c:v>
                </c:pt>
                <c:pt idx="5434">
                  <c:v>38190</c:v>
                </c:pt>
                <c:pt idx="5435">
                  <c:v>38189</c:v>
                </c:pt>
                <c:pt idx="5436">
                  <c:v>38188</c:v>
                </c:pt>
                <c:pt idx="5437">
                  <c:v>38187</c:v>
                </c:pt>
                <c:pt idx="5438">
                  <c:v>38184</c:v>
                </c:pt>
                <c:pt idx="5439">
                  <c:v>38183</c:v>
                </c:pt>
                <c:pt idx="5440">
                  <c:v>38182</c:v>
                </c:pt>
                <c:pt idx="5441">
                  <c:v>38181</c:v>
                </c:pt>
                <c:pt idx="5442">
                  <c:v>38180</c:v>
                </c:pt>
                <c:pt idx="5443">
                  <c:v>38177</c:v>
                </c:pt>
                <c:pt idx="5444">
                  <c:v>38176</c:v>
                </c:pt>
                <c:pt idx="5445">
                  <c:v>38175</c:v>
                </c:pt>
                <c:pt idx="5446">
                  <c:v>38174</c:v>
                </c:pt>
                <c:pt idx="5447">
                  <c:v>38173</c:v>
                </c:pt>
                <c:pt idx="5448">
                  <c:v>38170</c:v>
                </c:pt>
                <c:pt idx="5449">
                  <c:v>38169</c:v>
                </c:pt>
                <c:pt idx="5450">
                  <c:v>38168</c:v>
                </c:pt>
                <c:pt idx="5451">
                  <c:v>38167</c:v>
                </c:pt>
                <c:pt idx="5452">
                  <c:v>38166</c:v>
                </c:pt>
                <c:pt idx="5453">
                  <c:v>38163</c:v>
                </c:pt>
                <c:pt idx="5454">
                  <c:v>38162</c:v>
                </c:pt>
                <c:pt idx="5455">
                  <c:v>38161</c:v>
                </c:pt>
                <c:pt idx="5456">
                  <c:v>38160</c:v>
                </c:pt>
                <c:pt idx="5457">
                  <c:v>38159</c:v>
                </c:pt>
                <c:pt idx="5458">
                  <c:v>38156</c:v>
                </c:pt>
                <c:pt idx="5459">
                  <c:v>38155</c:v>
                </c:pt>
                <c:pt idx="5460">
                  <c:v>38154</c:v>
                </c:pt>
                <c:pt idx="5461">
                  <c:v>38153</c:v>
                </c:pt>
                <c:pt idx="5462">
                  <c:v>38152</c:v>
                </c:pt>
                <c:pt idx="5463">
                  <c:v>38149</c:v>
                </c:pt>
                <c:pt idx="5464">
                  <c:v>38148</c:v>
                </c:pt>
                <c:pt idx="5465">
                  <c:v>38147</c:v>
                </c:pt>
                <c:pt idx="5466">
                  <c:v>38146</c:v>
                </c:pt>
                <c:pt idx="5467">
                  <c:v>38145</c:v>
                </c:pt>
                <c:pt idx="5468">
                  <c:v>38142</c:v>
                </c:pt>
                <c:pt idx="5469">
                  <c:v>38141</c:v>
                </c:pt>
                <c:pt idx="5470">
                  <c:v>38140</c:v>
                </c:pt>
                <c:pt idx="5471">
                  <c:v>38139</c:v>
                </c:pt>
                <c:pt idx="5472">
                  <c:v>38138</c:v>
                </c:pt>
                <c:pt idx="5473">
                  <c:v>38135</c:v>
                </c:pt>
                <c:pt idx="5474">
                  <c:v>38134</c:v>
                </c:pt>
                <c:pt idx="5475">
                  <c:v>38132</c:v>
                </c:pt>
                <c:pt idx="5476">
                  <c:v>38131</c:v>
                </c:pt>
                <c:pt idx="5477">
                  <c:v>38128</c:v>
                </c:pt>
                <c:pt idx="5478">
                  <c:v>38127</c:v>
                </c:pt>
                <c:pt idx="5479">
                  <c:v>38126</c:v>
                </c:pt>
                <c:pt idx="5480">
                  <c:v>38125</c:v>
                </c:pt>
                <c:pt idx="5481">
                  <c:v>38124</c:v>
                </c:pt>
                <c:pt idx="5482">
                  <c:v>38121</c:v>
                </c:pt>
                <c:pt idx="5483">
                  <c:v>38120</c:v>
                </c:pt>
                <c:pt idx="5484">
                  <c:v>38119</c:v>
                </c:pt>
                <c:pt idx="5485">
                  <c:v>38118</c:v>
                </c:pt>
                <c:pt idx="5486">
                  <c:v>38117</c:v>
                </c:pt>
                <c:pt idx="5487">
                  <c:v>38114</c:v>
                </c:pt>
                <c:pt idx="5488">
                  <c:v>38113</c:v>
                </c:pt>
                <c:pt idx="5489">
                  <c:v>38111</c:v>
                </c:pt>
                <c:pt idx="5490">
                  <c:v>38110</c:v>
                </c:pt>
                <c:pt idx="5491">
                  <c:v>38107</c:v>
                </c:pt>
                <c:pt idx="5492">
                  <c:v>38106</c:v>
                </c:pt>
                <c:pt idx="5493">
                  <c:v>38105</c:v>
                </c:pt>
                <c:pt idx="5494">
                  <c:v>38104</c:v>
                </c:pt>
                <c:pt idx="5495">
                  <c:v>38103</c:v>
                </c:pt>
                <c:pt idx="5496">
                  <c:v>38100</c:v>
                </c:pt>
                <c:pt idx="5497">
                  <c:v>38099</c:v>
                </c:pt>
                <c:pt idx="5498">
                  <c:v>38098</c:v>
                </c:pt>
                <c:pt idx="5499">
                  <c:v>38097</c:v>
                </c:pt>
                <c:pt idx="5500">
                  <c:v>38096</c:v>
                </c:pt>
                <c:pt idx="5501">
                  <c:v>38093</c:v>
                </c:pt>
                <c:pt idx="5502">
                  <c:v>38091</c:v>
                </c:pt>
                <c:pt idx="5503">
                  <c:v>38090</c:v>
                </c:pt>
                <c:pt idx="5504">
                  <c:v>38089</c:v>
                </c:pt>
                <c:pt idx="5505">
                  <c:v>38086</c:v>
                </c:pt>
                <c:pt idx="5506">
                  <c:v>38085</c:v>
                </c:pt>
                <c:pt idx="5507">
                  <c:v>38084</c:v>
                </c:pt>
                <c:pt idx="5508">
                  <c:v>38083</c:v>
                </c:pt>
                <c:pt idx="5509">
                  <c:v>38079</c:v>
                </c:pt>
                <c:pt idx="5510">
                  <c:v>38078</c:v>
                </c:pt>
                <c:pt idx="5511">
                  <c:v>38077</c:v>
                </c:pt>
                <c:pt idx="5512">
                  <c:v>38076</c:v>
                </c:pt>
                <c:pt idx="5513">
                  <c:v>38075</c:v>
                </c:pt>
                <c:pt idx="5514">
                  <c:v>38072</c:v>
                </c:pt>
                <c:pt idx="5515">
                  <c:v>38071</c:v>
                </c:pt>
                <c:pt idx="5516">
                  <c:v>38070</c:v>
                </c:pt>
                <c:pt idx="5517">
                  <c:v>38069</c:v>
                </c:pt>
                <c:pt idx="5518">
                  <c:v>38068</c:v>
                </c:pt>
                <c:pt idx="5519">
                  <c:v>38065</c:v>
                </c:pt>
                <c:pt idx="5520">
                  <c:v>38064</c:v>
                </c:pt>
                <c:pt idx="5521">
                  <c:v>38063</c:v>
                </c:pt>
                <c:pt idx="5522">
                  <c:v>38062</c:v>
                </c:pt>
                <c:pt idx="5523">
                  <c:v>38061</c:v>
                </c:pt>
                <c:pt idx="5524">
                  <c:v>38058</c:v>
                </c:pt>
                <c:pt idx="5525">
                  <c:v>38057</c:v>
                </c:pt>
                <c:pt idx="5526">
                  <c:v>38056</c:v>
                </c:pt>
                <c:pt idx="5527">
                  <c:v>38055</c:v>
                </c:pt>
                <c:pt idx="5528">
                  <c:v>38054</c:v>
                </c:pt>
                <c:pt idx="5529">
                  <c:v>38051</c:v>
                </c:pt>
                <c:pt idx="5530">
                  <c:v>38050</c:v>
                </c:pt>
                <c:pt idx="5531">
                  <c:v>38049</c:v>
                </c:pt>
                <c:pt idx="5532">
                  <c:v>38048</c:v>
                </c:pt>
                <c:pt idx="5533">
                  <c:v>38044</c:v>
                </c:pt>
                <c:pt idx="5534">
                  <c:v>38043</c:v>
                </c:pt>
                <c:pt idx="5535">
                  <c:v>38042</c:v>
                </c:pt>
                <c:pt idx="5536">
                  <c:v>38041</c:v>
                </c:pt>
                <c:pt idx="5537">
                  <c:v>38040</c:v>
                </c:pt>
                <c:pt idx="5538">
                  <c:v>38037</c:v>
                </c:pt>
                <c:pt idx="5539">
                  <c:v>38036</c:v>
                </c:pt>
                <c:pt idx="5540">
                  <c:v>38035</c:v>
                </c:pt>
                <c:pt idx="5541">
                  <c:v>38034</c:v>
                </c:pt>
                <c:pt idx="5542">
                  <c:v>38033</c:v>
                </c:pt>
                <c:pt idx="5543">
                  <c:v>38030</c:v>
                </c:pt>
                <c:pt idx="5544">
                  <c:v>38029</c:v>
                </c:pt>
                <c:pt idx="5545">
                  <c:v>38028</c:v>
                </c:pt>
                <c:pt idx="5546">
                  <c:v>38027</c:v>
                </c:pt>
                <c:pt idx="5547">
                  <c:v>38026</c:v>
                </c:pt>
                <c:pt idx="5548">
                  <c:v>38023</c:v>
                </c:pt>
                <c:pt idx="5549">
                  <c:v>38022</c:v>
                </c:pt>
                <c:pt idx="5550">
                  <c:v>38021</c:v>
                </c:pt>
                <c:pt idx="5551">
                  <c:v>38020</c:v>
                </c:pt>
                <c:pt idx="5552">
                  <c:v>38019</c:v>
                </c:pt>
                <c:pt idx="5553">
                  <c:v>38016</c:v>
                </c:pt>
                <c:pt idx="5554">
                  <c:v>38015</c:v>
                </c:pt>
                <c:pt idx="5555">
                  <c:v>38014</c:v>
                </c:pt>
                <c:pt idx="5556">
                  <c:v>38013</c:v>
                </c:pt>
                <c:pt idx="5557">
                  <c:v>38012</c:v>
                </c:pt>
                <c:pt idx="5558">
                  <c:v>38006</c:v>
                </c:pt>
                <c:pt idx="5559">
                  <c:v>38005</c:v>
                </c:pt>
                <c:pt idx="5560">
                  <c:v>38002</c:v>
                </c:pt>
                <c:pt idx="5561">
                  <c:v>38001</c:v>
                </c:pt>
                <c:pt idx="5562">
                  <c:v>38000</c:v>
                </c:pt>
                <c:pt idx="5563">
                  <c:v>37999</c:v>
                </c:pt>
                <c:pt idx="5564">
                  <c:v>37998</c:v>
                </c:pt>
                <c:pt idx="5565">
                  <c:v>37995</c:v>
                </c:pt>
                <c:pt idx="5566">
                  <c:v>37994</c:v>
                </c:pt>
                <c:pt idx="5567">
                  <c:v>37993</c:v>
                </c:pt>
                <c:pt idx="5568">
                  <c:v>37992</c:v>
                </c:pt>
                <c:pt idx="5569">
                  <c:v>37991</c:v>
                </c:pt>
                <c:pt idx="5570">
                  <c:v>37988</c:v>
                </c:pt>
                <c:pt idx="5571">
                  <c:v>37986</c:v>
                </c:pt>
                <c:pt idx="5572">
                  <c:v>37985</c:v>
                </c:pt>
                <c:pt idx="5573">
                  <c:v>37984</c:v>
                </c:pt>
                <c:pt idx="5574">
                  <c:v>37981</c:v>
                </c:pt>
                <c:pt idx="5575">
                  <c:v>37979</c:v>
                </c:pt>
                <c:pt idx="5576">
                  <c:v>37978</c:v>
                </c:pt>
                <c:pt idx="5577">
                  <c:v>37977</c:v>
                </c:pt>
                <c:pt idx="5578">
                  <c:v>37974</c:v>
                </c:pt>
                <c:pt idx="5579">
                  <c:v>37973</c:v>
                </c:pt>
                <c:pt idx="5580">
                  <c:v>37972</c:v>
                </c:pt>
                <c:pt idx="5581">
                  <c:v>37971</c:v>
                </c:pt>
                <c:pt idx="5582">
                  <c:v>37970</c:v>
                </c:pt>
                <c:pt idx="5583">
                  <c:v>37967</c:v>
                </c:pt>
                <c:pt idx="5584">
                  <c:v>37966</c:v>
                </c:pt>
                <c:pt idx="5585">
                  <c:v>37965</c:v>
                </c:pt>
                <c:pt idx="5586">
                  <c:v>37964</c:v>
                </c:pt>
                <c:pt idx="5587">
                  <c:v>37963</c:v>
                </c:pt>
                <c:pt idx="5588">
                  <c:v>37960</c:v>
                </c:pt>
                <c:pt idx="5589">
                  <c:v>37959</c:v>
                </c:pt>
                <c:pt idx="5590">
                  <c:v>37958</c:v>
                </c:pt>
                <c:pt idx="5591">
                  <c:v>37957</c:v>
                </c:pt>
                <c:pt idx="5592">
                  <c:v>37956</c:v>
                </c:pt>
                <c:pt idx="5593">
                  <c:v>37953</c:v>
                </c:pt>
                <c:pt idx="5594">
                  <c:v>37952</c:v>
                </c:pt>
                <c:pt idx="5595">
                  <c:v>37951</c:v>
                </c:pt>
                <c:pt idx="5596">
                  <c:v>37950</c:v>
                </c:pt>
                <c:pt idx="5597">
                  <c:v>37949</c:v>
                </c:pt>
                <c:pt idx="5598">
                  <c:v>37946</c:v>
                </c:pt>
                <c:pt idx="5599">
                  <c:v>37945</c:v>
                </c:pt>
                <c:pt idx="5600">
                  <c:v>37944</c:v>
                </c:pt>
                <c:pt idx="5601">
                  <c:v>37943</c:v>
                </c:pt>
                <c:pt idx="5602">
                  <c:v>37942</c:v>
                </c:pt>
                <c:pt idx="5603">
                  <c:v>37939</c:v>
                </c:pt>
                <c:pt idx="5604">
                  <c:v>37938</c:v>
                </c:pt>
                <c:pt idx="5605">
                  <c:v>37937</c:v>
                </c:pt>
                <c:pt idx="5606">
                  <c:v>37936</c:v>
                </c:pt>
                <c:pt idx="5607">
                  <c:v>37935</c:v>
                </c:pt>
                <c:pt idx="5608">
                  <c:v>37932</c:v>
                </c:pt>
                <c:pt idx="5609">
                  <c:v>37931</c:v>
                </c:pt>
                <c:pt idx="5610">
                  <c:v>37930</c:v>
                </c:pt>
                <c:pt idx="5611">
                  <c:v>37929</c:v>
                </c:pt>
                <c:pt idx="5612">
                  <c:v>37928</c:v>
                </c:pt>
                <c:pt idx="5613">
                  <c:v>37925</c:v>
                </c:pt>
                <c:pt idx="5614">
                  <c:v>37924</c:v>
                </c:pt>
                <c:pt idx="5615">
                  <c:v>37923</c:v>
                </c:pt>
                <c:pt idx="5616">
                  <c:v>37922</c:v>
                </c:pt>
                <c:pt idx="5617">
                  <c:v>37921</c:v>
                </c:pt>
                <c:pt idx="5618">
                  <c:v>37918</c:v>
                </c:pt>
                <c:pt idx="5619">
                  <c:v>37917</c:v>
                </c:pt>
                <c:pt idx="5620">
                  <c:v>37916</c:v>
                </c:pt>
                <c:pt idx="5621">
                  <c:v>37915</c:v>
                </c:pt>
                <c:pt idx="5622">
                  <c:v>37914</c:v>
                </c:pt>
                <c:pt idx="5623">
                  <c:v>37911</c:v>
                </c:pt>
                <c:pt idx="5624">
                  <c:v>37910</c:v>
                </c:pt>
                <c:pt idx="5625">
                  <c:v>37909</c:v>
                </c:pt>
                <c:pt idx="5626">
                  <c:v>37908</c:v>
                </c:pt>
                <c:pt idx="5627">
                  <c:v>37907</c:v>
                </c:pt>
                <c:pt idx="5628">
                  <c:v>37904</c:v>
                </c:pt>
                <c:pt idx="5629">
                  <c:v>37903</c:v>
                </c:pt>
                <c:pt idx="5630">
                  <c:v>37902</c:v>
                </c:pt>
                <c:pt idx="5631">
                  <c:v>37901</c:v>
                </c:pt>
                <c:pt idx="5632">
                  <c:v>37900</c:v>
                </c:pt>
                <c:pt idx="5633">
                  <c:v>37896</c:v>
                </c:pt>
                <c:pt idx="5634">
                  <c:v>37895</c:v>
                </c:pt>
                <c:pt idx="5635">
                  <c:v>37894</c:v>
                </c:pt>
                <c:pt idx="5636">
                  <c:v>37893</c:v>
                </c:pt>
                <c:pt idx="5637">
                  <c:v>37890</c:v>
                </c:pt>
                <c:pt idx="5638">
                  <c:v>37889</c:v>
                </c:pt>
                <c:pt idx="5639">
                  <c:v>37888</c:v>
                </c:pt>
                <c:pt idx="5640">
                  <c:v>37887</c:v>
                </c:pt>
                <c:pt idx="5641">
                  <c:v>37886</c:v>
                </c:pt>
                <c:pt idx="5642">
                  <c:v>37883</c:v>
                </c:pt>
                <c:pt idx="5643">
                  <c:v>37882</c:v>
                </c:pt>
                <c:pt idx="5644">
                  <c:v>37881</c:v>
                </c:pt>
                <c:pt idx="5645">
                  <c:v>37880</c:v>
                </c:pt>
                <c:pt idx="5646">
                  <c:v>37879</c:v>
                </c:pt>
                <c:pt idx="5647">
                  <c:v>37873</c:v>
                </c:pt>
                <c:pt idx="5648">
                  <c:v>37872</c:v>
                </c:pt>
                <c:pt idx="5649">
                  <c:v>37869</c:v>
                </c:pt>
                <c:pt idx="5650">
                  <c:v>37868</c:v>
                </c:pt>
                <c:pt idx="5651">
                  <c:v>37867</c:v>
                </c:pt>
                <c:pt idx="5652">
                  <c:v>37866</c:v>
                </c:pt>
                <c:pt idx="5653">
                  <c:v>37865</c:v>
                </c:pt>
                <c:pt idx="5654">
                  <c:v>37862</c:v>
                </c:pt>
                <c:pt idx="5655">
                  <c:v>37861</c:v>
                </c:pt>
                <c:pt idx="5656">
                  <c:v>37860</c:v>
                </c:pt>
                <c:pt idx="5657">
                  <c:v>37859</c:v>
                </c:pt>
                <c:pt idx="5658">
                  <c:v>37858</c:v>
                </c:pt>
                <c:pt idx="5659">
                  <c:v>37855</c:v>
                </c:pt>
                <c:pt idx="5660">
                  <c:v>37854</c:v>
                </c:pt>
                <c:pt idx="5661">
                  <c:v>37853</c:v>
                </c:pt>
                <c:pt idx="5662">
                  <c:v>37852</c:v>
                </c:pt>
                <c:pt idx="5663">
                  <c:v>37851</c:v>
                </c:pt>
                <c:pt idx="5664">
                  <c:v>37847</c:v>
                </c:pt>
                <c:pt idx="5665">
                  <c:v>37846</c:v>
                </c:pt>
                <c:pt idx="5666">
                  <c:v>37845</c:v>
                </c:pt>
                <c:pt idx="5667">
                  <c:v>37844</c:v>
                </c:pt>
                <c:pt idx="5668">
                  <c:v>37841</c:v>
                </c:pt>
                <c:pt idx="5669">
                  <c:v>37840</c:v>
                </c:pt>
                <c:pt idx="5670">
                  <c:v>37839</c:v>
                </c:pt>
                <c:pt idx="5671">
                  <c:v>37838</c:v>
                </c:pt>
                <c:pt idx="5672">
                  <c:v>37837</c:v>
                </c:pt>
                <c:pt idx="5673">
                  <c:v>37834</c:v>
                </c:pt>
                <c:pt idx="5674">
                  <c:v>37833</c:v>
                </c:pt>
                <c:pt idx="5675">
                  <c:v>37832</c:v>
                </c:pt>
                <c:pt idx="5676">
                  <c:v>37831</c:v>
                </c:pt>
                <c:pt idx="5677">
                  <c:v>37830</c:v>
                </c:pt>
                <c:pt idx="5678">
                  <c:v>37827</c:v>
                </c:pt>
                <c:pt idx="5679">
                  <c:v>37826</c:v>
                </c:pt>
                <c:pt idx="5680">
                  <c:v>37825</c:v>
                </c:pt>
                <c:pt idx="5681">
                  <c:v>37824</c:v>
                </c:pt>
                <c:pt idx="5682">
                  <c:v>37823</c:v>
                </c:pt>
                <c:pt idx="5683">
                  <c:v>37820</c:v>
                </c:pt>
                <c:pt idx="5684">
                  <c:v>37818</c:v>
                </c:pt>
                <c:pt idx="5685">
                  <c:v>37817</c:v>
                </c:pt>
                <c:pt idx="5686">
                  <c:v>37816</c:v>
                </c:pt>
                <c:pt idx="5687">
                  <c:v>37813</c:v>
                </c:pt>
                <c:pt idx="5688">
                  <c:v>37812</c:v>
                </c:pt>
                <c:pt idx="5689">
                  <c:v>37811</c:v>
                </c:pt>
                <c:pt idx="5690">
                  <c:v>37810</c:v>
                </c:pt>
                <c:pt idx="5691">
                  <c:v>37809</c:v>
                </c:pt>
                <c:pt idx="5692">
                  <c:v>37806</c:v>
                </c:pt>
                <c:pt idx="5693">
                  <c:v>37805</c:v>
                </c:pt>
                <c:pt idx="5694">
                  <c:v>37804</c:v>
                </c:pt>
                <c:pt idx="5695">
                  <c:v>37803</c:v>
                </c:pt>
                <c:pt idx="5696">
                  <c:v>37802</c:v>
                </c:pt>
                <c:pt idx="5697">
                  <c:v>37799</c:v>
                </c:pt>
                <c:pt idx="5698">
                  <c:v>37798</c:v>
                </c:pt>
                <c:pt idx="5699">
                  <c:v>37797</c:v>
                </c:pt>
                <c:pt idx="5700">
                  <c:v>37796</c:v>
                </c:pt>
                <c:pt idx="5701">
                  <c:v>37795</c:v>
                </c:pt>
                <c:pt idx="5702">
                  <c:v>37792</c:v>
                </c:pt>
                <c:pt idx="5703">
                  <c:v>37791</c:v>
                </c:pt>
                <c:pt idx="5704">
                  <c:v>37790</c:v>
                </c:pt>
                <c:pt idx="5705">
                  <c:v>37789</c:v>
                </c:pt>
                <c:pt idx="5706">
                  <c:v>37788</c:v>
                </c:pt>
                <c:pt idx="5707">
                  <c:v>37785</c:v>
                </c:pt>
                <c:pt idx="5708">
                  <c:v>37784</c:v>
                </c:pt>
                <c:pt idx="5709">
                  <c:v>37783</c:v>
                </c:pt>
                <c:pt idx="5710">
                  <c:v>37782</c:v>
                </c:pt>
                <c:pt idx="5711">
                  <c:v>37781</c:v>
                </c:pt>
                <c:pt idx="5712">
                  <c:v>37777</c:v>
                </c:pt>
                <c:pt idx="5713">
                  <c:v>37776</c:v>
                </c:pt>
                <c:pt idx="5714">
                  <c:v>37775</c:v>
                </c:pt>
                <c:pt idx="5715">
                  <c:v>37774</c:v>
                </c:pt>
                <c:pt idx="5716">
                  <c:v>37771</c:v>
                </c:pt>
                <c:pt idx="5717">
                  <c:v>37770</c:v>
                </c:pt>
                <c:pt idx="5718">
                  <c:v>37769</c:v>
                </c:pt>
                <c:pt idx="5719">
                  <c:v>37768</c:v>
                </c:pt>
                <c:pt idx="5720">
                  <c:v>37767</c:v>
                </c:pt>
                <c:pt idx="5721">
                  <c:v>37764</c:v>
                </c:pt>
                <c:pt idx="5722">
                  <c:v>37763</c:v>
                </c:pt>
                <c:pt idx="5723">
                  <c:v>37762</c:v>
                </c:pt>
                <c:pt idx="5724">
                  <c:v>37761</c:v>
                </c:pt>
                <c:pt idx="5725">
                  <c:v>37760</c:v>
                </c:pt>
                <c:pt idx="5726">
                  <c:v>37757</c:v>
                </c:pt>
                <c:pt idx="5727">
                  <c:v>37756</c:v>
                </c:pt>
                <c:pt idx="5728">
                  <c:v>37755</c:v>
                </c:pt>
                <c:pt idx="5729">
                  <c:v>37754</c:v>
                </c:pt>
                <c:pt idx="5730">
                  <c:v>37753</c:v>
                </c:pt>
                <c:pt idx="5731">
                  <c:v>37750</c:v>
                </c:pt>
                <c:pt idx="5732">
                  <c:v>37748</c:v>
                </c:pt>
                <c:pt idx="5733">
                  <c:v>37747</c:v>
                </c:pt>
                <c:pt idx="5734">
                  <c:v>37743</c:v>
                </c:pt>
                <c:pt idx="5735">
                  <c:v>37741</c:v>
                </c:pt>
                <c:pt idx="5736">
                  <c:v>37740</c:v>
                </c:pt>
                <c:pt idx="5737">
                  <c:v>37739</c:v>
                </c:pt>
                <c:pt idx="5738">
                  <c:v>37736</c:v>
                </c:pt>
                <c:pt idx="5739">
                  <c:v>37735</c:v>
                </c:pt>
                <c:pt idx="5740">
                  <c:v>37734</c:v>
                </c:pt>
                <c:pt idx="5741">
                  <c:v>37733</c:v>
                </c:pt>
                <c:pt idx="5742">
                  <c:v>37732</c:v>
                </c:pt>
                <c:pt idx="5743">
                  <c:v>37729</c:v>
                </c:pt>
                <c:pt idx="5744">
                  <c:v>37728</c:v>
                </c:pt>
                <c:pt idx="5745">
                  <c:v>37727</c:v>
                </c:pt>
                <c:pt idx="5746">
                  <c:v>37726</c:v>
                </c:pt>
                <c:pt idx="5747">
                  <c:v>37725</c:v>
                </c:pt>
                <c:pt idx="5748">
                  <c:v>37722</c:v>
                </c:pt>
                <c:pt idx="5749">
                  <c:v>37721</c:v>
                </c:pt>
                <c:pt idx="5750">
                  <c:v>37720</c:v>
                </c:pt>
                <c:pt idx="5751">
                  <c:v>37719</c:v>
                </c:pt>
                <c:pt idx="5752">
                  <c:v>37718</c:v>
                </c:pt>
                <c:pt idx="5753">
                  <c:v>37715</c:v>
                </c:pt>
                <c:pt idx="5754">
                  <c:v>37714</c:v>
                </c:pt>
                <c:pt idx="5755">
                  <c:v>37713</c:v>
                </c:pt>
                <c:pt idx="5756">
                  <c:v>37712</c:v>
                </c:pt>
                <c:pt idx="5757">
                  <c:v>37711</c:v>
                </c:pt>
                <c:pt idx="5758">
                  <c:v>37708</c:v>
                </c:pt>
                <c:pt idx="5759">
                  <c:v>37707</c:v>
                </c:pt>
                <c:pt idx="5760">
                  <c:v>37706</c:v>
                </c:pt>
                <c:pt idx="5761">
                  <c:v>37705</c:v>
                </c:pt>
                <c:pt idx="5762">
                  <c:v>37704</c:v>
                </c:pt>
                <c:pt idx="5763">
                  <c:v>37701</c:v>
                </c:pt>
                <c:pt idx="5764">
                  <c:v>37700</c:v>
                </c:pt>
                <c:pt idx="5765">
                  <c:v>37699</c:v>
                </c:pt>
                <c:pt idx="5766">
                  <c:v>37698</c:v>
                </c:pt>
                <c:pt idx="5767">
                  <c:v>37697</c:v>
                </c:pt>
                <c:pt idx="5768">
                  <c:v>37694</c:v>
                </c:pt>
                <c:pt idx="5769">
                  <c:v>37693</c:v>
                </c:pt>
                <c:pt idx="5770">
                  <c:v>37692</c:v>
                </c:pt>
                <c:pt idx="5771">
                  <c:v>37691</c:v>
                </c:pt>
                <c:pt idx="5772">
                  <c:v>37690</c:v>
                </c:pt>
                <c:pt idx="5773">
                  <c:v>37687</c:v>
                </c:pt>
                <c:pt idx="5774">
                  <c:v>37686</c:v>
                </c:pt>
                <c:pt idx="5775">
                  <c:v>37685</c:v>
                </c:pt>
                <c:pt idx="5776">
                  <c:v>37684</c:v>
                </c:pt>
                <c:pt idx="5777">
                  <c:v>37683</c:v>
                </c:pt>
                <c:pt idx="5778">
                  <c:v>37680</c:v>
                </c:pt>
                <c:pt idx="5779">
                  <c:v>37679</c:v>
                </c:pt>
                <c:pt idx="5780">
                  <c:v>37678</c:v>
                </c:pt>
                <c:pt idx="5781">
                  <c:v>37677</c:v>
                </c:pt>
                <c:pt idx="5782">
                  <c:v>37676</c:v>
                </c:pt>
                <c:pt idx="5783">
                  <c:v>37673</c:v>
                </c:pt>
                <c:pt idx="5784">
                  <c:v>37672</c:v>
                </c:pt>
                <c:pt idx="5785">
                  <c:v>37671</c:v>
                </c:pt>
                <c:pt idx="5786">
                  <c:v>37670</c:v>
                </c:pt>
                <c:pt idx="5787">
                  <c:v>37669</c:v>
                </c:pt>
                <c:pt idx="5788">
                  <c:v>37666</c:v>
                </c:pt>
                <c:pt idx="5789">
                  <c:v>37665</c:v>
                </c:pt>
                <c:pt idx="5790">
                  <c:v>37664</c:v>
                </c:pt>
                <c:pt idx="5791">
                  <c:v>37663</c:v>
                </c:pt>
                <c:pt idx="5792">
                  <c:v>37662</c:v>
                </c:pt>
                <c:pt idx="5793">
                  <c:v>37659</c:v>
                </c:pt>
                <c:pt idx="5794">
                  <c:v>37658</c:v>
                </c:pt>
                <c:pt idx="5795">
                  <c:v>37657</c:v>
                </c:pt>
                <c:pt idx="5796">
                  <c:v>37656</c:v>
                </c:pt>
                <c:pt idx="5797">
                  <c:v>37655</c:v>
                </c:pt>
                <c:pt idx="5798">
                  <c:v>37651</c:v>
                </c:pt>
                <c:pt idx="5799">
                  <c:v>37650</c:v>
                </c:pt>
                <c:pt idx="5800">
                  <c:v>37649</c:v>
                </c:pt>
                <c:pt idx="5801">
                  <c:v>37648</c:v>
                </c:pt>
                <c:pt idx="5802">
                  <c:v>37645</c:v>
                </c:pt>
                <c:pt idx="5803">
                  <c:v>37644</c:v>
                </c:pt>
                <c:pt idx="5804">
                  <c:v>37643</c:v>
                </c:pt>
                <c:pt idx="5805">
                  <c:v>37642</c:v>
                </c:pt>
                <c:pt idx="5806">
                  <c:v>37641</c:v>
                </c:pt>
                <c:pt idx="5807">
                  <c:v>37638</c:v>
                </c:pt>
                <c:pt idx="5808">
                  <c:v>37637</c:v>
                </c:pt>
                <c:pt idx="5809">
                  <c:v>37636</c:v>
                </c:pt>
                <c:pt idx="5810">
                  <c:v>37635</c:v>
                </c:pt>
                <c:pt idx="5811">
                  <c:v>37634</c:v>
                </c:pt>
                <c:pt idx="5812">
                  <c:v>37631</c:v>
                </c:pt>
                <c:pt idx="5813">
                  <c:v>37630</c:v>
                </c:pt>
                <c:pt idx="5814">
                  <c:v>37629</c:v>
                </c:pt>
                <c:pt idx="5815">
                  <c:v>37628</c:v>
                </c:pt>
                <c:pt idx="5816">
                  <c:v>37627</c:v>
                </c:pt>
                <c:pt idx="5817">
                  <c:v>37624</c:v>
                </c:pt>
                <c:pt idx="5818">
                  <c:v>37623</c:v>
                </c:pt>
                <c:pt idx="5819">
                  <c:v>37621</c:v>
                </c:pt>
                <c:pt idx="5820">
                  <c:v>37620</c:v>
                </c:pt>
                <c:pt idx="5821">
                  <c:v>37617</c:v>
                </c:pt>
                <c:pt idx="5822">
                  <c:v>37616</c:v>
                </c:pt>
                <c:pt idx="5823">
                  <c:v>37614</c:v>
                </c:pt>
                <c:pt idx="5824">
                  <c:v>37613</c:v>
                </c:pt>
                <c:pt idx="5825">
                  <c:v>37610</c:v>
                </c:pt>
                <c:pt idx="5826">
                  <c:v>37608</c:v>
                </c:pt>
                <c:pt idx="5827">
                  <c:v>37607</c:v>
                </c:pt>
                <c:pt idx="5828">
                  <c:v>37606</c:v>
                </c:pt>
                <c:pt idx="5829">
                  <c:v>37603</c:v>
                </c:pt>
                <c:pt idx="5830">
                  <c:v>37602</c:v>
                </c:pt>
                <c:pt idx="5831">
                  <c:v>37601</c:v>
                </c:pt>
                <c:pt idx="5832">
                  <c:v>37600</c:v>
                </c:pt>
                <c:pt idx="5833">
                  <c:v>37599</c:v>
                </c:pt>
                <c:pt idx="5834">
                  <c:v>37596</c:v>
                </c:pt>
                <c:pt idx="5835">
                  <c:v>37595</c:v>
                </c:pt>
                <c:pt idx="5836">
                  <c:v>37594</c:v>
                </c:pt>
                <c:pt idx="5837">
                  <c:v>37593</c:v>
                </c:pt>
                <c:pt idx="5838">
                  <c:v>37592</c:v>
                </c:pt>
                <c:pt idx="5839">
                  <c:v>37589</c:v>
                </c:pt>
                <c:pt idx="5840">
                  <c:v>37588</c:v>
                </c:pt>
                <c:pt idx="5841">
                  <c:v>37587</c:v>
                </c:pt>
                <c:pt idx="5842">
                  <c:v>37586</c:v>
                </c:pt>
                <c:pt idx="5843">
                  <c:v>37585</c:v>
                </c:pt>
                <c:pt idx="5844">
                  <c:v>37582</c:v>
                </c:pt>
                <c:pt idx="5845">
                  <c:v>37581</c:v>
                </c:pt>
                <c:pt idx="5846">
                  <c:v>37580</c:v>
                </c:pt>
                <c:pt idx="5847">
                  <c:v>37579</c:v>
                </c:pt>
                <c:pt idx="5848">
                  <c:v>37578</c:v>
                </c:pt>
                <c:pt idx="5849">
                  <c:v>37575</c:v>
                </c:pt>
                <c:pt idx="5850">
                  <c:v>37574</c:v>
                </c:pt>
                <c:pt idx="5851">
                  <c:v>37573</c:v>
                </c:pt>
                <c:pt idx="5852">
                  <c:v>37572</c:v>
                </c:pt>
                <c:pt idx="5853">
                  <c:v>37571</c:v>
                </c:pt>
                <c:pt idx="5854">
                  <c:v>37568</c:v>
                </c:pt>
                <c:pt idx="5855">
                  <c:v>37567</c:v>
                </c:pt>
                <c:pt idx="5856">
                  <c:v>37566</c:v>
                </c:pt>
                <c:pt idx="5857">
                  <c:v>37565</c:v>
                </c:pt>
                <c:pt idx="5858">
                  <c:v>37564</c:v>
                </c:pt>
                <c:pt idx="5859">
                  <c:v>37561</c:v>
                </c:pt>
                <c:pt idx="5860">
                  <c:v>37560</c:v>
                </c:pt>
                <c:pt idx="5861">
                  <c:v>37559</c:v>
                </c:pt>
                <c:pt idx="5862">
                  <c:v>37558</c:v>
                </c:pt>
                <c:pt idx="5863">
                  <c:v>37557</c:v>
                </c:pt>
                <c:pt idx="5864">
                  <c:v>37554</c:v>
                </c:pt>
                <c:pt idx="5865">
                  <c:v>37553</c:v>
                </c:pt>
                <c:pt idx="5866">
                  <c:v>37552</c:v>
                </c:pt>
                <c:pt idx="5867">
                  <c:v>37551</c:v>
                </c:pt>
                <c:pt idx="5868">
                  <c:v>37550</c:v>
                </c:pt>
                <c:pt idx="5869">
                  <c:v>37547</c:v>
                </c:pt>
                <c:pt idx="5870">
                  <c:v>37546</c:v>
                </c:pt>
                <c:pt idx="5871">
                  <c:v>37545</c:v>
                </c:pt>
                <c:pt idx="5872">
                  <c:v>37544</c:v>
                </c:pt>
                <c:pt idx="5873">
                  <c:v>37543</c:v>
                </c:pt>
                <c:pt idx="5874">
                  <c:v>37540</c:v>
                </c:pt>
                <c:pt idx="5875">
                  <c:v>37539</c:v>
                </c:pt>
                <c:pt idx="5876">
                  <c:v>37538</c:v>
                </c:pt>
                <c:pt idx="5877">
                  <c:v>37537</c:v>
                </c:pt>
                <c:pt idx="5878">
                  <c:v>37536</c:v>
                </c:pt>
                <c:pt idx="5879">
                  <c:v>37533</c:v>
                </c:pt>
                <c:pt idx="5880">
                  <c:v>37531</c:v>
                </c:pt>
                <c:pt idx="5881">
                  <c:v>37530</c:v>
                </c:pt>
                <c:pt idx="5882">
                  <c:v>37529</c:v>
                </c:pt>
                <c:pt idx="5883">
                  <c:v>37526</c:v>
                </c:pt>
                <c:pt idx="5884">
                  <c:v>37525</c:v>
                </c:pt>
                <c:pt idx="5885">
                  <c:v>37524</c:v>
                </c:pt>
                <c:pt idx="5886">
                  <c:v>37523</c:v>
                </c:pt>
                <c:pt idx="5887">
                  <c:v>37522</c:v>
                </c:pt>
                <c:pt idx="5888">
                  <c:v>37518</c:v>
                </c:pt>
                <c:pt idx="5889">
                  <c:v>37517</c:v>
                </c:pt>
                <c:pt idx="5890">
                  <c:v>37516</c:v>
                </c:pt>
                <c:pt idx="5891">
                  <c:v>37515</c:v>
                </c:pt>
                <c:pt idx="5892">
                  <c:v>37512</c:v>
                </c:pt>
                <c:pt idx="5893">
                  <c:v>37511</c:v>
                </c:pt>
                <c:pt idx="5894">
                  <c:v>37510</c:v>
                </c:pt>
                <c:pt idx="5895">
                  <c:v>37509</c:v>
                </c:pt>
                <c:pt idx="5896">
                  <c:v>37508</c:v>
                </c:pt>
                <c:pt idx="5897">
                  <c:v>37505</c:v>
                </c:pt>
                <c:pt idx="5898">
                  <c:v>37504</c:v>
                </c:pt>
                <c:pt idx="5899">
                  <c:v>37503</c:v>
                </c:pt>
                <c:pt idx="5900">
                  <c:v>37502</c:v>
                </c:pt>
                <c:pt idx="5901">
                  <c:v>37501</c:v>
                </c:pt>
                <c:pt idx="5902">
                  <c:v>37498</c:v>
                </c:pt>
                <c:pt idx="5903">
                  <c:v>37497</c:v>
                </c:pt>
                <c:pt idx="5904">
                  <c:v>37496</c:v>
                </c:pt>
                <c:pt idx="5905">
                  <c:v>37495</c:v>
                </c:pt>
                <c:pt idx="5906">
                  <c:v>37494</c:v>
                </c:pt>
                <c:pt idx="5907">
                  <c:v>37491</c:v>
                </c:pt>
                <c:pt idx="5908">
                  <c:v>37490</c:v>
                </c:pt>
                <c:pt idx="5909">
                  <c:v>37489</c:v>
                </c:pt>
                <c:pt idx="5910">
                  <c:v>37488</c:v>
                </c:pt>
                <c:pt idx="5911">
                  <c:v>37487</c:v>
                </c:pt>
                <c:pt idx="5912">
                  <c:v>37484</c:v>
                </c:pt>
                <c:pt idx="5913">
                  <c:v>37482</c:v>
                </c:pt>
                <c:pt idx="5914">
                  <c:v>37481</c:v>
                </c:pt>
                <c:pt idx="5915">
                  <c:v>37480</c:v>
                </c:pt>
                <c:pt idx="5916">
                  <c:v>37477</c:v>
                </c:pt>
                <c:pt idx="5917">
                  <c:v>37476</c:v>
                </c:pt>
                <c:pt idx="5918">
                  <c:v>37475</c:v>
                </c:pt>
                <c:pt idx="5919">
                  <c:v>37474</c:v>
                </c:pt>
                <c:pt idx="5920">
                  <c:v>37473</c:v>
                </c:pt>
                <c:pt idx="5921">
                  <c:v>37470</c:v>
                </c:pt>
                <c:pt idx="5922">
                  <c:v>37469</c:v>
                </c:pt>
                <c:pt idx="5923">
                  <c:v>37468</c:v>
                </c:pt>
                <c:pt idx="5924">
                  <c:v>37467</c:v>
                </c:pt>
                <c:pt idx="5925">
                  <c:v>37466</c:v>
                </c:pt>
                <c:pt idx="5926">
                  <c:v>37463</c:v>
                </c:pt>
                <c:pt idx="5927">
                  <c:v>37462</c:v>
                </c:pt>
                <c:pt idx="5928">
                  <c:v>37461</c:v>
                </c:pt>
                <c:pt idx="5929">
                  <c:v>37460</c:v>
                </c:pt>
                <c:pt idx="5930">
                  <c:v>37459</c:v>
                </c:pt>
                <c:pt idx="5931">
                  <c:v>37456</c:v>
                </c:pt>
                <c:pt idx="5932">
                  <c:v>37455</c:v>
                </c:pt>
                <c:pt idx="5933">
                  <c:v>37453</c:v>
                </c:pt>
                <c:pt idx="5934">
                  <c:v>37452</c:v>
                </c:pt>
                <c:pt idx="5935">
                  <c:v>37449</c:v>
                </c:pt>
                <c:pt idx="5936">
                  <c:v>37448</c:v>
                </c:pt>
                <c:pt idx="5937">
                  <c:v>37447</c:v>
                </c:pt>
                <c:pt idx="5938">
                  <c:v>37446</c:v>
                </c:pt>
                <c:pt idx="5939">
                  <c:v>37445</c:v>
                </c:pt>
                <c:pt idx="5940">
                  <c:v>37442</c:v>
                </c:pt>
                <c:pt idx="5941">
                  <c:v>37441</c:v>
                </c:pt>
                <c:pt idx="5942">
                  <c:v>37440</c:v>
                </c:pt>
                <c:pt idx="5943">
                  <c:v>37439</c:v>
                </c:pt>
                <c:pt idx="5944">
                  <c:v>37436</c:v>
                </c:pt>
                <c:pt idx="5945">
                  <c:v>37435</c:v>
                </c:pt>
                <c:pt idx="5946">
                  <c:v>37434</c:v>
                </c:pt>
                <c:pt idx="5947">
                  <c:v>37433</c:v>
                </c:pt>
                <c:pt idx="5948">
                  <c:v>37432</c:v>
                </c:pt>
                <c:pt idx="5949">
                  <c:v>37431</c:v>
                </c:pt>
                <c:pt idx="5950">
                  <c:v>37429</c:v>
                </c:pt>
                <c:pt idx="5951">
                  <c:v>37428</c:v>
                </c:pt>
                <c:pt idx="5952">
                  <c:v>37427</c:v>
                </c:pt>
                <c:pt idx="5953">
                  <c:v>37426</c:v>
                </c:pt>
                <c:pt idx="5954">
                  <c:v>37425</c:v>
                </c:pt>
                <c:pt idx="5955">
                  <c:v>37424</c:v>
                </c:pt>
                <c:pt idx="5956">
                  <c:v>37422</c:v>
                </c:pt>
                <c:pt idx="5957">
                  <c:v>37421</c:v>
                </c:pt>
                <c:pt idx="5958">
                  <c:v>37419</c:v>
                </c:pt>
                <c:pt idx="5959">
                  <c:v>37418</c:v>
                </c:pt>
                <c:pt idx="5960">
                  <c:v>37417</c:v>
                </c:pt>
                <c:pt idx="5961">
                  <c:v>37415</c:v>
                </c:pt>
                <c:pt idx="5962">
                  <c:v>37414</c:v>
                </c:pt>
                <c:pt idx="5963">
                  <c:v>37412</c:v>
                </c:pt>
                <c:pt idx="5964">
                  <c:v>37411</c:v>
                </c:pt>
                <c:pt idx="5965">
                  <c:v>37410</c:v>
                </c:pt>
                <c:pt idx="5966">
                  <c:v>37408</c:v>
                </c:pt>
                <c:pt idx="5967">
                  <c:v>37407</c:v>
                </c:pt>
                <c:pt idx="5968">
                  <c:v>37406</c:v>
                </c:pt>
                <c:pt idx="5969">
                  <c:v>37405</c:v>
                </c:pt>
                <c:pt idx="5970">
                  <c:v>37404</c:v>
                </c:pt>
                <c:pt idx="5971">
                  <c:v>37403</c:v>
                </c:pt>
                <c:pt idx="5972">
                  <c:v>37401</c:v>
                </c:pt>
                <c:pt idx="5973">
                  <c:v>37400</c:v>
                </c:pt>
                <c:pt idx="5974">
                  <c:v>37399</c:v>
                </c:pt>
                <c:pt idx="5975">
                  <c:v>37398</c:v>
                </c:pt>
                <c:pt idx="5976">
                  <c:v>37397</c:v>
                </c:pt>
                <c:pt idx="5977">
                  <c:v>37396</c:v>
                </c:pt>
                <c:pt idx="5978">
                  <c:v>37394</c:v>
                </c:pt>
                <c:pt idx="5979">
                  <c:v>37393</c:v>
                </c:pt>
                <c:pt idx="5980">
                  <c:v>37392</c:v>
                </c:pt>
                <c:pt idx="5981">
                  <c:v>37391</c:v>
                </c:pt>
                <c:pt idx="5982">
                  <c:v>37390</c:v>
                </c:pt>
                <c:pt idx="5983">
                  <c:v>37389</c:v>
                </c:pt>
                <c:pt idx="5984">
                  <c:v>37387</c:v>
                </c:pt>
                <c:pt idx="5985">
                  <c:v>37386</c:v>
                </c:pt>
                <c:pt idx="5986">
                  <c:v>37385</c:v>
                </c:pt>
                <c:pt idx="5987">
                  <c:v>37384</c:v>
                </c:pt>
                <c:pt idx="5988">
                  <c:v>37383</c:v>
                </c:pt>
                <c:pt idx="5989">
                  <c:v>37382</c:v>
                </c:pt>
                <c:pt idx="5990">
                  <c:v>37380</c:v>
                </c:pt>
                <c:pt idx="5991">
                  <c:v>37379</c:v>
                </c:pt>
                <c:pt idx="5992">
                  <c:v>37378</c:v>
                </c:pt>
                <c:pt idx="5993">
                  <c:v>37376</c:v>
                </c:pt>
                <c:pt idx="5994">
                  <c:v>37375</c:v>
                </c:pt>
                <c:pt idx="5995">
                  <c:v>37373</c:v>
                </c:pt>
                <c:pt idx="5996">
                  <c:v>37372</c:v>
                </c:pt>
                <c:pt idx="5997">
                  <c:v>37371</c:v>
                </c:pt>
                <c:pt idx="5998">
                  <c:v>37370</c:v>
                </c:pt>
                <c:pt idx="5999">
                  <c:v>37369</c:v>
                </c:pt>
                <c:pt idx="6000">
                  <c:v>37368</c:v>
                </c:pt>
                <c:pt idx="6001">
                  <c:v>37366</c:v>
                </c:pt>
                <c:pt idx="6002">
                  <c:v>37365</c:v>
                </c:pt>
                <c:pt idx="6003">
                  <c:v>37364</c:v>
                </c:pt>
                <c:pt idx="6004">
                  <c:v>37363</c:v>
                </c:pt>
                <c:pt idx="6005">
                  <c:v>37362</c:v>
                </c:pt>
                <c:pt idx="6006">
                  <c:v>37361</c:v>
                </c:pt>
                <c:pt idx="6007">
                  <c:v>37359</c:v>
                </c:pt>
                <c:pt idx="6008">
                  <c:v>37358</c:v>
                </c:pt>
                <c:pt idx="6009">
                  <c:v>37357</c:v>
                </c:pt>
                <c:pt idx="6010">
                  <c:v>37356</c:v>
                </c:pt>
                <c:pt idx="6011">
                  <c:v>37355</c:v>
                </c:pt>
                <c:pt idx="6012">
                  <c:v>37354</c:v>
                </c:pt>
                <c:pt idx="6013">
                  <c:v>37352</c:v>
                </c:pt>
                <c:pt idx="6014">
                  <c:v>37350</c:v>
                </c:pt>
                <c:pt idx="6015">
                  <c:v>37349</c:v>
                </c:pt>
                <c:pt idx="6016">
                  <c:v>37348</c:v>
                </c:pt>
                <c:pt idx="6017">
                  <c:v>37347</c:v>
                </c:pt>
                <c:pt idx="6018">
                  <c:v>37345</c:v>
                </c:pt>
                <c:pt idx="6019">
                  <c:v>37344</c:v>
                </c:pt>
                <c:pt idx="6020">
                  <c:v>37343</c:v>
                </c:pt>
                <c:pt idx="6021">
                  <c:v>37342</c:v>
                </c:pt>
                <c:pt idx="6022">
                  <c:v>37341</c:v>
                </c:pt>
                <c:pt idx="6023">
                  <c:v>37340</c:v>
                </c:pt>
                <c:pt idx="6024">
                  <c:v>37338</c:v>
                </c:pt>
                <c:pt idx="6025">
                  <c:v>37337</c:v>
                </c:pt>
                <c:pt idx="6026">
                  <c:v>37336</c:v>
                </c:pt>
                <c:pt idx="6027">
                  <c:v>37335</c:v>
                </c:pt>
                <c:pt idx="6028">
                  <c:v>37334</c:v>
                </c:pt>
                <c:pt idx="6029">
                  <c:v>37333</c:v>
                </c:pt>
                <c:pt idx="6030">
                  <c:v>37331</c:v>
                </c:pt>
                <c:pt idx="6031">
                  <c:v>37330</c:v>
                </c:pt>
                <c:pt idx="6032">
                  <c:v>37329</c:v>
                </c:pt>
                <c:pt idx="6033">
                  <c:v>37328</c:v>
                </c:pt>
                <c:pt idx="6034">
                  <c:v>37327</c:v>
                </c:pt>
                <c:pt idx="6035">
                  <c:v>37326</c:v>
                </c:pt>
                <c:pt idx="6036">
                  <c:v>37324</c:v>
                </c:pt>
                <c:pt idx="6037">
                  <c:v>37323</c:v>
                </c:pt>
                <c:pt idx="6038">
                  <c:v>37322</c:v>
                </c:pt>
                <c:pt idx="6039">
                  <c:v>37321</c:v>
                </c:pt>
                <c:pt idx="6040">
                  <c:v>37320</c:v>
                </c:pt>
                <c:pt idx="6041">
                  <c:v>37319</c:v>
                </c:pt>
                <c:pt idx="6042">
                  <c:v>37317</c:v>
                </c:pt>
                <c:pt idx="6043">
                  <c:v>37315</c:v>
                </c:pt>
                <c:pt idx="6044">
                  <c:v>37314</c:v>
                </c:pt>
                <c:pt idx="6045">
                  <c:v>37313</c:v>
                </c:pt>
                <c:pt idx="6046">
                  <c:v>37312</c:v>
                </c:pt>
                <c:pt idx="6047">
                  <c:v>37310</c:v>
                </c:pt>
                <c:pt idx="6048">
                  <c:v>37309</c:v>
                </c:pt>
                <c:pt idx="6049">
                  <c:v>37308</c:v>
                </c:pt>
                <c:pt idx="6050">
                  <c:v>37307</c:v>
                </c:pt>
                <c:pt idx="6051">
                  <c:v>37306</c:v>
                </c:pt>
                <c:pt idx="6052">
                  <c:v>37305</c:v>
                </c:pt>
                <c:pt idx="6053">
                  <c:v>37303</c:v>
                </c:pt>
                <c:pt idx="6054">
                  <c:v>37302</c:v>
                </c:pt>
                <c:pt idx="6055">
                  <c:v>37301</c:v>
                </c:pt>
                <c:pt idx="6056">
                  <c:v>37296</c:v>
                </c:pt>
                <c:pt idx="6057">
                  <c:v>37295</c:v>
                </c:pt>
                <c:pt idx="6058">
                  <c:v>37294</c:v>
                </c:pt>
                <c:pt idx="6059">
                  <c:v>37293</c:v>
                </c:pt>
                <c:pt idx="6060">
                  <c:v>37292</c:v>
                </c:pt>
                <c:pt idx="6061">
                  <c:v>37291</c:v>
                </c:pt>
                <c:pt idx="6062">
                  <c:v>37289</c:v>
                </c:pt>
                <c:pt idx="6063">
                  <c:v>37288</c:v>
                </c:pt>
                <c:pt idx="6064">
                  <c:v>37287</c:v>
                </c:pt>
                <c:pt idx="6065">
                  <c:v>37286</c:v>
                </c:pt>
                <c:pt idx="6066">
                  <c:v>37285</c:v>
                </c:pt>
                <c:pt idx="6067">
                  <c:v>37284</c:v>
                </c:pt>
                <c:pt idx="6068">
                  <c:v>37282</c:v>
                </c:pt>
                <c:pt idx="6069">
                  <c:v>37281</c:v>
                </c:pt>
                <c:pt idx="6070">
                  <c:v>37280</c:v>
                </c:pt>
                <c:pt idx="6071">
                  <c:v>37279</c:v>
                </c:pt>
                <c:pt idx="6072">
                  <c:v>37278</c:v>
                </c:pt>
                <c:pt idx="6073">
                  <c:v>37277</c:v>
                </c:pt>
                <c:pt idx="6074">
                  <c:v>37275</c:v>
                </c:pt>
                <c:pt idx="6075">
                  <c:v>37274</c:v>
                </c:pt>
                <c:pt idx="6076">
                  <c:v>37273</c:v>
                </c:pt>
                <c:pt idx="6077">
                  <c:v>37272</c:v>
                </c:pt>
                <c:pt idx="6078">
                  <c:v>37271</c:v>
                </c:pt>
                <c:pt idx="6079">
                  <c:v>37270</c:v>
                </c:pt>
                <c:pt idx="6080">
                  <c:v>37268</c:v>
                </c:pt>
                <c:pt idx="6081">
                  <c:v>37267</c:v>
                </c:pt>
                <c:pt idx="6082">
                  <c:v>37266</c:v>
                </c:pt>
                <c:pt idx="6083">
                  <c:v>37265</c:v>
                </c:pt>
                <c:pt idx="6084">
                  <c:v>37264</c:v>
                </c:pt>
                <c:pt idx="6085">
                  <c:v>37263</c:v>
                </c:pt>
                <c:pt idx="6086">
                  <c:v>37261</c:v>
                </c:pt>
                <c:pt idx="6087">
                  <c:v>37260</c:v>
                </c:pt>
                <c:pt idx="6088">
                  <c:v>37259</c:v>
                </c:pt>
                <c:pt idx="6089">
                  <c:v>37258</c:v>
                </c:pt>
                <c:pt idx="6090">
                  <c:v>37256</c:v>
                </c:pt>
                <c:pt idx="6091">
                  <c:v>37254</c:v>
                </c:pt>
                <c:pt idx="6092">
                  <c:v>37253</c:v>
                </c:pt>
                <c:pt idx="6093">
                  <c:v>37252</c:v>
                </c:pt>
                <c:pt idx="6094">
                  <c:v>37251</c:v>
                </c:pt>
                <c:pt idx="6095">
                  <c:v>37249</c:v>
                </c:pt>
                <c:pt idx="6096">
                  <c:v>37247</c:v>
                </c:pt>
                <c:pt idx="6097">
                  <c:v>37246</c:v>
                </c:pt>
                <c:pt idx="6098">
                  <c:v>37245</c:v>
                </c:pt>
                <c:pt idx="6099">
                  <c:v>37244</c:v>
                </c:pt>
                <c:pt idx="6100">
                  <c:v>37243</c:v>
                </c:pt>
                <c:pt idx="6101">
                  <c:v>37242</c:v>
                </c:pt>
                <c:pt idx="6102">
                  <c:v>37240</c:v>
                </c:pt>
                <c:pt idx="6103">
                  <c:v>37239</c:v>
                </c:pt>
                <c:pt idx="6104">
                  <c:v>37238</c:v>
                </c:pt>
                <c:pt idx="6105">
                  <c:v>37237</c:v>
                </c:pt>
                <c:pt idx="6106">
                  <c:v>37236</c:v>
                </c:pt>
                <c:pt idx="6107">
                  <c:v>37235</c:v>
                </c:pt>
                <c:pt idx="6108">
                  <c:v>37233</c:v>
                </c:pt>
                <c:pt idx="6109">
                  <c:v>37232</c:v>
                </c:pt>
                <c:pt idx="6110">
                  <c:v>37231</c:v>
                </c:pt>
                <c:pt idx="6111">
                  <c:v>37230</c:v>
                </c:pt>
                <c:pt idx="6112">
                  <c:v>37229</c:v>
                </c:pt>
                <c:pt idx="6113">
                  <c:v>37228</c:v>
                </c:pt>
                <c:pt idx="6114">
                  <c:v>37226</c:v>
                </c:pt>
                <c:pt idx="6115">
                  <c:v>37225</c:v>
                </c:pt>
                <c:pt idx="6116">
                  <c:v>37224</c:v>
                </c:pt>
                <c:pt idx="6117">
                  <c:v>37223</c:v>
                </c:pt>
                <c:pt idx="6118">
                  <c:v>37222</c:v>
                </c:pt>
                <c:pt idx="6119">
                  <c:v>37221</c:v>
                </c:pt>
                <c:pt idx="6120">
                  <c:v>37219</c:v>
                </c:pt>
                <c:pt idx="6121">
                  <c:v>37218</c:v>
                </c:pt>
                <c:pt idx="6122">
                  <c:v>37217</c:v>
                </c:pt>
                <c:pt idx="6123">
                  <c:v>37216</c:v>
                </c:pt>
                <c:pt idx="6124">
                  <c:v>37215</c:v>
                </c:pt>
                <c:pt idx="6125">
                  <c:v>37214</c:v>
                </c:pt>
                <c:pt idx="6126">
                  <c:v>37212</c:v>
                </c:pt>
                <c:pt idx="6127">
                  <c:v>37211</c:v>
                </c:pt>
                <c:pt idx="6128">
                  <c:v>37210</c:v>
                </c:pt>
                <c:pt idx="6129">
                  <c:v>37209</c:v>
                </c:pt>
                <c:pt idx="6130">
                  <c:v>37208</c:v>
                </c:pt>
                <c:pt idx="6131">
                  <c:v>37207</c:v>
                </c:pt>
                <c:pt idx="6132">
                  <c:v>37205</c:v>
                </c:pt>
                <c:pt idx="6133">
                  <c:v>37204</c:v>
                </c:pt>
                <c:pt idx="6134">
                  <c:v>37203</c:v>
                </c:pt>
                <c:pt idx="6135">
                  <c:v>37202</c:v>
                </c:pt>
                <c:pt idx="6136">
                  <c:v>37201</c:v>
                </c:pt>
                <c:pt idx="6137">
                  <c:v>37200</c:v>
                </c:pt>
                <c:pt idx="6138">
                  <c:v>37198</c:v>
                </c:pt>
                <c:pt idx="6139">
                  <c:v>37197</c:v>
                </c:pt>
                <c:pt idx="6140">
                  <c:v>37196</c:v>
                </c:pt>
                <c:pt idx="6141">
                  <c:v>37195</c:v>
                </c:pt>
                <c:pt idx="6142">
                  <c:v>37194</c:v>
                </c:pt>
                <c:pt idx="6143">
                  <c:v>37193</c:v>
                </c:pt>
                <c:pt idx="6144">
                  <c:v>37191</c:v>
                </c:pt>
                <c:pt idx="6145">
                  <c:v>37190</c:v>
                </c:pt>
                <c:pt idx="6146">
                  <c:v>37189</c:v>
                </c:pt>
                <c:pt idx="6147">
                  <c:v>37188</c:v>
                </c:pt>
                <c:pt idx="6148">
                  <c:v>37187</c:v>
                </c:pt>
                <c:pt idx="6149">
                  <c:v>37186</c:v>
                </c:pt>
                <c:pt idx="6150">
                  <c:v>37184</c:v>
                </c:pt>
                <c:pt idx="6151">
                  <c:v>37183</c:v>
                </c:pt>
                <c:pt idx="6152">
                  <c:v>37182</c:v>
                </c:pt>
                <c:pt idx="6153">
                  <c:v>37181</c:v>
                </c:pt>
                <c:pt idx="6154">
                  <c:v>37180</c:v>
                </c:pt>
                <c:pt idx="6155">
                  <c:v>37179</c:v>
                </c:pt>
                <c:pt idx="6156">
                  <c:v>37177</c:v>
                </c:pt>
                <c:pt idx="6157">
                  <c:v>37176</c:v>
                </c:pt>
                <c:pt idx="6158">
                  <c:v>37175</c:v>
                </c:pt>
                <c:pt idx="6159">
                  <c:v>37174</c:v>
                </c:pt>
                <c:pt idx="6160">
                  <c:v>37173</c:v>
                </c:pt>
                <c:pt idx="6161">
                  <c:v>37172</c:v>
                </c:pt>
                <c:pt idx="6162">
                  <c:v>37170</c:v>
                </c:pt>
                <c:pt idx="6163">
                  <c:v>37169</c:v>
                </c:pt>
                <c:pt idx="6164">
                  <c:v>37168</c:v>
                </c:pt>
                <c:pt idx="6165">
                  <c:v>37163</c:v>
                </c:pt>
                <c:pt idx="6166">
                  <c:v>37162</c:v>
                </c:pt>
                <c:pt idx="6167">
                  <c:v>37161</c:v>
                </c:pt>
                <c:pt idx="6168">
                  <c:v>37160</c:v>
                </c:pt>
                <c:pt idx="6169">
                  <c:v>37159</c:v>
                </c:pt>
                <c:pt idx="6170">
                  <c:v>37158</c:v>
                </c:pt>
                <c:pt idx="6171">
                  <c:v>37156</c:v>
                </c:pt>
                <c:pt idx="6172">
                  <c:v>37155</c:v>
                </c:pt>
                <c:pt idx="6173">
                  <c:v>37154</c:v>
                </c:pt>
                <c:pt idx="6174">
                  <c:v>37153</c:v>
                </c:pt>
                <c:pt idx="6175">
                  <c:v>37152</c:v>
                </c:pt>
                <c:pt idx="6176">
                  <c:v>37151</c:v>
                </c:pt>
                <c:pt idx="6177">
                  <c:v>37149</c:v>
                </c:pt>
                <c:pt idx="6178">
                  <c:v>37148</c:v>
                </c:pt>
                <c:pt idx="6179">
                  <c:v>37147</c:v>
                </c:pt>
                <c:pt idx="6180">
                  <c:v>37146</c:v>
                </c:pt>
                <c:pt idx="6181">
                  <c:v>37145</c:v>
                </c:pt>
                <c:pt idx="6182">
                  <c:v>37144</c:v>
                </c:pt>
                <c:pt idx="6183">
                  <c:v>37142</c:v>
                </c:pt>
                <c:pt idx="6184">
                  <c:v>37141</c:v>
                </c:pt>
                <c:pt idx="6185">
                  <c:v>37140</c:v>
                </c:pt>
                <c:pt idx="6186">
                  <c:v>37139</c:v>
                </c:pt>
                <c:pt idx="6187">
                  <c:v>37138</c:v>
                </c:pt>
                <c:pt idx="6188">
                  <c:v>37137</c:v>
                </c:pt>
                <c:pt idx="6189">
                  <c:v>37135</c:v>
                </c:pt>
                <c:pt idx="6190">
                  <c:v>37134</c:v>
                </c:pt>
                <c:pt idx="6191">
                  <c:v>37133</c:v>
                </c:pt>
                <c:pt idx="6192">
                  <c:v>37132</c:v>
                </c:pt>
                <c:pt idx="6193">
                  <c:v>37131</c:v>
                </c:pt>
                <c:pt idx="6194">
                  <c:v>37130</c:v>
                </c:pt>
                <c:pt idx="6195">
                  <c:v>37128</c:v>
                </c:pt>
                <c:pt idx="6196">
                  <c:v>37127</c:v>
                </c:pt>
                <c:pt idx="6197">
                  <c:v>37126</c:v>
                </c:pt>
                <c:pt idx="6198">
                  <c:v>37125</c:v>
                </c:pt>
                <c:pt idx="6199">
                  <c:v>37124</c:v>
                </c:pt>
                <c:pt idx="6200">
                  <c:v>37123</c:v>
                </c:pt>
                <c:pt idx="6201">
                  <c:v>37121</c:v>
                </c:pt>
                <c:pt idx="6202">
                  <c:v>37120</c:v>
                </c:pt>
                <c:pt idx="6203">
                  <c:v>37119</c:v>
                </c:pt>
                <c:pt idx="6204">
                  <c:v>37117</c:v>
                </c:pt>
                <c:pt idx="6205">
                  <c:v>37116</c:v>
                </c:pt>
                <c:pt idx="6206">
                  <c:v>37114</c:v>
                </c:pt>
                <c:pt idx="6207">
                  <c:v>37113</c:v>
                </c:pt>
                <c:pt idx="6208">
                  <c:v>37112</c:v>
                </c:pt>
                <c:pt idx="6209">
                  <c:v>37111</c:v>
                </c:pt>
                <c:pt idx="6210">
                  <c:v>37110</c:v>
                </c:pt>
                <c:pt idx="6211">
                  <c:v>37109</c:v>
                </c:pt>
                <c:pt idx="6212">
                  <c:v>37107</c:v>
                </c:pt>
                <c:pt idx="6213">
                  <c:v>37106</c:v>
                </c:pt>
                <c:pt idx="6214">
                  <c:v>37105</c:v>
                </c:pt>
                <c:pt idx="6215">
                  <c:v>37104</c:v>
                </c:pt>
                <c:pt idx="6216">
                  <c:v>37103</c:v>
                </c:pt>
                <c:pt idx="6217">
                  <c:v>37102</c:v>
                </c:pt>
                <c:pt idx="6218">
                  <c:v>37100</c:v>
                </c:pt>
                <c:pt idx="6219">
                  <c:v>37099</c:v>
                </c:pt>
                <c:pt idx="6220">
                  <c:v>37098</c:v>
                </c:pt>
                <c:pt idx="6221">
                  <c:v>37097</c:v>
                </c:pt>
                <c:pt idx="6222">
                  <c:v>37096</c:v>
                </c:pt>
                <c:pt idx="6223">
                  <c:v>37095</c:v>
                </c:pt>
                <c:pt idx="6224">
                  <c:v>37093</c:v>
                </c:pt>
                <c:pt idx="6225">
                  <c:v>37092</c:v>
                </c:pt>
                <c:pt idx="6226">
                  <c:v>37091</c:v>
                </c:pt>
                <c:pt idx="6227">
                  <c:v>37090</c:v>
                </c:pt>
                <c:pt idx="6228">
                  <c:v>37088</c:v>
                </c:pt>
                <c:pt idx="6229">
                  <c:v>37086</c:v>
                </c:pt>
                <c:pt idx="6230">
                  <c:v>37085</c:v>
                </c:pt>
                <c:pt idx="6231">
                  <c:v>37084</c:v>
                </c:pt>
                <c:pt idx="6232">
                  <c:v>37083</c:v>
                </c:pt>
                <c:pt idx="6233">
                  <c:v>37082</c:v>
                </c:pt>
                <c:pt idx="6234">
                  <c:v>37081</c:v>
                </c:pt>
                <c:pt idx="6235">
                  <c:v>37079</c:v>
                </c:pt>
                <c:pt idx="6236">
                  <c:v>37078</c:v>
                </c:pt>
                <c:pt idx="6237">
                  <c:v>37077</c:v>
                </c:pt>
                <c:pt idx="6238">
                  <c:v>37076</c:v>
                </c:pt>
                <c:pt idx="6239">
                  <c:v>37075</c:v>
                </c:pt>
                <c:pt idx="6240">
                  <c:v>37074</c:v>
                </c:pt>
                <c:pt idx="6241">
                  <c:v>37072</c:v>
                </c:pt>
                <c:pt idx="6242">
                  <c:v>37071</c:v>
                </c:pt>
                <c:pt idx="6243">
                  <c:v>37070</c:v>
                </c:pt>
                <c:pt idx="6244">
                  <c:v>37069</c:v>
                </c:pt>
                <c:pt idx="6245">
                  <c:v>37068</c:v>
                </c:pt>
                <c:pt idx="6246">
                  <c:v>37067</c:v>
                </c:pt>
                <c:pt idx="6247">
                  <c:v>37065</c:v>
                </c:pt>
                <c:pt idx="6248">
                  <c:v>37064</c:v>
                </c:pt>
                <c:pt idx="6249">
                  <c:v>37063</c:v>
                </c:pt>
                <c:pt idx="6250">
                  <c:v>37062</c:v>
                </c:pt>
                <c:pt idx="6251">
                  <c:v>37061</c:v>
                </c:pt>
                <c:pt idx="6252">
                  <c:v>37060</c:v>
                </c:pt>
                <c:pt idx="6253">
                  <c:v>37058</c:v>
                </c:pt>
                <c:pt idx="6254">
                  <c:v>37057</c:v>
                </c:pt>
                <c:pt idx="6255">
                  <c:v>37056</c:v>
                </c:pt>
                <c:pt idx="6256">
                  <c:v>37055</c:v>
                </c:pt>
                <c:pt idx="6257">
                  <c:v>37054</c:v>
                </c:pt>
                <c:pt idx="6258">
                  <c:v>37053</c:v>
                </c:pt>
                <c:pt idx="6259">
                  <c:v>37051</c:v>
                </c:pt>
                <c:pt idx="6260">
                  <c:v>37050</c:v>
                </c:pt>
                <c:pt idx="6261">
                  <c:v>37049</c:v>
                </c:pt>
                <c:pt idx="6262">
                  <c:v>37047</c:v>
                </c:pt>
                <c:pt idx="6263">
                  <c:v>37046</c:v>
                </c:pt>
                <c:pt idx="6264">
                  <c:v>37044</c:v>
                </c:pt>
                <c:pt idx="6265">
                  <c:v>37043</c:v>
                </c:pt>
                <c:pt idx="6266">
                  <c:v>37042</c:v>
                </c:pt>
                <c:pt idx="6267">
                  <c:v>37040</c:v>
                </c:pt>
                <c:pt idx="6268">
                  <c:v>37039</c:v>
                </c:pt>
                <c:pt idx="6269">
                  <c:v>37037</c:v>
                </c:pt>
                <c:pt idx="6270">
                  <c:v>37036</c:v>
                </c:pt>
                <c:pt idx="6271">
                  <c:v>37035</c:v>
                </c:pt>
                <c:pt idx="6272">
                  <c:v>37034</c:v>
                </c:pt>
                <c:pt idx="6273">
                  <c:v>37033</c:v>
                </c:pt>
                <c:pt idx="6274">
                  <c:v>37032</c:v>
                </c:pt>
                <c:pt idx="6275">
                  <c:v>37030</c:v>
                </c:pt>
                <c:pt idx="6276">
                  <c:v>37029</c:v>
                </c:pt>
                <c:pt idx="6277">
                  <c:v>37028</c:v>
                </c:pt>
                <c:pt idx="6278">
                  <c:v>37027</c:v>
                </c:pt>
                <c:pt idx="6279">
                  <c:v>37026</c:v>
                </c:pt>
                <c:pt idx="6280">
                  <c:v>37025</c:v>
                </c:pt>
                <c:pt idx="6281">
                  <c:v>37023</c:v>
                </c:pt>
                <c:pt idx="6282">
                  <c:v>37022</c:v>
                </c:pt>
                <c:pt idx="6283">
                  <c:v>37021</c:v>
                </c:pt>
                <c:pt idx="6284">
                  <c:v>37020</c:v>
                </c:pt>
                <c:pt idx="6285">
                  <c:v>37019</c:v>
                </c:pt>
                <c:pt idx="6286">
                  <c:v>37018</c:v>
                </c:pt>
                <c:pt idx="6287">
                  <c:v>37015</c:v>
                </c:pt>
                <c:pt idx="6288">
                  <c:v>37014</c:v>
                </c:pt>
                <c:pt idx="6289">
                  <c:v>37013</c:v>
                </c:pt>
                <c:pt idx="6290">
                  <c:v>37011</c:v>
                </c:pt>
                <c:pt idx="6291">
                  <c:v>37009</c:v>
                </c:pt>
                <c:pt idx="6292">
                  <c:v>37008</c:v>
                </c:pt>
                <c:pt idx="6293">
                  <c:v>37007</c:v>
                </c:pt>
                <c:pt idx="6294">
                  <c:v>37006</c:v>
                </c:pt>
                <c:pt idx="6295">
                  <c:v>37005</c:v>
                </c:pt>
                <c:pt idx="6296">
                  <c:v>37004</c:v>
                </c:pt>
                <c:pt idx="6297">
                  <c:v>37002</c:v>
                </c:pt>
                <c:pt idx="6298">
                  <c:v>37001</c:v>
                </c:pt>
                <c:pt idx="6299">
                  <c:v>37000</c:v>
                </c:pt>
                <c:pt idx="6300">
                  <c:v>36999</c:v>
                </c:pt>
                <c:pt idx="6301">
                  <c:v>36998</c:v>
                </c:pt>
                <c:pt idx="6302">
                  <c:v>36997</c:v>
                </c:pt>
                <c:pt idx="6303">
                  <c:v>36995</c:v>
                </c:pt>
                <c:pt idx="6304">
                  <c:v>36994</c:v>
                </c:pt>
                <c:pt idx="6305">
                  <c:v>36993</c:v>
                </c:pt>
                <c:pt idx="6306">
                  <c:v>36992</c:v>
                </c:pt>
                <c:pt idx="6307">
                  <c:v>36991</c:v>
                </c:pt>
                <c:pt idx="6308">
                  <c:v>36990</c:v>
                </c:pt>
                <c:pt idx="6309">
                  <c:v>36988</c:v>
                </c:pt>
                <c:pt idx="6310">
                  <c:v>36987</c:v>
                </c:pt>
                <c:pt idx="6311">
                  <c:v>36985</c:v>
                </c:pt>
                <c:pt idx="6312">
                  <c:v>36984</c:v>
                </c:pt>
                <c:pt idx="6313">
                  <c:v>36983</c:v>
                </c:pt>
                <c:pt idx="6314">
                  <c:v>36981</c:v>
                </c:pt>
                <c:pt idx="6315">
                  <c:v>36980</c:v>
                </c:pt>
                <c:pt idx="6316">
                  <c:v>36979</c:v>
                </c:pt>
                <c:pt idx="6317">
                  <c:v>36978</c:v>
                </c:pt>
                <c:pt idx="6318">
                  <c:v>36977</c:v>
                </c:pt>
                <c:pt idx="6319">
                  <c:v>36976</c:v>
                </c:pt>
                <c:pt idx="6320">
                  <c:v>36974</c:v>
                </c:pt>
                <c:pt idx="6321">
                  <c:v>36973</c:v>
                </c:pt>
                <c:pt idx="6322">
                  <c:v>36972</c:v>
                </c:pt>
                <c:pt idx="6323">
                  <c:v>36971</c:v>
                </c:pt>
                <c:pt idx="6324">
                  <c:v>36970</c:v>
                </c:pt>
                <c:pt idx="6325">
                  <c:v>36969</c:v>
                </c:pt>
                <c:pt idx="6326">
                  <c:v>36967</c:v>
                </c:pt>
                <c:pt idx="6327">
                  <c:v>36966</c:v>
                </c:pt>
                <c:pt idx="6328">
                  <c:v>36965</c:v>
                </c:pt>
                <c:pt idx="6329">
                  <c:v>36964</c:v>
                </c:pt>
                <c:pt idx="6330">
                  <c:v>36963</c:v>
                </c:pt>
                <c:pt idx="6331">
                  <c:v>36962</c:v>
                </c:pt>
                <c:pt idx="6332">
                  <c:v>36960</c:v>
                </c:pt>
                <c:pt idx="6333">
                  <c:v>36959</c:v>
                </c:pt>
                <c:pt idx="6334">
                  <c:v>36958</c:v>
                </c:pt>
                <c:pt idx="6335">
                  <c:v>36957</c:v>
                </c:pt>
                <c:pt idx="6336">
                  <c:v>36956</c:v>
                </c:pt>
                <c:pt idx="6337">
                  <c:v>36955</c:v>
                </c:pt>
                <c:pt idx="6338">
                  <c:v>36953</c:v>
                </c:pt>
                <c:pt idx="6339">
                  <c:v>36952</c:v>
                </c:pt>
                <c:pt idx="6340">
                  <c:v>36950</c:v>
                </c:pt>
                <c:pt idx="6341">
                  <c:v>36949</c:v>
                </c:pt>
                <c:pt idx="6342">
                  <c:v>36948</c:v>
                </c:pt>
                <c:pt idx="6343">
                  <c:v>36946</c:v>
                </c:pt>
                <c:pt idx="6344">
                  <c:v>36945</c:v>
                </c:pt>
                <c:pt idx="6345">
                  <c:v>36944</c:v>
                </c:pt>
                <c:pt idx="6346">
                  <c:v>36943</c:v>
                </c:pt>
                <c:pt idx="6347">
                  <c:v>36942</c:v>
                </c:pt>
                <c:pt idx="6348">
                  <c:v>36941</c:v>
                </c:pt>
                <c:pt idx="6349">
                  <c:v>36939</c:v>
                </c:pt>
                <c:pt idx="6350">
                  <c:v>36938</c:v>
                </c:pt>
                <c:pt idx="6351">
                  <c:v>36937</c:v>
                </c:pt>
                <c:pt idx="6352">
                  <c:v>36936</c:v>
                </c:pt>
                <c:pt idx="6353">
                  <c:v>36935</c:v>
                </c:pt>
                <c:pt idx="6354">
                  <c:v>36934</c:v>
                </c:pt>
                <c:pt idx="6355">
                  <c:v>36932</c:v>
                </c:pt>
                <c:pt idx="6356">
                  <c:v>36931</c:v>
                </c:pt>
                <c:pt idx="6357">
                  <c:v>36930</c:v>
                </c:pt>
                <c:pt idx="6358">
                  <c:v>36929</c:v>
                </c:pt>
                <c:pt idx="6359">
                  <c:v>36928</c:v>
                </c:pt>
                <c:pt idx="6360">
                  <c:v>36927</c:v>
                </c:pt>
                <c:pt idx="6361">
                  <c:v>36925</c:v>
                </c:pt>
                <c:pt idx="6362">
                  <c:v>36924</c:v>
                </c:pt>
                <c:pt idx="6363">
                  <c:v>36923</c:v>
                </c:pt>
                <c:pt idx="6364">
                  <c:v>36922</c:v>
                </c:pt>
                <c:pt idx="6365">
                  <c:v>36921</c:v>
                </c:pt>
                <c:pt idx="6366">
                  <c:v>36920</c:v>
                </c:pt>
                <c:pt idx="6367">
                  <c:v>36918</c:v>
                </c:pt>
                <c:pt idx="6368">
                  <c:v>36917</c:v>
                </c:pt>
                <c:pt idx="6369">
                  <c:v>36913</c:v>
                </c:pt>
                <c:pt idx="6370">
                  <c:v>36911</c:v>
                </c:pt>
                <c:pt idx="6371">
                  <c:v>36910</c:v>
                </c:pt>
                <c:pt idx="6372">
                  <c:v>36909</c:v>
                </c:pt>
                <c:pt idx="6373">
                  <c:v>36908</c:v>
                </c:pt>
                <c:pt idx="6374">
                  <c:v>36907</c:v>
                </c:pt>
                <c:pt idx="6375">
                  <c:v>36906</c:v>
                </c:pt>
                <c:pt idx="6376">
                  <c:v>36904</c:v>
                </c:pt>
                <c:pt idx="6377">
                  <c:v>36903</c:v>
                </c:pt>
                <c:pt idx="6378">
                  <c:v>36902</c:v>
                </c:pt>
                <c:pt idx="6379">
                  <c:v>36901</c:v>
                </c:pt>
                <c:pt idx="6380">
                  <c:v>36900</c:v>
                </c:pt>
                <c:pt idx="6381">
                  <c:v>36899</c:v>
                </c:pt>
                <c:pt idx="6382">
                  <c:v>36897</c:v>
                </c:pt>
                <c:pt idx="6383">
                  <c:v>36896</c:v>
                </c:pt>
                <c:pt idx="6384">
                  <c:v>36895</c:v>
                </c:pt>
                <c:pt idx="6385">
                  <c:v>36894</c:v>
                </c:pt>
                <c:pt idx="6386">
                  <c:v>36893</c:v>
                </c:pt>
                <c:pt idx="6387">
                  <c:v>36890</c:v>
                </c:pt>
                <c:pt idx="6388">
                  <c:v>36889</c:v>
                </c:pt>
                <c:pt idx="6389">
                  <c:v>36888</c:v>
                </c:pt>
                <c:pt idx="6390">
                  <c:v>36887</c:v>
                </c:pt>
                <c:pt idx="6391">
                  <c:v>36886</c:v>
                </c:pt>
                <c:pt idx="6392">
                  <c:v>36883</c:v>
                </c:pt>
                <c:pt idx="6393">
                  <c:v>36882</c:v>
                </c:pt>
                <c:pt idx="6394">
                  <c:v>36881</c:v>
                </c:pt>
                <c:pt idx="6395">
                  <c:v>36880</c:v>
                </c:pt>
                <c:pt idx="6396">
                  <c:v>36879</c:v>
                </c:pt>
                <c:pt idx="6397">
                  <c:v>36878</c:v>
                </c:pt>
                <c:pt idx="6398">
                  <c:v>36876</c:v>
                </c:pt>
                <c:pt idx="6399">
                  <c:v>36875</c:v>
                </c:pt>
                <c:pt idx="6400">
                  <c:v>36874</c:v>
                </c:pt>
                <c:pt idx="6401">
                  <c:v>36873</c:v>
                </c:pt>
                <c:pt idx="6402">
                  <c:v>36872</c:v>
                </c:pt>
                <c:pt idx="6403">
                  <c:v>36871</c:v>
                </c:pt>
                <c:pt idx="6404">
                  <c:v>36869</c:v>
                </c:pt>
                <c:pt idx="6405">
                  <c:v>36868</c:v>
                </c:pt>
                <c:pt idx="6406">
                  <c:v>36867</c:v>
                </c:pt>
                <c:pt idx="6407">
                  <c:v>36866</c:v>
                </c:pt>
                <c:pt idx="6408">
                  <c:v>36865</c:v>
                </c:pt>
                <c:pt idx="6409">
                  <c:v>36864</c:v>
                </c:pt>
                <c:pt idx="6410">
                  <c:v>36862</c:v>
                </c:pt>
                <c:pt idx="6411">
                  <c:v>36861</c:v>
                </c:pt>
                <c:pt idx="6412">
                  <c:v>36860</c:v>
                </c:pt>
                <c:pt idx="6413">
                  <c:v>36859</c:v>
                </c:pt>
                <c:pt idx="6414">
                  <c:v>36858</c:v>
                </c:pt>
                <c:pt idx="6415">
                  <c:v>36857</c:v>
                </c:pt>
                <c:pt idx="6416">
                  <c:v>36855</c:v>
                </c:pt>
                <c:pt idx="6417">
                  <c:v>36854</c:v>
                </c:pt>
                <c:pt idx="6418">
                  <c:v>36853</c:v>
                </c:pt>
                <c:pt idx="6419">
                  <c:v>36852</c:v>
                </c:pt>
                <c:pt idx="6420">
                  <c:v>36851</c:v>
                </c:pt>
                <c:pt idx="6421">
                  <c:v>36850</c:v>
                </c:pt>
                <c:pt idx="6422">
                  <c:v>36848</c:v>
                </c:pt>
                <c:pt idx="6423">
                  <c:v>36847</c:v>
                </c:pt>
                <c:pt idx="6424">
                  <c:v>36846</c:v>
                </c:pt>
                <c:pt idx="6425">
                  <c:v>36845</c:v>
                </c:pt>
                <c:pt idx="6426">
                  <c:v>36844</c:v>
                </c:pt>
                <c:pt idx="6427">
                  <c:v>36843</c:v>
                </c:pt>
                <c:pt idx="6428">
                  <c:v>36841</c:v>
                </c:pt>
                <c:pt idx="6429">
                  <c:v>36840</c:v>
                </c:pt>
                <c:pt idx="6430">
                  <c:v>36839</c:v>
                </c:pt>
                <c:pt idx="6431">
                  <c:v>36838</c:v>
                </c:pt>
                <c:pt idx="6432">
                  <c:v>36837</c:v>
                </c:pt>
                <c:pt idx="6433">
                  <c:v>36836</c:v>
                </c:pt>
                <c:pt idx="6434">
                  <c:v>36834</c:v>
                </c:pt>
                <c:pt idx="6435">
                  <c:v>36833</c:v>
                </c:pt>
                <c:pt idx="6436">
                  <c:v>36832</c:v>
                </c:pt>
                <c:pt idx="6437">
                  <c:v>36831</c:v>
                </c:pt>
                <c:pt idx="6438">
                  <c:v>36830</c:v>
                </c:pt>
                <c:pt idx="6439">
                  <c:v>36829</c:v>
                </c:pt>
                <c:pt idx="6440">
                  <c:v>36827</c:v>
                </c:pt>
                <c:pt idx="6441">
                  <c:v>36826</c:v>
                </c:pt>
                <c:pt idx="6442">
                  <c:v>36825</c:v>
                </c:pt>
                <c:pt idx="6443">
                  <c:v>36824</c:v>
                </c:pt>
                <c:pt idx="6444">
                  <c:v>36823</c:v>
                </c:pt>
                <c:pt idx="6445">
                  <c:v>36822</c:v>
                </c:pt>
                <c:pt idx="6446">
                  <c:v>36820</c:v>
                </c:pt>
                <c:pt idx="6447">
                  <c:v>36819</c:v>
                </c:pt>
                <c:pt idx="6448">
                  <c:v>36818</c:v>
                </c:pt>
                <c:pt idx="6449">
                  <c:v>36817</c:v>
                </c:pt>
                <c:pt idx="6450">
                  <c:v>36816</c:v>
                </c:pt>
                <c:pt idx="6451">
                  <c:v>36815</c:v>
                </c:pt>
                <c:pt idx="6452">
                  <c:v>36813</c:v>
                </c:pt>
                <c:pt idx="6453">
                  <c:v>36812</c:v>
                </c:pt>
                <c:pt idx="6454">
                  <c:v>36811</c:v>
                </c:pt>
                <c:pt idx="6455">
                  <c:v>36810</c:v>
                </c:pt>
                <c:pt idx="6456">
                  <c:v>36809</c:v>
                </c:pt>
                <c:pt idx="6457">
                  <c:v>36808</c:v>
                </c:pt>
                <c:pt idx="6458">
                  <c:v>36806</c:v>
                </c:pt>
                <c:pt idx="6459">
                  <c:v>36805</c:v>
                </c:pt>
                <c:pt idx="6460">
                  <c:v>36804</c:v>
                </c:pt>
                <c:pt idx="6461">
                  <c:v>36803</c:v>
                </c:pt>
                <c:pt idx="6462">
                  <c:v>36801</c:v>
                </c:pt>
                <c:pt idx="6463">
                  <c:v>36799</c:v>
                </c:pt>
                <c:pt idx="6464">
                  <c:v>36798</c:v>
                </c:pt>
                <c:pt idx="6465">
                  <c:v>36797</c:v>
                </c:pt>
                <c:pt idx="6466">
                  <c:v>36796</c:v>
                </c:pt>
                <c:pt idx="6467">
                  <c:v>36795</c:v>
                </c:pt>
                <c:pt idx="6468">
                  <c:v>36794</c:v>
                </c:pt>
                <c:pt idx="6469">
                  <c:v>36792</c:v>
                </c:pt>
                <c:pt idx="6470">
                  <c:v>36791</c:v>
                </c:pt>
                <c:pt idx="6471">
                  <c:v>36790</c:v>
                </c:pt>
                <c:pt idx="6472">
                  <c:v>36789</c:v>
                </c:pt>
                <c:pt idx="6473">
                  <c:v>36788</c:v>
                </c:pt>
                <c:pt idx="6474">
                  <c:v>36787</c:v>
                </c:pt>
                <c:pt idx="6475">
                  <c:v>36785</c:v>
                </c:pt>
                <c:pt idx="6476">
                  <c:v>36784</c:v>
                </c:pt>
                <c:pt idx="6477">
                  <c:v>36783</c:v>
                </c:pt>
                <c:pt idx="6478">
                  <c:v>36778</c:v>
                </c:pt>
                <c:pt idx="6479">
                  <c:v>36777</c:v>
                </c:pt>
                <c:pt idx="6480">
                  <c:v>36776</c:v>
                </c:pt>
                <c:pt idx="6481">
                  <c:v>36775</c:v>
                </c:pt>
                <c:pt idx="6482">
                  <c:v>36774</c:v>
                </c:pt>
                <c:pt idx="6483">
                  <c:v>36773</c:v>
                </c:pt>
                <c:pt idx="6484">
                  <c:v>36771</c:v>
                </c:pt>
                <c:pt idx="6485">
                  <c:v>36770</c:v>
                </c:pt>
                <c:pt idx="6486">
                  <c:v>36769</c:v>
                </c:pt>
                <c:pt idx="6487">
                  <c:v>36768</c:v>
                </c:pt>
                <c:pt idx="6488">
                  <c:v>36767</c:v>
                </c:pt>
                <c:pt idx="6489">
                  <c:v>36766</c:v>
                </c:pt>
                <c:pt idx="6490">
                  <c:v>36764</c:v>
                </c:pt>
                <c:pt idx="6491">
                  <c:v>36763</c:v>
                </c:pt>
                <c:pt idx="6492">
                  <c:v>36762</c:v>
                </c:pt>
                <c:pt idx="6493">
                  <c:v>36761</c:v>
                </c:pt>
                <c:pt idx="6494">
                  <c:v>36760</c:v>
                </c:pt>
                <c:pt idx="6495">
                  <c:v>36759</c:v>
                </c:pt>
                <c:pt idx="6496">
                  <c:v>36757</c:v>
                </c:pt>
                <c:pt idx="6497">
                  <c:v>36756</c:v>
                </c:pt>
                <c:pt idx="6498">
                  <c:v>36755</c:v>
                </c:pt>
                <c:pt idx="6499">
                  <c:v>36754</c:v>
                </c:pt>
                <c:pt idx="6500">
                  <c:v>36752</c:v>
                </c:pt>
                <c:pt idx="6501">
                  <c:v>36750</c:v>
                </c:pt>
                <c:pt idx="6502">
                  <c:v>36749</c:v>
                </c:pt>
                <c:pt idx="6503">
                  <c:v>36748</c:v>
                </c:pt>
                <c:pt idx="6504">
                  <c:v>36747</c:v>
                </c:pt>
                <c:pt idx="6505">
                  <c:v>36746</c:v>
                </c:pt>
                <c:pt idx="6506">
                  <c:v>36745</c:v>
                </c:pt>
                <c:pt idx="6507">
                  <c:v>36743</c:v>
                </c:pt>
                <c:pt idx="6508">
                  <c:v>36742</c:v>
                </c:pt>
                <c:pt idx="6509">
                  <c:v>36741</c:v>
                </c:pt>
                <c:pt idx="6510">
                  <c:v>36740</c:v>
                </c:pt>
                <c:pt idx="6511">
                  <c:v>36739</c:v>
                </c:pt>
                <c:pt idx="6512">
                  <c:v>36738</c:v>
                </c:pt>
                <c:pt idx="6513">
                  <c:v>36736</c:v>
                </c:pt>
                <c:pt idx="6514">
                  <c:v>36735</c:v>
                </c:pt>
                <c:pt idx="6515">
                  <c:v>36734</c:v>
                </c:pt>
                <c:pt idx="6516">
                  <c:v>36733</c:v>
                </c:pt>
                <c:pt idx="6517">
                  <c:v>36732</c:v>
                </c:pt>
                <c:pt idx="6518">
                  <c:v>36731</c:v>
                </c:pt>
                <c:pt idx="6519">
                  <c:v>36729</c:v>
                </c:pt>
                <c:pt idx="6520">
                  <c:v>36728</c:v>
                </c:pt>
                <c:pt idx="6521">
                  <c:v>36727</c:v>
                </c:pt>
                <c:pt idx="6522">
                  <c:v>36726</c:v>
                </c:pt>
                <c:pt idx="6523">
                  <c:v>36725</c:v>
                </c:pt>
                <c:pt idx="6524">
                  <c:v>36722</c:v>
                </c:pt>
                <c:pt idx="6525">
                  <c:v>36721</c:v>
                </c:pt>
                <c:pt idx="6526">
                  <c:v>36720</c:v>
                </c:pt>
                <c:pt idx="6527">
                  <c:v>36719</c:v>
                </c:pt>
                <c:pt idx="6528">
                  <c:v>36718</c:v>
                </c:pt>
                <c:pt idx="6529">
                  <c:v>36717</c:v>
                </c:pt>
                <c:pt idx="6530">
                  <c:v>36715</c:v>
                </c:pt>
                <c:pt idx="6531">
                  <c:v>36714</c:v>
                </c:pt>
                <c:pt idx="6532">
                  <c:v>36713</c:v>
                </c:pt>
                <c:pt idx="6533">
                  <c:v>36712</c:v>
                </c:pt>
                <c:pt idx="6534">
                  <c:v>36711</c:v>
                </c:pt>
                <c:pt idx="6535">
                  <c:v>36710</c:v>
                </c:pt>
                <c:pt idx="6536">
                  <c:v>36708</c:v>
                </c:pt>
                <c:pt idx="6537">
                  <c:v>36707</c:v>
                </c:pt>
                <c:pt idx="6538">
                  <c:v>36706</c:v>
                </c:pt>
                <c:pt idx="6539">
                  <c:v>36705</c:v>
                </c:pt>
                <c:pt idx="6540">
                  <c:v>36704</c:v>
                </c:pt>
                <c:pt idx="6541">
                  <c:v>36703</c:v>
                </c:pt>
                <c:pt idx="6542">
                  <c:v>36701</c:v>
                </c:pt>
                <c:pt idx="6543">
                  <c:v>36700</c:v>
                </c:pt>
                <c:pt idx="6544">
                  <c:v>36699</c:v>
                </c:pt>
                <c:pt idx="6545">
                  <c:v>36698</c:v>
                </c:pt>
                <c:pt idx="6546">
                  <c:v>36697</c:v>
                </c:pt>
                <c:pt idx="6547">
                  <c:v>36696</c:v>
                </c:pt>
                <c:pt idx="6548">
                  <c:v>36694</c:v>
                </c:pt>
                <c:pt idx="6549">
                  <c:v>36693</c:v>
                </c:pt>
                <c:pt idx="6550">
                  <c:v>36692</c:v>
                </c:pt>
                <c:pt idx="6551">
                  <c:v>36691</c:v>
                </c:pt>
                <c:pt idx="6552">
                  <c:v>36690</c:v>
                </c:pt>
                <c:pt idx="6553">
                  <c:v>36689</c:v>
                </c:pt>
                <c:pt idx="6554">
                  <c:v>36687</c:v>
                </c:pt>
                <c:pt idx="6555">
                  <c:v>36686</c:v>
                </c:pt>
                <c:pt idx="6556">
                  <c:v>36685</c:v>
                </c:pt>
                <c:pt idx="6557">
                  <c:v>36684</c:v>
                </c:pt>
                <c:pt idx="6558">
                  <c:v>36682</c:v>
                </c:pt>
                <c:pt idx="6559">
                  <c:v>36680</c:v>
                </c:pt>
                <c:pt idx="6560">
                  <c:v>36679</c:v>
                </c:pt>
                <c:pt idx="6561">
                  <c:v>36678</c:v>
                </c:pt>
                <c:pt idx="6562">
                  <c:v>36677</c:v>
                </c:pt>
                <c:pt idx="6563">
                  <c:v>36676</c:v>
                </c:pt>
                <c:pt idx="6564">
                  <c:v>36675</c:v>
                </c:pt>
                <c:pt idx="6565">
                  <c:v>36673</c:v>
                </c:pt>
                <c:pt idx="6566">
                  <c:v>36672</c:v>
                </c:pt>
                <c:pt idx="6567">
                  <c:v>36671</c:v>
                </c:pt>
                <c:pt idx="6568">
                  <c:v>36670</c:v>
                </c:pt>
                <c:pt idx="6569">
                  <c:v>36669</c:v>
                </c:pt>
                <c:pt idx="6570">
                  <c:v>36668</c:v>
                </c:pt>
                <c:pt idx="6571">
                  <c:v>36666</c:v>
                </c:pt>
                <c:pt idx="6572">
                  <c:v>36665</c:v>
                </c:pt>
                <c:pt idx="6573">
                  <c:v>36664</c:v>
                </c:pt>
                <c:pt idx="6574">
                  <c:v>36663</c:v>
                </c:pt>
                <c:pt idx="6575">
                  <c:v>36662</c:v>
                </c:pt>
                <c:pt idx="6576">
                  <c:v>36661</c:v>
                </c:pt>
                <c:pt idx="6577">
                  <c:v>36659</c:v>
                </c:pt>
                <c:pt idx="6578">
                  <c:v>36658</c:v>
                </c:pt>
                <c:pt idx="6579">
                  <c:v>36656</c:v>
                </c:pt>
                <c:pt idx="6580">
                  <c:v>36655</c:v>
                </c:pt>
                <c:pt idx="6581">
                  <c:v>36654</c:v>
                </c:pt>
                <c:pt idx="6582">
                  <c:v>36652</c:v>
                </c:pt>
                <c:pt idx="6583">
                  <c:v>36650</c:v>
                </c:pt>
                <c:pt idx="6584">
                  <c:v>36649</c:v>
                </c:pt>
                <c:pt idx="6585">
                  <c:v>36648</c:v>
                </c:pt>
                <c:pt idx="6586">
                  <c:v>36645</c:v>
                </c:pt>
                <c:pt idx="6587">
                  <c:v>36644</c:v>
                </c:pt>
                <c:pt idx="6588">
                  <c:v>36643</c:v>
                </c:pt>
                <c:pt idx="6589">
                  <c:v>36642</c:v>
                </c:pt>
                <c:pt idx="6590">
                  <c:v>36641</c:v>
                </c:pt>
                <c:pt idx="6591">
                  <c:v>36640</c:v>
                </c:pt>
                <c:pt idx="6592">
                  <c:v>36638</c:v>
                </c:pt>
                <c:pt idx="6593">
                  <c:v>36637</c:v>
                </c:pt>
                <c:pt idx="6594">
                  <c:v>36636</c:v>
                </c:pt>
                <c:pt idx="6595">
                  <c:v>36635</c:v>
                </c:pt>
                <c:pt idx="6596">
                  <c:v>36634</c:v>
                </c:pt>
                <c:pt idx="6597">
                  <c:v>36633</c:v>
                </c:pt>
                <c:pt idx="6598">
                  <c:v>36631</c:v>
                </c:pt>
                <c:pt idx="6599">
                  <c:v>36630</c:v>
                </c:pt>
                <c:pt idx="6600">
                  <c:v>36628</c:v>
                </c:pt>
                <c:pt idx="6601">
                  <c:v>36627</c:v>
                </c:pt>
                <c:pt idx="6602">
                  <c:v>36626</c:v>
                </c:pt>
                <c:pt idx="6603">
                  <c:v>36624</c:v>
                </c:pt>
                <c:pt idx="6604">
                  <c:v>36623</c:v>
                </c:pt>
                <c:pt idx="6605">
                  <c:v>36622</c:v>
                </c:pt>
                <c:pt idx="6606">
                  <c:v>36620</c:v>
                </c:pt>
                <c:pt idx="6607">
                  <c:v>36619</c:v>
                </c:pt>
                <c:pt idx="6608">
                  <c:v>36617</c:v>
                </c:pt>
                <c:pt idx="6609">
                  <c:v>36616</c:v>
                </c:pt>
                <c:pt idx="6610">
                  <c:v>36615</c:v>
                </c:pt>
                <c:pt idx="6611">
                  <c:v>36614</c:v>
                </c:pt>
                <c:pt idx="6612">
                  <c:v>36613</c:v>
                </c:pt>
                <c:pt idx="6613">
                  <c:v>36612</c:v>
                </c:pt>
                <c:pt idx="6614">
                  <c:v>36610</c:v>
                </c:pt>
                <c:pt idx="6615">
                  <c:v>36609</c:v>
                </c:pt>
                <c:pt idx="6616">
                  <c:v>36608</c:v>
                </c:pt>
                <c:pt idx="6617">
                  <c:v>36607</c:v>
                </c:pt>
                <c:pt idx="6618">
                  <c:v>36606</c:v>
                </c:pt>
                <c:pt idx="6619">
                  <c:v>36605</c:v>
                </c:pt>
                <c:pt idx="6620">
                  <c:v>36603</c:v>
                </c:pt>
                <c:pt idx="6621">
                  <c:v>36602</c:v>
                </c:pt>
                <c:pt idx="6622">
                  <c:v>36601</c:v>
                </c:pt>
                <c:pt idx="6623">
                  <c:v>36600</c:v>
                </c:pt>
                <c:pt idx="6624">
                  <c:v>36599</c:v>
                </c:pt>
                <c:pt idx="6625">
                  <c:v>36598</c:v>
                </c:pt>
                <c:pt idx="6626">
                  <c:v>36596</c:v>
                </c:pt>
                <c:pt idx="6627">
                  <c:v>36595</c:v>
                </c:pt>
                <c:pt idx="6628">
                  <c:v>36594</c:v>
                </c:pt>
                <c:pt idx="6629">
                  <c:v>36593</c:v>
                </c:pt>
                <c:pt idx="6630">
                  <c:v>36592</c:v>
                </c:pt>
                <c:pt idx="6631">
                  <c:v>36591</c:v>
                </c:pt>
                <c:pt idx="6632">
                  <c:v>36589</c:v>
                </c:pt>
                <c:pt idx="6633">
                  <c:v>36588</c:v>
                </c:pt>
                <c:pt idx="6634">
                  <c:v>36587</c:v>
                </c:pt>
                <c:pt idx="6635">
                  <c:v>36585</c:v>
                </c:pt>
                <c:pt idx="6636">
                  <c:v>36584</c:v>
                </c:pt>
                <c:pt idx="6637">
                  <c:v>36582</c:v>
                </c:pt>
                <c:pt idx="6638">
                  <c:v>36581</c:v>
                </c:pt>
                <c:pt idx="6639">
                  <c:v>36580</c:v>
                </c:pt>
                <c:pt idx="6640">
                  <c:v>36579</c:v>
                </c:pt>
                <c:pt idx="6641">
                  <c:v>36578</c:v>
                </c:pt>
                <c:pt idx="6642">
                  <c:v>36577</c:v>
                </c:pt>
                <c:pt idx="6643">
                  <c:v>36575</c:v>
                </c:pt>
                <c:pt idx="6644">
                  <c:v>36574</c:v>
                </c:pt>
                <c:pt idx="6645">
                  <c:v>36573</c:v>
                </c:pt>
                <c:pt idx="6646">
                  <c:v>36572</c:v>
                </c:pt>
                <c:pt idx="6647">
                  <c:v>36571</c:v>
                </c:pt>
                <c:pt idx="6648">
                  <c:v>36570</c:v>
                </c:pt>
                <c:pt idx="6649">
                  <c:v>36568</c:v>
                </c:pt>
                <c:pt idx="6650">
                  <c:v>36567</c:v>
                </c:pt>
                <c:pt idx="6651">
                  <c:v>36566</c:v>
                </c:pt>
                <c:pt idx="6652">
                  <c:v>36565</c:v>
                </c:pt>
                <c:pt idx="6653">
                  <c:v>36564</c:v>
                </c:pt>
                <c:pt idx="6654">
                  <c:v>36563</c:v>
                </c:pt>
                <c:pt idx="6655">
                  <c:v>36559</c:v>
                </c:pt>
                <c:pt idx="6656">
                  <c:v>36558</c:v>
                </c:pt>
                <c:pt idx="6657">
                  <c:v>36557</c:v>
                </c:pt>
                <c:pt idx="6658">
                  <c:v>36556</c:v>
                </c:pt>
                <c:pt idx="6659">
                  <c:v>36554</c:v>
                </c:pt>
                <c:pt idx="6660">
                  <c:v>36553</c:v>
                </c:pt>
                <c:pt idx="6661">
                  <c:v>36552</c:v>
                </c:pt>
                <c:pt idx="6662">
                  <c:v>36551</c:v>
                </c:pt>
                <c:pt idx="6663">
                  <c:v>36550</c:v>
                </c:pt>
                <c:pt idx="6664">
                  <c:v>36549</c:v>
                </c:pt>
                <c:pt idx="6665">
                  <c:v>36547</c:v>
                </c:pt>
                <c:pt idx="6666">
                  <c:v>36546</c:v>
                </c:pt>
                <c:pt idx="6667">
                  <c:v>36545</c:v>
                </c:pt>
                <c:pt idx="6668">
                  <c:v>36544</c:v>
                </c:pt>
                <c:pt idx="6669">
                  <c:v>36543</c:v>
                </c:pt>
                <c:pt idx="6670">
                  <c:v>36542</c:v>
                </c:pt>
                <c:pt idx="6671">
                  <c:v>36540</c:v>
                </c:pt>
                <c:pt idx="6672">
                  <c:v>36539</c:v>
                </c:pt>
                <c:pt idx="6673">
                  <c:v>36538</c:v>
                </c:pt>
                <c:pt idx="6674">
                  <c:v>36537</c:v>
                </c:pt>
                <c:pt idx="6675">
                  <c:v>36536</c:v>
                </c:pt>
                <c:pt idx="6676">
                  <c:v>36535</c:v>
                </c:pt>
                <c:pt idx="6677">
                  <c:v>36533</c:v>
                </c:pt>
                <c:pt idx="6678">
                  <c:v>36532</c:v>
                </c:pt>
                <c:pt idx="6679">
                  <c:v>36531</c:v>
                </c:pt>
              </c:numCache>
            </c:numRef>
          </c:cat>
          <c:val>
            <c:numRef>
              <c:f>【杠杆与融资风险】强制平仓规模【资金与仓位】待入市保证金!$E$8:$E$6687</c:f>
              <c:numCache>
                <c:formatCode>@</c:formatCode>
                <c:ptCount val="6680"/>
                <c:pt idx="0">
                  <c:v>2.5</c:v>
                </c:pt>
                <c:pt idx="1">
                  <c:v>3.5</c:v>
                </c:pt>
                <c:pt idx="2">
                  <c:v>7.5</c:v>
                </c:pt>
                <c:pt idx="3">
                  <c:v>3.3</c:v>
                </c:pt>
                <c:pt idx="4">
                  <c:v>1.6</c:v>
                </c:pt>
                <c:pt idx="5">
                  <c:v>1.9</c:v>
                </c:pt>
                <c:pt idx="6">
                  <c:v>1.2</c:v>
                </c:pt>
                <c:pt idx="7">
                  <c:v>1</c:v>
                </c:pt>
                <c:pt idx="8">
                  <c:v>0.4</c:v>
                </c:pt>
                <c:pt idx="9">
                  <c:v>0.7</c:v>
                </c:pt>
                <c:pt idx="10">
                  <c:v>4</c:v>
                </c:pt>
                <c:pt idx="11">
                  <c:v>1.8</c:v>
                </c:pt>
                <c:pt idx="12">
                  <c:v>2.5</c:v>
                </c:pt>
                <c:pt idx="13">
                  <c:v>10.5</c:v>
                </c:pt>
                <c:pt idx="14">
                  <c:v>8.1999999999999993</c:v>
                </c:pt>
                <c:pt idx="15">
                  <c:v>9.1</c:v>
                </c:pt>
                <c:pt idx="16">
                  <c:v>1.8</c:v>
                </c:pt>
                <c:pt idx="17">
                  <c:v>1.2</c:v>
                </c:pt>
                <c:pt idx="18">
                  <c:v>2.5</c:v>
                </c:pt>
                <c:pt idx="19">
                  <c:v>1.2</c:v>
                </c:pt>
                <c:pt idx="20">
                  <c:v>0.7</c:v>
                </c:pt>
                <c:pt idx="21">
                  <c:v>0.7</c:v>
                </c:pt>
                <c:pt idx="22">
                  <c:v>0.3</c:v>
                </c:pt>
                <c:pt idx="23">
                  <c:v>3.2</c:v>
                </c:pt>
                <c:pt idx="24">
                  <c:v>3.8</c:v>
                </c:pt>
                <c:pt idx="25">
                  <c:v>7.6</c:v>
                </c:pt>
                <c:pt idx="26">
                  <c:v>4.5999999999999996</c:v>
                </c:pt>
                <c:pt idx="27">
                  <c:v>6</c:v>
                </c:pt>
                <c:pt idx="28">
                  <c:v>2.2000000000000002</c:v>
                </c:pt>
                <c:pt idx="29">
                  <c:v>1.8</c:v>
                </c:pt>
                <c:pt idx="30">
                  <c:v>1.8</c:v>
                </c:pt>
                <c:pt idx="31">
                  <c:v>2.6</c:v>
                </c:pt>
                <c:pt idx="32">
                  <c:v>5.4</c:v>
                </c:pt>
                <c:pt idx="33">
                  <c:v>1.9</c:v>
                </c:pt>
                <c:pt idx="34">
                  <c:v>1</c:v>
                </c:pt>
                <c:pt idx="35">
                  <c:v>0.7</c:v>
                </c:pt>
                <c:pt idx="36">
                  <c:v>1.8</c:v>
                </c:pt>
                <c:pt idx="37">
                  <c:v>1.4</c:v>
                </c:pt>
                <c:pt idx="38">
                  <c:v>0.7</c:v>
                </c:pt>
                <c:pt idx="39">
                  <c:v>1.6</c:v>
                </c:pt>
                <c:pt idx="40">
                  <c:v>0.7</c:v>
                </c:pt>
                <c:pt idx="41">
                  <c:v>1.2</c:v>
                </c:pt>
                <c:pt idx="42">
                  <c:v>0.7</c:v>
                </c:pt>
                <c:pt idx="43">
                  <c:v>1</c:v>
                </c:pt>
                <c:pt idx="44">
                  <c:v>1.6</c:v>
                </c:pt>
                <c:pt idx="45">
                  <c:v>0.8</c:v>
                </c:pt>
                <c:pt idx="46">
                  <c:v>0.8</c:v>
                </c:pt>
                <c:pt idx="47">
                  <c:v>0.8</c:v>
                </c:pt>
                <c:pt idx="48">
                  <c:v>1.2</c:v>
                </c:pt>
                <c:pt idx="49">
                  <c:v>1.4</c:v>
                </c:pt>
                <c:pt idx="50">
                  <c:v>1.1000000000000001</c:v>
                </c:pt>
                <c:pt idx="51">
                  <c:v>0.8</c:v>
                </c:pt>
                <c:pt idx="52">
                  <c:v>0.7</c:v>
                </c:pt>
                <c:pt idx="53">
                  <c:v>0.8</c:v>
                </c:pt>
                <c:pt idx="54">
                  <c:v>1.6</c:v>
                </c:pt>
                <c:pt idx="55">
                  <c:v>0.8</c:v>
                </c:pt>
                <c:pt idx="56">
                  <c:v>1.3</c:v>
                </c:pt>
                <c:pt idx="57">
                  <c:v>0.9</c:v>
                </c:pt>
                <c:pt idx="58">
                  <c:v>2.9</c:v>
                </c:pt>
                <c:pt idx="59">
                  <c:v>3.3</c:v>
                </c:pt>
                <c:pt idx="60">
                  <c:v>2.4</c:v>
                </c:pt>
                <c:pt idx="61">
                  <c:v>1.6</c:v>
                </c:pt>
                <c:pt idx="62">
                  <c:v>1</c:v>
                </c:pt>
                <c:pt idx="63">
                  <c:v>2.2999999999999998</c:v>
                </c:pt>
                <c:pt idx="64">
                  <c:v>2.2999999999999998</c:v>
                </c:pt>
                <c:pt idx="65">
                  <c:v>1.6</c:v>
                </c:pt>
                <c:pt idx="66">
                  <c:v>0.8</c:v>
                </c:pt>
                <c:pt idx="67">
                  <c:v>0.7</c:v>
                </c:pt>
                <c:pt idx="68">
                  <c:v>1.4</c:v>
                </c:pt>
                <c:pt idx="69">
                  <c:v>1</c:v>
                </c:pt>
                <c:pt idx="70">
                  <c:v>2.8</c:v>
                </c:pt>
                <c:pt idx="71">
                  <c:v>1.3</c:v>
                </c:pt>
                <c:pt idx="72">
                  <c:v>1.6</c:v>
                </c:pt>
                <c:pt idx="73">
                  <c:v>1.9</c:v>
                </c:pt>
                <c:pt idx="74">
                  <c:v>3.4</c:v>
                </c:pt>
                <c:pt idx="75">
                  <c:v>1.7</c:v>
                </c:pt>
                <c:pt idx="76">
                  <c:v>3.8</c:v>
                </c:pt>
                <c:pt idx="77">
                  <c:v>6.5</c:v>
                </c:pt>
                <c:pt idx="78">
                  <c:v>2.1</c:v>
                </c:pt>
                <c:pt idx="79">
                  <c:v>0.9</c:v>
                </c:pt>
                <c:pt idx="80">
                  <c:v>0.7</c:v>
                </c:pt>
                <c:pt idx="81">
                  <c:v>1.3</c:v>
                </c:pt>
                <c:pt idx="82">
                  <c:v>2.8</c:v>
                </c:pt>
                <c:pt idx="83">
                  <c:v>1</c:v>
                </c:pt>
                <c:pt idx="84">
                  <c:v>0.7</c:v>
                </c:pt>
                <c:pt idx="85">
                  <c:v>0.9</c:v>
                </c:pt>
                <c:pt idx="86">
                  <c:v>0.9</c:v>
                </c:pt>
                <c:pt idx="87">
                  <c:v>0.6</c:v>
                </c:pt>
                <c:pt idx="88">
                  <c:v>1.2</c:v>
                </c:pt>
                <c:pt idx="89">
                  <c:v>0.7</c:v>
                </c:pt>
                <c:pt idx="90">
                  <c:v>1.5</c:v>
                </c:pt>
                <c:pt idx="91">
                  <c:v>3.6</c:v>
                </c:pt>
                <c:pt idx="92">
                  <c:v>0.9</c:v>
                </c:pt>
                <c:pt idx="93">
                  <c:v>1</c:v>
                </c:pt>
                <c:pt idx="94">
                  <c:v>1.2</c:v>
                </c:pt>
                <c:pt idx="95">
                  <c:v>1.5</c:v>
                </c:pt>
                <c:pt idx="96">
                  <c:v>1.2</c:v>
                </c:pt>
                <c:pt idx="97">
                  <c:v>1</c:v>
                </c:pt>
                <c:pt idx="98">
                  <c:v>0.8</c:v>
                </c:pt>
                <c:pt idx="99">
                  <c:v>0.8</c:v>
                </c:pt>
                <c:pt idx="100">
                  <c:v>1.7</c:v>
                </c:pt>
                <c:pt idx="101">
                  <c:v>1.1000000000000001</c:v>
                </c:pt>
                <c:pt idx="102">
                  <c:v>1.3</c:v>
                </c:pt>
                <c:pt idx="103">
                  <c:v>0.7</c:v>
                </c:pt>
                <c:pt idx="104">
                  <c:v>0.8</c:v>
                </c:pt>
                <c:pt idx="105">
                  <c:v>0.9</c:v>
                </c:pt>
                <c:pt idx="106">
                  <c:v>0.8</c:v>
                </c:pt>
                <c:pt idx="107">
                  <c:v>1.5</c:v>
                </c:pt>
                <c:pt idx="108">
                  <c:v>0.9</c:v>
                </c:pt>
                <c:pt idx="109">
                  <c:v>1.1000000000000001</c:v>
                </c:pt>
                <c:pt idx="110">
                  <c:v>1.1000000000000001</c:v>
                </c:pt>
                <c:pt idx="111">
                  <c:v>1.2</c:v>
                </c:pt>
                <c:pt idx="112">
                  <c:v>1.1000000000000001</c:v>
                </c:pt>
                <c:pt idx="113">
                  <c:v>0.7</c:v>
                </c:pt>
                <c:pt idx="114">
                  <c:v>0.8</c:v>
                </c:pt>
                <c:pt idx="115">
                  <c:v>0.6</c:v>
                </c:pt>
                <c:pt idx="116">
                  <c:v>0.9</c:v>
                </c:pt>
                <c:pt idx="117">
                  <c:v>0.8</c:v>
                </c:pt>
                <c:pt idx="118">
                  <c:v>0.3</c:v>
                </c:pt>
                <c:pt idx="119">
                  <c:v>0.7</c:v>
                </c:pt>
                <c:pt idx="120">
                  <c:v>0.9</c:v>
                </c:pt>
                <c:pt idx="121">
                  <c:v>0.5</c:v>
                </c:pt>
                <c:pt idx="122">
                  <c:v>0.4</c:v>
                </c:pt>
                <c:pt idx="123">
                  <c:v>0.5</c:v>
                </c:pt>
                <c:pt idx="124">
                  <c:v>1</c:v>
                </c:pt>
                <c:pt idx="125">
                  <c:v>0.9</c:v>
                </c:pt>
                <c:pt idx="126">
                  <c:v>1.6</c:v>
                </c:pt>
                <c:pt idx="127">
                  <c:v>0.8</c:v>
                </c:pt>
                <c:pt idx="128">
                  <c:v>1</c:v>
                </c:pt>
                <c:pt idx="129">
                  <c:v>0.7</c:v>
                </c:pt>
                <c:pt idx="130">
                  <c:v>0.8</c:v>
                </c:pt>
                <c:pt idx="131">
                  <c:v>0.8</c:v>
                </c:pt>
                <c:pt idx="132">
                  <c:v>0.8</c:v>
                </c:pt>
                <c:pt idx="133">
                  <c:v>0.8</c:v>
                </c:pt>
                <c:pt idx="134">
                  <c:v>0.9</c:v>
                </c:pt>
                <c:pt idx="135">
                  <c:v>0.6</c:v>
                </c:pt>
                <c:pt idx="136">
                  <c:v>0.6</c:v>
                </c:pt>
                <c:pt idx="137">
                  <c:v>0.4</c:v>
                </c:pt>
                <c:pt idx="138">
                  <c:v>1</c:v>
                </c:pt>
                <c:pt idx="139">
                  <c:v>0.5</c:v>
                </c:pt>
                <c:pt idx="140">
                  <c:v>0.4</c:v>
                </c:pt>
                <c:pt idx="141">
                  <c:v>0.4</c:v>
                </c:pt>
                <c:pt idx="142">
                  <c:v>0.7</c:v>
                </c:pt>
                <c:pt idx="143">
                  <c:v>3.8</c:v>
                </c:pt>
                <c:pt idx="144">
                  <c:v>1.1000000000000001</c:v>
                </c:pt>
                <c:pt idx="145">
                  <c:v>1.7</c:v>
                </c:pt>
                <c:pt idx="146">
                  <c:v>1.3</c:v>
                </c:pt>
                <c:pt idx="147">
                  <c:v>1</c:v>
                </c:pt>
                <c:pt idx="148">
                  <c:v>3.6</c:v>
                </c:pt>
                <c:pt idx="149">
                  <c:v>0.4</c:v>
                </c:pt>
                <c:pt idx="150">
                  <c:v>1.1000000000000001</c:v>
                </c:pt>
                <c:pt idx="151">
                  <c:v>0.6</c:v>
                </c:pt>
                <c:pt idx="152">
                  <c:v>0.6</c:v>
                </c:pt>
                <c:pt idx="153">
                  <c:v>1.8</c:v>
                </c:pt>
                <c:pt idx="154">
                  <c:v>1.6</c:v>
                </c:pt>
                <c:pt idx="155">
                  <c:v>3.4</c:v>
                </c:pt>
                <c:pt idx="156">
                  <c:v>2.2999999999999998</c:v>
                </c:pt>
                <c:pt idx="157">
                  <c:v>0.8</c:v>
                </c:pt>
                <c:pt idx="158">
                  <c:v>1.5</c:v>
                </c:pt>
                <c:pt idx="159">
                  <c:v>1.3</c:v>
                </c:pt>
                <c:pt idx="160">
                  <c:v>0.7</c:v>
                </c:pt>
                <c:pt idx="161">
                  <c:v>1.1000000000000001</c:v>
                </c:pt>
                <c:pt idx="162">
                  <c:v>0.4</c:v>
                </c:pt>
                <c:pt idx="163">
                  <c:v>0.4</c:v>
                </c:pt>
                <c:pt idx="164">
                  <c:v>0.4</c:v>
                </c:pt>
                <c:pt idx="165">
                  <c:v>1.6</c:v>
                </c:pt>
                <c:pt idx="166">
                  <c:v>0.6</c:v>
                </c:pt>
                <c:pt idx="167">
                  <c:v>0.6</c:v>
                </c:pt>
                <c:pt idx="168">
                  <c:v>1</c:v>
                </c:pt>
                <c:pt idx="169">
                  <c:v>0.5</c:v>
                </c:pt>
                <c:pt idx="170">
                  <c:v>1</c:v>
                </c:pt>
                <c:pt idx="171">
                  <c:v>1</c:v>
                </c:pt>
                <c:pt idx="172">
                  <c:v>1</c:v>
                </c:pt>
                <c:pt idx="173">
                  <c:v>0.6</c:v>
                </c:pt>
                <c:pt idx="174">
                  <c:v>0.4</c:v>
                </c:pt>
                <c:pt idx="175">
                  <c:v>0.9</c:v>
                </c:pt>
                <c:pt idx="176">
                  <c:v>0.5</c:v>
                </c:pt>
                <c:pt idx="177">
                  <c:v>1.1000000000000001</c:v>
                </c:pt>
                <c:pt idx="178">
                  <c:v>1.5</c:v>
                </c:pt>
                <c:pt idx="179">
                  <c:v>2.1</c:v>
                </c:pt>
                <c:pt idx="180">
                  <c:v>1.1000000000000001</c:v>
                </c:pt>
                <c:pt idx="181">
                  <c:v>0.6</c:v>
                </c:pt>
                <c:pt idx="182">
                  <c:v>0.5</c:v>
                </c:pt>
                <c:pt idx="183">
                  <c:v>0.7</c:v>
                </c:pt>
                <c:pt idx="184">
                  <c:v>0.7</c:v>
                </c:pt>
                <c:pt idx="185">
                  <c:v>0.8</c:v>
                </c:pt>
                <c:pt idx="186">
                  <c:v>0.9</c:v>
                </c:pt>
                <c:pt idx="187">
                  <c:v>0.7</c:v>
                </c:pt>
                <c:pt idx="188">
                  <c:v>0.4</c:v>
                </c:pt>
                <c:pt idx="189">
                  <c:v>0.3</c:v>
                </c:pt>
                <c:pt idx="190">
                  <c:v>0.5</c:v>
                </c:pt>
                <c:pt idx="191">
                  <c:v>0.7</c:v>
                </c:pt>
                <c:pt idx="192">
                  <c:v>0.3</c:v>
                </c:pt>
                <c:pt idx="193">
                  <c:v>0.5</c:v>
                </c:pt>
                <c:pt idx="194">
                  <c:v>0.5</c:v>
                </c:pt>
                <c:pt idx="195">
                  <c:v>0.6</c:v>
                </c:pt>
                <c:pt idx="196">
                  <c:v>0.4</c:v>
                </c:pt>
                <c:pt idx="197">
                  <c:v>0.5</c:v>
                </c:pt>
                <c:pt idx="198">
                  <c:v>0.7</c:v>
                </c:pt>
                <c:pt idx="199">
                  <c:v>1</c:v>
                </c:pt>
                <c:pt idx="200">
                  <c:v>0.8</c:v>
                </c:pt>
                <c:pt idx="201">
                  <c:v>0.6</c:v>
                </c:pt>
                <c:pt idx="202">
                  <c:v>0.4</c:v>
                </c:pt>
                <c:pt idx="203">
                  <c:v>0.4</c:v>
                </c:pt>
                <c:pt idx="204">
                  <c:v>0.5</c:v>
                </c:pt>
                <c:pt idx="205">
                  <c:v>1.4</c:v>
                </c:pt>
                <c:pt idx="206">
                  <c:v>1.4</c:v>
                </c:pt>
                <c:pt idx="207">
                  <c:v>0.8</c:v>
                </c:pt>
                <c:pt idx="208">
                  <c:v>0.8</c:v>
                </c:pt>
                <c:pt idx="209">
                  <c:v>1.1000000000000001</c:v>
                </c:pt>
                <c:pt idx="210">
                  <c:v>0.8</c:v>
                </c:pt>
                <c:pt idx="211">
                  <c:v>0.7</c:v>
                </c:pt>
                <c:pt idx="212">
                  <c:v>0.7</c:v>
                </c:pt>
                <c:pt idx="213">
                  <c:v>0.6</c:v>
                </c:pt>
                <c:pt idx="214">
                  <c:v>0.4</c:v>
                </c:pt>
                <c:pt idx="215">
                  <c:v>0.5</c:v>
                </c:pt>
                <c:pt idx="216">
                  <c:v>0.9</c:v>
                </c:pt>
                <c:pt idx="217">
                  <c:v>1.4</c:v>
                </c:pt>
                <c:pt idx="218">
                  <c:v>1.8</c:v>
                </c:pt>
                <c:pt idx="219">
                  <c:v>0.6</c:v>
                </c:pt>
                <c:pt idx="220">
                  <c:v>0.6</c:v>
                </c:pt>
                <c:pt idx="221">
                  <c:v>0.8</c:v>
                </c:pt>
                <c:pt idx="222">
                  <c:v>1</c:v>
                </c:pt>
                <c:pt idx="223">
                  <c:v>0.5</c:v>
                </c:pt>
                <c:pt idx="224">
                  <c:v>1.3</c:v>
                </c:pt>
                <c:pt idx="225">
                  <c:v>0.8</c:v>
                </c:pt>
                <c:pt idx="226">
                  <c:v>0.5</c:v>
                </c:pt>
                <c:pt idx="227">
                  <c:v>0.8</c:v>
                </c:pt>
                <c:pt idx="228">
                  <c:v>0.8</c:v>
                </c:pt>
                <c:pt idx="229">
                  <c:v>0.4</c:v>
                </c:pt>
                <c:pt idx="230">
                  <c:v>0.5</c:v>
                </c:pt>
                <c:pt idx="231">
                  <c:v>1</c:v>
                </c:pt>
                <c:pt idx="232">
                  <c:v>0.3</c:v>
                </c:pt>
                <c:pt idx="233">
                  <c:v>0.3</c:v>
                </c:pt>
                <c:pt idx="234">
                  <c:v>0.3</c:v>
                </c:pt>
                <c:pt idx="235">
                  <c:v>0.4</c:v>
                </c:pt>
                <c:pt idx="236">
                  <c:v>0.8</c:v>
                </c:pt>
                <c:pt idx="237">
                  <c:v>1</c:v>
                </c:pt>
                <c:pt idx="238">
                  <c:v>0.8</c:v>
                </c:pt>
                <c:pt idx="239">
                  <c:v>1.9</c:v>
                </c:pt>
                <c:pt idx="240">
                  <c:v>1.1000000000000001</c:v>
                </c:pt>
                <c:pt idx="241">
                  <c:v>1.1000000000000001</c:v>
                </c:pt>
                <c:pt idx="242">
                  <c:v>1.2</c:v>
                </c:pt>
                <c:pt idx="243">
                  <c:v>1.2</c:v>
                </c:pt>
                <c:pt idx="244">
                  <c:v>1.3</c:v>
                </c:pt>
                <c:pt idx="245">
                  <c:v>0.7</c:v>
                </c:pt>
                <c:pt idx="246">
                  <c:v>0.5</c:v>
                </c:pt>
                <c:pt idx="247">
                  <c:v>0.8</c:v>
                </c:pt>
                <c:pt idx="248">
                  <c:v>0.6</c:v>
                </c:pt>
                <c:pt idx="249">
                  <c:v>1.2</c:v>
                </c:pt>
                <c:pt idx="250">
                  <c:v>0.4</c:v>
                </c:pt>
                <c:pt idx="251">
                  <c:v>0.5</c:v>
                </c:pt>
                <c:pt idx="252">
                  <c:v>0.6</c:v>
                </c:pt>
                <c:pt idx="253">
                  <c:v>0.4</c:v>
                </c:pt>
                <c:pt idx="254">
                  <c:v>0.4</c:v>
                </c:pt>
                <c:pt idx="255">
                  <c:v>0.5</c:v>
                </c:pt>
                <c:pt idx="256">
                  <c:v>0.4</c:v>
                </c:pt>
                <c:pt idx="257">
                  <c:v>0.4</c:v>
                </c:pt>
                <c:pt idx="258">
                  <c:v>0.2</c:v>
                </c:pt>
                <c:pt idx="259">
                  <c:v>0.4</c:v>
                </c:pt>
                <c:pt idx="260">
                  <c:v>0.7</c:v>
                </c:pt>
                <c:pt idx="261">
                  <c:v>0.5</c:v>
                </c:pt>
                <c:pt idx="262">
                  <c:v>0.4</c:v>
                </c:pt>
                <c:pt idx="263">
                  <c:v>0.4</c:v>
                </c:pt>
                <c:pt idx="264">
                  <c:v>0.5</c:v>
                </c:pt>
                <c:pt idx="265">
                  <c:v>0.7</c:v>
                </c:pt>
                <c:pt idx="266">
                  <c:v>0.6</c:v>
                </c:pt>
                <c:pt idx="267">
                  <c:v>1.1000000000000001</c:v>
                </c:pt>
                <c:pt idx="268">
                  <c:v>0.5</c:v>
                </c:pt>
                <c:pt idx="269">
                  <c:v>0.9</c:v>
                </c:pt>
                <c:pt idx="270">
                  <c:v>0.8</c:v>
                </c:pt>
                <c:pt idx="271">
                  <c:v>0.6</c:v>
                </c:pt>
                <c:pt idx="272">
                  <c:v>0.9</c:v>
                </c:pt>
                <c:pt idx="273">
                  <c:v>0.4</c:v>
                </c:pt>
                <c:pt idx="274">
                  <c:v>0.5</c:v>
                </c:pt>
                <c:pt idx="275">
                  <c:v>0.7</c:v>
                </c:pt>
                <c:pt idx="276">
                  <c:v>0.5</c:v>
                </c:pt>
                <c:pt idx="277">
                  <c:v>0.4</c:v>
                </c:pt>
                <c:pt idx="278">
                  <c:v>0.4</c:v>
                </c:pt>
                <c:pt idx="279">
                  <c:v>0.5</c:v>
                </c:pt>
                <c:pt idx="280">
                  <c:v>1</c:v>
                </c:pt>
                <c:pt idx="281">
                  <c:v>0.6</c:v>
                </c:pt>
                <c:pt idx="282">
                  <c:v>0.6</c:v>
                </c:pt>
                <c:pt idx="283">
                  <c:v>0.4</c:v>
                </c:pt>
                <c:pt idx="284">
                  <c:v>0.5</c:v>
                </c:pt>
                <c:pt idx="285">
                  <c:v>0.7</c:v>
                </c:pt>
                <c:pt idx="286">
                  <c:v>0.3</c:v>
                </c:pt>
                <c:pt idx="287">
                  <c:v>0.4</c:v>
                </c:pt>
                <c:pt idx="288">
                  <c:v>0.5</c:v>
                </c:pt>
                <c:pt idx="289">
                  <c:v>0.3</c:v>
                </c:pt>
                <c:pt idx="290">
                  <c:v>0.4</c:v>
                </c:pt>
                <c:pt idx="291">
                  <c:v>0.2</c:v>
                </c:pt>
                <c:pt idx="292">
                  <c:v>0.4</c:v>
                </c:pt>
                <c:pt idx="293">
                  <c:v>0.6</c:v>
                </c:pt>
                <c:pt idx="294">
                  <c:v>0.6</c:v>
                </c:pt>
                <c:pt idx="295">
                  <c:v>1.3</c:v>
                </c:pt>
                <c:pt idx="296">
                  <c:v>1.8</c:v>
                </c:pt>
                <c:pt idx="297">
                  <c:v>0.9</c:v>
                </c:pt>
                <c:pt idx="298">
                  <c:v>0.8</c:v>
                </c:pt>
                <c:pt idx="299">
                  <c:v>0.9</c:v>
                </c:pt>
                <c:pt idx="300">
                  <c:v>0.7</c:v>
                </c:pt>
                <c:pt idx="301">
                  <c:v>0.8</c:v>
                </c:pt>
                <c:pt idx="302">
                  <c:v>1.6</c:v>
                </c:pt>
                <c:pt idx="303">
                  <c:v>1.3</c:v>
                </c:pt>
                <c:pt idx="304">
                  <c:v>0.8</c:v>
                </c:pt>
                <c:pt idx="305">
                  <c:v>0.5</c:v>
                </c:pt>
                <c:pt idx="306">
                  <c:v>0.6</c:v>
                </c:pt>
                <c:pt idx="307">
                  <c:v>0.9</c:v>
                </c:pt>
                <c:pt idx="308">
                  <c:v>0.7</c:v>
                </c:pt>
                <c:pt idx="309">
                  <c:v>0.5</c:v>
                </c:pt>
                <c:pt idx="310">
                  <c:v>0.4</c:v>
                </c:pt>
                <c:pt idx="311">
                  <c:v>0.3</c:v>
                </c:pt>
                <c:pt idx="312">
                  <c:v>0.4</c:v>
                </c:pt>
                <c:pt idx="313">
                  <c:v>0.7</c:v>
                </c:pt>
                <c:pt idx="314">
                  <c:v>0.4</c:v>
                </c:pt>
                <c:pt idx="315">
                  <c:v>0.5</c:v>
                </c:pt>
                <c:pt idx="316">
                  <c:v>0.6</c:v>
                </c:pt>
                <c:pt idx="317">
                  <c:v>0.8</c:v>
                </c:pt>
                <c:pt idx="318">
                  <c:v>0.9</c:v>
                </c:pt>
                <c:pt idx="319">
                  <c:v>0.4</c:v>
                </c:pt>
                <c:pt idx="320">
                  <c:v>0.8</c:v>
                </c:pt>
                <c:pt idx="321">
                  <c:v>1.2</c:v>
                </c:pt>
                <c:pt idx="322">
                  <c:v>1.2</c:v>
                </c:pt>
                <c:pt idx="323">
                  <c:v>0.9</c:v>
                </c:pt>
                <c:pt idx="324">
                  <c:v>0.8</c:v>
                </c:pt>
                <c:pt idx="325">
                  <c:v>0.7</c:v>
                </c:pt>
                <c:pt idx="326">
                  <c:v>0.9</c:v>
                </c:pt>
                <c:pt idx="327">
                  <c:v>0.8</c:v>
                </c:pt>
                <c:pt idx="328">
                  <c:v>0.6</c:v>
                </c:pt>
                <c:pt idx="329">
                  <c:v>0.3</c:v>
                </c:pt>
                <c:pt idx="330">
                  <c:v>0.3</c:v>
                </c:pt>
                <c:pt idx="331">
                  <c:v>0.4</c:v>
                </c:pt>
                <c:pt idx="332">
                  <c:v>0.4</c:v>
                </c:pt>
                <c:pt idx="333">
                  <c:v>0.4</c:v>
                </c:pt>
                <c:pt idx="334">
                  <c:v>0.4</c:v>
                </c:pt>
                <c:pt idx="335">
                  <c:v>0.5</c:v>
                </c:pt>
                <c:pt idx="336">
                  <c:v>0.6</c:v>
                </c:pt>
                <c:pt idx="337">
                  <c:v>0.3</c:v>
                </c:pt>
                <c:pt idx="338">
                  <c:v>0.5</c:v>
                </c:pt>
                <c:pt idx="339">
                  <c:v>0.4</c:v>
                </c:pt>
                <c:pt idx="340">
                  <c:v>0.7</c:v>
                </c:pt>
                <c:pt idx="341">
                  <c:v>1</c:v>
                </c:pt>
                <c:pt idx="342">
                  <c:v>0.8</c:v>
                </c:pt>
                <c:pt idx="343">
                  <c:v>0.4</c:v>
                </c:pt>
                <c:pt idx="344">
                  <c:v>0.7</c:v>
                </c:pt>
                <c:pt idx="345">
                  <c:v>0.5</c:v>
                </c:pt>
                <c:pt idx="346">
                  <c:v>0.7</c:v>
                </c:pt>
                <c:pt idx="347">
                  <c:v>0.5</c:v>
                </c:pt>
                <c:pt idx="348">
                  <c:v>0.4</c:v>
                </c:pt>
                <c:pt idx="349">
                  <c:v>0.6</c:v>
                </c:pt>
                <c:pt idx="350">
                  <c:v>0.6</c:v>
                </c:pt>
                <c:pt idx="351">
                  <c:v>0.6</c:v>
                </c:pt>
                <c:pt idx="352">
                  <c:v>0.7</c:v>
                </c:pt>
                <c:pt idx="353">
                  <c:v>0.5</c:v>
                </c:pt>
                <c:pt idx="354">
                  <c:v>0.5</c:v>
                </c:pt>
                <c:pt idx="355">
                  <c:v>0.4</c:v>
                </c:pt>
                <c:pt idx="356">
                  <c:v>0.2</c:v>
                </c:pt>
                <c:pt idx="357">
                  <c:v>0.3</c:v>
                </c:pt>
                <c:pt idx="358">
                  <c:v>0.6</c:v>
                </c:pt>
                <c:pt idx="359">
                  <c:v>0.5</c:v>
                </c:pt>
                <c:pt idx="360">
                  <c:v>0.6</c:v>
                </c:pt>
                <c:pt idx="361">
                  <c:v>0</c:v>
                </c:pt>
                <c:pt idx="362">
                  <c:v>1</c:v>
                </c:pt>
                <c:pt idx="363">
                  <c:v>0.4</c:v>
                </c:pt>
                <c:pt idx="364">
                  <c:v>0.4</c:v>
                </c:pt>
                <c:pt idx="365">
                  <c:v>0.8</c:v>
                </c:pt>
                <c:pt idx="366">
                  <c:v>0.7</c:v>
                </c:pt>
                <c:pt idx="367">
                  <c:v>0.7</c:v>
                </c:pt>
                <c:pt idx="368">
                  <c:v>0.6</c:v>
                </c:pt>
                <c:pt idx="369">
                  <c:v>0.4</c:v>
                </c:pt>
                <c:pt idx="370">
                  <c:v>0.4</c:v>
                </c:pt>
                <c:pt idx="371">
                  <c:v>0.2</c:v>
                </c:pt>
                <c:pt idx="372">
                  <c:v>0.7</c:v>
                </c:pt>
                <c:pt idx="373">
                  <c:v>0.4</c:v>
                </c:pt>
                <c:pt idx="374">
                  <c:v>0.8</c:v>
                </c:pt>
                <c:pt idx="375">
                  <c:v>1.1000000000000001</c:v>
                </c:pt>
                <c:pt idx="376">
                  <c:v>0.9</c:v>
                </c:pt>
                <c:pt idx="377">
                  <c:v>0.8</c:v>
                </c:pt>
                <c:pt idx="378">
                  <c:v>0.6</c:v>
                </c:pt>
                <c:pt idx="379">
                  <c:v>0.7</c:v>
                </c:pt>
                <c:pt idx="380">
                  <c:v>1.2</c:v>
                </c:pt>
                <c:pt idx="381">
                  <c:v>1</c:v>
                </c:pt>
                <c:pt idx="382">
                  <c:v>0.5</c:v>
                </c:pt>
                <c:pt idx="383">
                  <c:v>0.5</c:v>
                </c:pt>
                <c:pt idx="384">
                  <c:v>0.3</c:v>
                </c:pt>
                <c:pt idx="385">
                  <c:v>0.4</c:v>
                </c:pt>
                <c:pt idx="386">
                  <c:v>0.4</c:v>
                </c:pt>
                <c:pt idx="387">
                  <c:v>0.5</c:v>
                </c:pt>
                <c:pt idx="388">
                  <c:v>1.1000000000000001</c:v>
                </c:pt>
                <c:pt idx="389">
                  <c:v>1.1000000000000001</c:v>
                </c:pt>
                <c:pt idx="390">
                  <c:v>0.8</c:v>
                </c:pt>
                <c:pt idx="391">
                  <c:v>1.1000000000000001</c:v>
                </c:pt>
                <c:pt idx="392">
                  <c:v>1.6</c:v>
                </c:pt>
                <c:pt idx="393">
                  <c:v>1.4</c:v>
                </c:pt>
                <c:pt idx="394">
                  <c:v>1</c:v>
                </c:pt>
                <c:pt idx="395">
                  <c:v>0.6</c:v>
                </c:pt>
                <c:pt idx="396">
                  <c:v>0.9</c:v>
                </c:pt>
                <c:pt idx="397">
                  <c:v>0.5</c:v>
                </c:pt>
                <c:pt idx="398">
                  <c:v>0.3</c:v>
                </c:pt>
                <c:pt idx="399">
                  <c:v>0.4</c:v>
                </c:pt>
                <c:pt idx="400">
                  <c:v>0.9</c:v>
                </c:pt>
                <c:pt idx="401">
                  <c:v>0.9</c:v>
                </c:pt>
                <c:pt idx="402">
                  <c:v>0.6</c:v>
                </c:pt>
                <c:pt idx="403">
                  <c:v>0.5</c:v>
                </c:pt>
                <c:pt idx="404">
                  <c:v>0.6</c:v>
                </c:pt>
                <c:pt idx="405">
                  <c:v>0.5</c:v>
                </c:pt>
                <c:pt idx="406">
                  <c:v>0.6</c:v>
                </c:pt>
                <c:pt idx="407">
                  <c:v>0.4</c:v>
                </c:pt>
                <c:pt idx="408">
                  <c:v>0.5</c:v>
                </c:pt>
                <c:pt idx="409">
                  <c:v>0.7</c:v>
                </c:pt>
                <c:pt idx="410">
                  <c:v>0.8</c:v>
                </c:pt>
                <c:pt idx="411">
                  <c:v>0.8</c:v>
                </c:pt>
                <c:pt idx="412">
                  <c:v>1.9</c:v>
                </c:pt>
                <c:pt idx="413">
                  <c:v>1</c:v>
                </c:pt>
                <c:pt idx="414">
                  <c:v>0.6</c:v>
                </c:pt>
                <c:pt idx="415">
                  <c:v>1.2</c:v>
                </c:pt>
                <c:pt idx="416">
                  <c:v>0.6</c:v>
                </c:pt>
                <c:pt idx="417">
                  <c:v>0.6</c:v>
                </c:pt>
                <c:pt idx="418">
                  <c:v>0.7</c:v>
                </c:pt>
                <c:pt idx="419">
                  <c:v>0.5</c:v>
                </c:pt>
                <c:pt idx="420">
                  <c:v>0.8</c:v>
                </c:pt>
                <c:pt idx="421">
                  <c:v>1.4</c:v>
                </c:pt>
                <c:pt idx="422">
                  <c:v>1.7</c:v>
                </c:pt>
                <c:pt idx="423">
                  <c:v>0.8</c:v>
                </c:pt>
                <c:pt idx="424">
                  <c:v>0.3</c:v>
                </c:pt>
                <c:pt idx="425">
                  <c:v>0.6</c:v>
                </c:pt>
                <c:pt idx="426">
                  <c:v>0.6</c:v>
                </c:pt>
                <c:pt idx="427">
                  <c:v>0.5</c:v>
                </c:pt>
                <c:pt idx="428">
                  <c:v>0.6</c:v>
                </c:pt>
                <c:pt idx="429">
                  <c:v>0.7</c:v>
                </c:pt>
                <c:pt idx="430">
                  <c:v>0.3</c:v>
                </c:pt>
                <c:pt idx="431">
                  <c:v>0.7</c:v>
                </c:pt>
                <c:pt idx="432">
                  <c:v>0.7</c:v>
                </c:pt>
                <c:pt idx="433">
                  <c:v>1.2</c:v>
                </c:pt>
                <c:pt idx="434">
                  <c:v>1.3</c:v>
                </c:pt>
                <c:pt idx="435">
                  <c:v>1.5</c:v>
                </c:pt>
                <c:pt idx="436">
                  <c:v>1.5</c:v>
                </c:pt>
                <c:pt idx="437">
                  <c:v>0.8</c:v>
                </c:pt>
                <c:pt idx="438">
                  <c:v>0.6</c:v>
                </c:pt>
                <c:pt idx="439">
                  <c:v>0.9</c:v>
                </c:pt>
                <c:pt idx="440">
                  <c:v>0.6</c:v>
                </c:pt>
                <c:pt idx="441">
                  <c:v>0.4</c:v>
                </c:pt>
                <c:pt idx="442">
                  <c:v>1.1000000000000001</c:v>
                </c:pt>
                <c:pt idx="443">
                  <c:v>0.9</c:v>
                </c:pt>
                <c:pt idx="444">
                  <c:v>0.6</c:v>
                </c:pt>
                <c:pt idx="445">
                  <c:v>0.6</c:v>
                </c:pt>
                <c:pt idx="446">
                  <c:v>0.8</c:v>
                </c:pt>
                <c:pt idx="447">
                  <c:v>0.6</c:v>
                </c:pt>
                <c:pt idx="448">
                  <c:v>0.6</c:v>
                </c:pt>
                <c:pt idx="449">
                  <c:v>0.6</c:v>
                </c:pt>
                <c:pt idx="450">
                  <c:v>0.5</c:v>
                </c:pt>
                <c:pt idx="451">
                  <c:v>0.4</c:v>
                </c:pt>
                <c:pt idx="452">
                  <c:v>0.6</c:v>
                </c:pt>
                <c:pt idx="453">
                  <c:v>0.4</c:v>
                </c:pt>
                <c:pt idx="454">
                  <c:v>1.1000000000000001</c:v>
                </c:pt>
                <c:pt idx="455">
                  <c:v>2.2999999999999998</c:v>
                </c:pt>
                <c:pt idx="456">
                  <c:v>1.1000000000000001</c:v>
                </c:pt>
                <c:pt idx="457">
                  <c:v>2.1</c:v>
                </c:pt>
                <c:pt idx="458">
                  <c:v>4.5999999999999996</c:v>
                </c:pt>
                <c:pt idx="459">
                  <c:v>0.8</c:v>
                </c:pt>
                <c:pt idx="460">
                  <c:v>0.5</c:v>
                </c:pt>
                <c:pt idx="461">
                  <c:v>0.8</c:v>
                </c:pt>
                <c:pt idx="462">
                  <c:v>0.4</c:v>
                </c:pt>
                <c:pt idx="463">
                  <c:v>0.9</c:v>
                </c:pt>
                <c:pt idx="464">
                  <c:v>1</c:v>
                </c:pt>
                <c:pt idx="465">
                  <c:v>0.9</c:v>
                </c:pt>
                <c:pt idx="466">
                  <c:v>0.8</c:v>
                </c:pt>
                <c:pt idx="467">
                  <c:v>0.9</c:v>
                </c:pt>
                <c:pt idx="468">
                  <c:v>1.4</c:v>
                </c:pt>
                <c:pt idx="469">
                  <c:v>1.1000000000000001</c:v>
                </c:pt>
                <c:pt idx="470">
                  <c:v>1</c:v>
                </c:pt>
                <c:pt idx="471">
                  <c:v>0.8</c:v>
                </c:pt>
                <c:pt idx="472">
                  <c:v>0.5</c:v>
                </c:pt>
                <c:pt idx="473">
                  <c:v>1</c:v>
                </c:pt>
                <c:pt idx="474">
                  <c:v>0.8</c:v>
                </c:pt>
                <c:pt idx="475">
                  <c:v>0.5</c:v>
                </c:pt>
                <c:pt idx="476">
                  <c:v>0.3</c:v>
                </c:pt>
                <c:pt idx="477">
                  <c:v>0.3</c:v>
                </c:pt>
                <c:pt idx="478">
                  <c:v>0.5</c:v>
                </c:pt>
                <c:pt idx="479">
                  <c:v>0.7</c:v>
                </c:pt>
                <c:pt idx="480">
                  <c:v>0.9</c:v>
                </c:pt>
                <c:pt idx="481">
                  <c:v>0.8</c:v>
                </c:pt>
                <c:pt idx="482">
                  <c:v>0.7</c:v>
                </c:pt>
                <c:pt idx="483">
                  <c:v>0.5</c:v>
                </c:pt>
                <c:pt idx="484">
                  <c:v>0.6</c:v>
                </c:pt>
                <c:pt idx="485">
                  <c:v>0.7</c:v>
                </c:pt>
                <c:pt idx="486">
                  <c:v>0.8</c:v>
                </c:pt>
                <c:pt idx="487">
                  <c:v>0.8</c:v>
                </c:pt>
                <c:pt idx="488">
                  <c:v>0.8</c:v>
                </c:pt>
                <c:pt idx="489">
                  <c:v>0.7</c:v>
                </c:pt>
                <c:pt idx="490">
                  <c:v>0.5</c:v>
                </c:pt>
                <c:pt idx="491">
                  <c:v>0.3</c:v>
                </c:pt>
                <c:pt idx="492">
                  <c:v>0.7</c:v>
                </c:pt>
                <c:pt idx="493">
                  <c:v>1.1000000000000001</c:v>
                </c:pt>
                <c:pt idx="494">
                  <c:v>0.5</c:v>
                </c:pt>
                <c:pt idx="495">
                  <c:v>0.5</c:v>
                </c:pt>
                <c:pt idx="496">
                  <c:v>0.5</c:v>
                </c:pt>
                <c:pt idx="497">
                  <c:v>0.7</c:v>
                </c:pt>
                <c:pt idx="498">
                  <c:v>0.7</c:v>
                </c:pt>
                <c:pt idx="499">
                  <c:v>0.7</c:v>
                </c:pt>
                <c:pt idx="500">
                  <c:v>0.7</c:v>
                </c:pt>
                <c:pt idx="501">
                  <c:v>0.6</c:v>
                </c:pt>
                <c:pt idx="502">
                  <c:v>0.6</c:v>
                </c:pt>
                <c:pt idx="503">
                  <c:v>1.7</c:v>
                </c:pt>
                <c:pt idx="504">
                  <c:v>1</c:v>
                </c:pt>
                <c:pt idx="505">
                  <c:v>0.7</c:v>
                </c:pt>
                <c:pt idx="506">
                  <c:v>0.4</c:v>
                </c:pt>
                <c:pt idx="507">
                  <c:v>0.7</c:v>
                </c:pt>
                <c:pt idx="508">
                  <c:v>0.5</c:v>
                </c:pt>
                <c:pt idx="509">
                  <c:v>0.7</c:v>
                </c:pt>
                <c:pt idx="510">
                  <c:v>0.7</c:v>
                </c:pt>
                <c:pt idx="511">
                  <c:v>0.6</c:v>
                </c:pt>
                <c:pt idx="512">
                  <c:v>1.1000000000000001</c:v>
                </c:pt>
                <c:pt idx="513">
                  <c:v>0.7</c:v>
                </c:pt>
                <c:pt idx="514">
                  <c:v>0.5</c:v>
                </c:pt>
                <c:pt idx="515">
                  <c:v>0.6</c:v>
                </c:pt>
                <c:pt idx="516">
                  <c:v>0.6</c:v>
                </c:pt>
                <c:pt idx="517">
                  <c:v>0.6</c:v>
                </c:pt>
                <c:pt idx="518">
                  <c:v>0.5</c:v>
                </c:pt>
                <c:pt idx="519">
                  <c:v>0.4</c:v>
                </c:pt>
                <c:pt idx="520">
                  <c:v>0.5</c:v>
                </c:pt>
                <c:pt idx="521">
                  <c:v>0.7</c:v>
                </c:pt>
                <c:pt idx="522">
                  <c:v>0.6</c:v>
                </c:pt>
                <c:pt idx="523">
                  <c:v>0.4</c:v>
                </c:pt>
                <c:pt idx="524">
                  <c:v>0.5</c:v>
                </c:pt>
                <c:pt idx="525">
                  <c:v>0.5</c:v>
                </c:pt>
                <c:pt idx="526">
                  <c:v>0.5</c:v>
                </c:pt>
                <c:pt idx="527">
                  <c:v>0.7</c:v>
                </c:pt>
                <c:pt idx="528">
                  <c:v>1</c:v>
                </c:pt>
                <c:pt idx="529">
                  <c:v>0.6</c:v>
                </c:pt>
                <c:pt idx="530">
                  <c:v>0.8</c:v>
                </c:pt>
                <c:pt idx="531">
                  <c:v>0.7</c:v>
                </c:pt>
                <c:pt idx="532">
                  <c:v>1.1000000000000001</c:v>
                </c:pt>
                <c:pt idx="533">
                  <c:v>1.8</c:v>
                </c:pt>
                <c:pt idx="534">
                  <c:v>0.6</c:v>
                </c:pt>
                <c:pt idx="535">
                  <c:v>0.6</c:v>
                </c:pt>
                <c:pt idx="536">
                  <c:v>0.9</c:v>
                </c:pt>
                <c:pt idx="537">
                  <c:v>0.9</c:v>
                </c:pt>
                <c:pt idx="538">
                  <c:v>0.9</c:v>
                </c:pt>
                <c:pt idx="539">
                  <c:v>0.6</c:v>
                </c:pt>
                <c:pt idx="540">
                  <c:v>1</c:v>
                </c:pt>
                <c:pt idx="541">
                  <c:v>0.8</c:v>
                </c:pt>
                <c:pt idx="542">
                  <c:v>0.6</c:v>
                </c:pt>
                <c:pt idx="543">
                  <c:v>0.8</c:v>
                </c:pt>
                <c:pt idx="544">
                  <c:v>0.8</c:v>
                </c:pt>
                <c:pt idx="545">
                  <c:v>0.6</c:v>
                </c:pt>
                <c:pt idx="546">
                  <c:v>0.7</c:v>
                </c:pt>
                <c:pt idx="547">
                  <c:v>0.4</c:v>
                </c:pt>
                <c:pt idx="548">
                  <c:v>0.6</c:v>
                </c:pt>
                <c:pt idx="549">
                  <c:v>0.3</c:v>
                </c:pt>
                <c:pt idx="550">
                  <c:v>0.6</c:v>
                </c:pt>
                <c:pt idx="551">
                  <c:v>0.5</c:v>
                </c:pt>
                <c:pt idx="552">
                  <c:v>0.6</c:v>
                </c:pt>
                <c:pt idx="553">
                  <c:v>0.5</c:v>
                </c:pt>
                <c:pt idx="554">
                  <c:v>0.6</c:v>
                </c:pt>
                <c:pt idx="555">
                  <c:v>0.4</c:v>
                </c:pt>
                <c:pt idx="556">
                  <c:v>0.3</c:v>
                </c:pt>
                <c:pt idx="557">
                  <c:v>0.7</c:v>
                </c:pt>
                <c:pt idx="558">
                  <c:v>0.8</c:v>
                </c:pt>
                <c:pt idx="559">
                  <c:v>0.4</c:v>
                </c:pt>
                <c:pt idx="560">
                  <c:v>0.7</c:v>
                </c:pt>
                <c:pt idx="561">
                  <c:v>0.7</c:v>
                </c:pt>
                <c:pt idx="562">
                  <c:v>0.4</c:v>
                </c:pt>
                <c:pt idx="563">
                  <c:v>0.6</c:v>
                </c:pt>
                <c:pt idx="564">
                  <c:v>0.6</c:v>
                </c:pt>
                <c:pt idx="565">
                  <c:v>0.7</c:v>
                </c:pt>
                <c:pt idx="566">
                  <c:v>1.2</c:v>
                </c:pt>
                <c:pt idx="567">
                  <c:v>0.8</c:v>
                </c:pt>
                <c:pt idx="568">
                  <c:v>0.7</c:v>
                </c:pt>
                <c:pt idx="569">
                  <c:v>0.7</c:v>
                </c:pt>
                <c:pt idx="570">
                  <c:v>0.6</c:v>
                </c:pt>
                <c:pt idx="571">
                  <c:v>0.6</c:v>
                </c:pt>
                <c:pt idx="572">
                  <c:v>0.7</c:v>
                </c:pt>
                <c:pt idx="573">
                  <c:v>0.7</c:v>
                </c:pt>
                <c:pt idx="574">
                  <c:v>0.6</c:v>
                </c:pt>
                <c:pt idx="575">
                  <c:v>0.3</c:v>
                </c:pt>
                <c:pt idx="576">
                  <c:v>0.4</c:v>
                </c:pt>
                <c:pt idx="577">
                  <c:v>0.3</c:v>
                </c:pt>
                <c:pt idx="578">
                  <c:v>0.5</c:v>
                </c:pt>
                <c:pt idx="579">
                  <c:v>0.5</c:v>
                </c:pt>
                <c:pt idx="580">
                  <c:v>0.4</c:v>
                </c:pt>
                <c:pt idx="581">
                  <c:v>0.4</c:v>
                </c:pt>
                <c:pt idx="582">
                  <c:v>0.6</c:v>
                </c:pt>
                <c:pt idx="583">
                  <c:v>0.8</c:v>
                </c:pt>
                <c:pt idx="584">
                  <c:v>0.5</c:v>
                </c:pt>
                <c:pt idx="585">
                  <c:v>0.8</c:v>
                </c:pt>
                <c:pt idx="586">
                  <c:v>0.4</c:v>
                </c:pt>
                <c:pt idx="587">
                  <c:v>0.6</c:v>
                </c:pt>
                <c:pt idx="588">
                  <c:v>0.5</c:v>
                </c:pt>
                <c:pt idx="589">
                  <c:v>0.7</c:v>
                </c:pt>
                <c:pt idx="590">
                  <c:v>0.8</c:v>
                </c:pt>
                <c:pt idx="591">
                  <c:v>0.6</c:v>
                </c:pt>
                <c:pt idx="592">
                  <c:v>1</c:v>
                </c:pt>
                <c:pt idx="593">
                  <c:v>1</c:v>
                </c:pt>
                <c:pt idx="594">
                  <c:v>0.7</c:v>
                </c:pt>
                <c:pt idx="595">
                  <c:v>0.7</c:v>
                </c:pt>
                <c:pt idx="596">
                  <c:v>1</c:v>
                </c:pt>
                <c:pt idx="597">
                  <c:v>0.9</c:v>
                </c:pt>
                <c:pt idx="598">
                  <c:v>0.6</c:v>
                </c:pt>
                <c:pt idx="599">
                  <c:v>0.5</c:v>
                </c:pt>
                <c:pt idx="600">
                  <c:v>0.7</c:v>
                </c:pt>
                <c:pt idx="601">
                  <c:v>0.9</c:v>
                </c:pt>
                <c:pt idx="602">
                  <c:v>0.7</c:v>
                </c:pt>
                <c:pt idx="603">
                  <c:v>0.6</c:v>
                </c:pt>
                <c:pt idx="604">
                  <c:v>0.7</c:v>
                </c:pt>
                <c:pt idx="605">
                  <c:v>0.6</c:v>
                </c:pt>
                <c:pt idx="606">
                  <c:v>0</c:v>
                </c:pt>
                <c:pt idx="607">
                  <c:v>0.5</c:v>
                </c:pt>
                <c:pt idx="608">
                  <c:v>1</c:v>
                </c:pt>
                <c:pt idx="609">
                  <c:v>0.7</c:v>
                </c:pt>
                <c:pt idx="610">
                  <c:v>0.2</c:v>
                </c:pt>
                <c:pt idx="611">
                  <c:v>0.5</c:v>
                </c:pt>
                <c:pt idx="612">
                  <c:v>0.4</c:v>
                </c:pt>
                <c:pt idx="613">
                  <c:v>0.5</c:v>
                </c:pt>
                <c:pt idx="614">
                  <c:v>0.3</c:v>
                </c:pt>
                <c:pt idx="615">
                  <c:v>0.4</c:v>
                </c:pt>
                <c:pt idx="616">
                  <c:v>0.7</c:v>
                </c:pt>
                <c:pt idx="617">
                  <c:v>0.4</c:v>
                </c:pt>
                <c:pt idx="618">
                  <c:v>0.6</c:v>
                </c:pt>
                <c:pt idx="619">
                  <c:v>0.4</c:v>
                </c:pt>
                <c:pt idx="620">
                  <c:v>0.8</c:v>
                </c:pt>
                <c:pt idx="621">
                  <c:v>0.7</c:v>
                </c:pt>
                <c:pt idx="622">
                  <c:v>0.8</c:v>
                </c:pt>
                <c:pt idx="623">
                  <c:v>0.6</c:v>
                </c:pt>
                <c:pt idx="624">
                  <c:v>0.5</c:v>
                </c:pt>
                <c:pt idx="625">
                  <c:v>0.4</c:v>
                </c:pt>
                <c:pt idx="626">
                  <c:v>0.6</c:v>
                </c:pt>
                <c:pt idx="627">
                  <c:v>0.3</c:v>
                </c:pt>
                <c:pt idx="628">
                  <c:v>0.4</c:v>
                </c:pt>
                <c:pt idx="629">
                  <c:v>0.3</c:v>
                </c:pt>
                <c:pt idx="630">
                  <c:v>0.4</c:v>
                </c:pt>
                <c:pt idx="631">
                  <c:v>0.3</c:v>
                </c:pt>
                <c:pt idx="632">
                  <c:v>0.3</c:v>
                </c:pt>
                <c:pt idx="633">
                  <c:v>1</c:v>
                </c:pt>
                <c:pt idx="634">
                  <c:v>0.6</c:v>
                </c:pt>
                <c:pt idx="635">
                  <c:v>0.3</c:v>
                </c:pt>
                <c:pt idx="636">
                  <c:v>0.3</c:v>
                </c:pt>
                <c:pt idx="637">
                  <c:v>0.4</c:v>
                </c:pt>
                <c:pt idx="638">
                  <c:v>0.8</c:v>
                </c:pt>
                <c:pt idx="639">
                  <c:v>0.5</c:v>
                </c:pt>
                <c:pt idx="640">
                  <c:v>1</c:v>
                </c:pt>
                <c:pt idx="641">
                  <c:v>0.6</c:v>
                </c:pt>
                <c:pt idx="642">
                  <c:v>0.2</c:v>
                </c:pt>
                <c:pt idx="643">
                  <c:v>0.5</c:v>
                </c:pt>
                <c:pt idx="644">
                  <c:v>0.2</c:v>
                </c:pt>
                <c:pt idx="645">
                  <c:v>5.0999999999999996</c:v>
                </c:pt>
                <c:pt idx="646">
                  <c:v>2.2000000000000002</c:v>
                </c:pt>
                <c:pt idx="647">
                  <c:v>1</c:v>
                </c:pt>
                <c:pt idx="648">
                  <c:v>0.7</c:v>
                </c:pt>
                <c:pt idx="649">
                  <c:v>1.2</c:v>
                </c:pt>
                <c:pt idx="650">
                  <c:v>1.3</c:v>
                </c:pt>
                <c:pt idx="651">
                  <c:v>1.1000000000000001</c:v>
                </c:pt>
                <c:pt idx="652">
                  <c:v>0.9</c:v>
                </c:pt>
                <c:pt idx="653">
                  <c:v>53.2</c:v>
                </c:pt>
                <c:pt idx="654">
                  <c:v>53.6</c:v>
                </c:pt>
                <c:pt idx="655">
                  <c:v>54.9</c:v>
                </c:pt>
                <c:pt idx="656">
                  <c:v>69</c:v>
                </c:pt>
                <c:pt idx="657">
                  <c:v>53.5</c:v>
                </c:pt>
                <c:pt idx="658">
                  <c:v>10.199999999999999</c:v>
                </c:pt>
                <c:pt idx="659">
                  <c:v>9.1999999999999993</c:v>
                </c:pt>
                <c:pt idx="660">
                  <c:v>8.4</c:v>
                </c:pt>
                <c:pt idx="661">
                  <c:v>9.6999999999999993</c:v>
                </c:pt>
                <c:pt idx="662">
                  <c:v>9.5</c:v>
                </c:pt>
                <c:pt idx="663">
                  <c:v>9.1</c:v>
                </c:pt>
                <c:pt idx="664">
                  <c:v>10.3</c:v>
                </c:pt>
                <c:pt idx="665">
                  <c:v>8.6</c:v>
                </c:pt>
                <c:pt idx="666">
                  <c:v>8.6</c:v>
                </c:pt>
                <c:pt idx="667">
                  <c:v>10.4</c:v>
                </c:pt>
                <c:pt idx="668">
                  <c:v>9.8000000000000007</c:v>
                </c:pt>
                <c:pt idx="669">
                  <c:v>11.6</c:v>
                </c:pt>
                <c:pt idx="670">
                  <c:v>10.1</c:v>
                </c:pt>
                <c:pt idx="671">
                  <c:v>9.6</c:v>
                </c:pt>
                <c:pt idx="672">
                  <c:v>10.199999999999999</c:v>
                </c:pt>
                <c:pt idx="673">
                  <c:v>10.3</c:v>
                </c:pt>
                <c:pt idx="674">
                  <c:v>8.1999999999999993</c:v>
                </c:pt>
                <c:pt idx="675">
                  <c:v>9.1</c:v>
                </c:pt>
                <c:pt idx="676">
                  <c:v>9.5</c:v>
                </c:pt>
                <c:pt idx="677">
                  <c:v>9.9</c:v>
                </c:pt>
                <c:pt idx="678">
                  <c:v>9.5</c:v>
                </c:pt>
                <c:pt idx="679">
                  <c:v>10.5</c:v>
                </c:pt>
                <c:pt idx="680">
                  <c:v>9.6</c:v>
                </c:pt>
                <c:pt idx="681">
                  <c:v>9.3000000000000007</c:v>
                </c:pt>
                <c:pt idx="682">
                  <c:v>9.3000000000000007</c:v>
                </c:pt>
                <c:pt idx="683">
                  <c:v>9</c:v>
                </c:pt>
                <c:pt idx="684">
                  <c:v>9.1999999999999993</c:v>
                </c:pt>
                <c:pt idx="685">
                  <c:v>9.8000000000000007</c:v>
                </c:pt>
                <c:pt idx="686">
                  <c:v>9.6999999999999993</c:v>
                </c:pt>
                <c:pt idx="687">
                  <c:v>9.1</c:v>
                </c:pt>
                <c:pt idx="688">
                  <c:v>9.6</c:v>
                </c:pt>
                <c:pt idx="689">
                  <c:v>9.9</c:v>
                </c:pt>
                <c:pt idx="690">
                  <c:v>9.1999999999999993</c:v>
                </c:pt>
                <c:pt idx="691">
                  <c:v>8.6</c:v>
                </c:pt>
                <c:pt idx="692">
                  <c:v>7.5</c:v>
                </c:pt>
                <c:pt idx="693">
                  <c:v>9</c:v>
                </c:pt>
                <c:pt idx="694">
                  <c:v>10.4</c:v>
                </c:pt>
                <c:pt idx="695">
                  <c:v>10.1</c:v>
                </c:pt>
                <c:pt idx="696">
                  <c:v>10.1</c:v>
                </c:pt>
                <c:pt idx="697">
                  <c:v>10.7</c:v>
                </c:pt>
                <c:pt idx="698">
                  <c:v>9.5</c:v>
                </c:pt>
                <c:pt idx="699">
                  <c:v>8.9</c:v>
                </c:pt>
                <c:pt idx="700">
                  <c:v>9</c:v>
                </c:pt>
                <c:pt idx="701">
                  <c:v>9.8000000000000007</c:v>
                </c:pt>
                <c:pt idx="702">
                  <c:v>9.3000000000000007</c:v>
                </c:pt>
                <c:pt idx="703">
                  <c:v>9.1</c:v>
                </c:pt>
                <c:pt idx="704">
                  <c:v>10.199999999999999</c:v>
                </c:pt>
                <c:pt idx="705">
                  <c:v>10.7</c:v>
                </c:pt>
                <c:pt idx="706">
                  <c:v>8.5</c:v>
                </c:pt>
                <c:pt idx="707">
                  <c:v>7.5</c:v>
                </c:pt>
                <c:pt idx="708">
                  <c:v>9.6</c:v>
                </c:pt>
                <c:pt idx="709">
                  <c:v>11.6</c:v>
                </c:pt>
                <c:pt idx="710">
                  <c:v>10.199999999999999</c:v>
                </c:pt>
                <c:pt idx="711">
                  <c:v>9.5</c:v>
                </c:pt>
                <c:pt idx="712">
                  <c:v>9.3000000000000007</c:v>
                </c:pt>
                <c:pt idx="713">
                  <c:v>8.8000000000000007</c:v>
                </c:pt>
                <c:pt idx="714">
                  <c:v>9.1999999999999993</c:v>
                </c:pt>
                <c:pt idx="715">
                  <c:v>9.3000000000000007</c:v>
                </c:pt>
                <c:pt idx="716">
                  <c:v>9.5</c:v>
                </c:pt>
                <c:pt idx="717">
                  <c:v>9.6999999999999993</c:v>
                </c:pt>
                <c:pt idx="718">
                  <c:v>9.1</c:v>
                </c:pt>
                <c:pt idx="719">
                  <c:v>9.1999999999999993</c:v>
                </c:pt>
                <c:pt idx="720">
                  <c:v>8.6999999999999993</c:v>
                </c:pt>
                <c:pt idx="721">
                  <c:v>9.5</c:v>
                </c:pt>
                <c:pt idx="722">
                  <c:v>9.6999999999999993</c:v>
                </c:pt>
                <c:pt idx="723">
                  <c:v>9.5</c:v>
                </c:pt>
                <c:pt idx="724">
                  <c:v>13</c:v>
                </c:pt>
                <c:pt idx="725">
                  <c:v>11.2</c:v>
                </c:pt>
                <c:pt idx="726">
                  <c:v>10.1</c:v>
                </c:pt>
                <c:pt idx="727">
                  <c:v>21</c:v>
                </c:pt>
                <c:pt idx="728">
                  <c:v>19.2</c:v>
                </c:pt>
                <c:pt idx="729">
                  <c:v>9.9</c:v>
                </c:pt>
                <c:pt idx="730">
                  <c:v>9.8000000000000007</c:v>
                </c:pt>
                <c:pt idx="731">
                  <c:v>11.4</c:v>
                </c:pt>
                <c:pt idx="732">
                  <c:v>9.6</c:v>
                </c:pt>
                <c:pt idx="733">
                  <c:v>10.199999999999999</c:v>
                </c:pt>
                <c:pt idx="734">
                  <c:v>9.6999999999999993</c:v>
                </c:pt>
                <c:pt idx="735">
                  <c:v>10.199999999999999</c:v>
                </c:pt>
                <c:pt idx="736">
                  <c:v>9.9</c:v>
                </c:pt>
                <c:pt idx="737">
                  <c:v>8.6</c:v>
                </c:pt>
                <c:pt idx="738">
                  <c:v>9.1</c:v>
                </c:pt>
                <c:pt idx="739">
                  <c:v>10.1</c:v>
                </c:pt>
                <c:pt idx="740">
                  <c:v>10.199999999999999</c:v>
                </c:pt>
                <c:pt idx="741">
                  <c:v>10.199999999999999</c:v>
                </c:pt>
                <c:pt idx="742">
                  <c:v>9.8000000000000007</c:v>
                </c:pt>
                <c:pt idx="743">
                  <c:v>9.5</c:v>
                </c:pt>
                <c:pt idx="744">
                  <c:v>10.4</c:v>
                </c:pt>
                <c:pt idx="745">
                  <c:v>9.8000000000000007</c:v>
                </c:pt>
                <c:pt idx="746">
                  <c:v>10.7</c:v>
                </c:pt>
                <c:pt idx="747">
                  <c:v>9.9</c:v>
                </c:pt>
                <c:pt idx="748">
                  <c:v>9.6999999999999993</c:v>
                </c:pt>
                <c:pt idx="749">
                  <c:v>9.9</c:v>
                </c:pt>
                <c:pt idx="750">
                  <c:v>9.8000000000000007</c:v>
                </c:pt>
                <c:pt idx="751">
                  <c:v>11.2</c:v>
                </c:pt>
                <c:pt idx="752">
                  <c:v>8.6999999999999993</c:v>
                </c:pt>
                <c:pt idx="753">
                  <c:v>7.9</c:v>
                </c:pt>
                <c:pt idx="754">
                  <c:v>8.6</c:v>
                </c:pt>
                <c:pt idx="755">
                  <c:v>8.9</c:v>
                </c:pt>
                <c:pt idx="756">
                  <c:v>10.3</c:v>
                </c:pt>
                <c:pt idx="757">
                  <c:v>9</c:v>
                </c:pt>
                <c:pt idx="758">
                  <c:v>9.6</c:v>
                </c:pt>
                <c:pt idx="759">
                  <c:v>9.6</c:v>
                </c:pt>
                <c:pt idx="760">
                  <c:v>10.7</c:v>
                </c:pt>
                <c:pt idx="761">
                  <c:v>10.5</c:v>
                </c:pt>
                <c:pt idx="762">
                  <c:v>9.6999999999999993</c:v>
                </c:pt>
                <c:pt idx="763">
                  <c:v>10</c:v>
                </c:pt>
                <c:pt idx="764">
                  <c:v>10.4</c:v>
                </c:pt>
                <c:pt idx="765">
                  <c:v>9.6</c:v>
                </c:pt>
                <c:pt idx="766">
                  <c:v>9.6</c:v>
                </c:pt>
                <c:pt idx="767">
                  <c:v>10.1</c:v>
                </c:pt>
                <c:pt idx="768">
                  <c:v>13.8</c:v>
                </c:pt>
                <c:pt idx="769">
                  <c:v>16.399999999999999</c:v>
                </c:pt>
                <c:pt idx="770">
                  <c:v>12</c:v>
                </c:pt>
                <c:pt idx="771">
                  <c:v>9.6999999999999993</c:v>
                </c:pt>
                <c:pt idx="772">
                  <c:v>13.7</c:v>
                </c:pt>
                <c:pt idx="773">
                  <c:v>8.1</c:v>
                </c:pt>
                <c:pt idx="774">
                  <c:v>7.1</c:v>
                </c:pt>
                <c:pt idx="775">
                  <c:v>6.8</c:v>
                </c:pt>
                <c:pt idx="776">
                  <c:v>7.1</c:v>
                </c:pt>
                <c:pt idx="777">
                  <c:v>6</c:v>
                </c:pt>
                <c:pt idx="778">
                  <c:v>5.0999999999999996</c:v>
                </c:pt>
                <c:pt idx="779">
                  <c:v>4.7</c:v>
                </c:pt>
                <c:pt idx="780">
                  <c:v>8.6999999999999993</c:v>
                </c:pt>
                <c:pt idx="781">
                  <c:v>8.3000000000000007</c:v>
                </c:pt>
                <c:pt idx="782">
                  <c:v>6.2</c:v>
                </c:pt>
                <c:pt idx="783">
                  <c:v>5.7</c:v>
                </c:pt>
                <c:pt idx="784">
                  <c:v>6</c:v>
                </c:pt>
                <c:pt idx="785">
                  <c:v>9.1999999999999993</c:v>
                </c:pt>
                <c:pt idx="786">
                  <c:v>6.2</c:v>
                </c:pt>
                <c:pt idx="787">
                  <c:v>6.5</c:v>
                </c:pt>
                <c:pt idx="788">
                  <c:v>9.5</c:v>
                </c:pt>
                <c:pt idx="789">
                  <c:v>7.2</c:v>
                </c:pt>
                <c:pt idx="790">
                  <c:v>15.3</c:v>
                </c:pt>
                <c:pt idx="791">
                  <c:v>12.6</c:v>
                </c:pt>
                <c:pt idx="792">
                  <c:v>11.6</c:v>
                </c:pt>
                <c:pt idx="793">
                  <c:v>11.2</c:v>
                </c:pt>
                <c:pt idx="794">
                  <c:v>12.8</c:v>
                </c:pt>
                <c:pt idx="795">
                  <c:v>10.7</c:v>
                </c:pt>
                <c:pt idx="796">
                  <c:v>9.1</c:v>
                </c:pt>
                <c:pt idx="797">
                  <c:v>10.1</c:v>
                </c:pt>
                <c:pt idx="798">
                  <c:v>12.2</c:v>
                </c:pt>
                <c:pt idx="799">
                  <c:v>9.6</c:v>
                </c:pt>
                <c:pt idx="800">
                  <c:v>9.3000000000000007</c:v>
                </c:pt>
                <c:pt idx="801">
                  <c:v>11.5</c:v>
                </c:pt>
                <c:pt idx="802">
                  <c:v>9.4</c:v>
                </c:pt>
                <c:pt idx="803">
                  <c:v>9</c:v>
                </c:pt>
                <c:pt idx="804">
                  <c:v>12.5</c:v>
                </c:pt>
                <c:pt idx="805">
                  <c:v>11.3</c:v>
                </c:pt>
                <c:pt idx="806">
                  <c:v>12.4</c:v>
                </c:pt>
                <c:pt idx="807">
                  <c:v>10.4</c:v>
                </c:pt>
                <c:pt idx="808">
                  <c:v>14.3</c:v>
                </c:pt>
                <c:pt idx="809">
                  <c:v>10.4</c:v>
                </c:pt>
                <c:pt idx="810">
                  <c:v>10.3</c:v>
                </c:pt>
                <c:pt idx="811">
                  <c:v>13.7</c:v>
                </c:pt>
                <c:pt idx="812">
                  <c:v>6.6</c:v>
                </c:pt>
                <c:pt idx="813">
                  <c:v>5.6</c:v>
                </c:pt>
                <c:pt idx="814">
                  <c:v>6.5</c:v>
                </c:pt>
                <c:pt idx="815">
                  <c:v>11.2</c:v>
                </c:pt>
                <c:pt idx="816">
                  <c:v>5.9</c:v>
                </c:pt>
                <c:pt idx="817">
                  <c:v>6.9</c:v>
                </c:pt>
                <c:pt idx="818">
                  <c:v>5.5</c:v>
                </c:pt>
                <c:pt idx="819">
                  <c:v>7.1</c:v>
                </c:pt>
                <c:pt idx="820">
                  <c:v>5.8</c:v>
                </c:pt>
                <c:pt idx="821">
                  <c:v>6.5</c:v>
                </c:pt>
                <c:pt idx="822">
                  <c:v>7.3</c:v>
                </c:pt>
                <c:pt idx="823">
                  <c:v>7.3</c:v>
                </c:pt>
                <c:pt idx="824">
                  <c:v>5.5</c:v>
                </c:pt>
                <c:pt idx="825">
                  <c:v>5.9</c:v>
                </c:pt>
                <c:pt idx="826">
                  <c:v>5.7</c:v>
                </c:pt>
                <c:pt idx="827">
                  <c:v>6.4</c:v>
                </c:pt>
                <c:pt idx="828">
                  <c:v>5</c:v>
                </c:pt>
                <c:pt idx="829">
                  <c:v>5.2</c:v>
                </c:pt>
                <c:pt idx="830">
                  <c:v>4.8</c:v>
                </c:pt>
                <c:pt idx="831">
                  <c:v>7.7</c:v>
                </c:pt>
                <c:pt idx="832">
                  <c:v>6.2</c:v>
                </c:pt>
                <c:pt idx="833">
                  <c:v>5.6</c:v>
                </c:pt>
                <c:pt idx="834">
                  <c:v>5.3</c:v>
                </c:pt>
                <c:pt idx="835">
                  <c:v>5.6</c:v>
                </c:pt>
                <c:pt idx="836">
                  <c:v>5.9</c:v>
                </c:pt>
                <c:pt idx="837">
                  <c:v>7.8</c:v>
                </c:pt>
                <c:pt idx="838">
                  <c:v>7.2</c:v>
                </c:pt>
                <c:pt idx="839">
                  <c:v>7.3</c:v>
                </c:pt>
                <c:pt idx="840">
                  <c:v>7.1</c:v>
                </c:pt>
                <c:pt idx="841">
                  <c:v>6.5</c:v>
                </c:pt>
                <c:pt idx="842">
                  <c:v>5.5</c:v>
                </c:pt>
                <c:pt idx="843">
                  <c:v>6.4</c:v>
                </c:pt>
                <c:pt idx="844">
                  <c:v>5.7</c:v>
                </c:pt>
                <c:pt idx="845">
                  <c:v>6.1</c:v>
                </c:pt>
                <c:pt idx="846">
                  <c:v>7.7</c:v>
                </c:pt>
                <c:pt idx="847">
                  <c:v>9.3000000000000007</c:v>
                </c:pt>
                <c:pt idx="848">
                  <c:v>5.9</c:v>
                </c:pt>
                <c:pt idx="849">
                  <c:v>9.9</c:v>
                </c:pt>
                <c:pt idx="850">
                  <c:v>13</c:v>
                </c:pt>
                <c:pt idx="851">
                  <c:v>11</c:v>
                </c:pt>
                <c:pt idx="852">
                  <c:v>5.5</c:v>
                </c:pt>
                <c:pt idx="853">
                  <c:v>6.2</c:v>
                </c:pt>
                <c:pt idx="854">
                  <c:v>9.4</c:v>
                </c:pt>
                <c:pt idx="855">
                  <c:v>11.4</c:v>
                </c:pt>
                <c:pt idx="856">
                  <c:v>7.2</c:v>
                </c:pt>
                <c:pt idx="857">
                  <c:v>6.7</c:v>
                </c:pt>
                <c:pt idx="858">
                  <c:v>9.1</c:v>
                </c:pt>
                <c:pt idx="859">
                  <c:v>8.6999999999999993</c:v>
                </c:pt>
                <c:pt idx="860">
                  <c:v>8.4</c:v>
                </c:pt>
                <c:pt idx="861">
                  <c:v>8.5</c:v>
                </c:pt>
                <c:pt idx="862">
                  <c:v>6.4</c:v>
                </c:pt>
                <c:pt idx="863">
                  <c:v>6.6</c:v>
                </c:pt>
                <c:pt idx="864">
                  <c:v>7.7</c:v>
                </c:pt>
                <c:pt idx="865">
                  <c:v>8</c:v>
                </c:pt>
                <c:pt idx="866">
                  <c:v>7.8</c:v>
                </c:pt>
                <c:pt idx="867">
                  <c:v>6.9</c:v>
                </c:pt>
                <c:pt idx="868">
                  <c:v>9.1999999999999993</c:v>
                </c:pt>
                <c:pt idx="869">
                  <c:v>8.3000000000000007</c:v>
                </c:pt>
                <c:pt idx="870">
                  <c:v>9.8000000000000007</c:v>
                </c:pt>
                <c:pt idx="871">
                  <c:v>6.8</c:v>
                </c:pt>
                <c:pt idx="872">
                  <c:v>6.2</c:v>
                </c:pt>
                <c:pt idx="873">
                  <c:v>6.1</c:v>
                </c:pt>
                <c:pt idx="874">
                  <c:v>6.6</c:v>
                </c:pt>
                <c:pt idx="875">
                  <c:v>8.6</c:v>
                </c:pt>
                <c:pt idx="876">
                  <c:v>6.2</c:v>
                </c:pt>
                <c:pt idx="877">
                  <c:v>4.9000000000000004</c:v>
                </c:pt>
                <c:pt idx="878">
                  <c:v>5.3</c:v>
                </c:pt>
                <c:pt idx="879">
                  <c:v>6.7</c:v>
                </c:pt>
                <c:pt idx="880">
                  <c:v>7.8</c:v>
                </c:pt>
                <c:pt idx="881">
                  <c:v>7.9</c:v>
                </c:pt>
                <c:pt idx="882">
                  <c:v>8.8000000000000007</c:v>
                </c:pt>
                <c:pt idx="883">
                  <c:v>5.7</c:v>
                </c:pt>
                <c:pt idx="884">
                  <c:v>7.5</c:v>
                </c:pt>
                <c:pt idx="885">
                  <c:v>6.2</c:v>
                </c:pt>
                <c:pt idx="886">
                  <c:v>5.8</c:v>
                </c:pt>
                <c:pt idx="887">
                  <c:v>6.5</c:v>
                </c:pt>
                <c:pt idx="888">
                  <c:v>6.1</c:v>
                </c:pt>
                <c:pt idx="889">
                  <c:v>5.4</c:v>
                </c:pt>
                <c:pt idx="890">
                  <c:v>7</c:v>
                </c:pt>
                <c:pt idx="891">
                  <c:v>7.4</c:v>
                </c:pt>
                <c:pt idx="892">
                  <c:v>7.3</c:v>
                </c:pt>
                <c:pt idx="893">
                  <c:v>6.2</c:v>
                </c:pt>
                <c:pt idx="894">
                  <c:v>6.5</c:v>
                </c:pt>
                <c:pt idx="895">
                  <c:v>6.7</c:v>
                </c:pt>
                <c:pt idx="896">
                  <c:v>6.3</c:v>
                </c:pt>
                <c:pt idx="897">
                  <c:v>5.6</c:v>
                </c:pt>
                <c:pt idx="898">
                  <c:v>5.4</c:v>
                </c:pt>
                <c:pt idx="899">
                  <c:v>6.4</c:v>
                </c:pt>
                <c:pt idx="900">
                  <c:v>8.9</c:v>
                </c:pt>
                <c:pt idx="901">
                  <c:v>8.5</c:v>
                </c:pt>
                <c:pt idx="902">
                  <c:v>9.6</c:v>
                </c:pt>
                <c:pt idx="903">
                  <c:v>6.4</c:v>
                </c:pt>
                <c:pt idx="904">
                  <c:v>6.2</c:v>
                </c:pt>
                <c:pt idx="905">
                  <c:v>6.5</c:v>
                </c:pt>
                <c:pt idx="906">
                  <c:v>8.1</c:v>
                </c:pt>
                <c:pt idx="907">
                  <c:v>8.9</c:v>
                </c:pt>
                <c:pt idx="908">
                  <c:v>9.1999999999999993</c:v>
                </c:pt>
                <c:pt idx="909">
                  <c:v>11.5</c:v>
                </c:pt>
                <c:pt idx="910">
                  <c:v>8.1999999999999993</c:v>
                </c:pt>
                <c:pt idx="911">
                  <c:v>7.2</c:v>
                </c:pt>
                <c:pt idx="912">
                  <c:v>7.3</c:v>
                </c:pt>
                <c:pt idx="913">
                  <c:v>9.1999999999999993</c:v>
                </c:pt>
                <c:pt idx="914">
                  <c:v>9</c:v>
                </c:pt>
                <c:pt idx="915">
                  <c:v>8.5</c:v>
                </c:pt>
                <c:pt idx="916">
                  <c:v>10.4</c:v>
                </c:pt>
                <c:pt idx="917">
                  <c:v>13</c:v>
                </c:pt>
                <c:pt idx="918">
                  <c:v>20.100000000000001</c:v>
                </c:pt>
                <c:pt idx="919">
                  <c:v>9.6999999999999993</c:v>
                </c:pt>
                <c:pt idx="920">
                  <c:v>8.6</c:v>
                </c:pt>
                <c:pt idx="921">
                  <c:v>6.3</c:v>
                </c:pt>
                <c:pt idx="922">
                  <c:v>8.9</c:v>
                </c:pt>
                <c:pt idx="923">
                  <c:v>11.1</c:v>
                </c:pt>
                <c:pt idx="924">
                  <c:v>8.3000000000000007</c:v>
                </c:pt>
                <c:pt idx="925">
                  <c:v>7.7</c:v>
                </c:pt>
                <c:pt idx="926">
                  <c:v>7</c:v>
                </c:pt>
                <c:pt idx="927">
                  <c:v>6.9</c:v>
                </c:pt>
                <c:pt idx="928">
                  <c:v>8.4</c:v>
                </c:pt>
                <c:pt idx="929">
                  <c:v>7.3</c:v>
                </c:pt>
                <c:pt idx="930">
                  <c:v>6.6</c:v>
                </c:pt>
                <c:pt idx="931">
                  <c:v>8.6</c:v>
                </c:pt>
                <c:pt idx="932">
                  <c:v>11.6</c:v>
                </c:pt>
                <c:pt idx="933">
                  <c:v>6.1</c:v>
                </c:pt>
                <c:pt idx="934">
                  <c:v>5.3</c:v>
                </c:pt>
                <c:pt idx="935">
                  <c:v>8.4</c:v>
                </c:pt>
                <c:pt idx="936">
                  <c:v>6.9</c:v>
                </c:pt>
                <c:pt idx="937">
                  <c:v>5.4</c:v>
                </c:pt>
                <c:pt idx="938">
                  <c:v>5.4</c:v>
                </c:pt>
                <c:pt idx="939">
                  <c:v>5.3</c:v>
                </c:pt>
                <c:pt idx="940">
                  <c:v>6.1</c:v>
                </c:pt>
                <c:pt idx="941">
                  <c:v>7.7</c:v>
                </c:pt>
                <c:pt idx="942">
                  <c:v>7.2</c:v>
                </c:pt>
                <c:pt idx="943">
                  <c:v>6.7</c:v>
                </c:pt>
                <c:pt idx="944">
                  <c:v>5.8</c:v>
                </c:pt>
                <c:pt idx="945">
                  <c:v>5.4</c:v>
                </c:pt>
                <c:pt idx="946">
                  <c:v>5.4</c:v>
                </c:pt>
                <c:pt idx="947">
                  <c:v>6.8</c:v>
                </c:pt>
                <c:pt idx="948">
                  <c:v>7.6</c:v>
                </c:pt>
                <c:pt idx="949">
                  <c:v>6.7</c:v>
                </c:pt>
                <c:pt idx="950">
                  <c:v>7</c:v>
                </c:pt>
                <c:pt idx="951">
                  <c:v>5.4</c:v>
                </c:pt>
                <c:pt idx="952">
                  <c:v>5.3</c:v>
                </c:pt>
                <c:pt idx="953">
                  <c:v>5.0999999999999996</c:v>
                </c:pt>
                <c:pt idx="954">
                  <c:v>6.3</c:v>
                </c:pt>
                <c:pt idx="955">
                  <c:v>5.6</c:v>
                </c:pt>
                <c:pt idx="956">
                  <c:v>5.9</c:v>
                </c:pt>
                <c:pt idx="957">
                  <c:v>5.6</c:v>
                </c:pt>
                <c:pt idx="958">
                  <c:v>6.1</c:v>
                </c:pt>
                <c:pt idx="959">
                  <c:v>6.8</c:v>
                </c:pt>
                <c:pt idx="960">
                  <c:v>6.5</c:v>
                </c:pt>
                <c:pt idx="961">
                  <c:v>5.8</c:v>
                </c:pt>
                <c:pt idx="962">
                  <c:v>6.7</c:v>
                </c:pt>
                <c:pt idx="963">
                  <c:v>6.1</c:v>
                </c:pt>
                <c:pt idx="964">
                  <c:v>5.2</c:v>
                </c:pt>
                <c:pt idx="965">
                  <c:v>6.2</c:v>
                </c:pt>
                <c:pt idx="966">
                  <c:v>6.8</c:v>
                </c:pt>
                <c:pt idx="967">
                  <c:v>6.5</c:v>
                </c:pt>
                <c:pt idx="968">
                  <c:v>6.7</c:v>
                </c:pt>
                <c:pt idx="969">
                  <c:v>6.8</c:v>
                </c:pt>
                <c:pt idx="970">
                  <c:v>5.7</c:v>
                </c:pt>
                <c:pt idx="971">
                  <c:v>5.5</c:v>
                </c:pt>
                <c:pt idx="972">
                  <c:v>5.7</c:v>
                </c:pt>
                <c:pt idx="973">
                  <c:v>5.8</c:v>
                </c:pt>
                <c:pt idx="974">
                  <c:v>6</c:v>
                </c:pt>
                <c:pt idx="975">
                  <c:v>9.6999999999999993</c:v>
                </c:pt>
                <c:pt idx="976">
                  <c:v>9.6</c:v>
                </c:pt>
                <c:pt idx="977">
                  <c:v>8.4</c:v>
                </c:pt>
                <c:pt idx="978">
                  <c:v>7.6</c:v>
                </c:pt>
                <c:pt idx="979">
                  <c:v>9.5</c:v>
                </c:pt>
                <c:pt idx="980">
                  <c:v>5.8</c:v>
                </c:pt>
                <c:pt idx="981">
                  <c:v>8.1</c:v>
                </c:pt>
                <c:pt idx="982">
                  <c:v>12.6</c:v>
                </c:pt>
                <c:pt idx="983">
                  <c:v>6.7</c:v>
                </c:pt>
                <c:pt idx="984">
                  <c:v>10</c:v>
                </c:pt>
                <c:pt idx="985">
                  <c:v>10.3</c:v>
                </c:pt>
                <c:pt idx="986">
                  <c:v>8.3000000000000007</c:v>
                </c:pt>
                <c:pt idx="987">
                  <c:v>9.1999999999999993</c:v>
                </c:pt>
                <c:pt idx="988">
                  <c:v>10</c:v>
                </c:pt>
                <c:pt idx="989">
                  <c:v>13.1</c:v>
                </c:pt>
                <c:pt idx="990">
                  <c:v>10.199999999999999</c:v>
                </c:pt>
                <c:pt idx="991">
                  <c:v>6.7</c:v>
                </c:pt>
                <c:pt idx="992">
                  <c:v>7.5</c:v>
                </c:pt>
                <c:pt idx="993">
                  <c:v>8.5</c:v>
                </c:pt>
                <c:pt idx="994">
                  <c:v>8.9</c:v>
                </c:pt>
                <c:pt idx="995">
                  <c:v>7.3</c:v>
                </c:pt>
                <c:pt idx="996">
                  <c:v>7.3</c:v>
                </c:pt>
                <c:pt idx="997">
                  <c:v>6.9</c:v>
                </c:pt>
                <c:pt idx="998">
                  <c:v>5.0999999999999996</c:v>
                </c:pt>
                <c:pt idx="999">
                  <c:v>5.3</c:v>
                </c:pt>
                <c:pt idx="1000">
                  <c:v>5.8</c:v>
                </c:pt>
                <c:pt idx="1001">
                  <c:v>9.3000000000000007</c:v>
                </c:pt>
                <c:pt idx="1002">
                  <c:v>8.3000000000000007</c:v>
                </c:pt>
                <c:pt idx="1003">
                  <c:v>7.7</c:v>
                </c:pt>
                <c:pt idx="1004">
                  <c:v>6.4</c:v>
                </c:pt>
                <c:pt idx="1005">
                  <c:v>8.6</c:v>
                </c:pt>
                <c:pt idx="1006">
                  <c:v>6.1</c:v>
                </c:pt>
                <c:pt idx="1007">
                  <c:v>5.7</c:v>
                </c:pt>
                <c:pt idx="1008">
                  <c:v>6.7</c:v>
                </c:pt>
                <c:pt idx="1009">
                  <c:v>8.8000000000000007</c:v>
                </c:pt>
                <c:pt idx="1010">
                  <c:v>7.1</c:v>
                </c:pt>
                <c:pt idx="1011">
                  <c:v>7.9</c:v>
                </c:pt>
                <c:pt idx="1012">
                  <c:v>10</c:v>
                </c:pt>
                <c:pt idx="1013">
                  <c:v>11.2</c:v>
                </c:pt>
                <c:pt idx="1014">
                  <c:v>8.9</c:v>
                </c:pt>
                <c:pt idx="1015">
                  <c:v>7</c:v>
                </c:pt>
                <c:pt idx="1016">
                  <c:v>7.4</c:v>
                </c:pt>
                <c:pt idx="1017">
                  <c:v>4.7</c:v>
                </c:pt>
                <c:pt idx="1018">
                  <c:v>6.3</c:v>
                </c:pt>
                <c:pt idx="1019">
                  <c:v>5.8</c:v>
                </c:pt>
                <c:pt idx="1020">
                  <c:v>7</c:v>
                </c:pt>
                <c:pt idx="1021">
                  <c:v>9.5</c:v>
                </c:pt>
                <c:pt idx="1022">
                  <c:v>10</c:v>
                </c:pt>
                <c:pt idx="1023">
                  <c:v>7.6</c:v>
                </c:pt>
                <c:pt idx="1024">
                  <c:v>6.7</c:v>
                </c:pt>
                <c:pt idx="1025">
                  <c:v>5.5</c:v>
                </c:pt>
                <c:pt idx="1026">
                  <c:v>6.3</c:v>
                </c:pt>
                <c:pt idx="1027">
                  <c:v>7.9</c:v>
                </c:pt>
                <c:pt idx="1028">
                  <c:v>6.8</c:v>
                </c:pt>
                <c:pt idx="1029">
                  <c:v>5.5</c:v>
                </c:pt>
                <c:pt idx="1030">
                  <c:v>6.5</c:v>
                </c:pt>
                <c:pt idx="1031">
                  <c:v>7.6</c:v>
                </c:pt>
                <c:pt idx="1032">
                  <c:v>6.7</c:v>
                </c:pt>
                <c:pt idx="1033">
                  <c:v>7</c:v>
                </c:pt>
                <c:pt idx="1034">
                  <c:v>7.5</c:v>
                </c:pt>
                <c:pt idx="1035">
                  <c:v>7.5</c:v>
                </c:pt>
                <c:pt idx="1036">
                  <c:v>6.2</c:v>
                </c:pt>
                <c:pt idx="1037">
                  <c:v>6.9</c:v>
                </c:pt>
                <c:pt idx="1038">
                  <c:v>6.2</c:v>
                </c:pt>
                <c:pt idx="1039">
                  <c:v>7.7</c:v>
                </c:pt>
                <c:pt idx="1040">
                  <c:v>6.7</c:v>
                </c:pt>
                <c:pt idx="1041">
                  <c:v>5.7</c:v>
                </c:pt>
                <c:pt idx="1042">
                  <c:v>6.9</c:v>
                </c:pt>
                <c:pt idx="1043">
                  <c:v>7.1</c:v>
                </c:pt>
                <c:pt idx="1044">
                  <c:v>5.9</c:v>
                </c:pt>
                <c:pt idx="1045">
                  <c:v>4.2</c:v>
                </c:pt>
                <c:pt idx="1046">
                  <c:v>6.9</c:v>
                </c:pt>
                <c:pt idx="1047">
                  <c:v>5.4</c:v>
                </c:pt>
                <c:pt idx="1048">
                  <c:v>4.8</c:v>
                </c:pt>
                <c:pt idx="1049">
                  <c:v>3.9</c:v>
                </c:pt>
                <c:pt idx="1050">
                  <c:v>5.0999999999999996</c:v>
                </c:pt>
                <c:pt idx="1051">
                  <c:v>7.2</c:v>
                </c:pt>
                <c:pt idx="1052">
                  <c:v>8.1</c:v>
                </c:pt>
                <c:pt idx="1053">
                  <c:v>10.5</c:v>
                </c:pt>
                <c:pt idx="1054">
                  <c:v>5.4</c:v>
                </c:pt>
                <c:pt idx="1055">
                  <c:v>8.6999999999999993</c:v>
                </c:pt>
                <c:pt idx="1056">
                  <c:v>8.5</c:v>
                </c:pt>
                <c:pt idx="1057">
                  <c:v>6.3</c:v>
                </c:pt>
                <c:pt idx="1058">
                  <c:v>5.8</c:v>
                </c:pt>
                <c:pt idx="1059">
                  <c:v>5.6</c:v>
                </c:pt>
                <c:pt idx="1060">
                  <c:v>5.4</c:v>
                </c:pt>
                <c:pt idx="1061">
                  <c:v>6.2</c:v>
                </c:pt>
                <c:pt idx="1062">
                  <c:v>6</c:v>
                </c:pt>
                <c:pt idx="1063">
                  <c:v>5.4</c:v>
                </c:pt>
                <c:pt idx="1064">
                  <c:v>6.3</c:v>
                </c:pt>
                <c:pt idx="1065">
                  <c:v>7.1</c:v>
                </c:pt>
                <c:pt idx="1066">
                  <c:v>6.6</c:v>
                </c:pt>
                <c:pt idx="1067">
                  <c:v>4.5999999999999996</c:v>
                </c:pt>
                <c:pt idx="1068">
                  <c:v>5.6</c:v>
                </c:pt>
                <c:pt idx="1069">
                  <c:v>7.7</c:v>
                </c:pt>
                <c:pt idx="1070">
                  <c:v>10.7</c:v>
                </c:pt>
                <c:pt idx="1071">
                  <c:v>8</c:v>
                </c:pt>
                <c:pt idx="1072">
                  <c:v>5.9</c:v>
                </c:pt>
                <c:pt idx="1073">
                  <c:v>5.8</c:v>
                </c:pt>
                <c:pt idx="1074">
                  <c:v>6.5</c:v>
                </c:pt>
                <c:pt idx="1075">
                  <c:v>8.4</c:v>
                </c:pt>
                <c:pt idx="1076">
                  <c:v>5.0999999999999996</c:v>
                </c:pt>
                <c:pt idx="1077">
                  <c:v>4.3</c:v>
                </c:pt>
                <c:pt idx="1078">
                  <c:v>6.9</c:v>
                </c:pt>
                <c:pt idx="1079">
                  <c:v>6.6</c:v>
                </c:pt>
                <c:pt idx="1080">
                  <c:v>8.1999999999999993</c:v>
                </c:pt>
                <c:pt idx="1081">
                  <c:v>11.7</c:v>
                </c:pt>
                <c:pt idx="1082">
                  <c:v>9.4</c:v>
                </c:pt>
                <c:pt idx="1083">
                  <c:v>4.8</c:v>
                </c:pt>
                <c:pt idx="1084">
                  <c:v>6.1</c:v>
                </c:pt>
                <c:pt idx="1085">
                  <c:v>7.6</c:v>
                </c:pt>
                <c:pt idx="1086">
                  <c:v>8.9</c:v>
                </c:pt>
                <c:pt idx="1087">
                  <c:v>8.8000000000000007</c:v>
                </c:pt>
                <c:pt idx="1088">
                  <c:v>7.5</c:v>
                </c:pt>
                <c:pt idx="1089">
                  <c:v>4.7</c:v>
                </c:pt>
                <c:pt idx="1090">
                  <c:v>4.9000000000000004</c:v>
                </c:pt>
                <c:pt idx="1091">
                  <c:v>5.9</c:v>
                </c:pt>
                <c:pt idx="1092">
                  <c:v>7.2</c:v>
                </c:pt>
                <c:pt idx="1093">
                  <c:v>6.2</c:v>
                </c:pt>
                <c:pt idx="1094">
                  <c:v>8.5</c:v>
                </c:pt>
                <c:pt idx="1095">
                  <c:v>7.6</c:v>
                </c:pt>
                <c:pt idx="1096">
                  <c:v>7.8</c:v>
                </c:pt>
                <c:pt idx="1097">
                  <c:v>7.8</c:v>
                </c:pt>
                <c:pt idx="1098">
                  <c:v>5.3</c:v>
                </c:pt>
                <c:pt idx="1099">
                  <c:v>2.4</c:v>
                </c:pt>
                <c:pt idx="1100">
                  <c:v>2.6</c:v>
                </c:pt>
                <c:pt idx="1101">
                  <c:v>6.3</c:v>
                </c:pt>
                <c:pt idx="1102">
                  <c:v>6.9</c:v>
                </c:pt>
                <c:pt idx="1103">
                  <c:v>5.2</c:v>
                </c:pt>
                <c:pt idx="1104">
                  <c:v>6.2</c:v>
                </c:pt>
                <c:pt idx="1105">
                  <c:v>6.8</c:v>
                </c:pt>
                <c:pt idx="1106">
                  <c:v>6.4</c:v>
                </c:pt>
                <c:pt idx="1107">
                  <c:v>7.7</c:v>
                </c:pt>
                <c:pt idx="1108">
                  <c:v>5.7</c:v>
                </c:pt>
                <c:pt idx="1109">
                  <c:v>5.7</c:v>
                </c:pt>
                <c:pt idx="1110">
                  <c:v>6.2</c:v>
                </c:pt>
                <c:pt idx="1111">
                  <c:v>8.9</c:v>
                </c:pt>
                <c:pt idx="1112">
                  <c:v>7.8</c:v>
                </c:pt>
                <c:pt idx="1113">
                  <c:v>4.8</c:v>
                </c:pt>
                <c:pt idx="1114">
                  <c:v>5.0999999999999996</c:v>
                </c:pt>
                <c:pt idx="1115">
                  <c:v>5.2</c:v>
                </c:pt>
                <c:pt idx="1116">
                  <c:v>6.2</c:v>
                </c:pt>
                <c:pt idx="1117">
                  <c:v>7.3</c:v>
                </c:pt>
                <c:pt idx="1118">
                  <c:v>5.5</c:v>
                </c:pt>
                <c:pt idx="1119">
                  <c:v>5.6</c:v>
                </c:pt>
                <c:pt idx="1120">
                  <c:v>7.2</c:v>
                </c:pt>
                <c:pt idx="1121">
                  <c:v>8.1999999999999993</c:v>
                </c:pt>
                <c:pt idx="1122">
                  <c:v>7.1</c:v>
                </c:pt>
                <c:pt idx="1123">
                  <c:v>5.9</c:v>
                </c:pt>
                <c:pt idx="1124">
                  <c:v>5.5</c:v>
                </c:pt>
                <c:pt idx="1125">
                  <c:v>6.1</c:v>
                </c:pt>
                <c:pt idx="1126">
                  <c:v>7.3</c:v>
                </c:pt>
                <c:pt idx="1127">
                  <c:v>6.3</c:v>
                </c:pt>
                <c:pt idx="1128">
                  <c:v>4.5</c:v>
                </c:pt>
                <c:pt idx="1129">
                  <c:v>6.2</c:v>
                </c:pt>
                <c:pt idx="1130">
                  <c:v>5.8</c:v>
                </c:pt>
                <c:pt idx="1131">
                  <c:v>2</c:v>
                </c:pt>
                <c:pt idx="1132">
                  <c:v>2.6</c:v>
                </c:pt>
                <c:pt idx="1133">
                  <c:v>4.3</c:v>
                </c:pt>
                <c:pt idx="1134">
                  <c:v>7.7</c:v>
                </c:pt>
                <c:pt idx="1135">
                  <c:v>7.2</c:v>
                </c:pt>
                <c:pt idx="1136">
                  <c:v>5.4</c:v>
                </c:pt>
                <c:pt idx="1137">
                  <c:v>6.1</c:v>
                </c:pt>
                <c:pt idx="1138">
                  <c:v>6.7</c:v>
                </c:pt>
                <c:pt idx="1139">
                  <c:v>6.4</c:v>
                </c:pt>
                <c:pt idx="1140">
                  <c:v>5.9</c:v>
                </c:pt>
                <c:pt idx="1141">
                  <c:v>4.5</c:v>
                </c:pt>
                <c:pt idx="1142">
                  <c:v>6.8</c:v>
                </c:pt>
                <c:pt idx="1143">
                  <c:v>6.6</c:v>
                </c:pt>
                <c:pt idx="1144">
                  <c:v>6.4</c:v>
                </c:pt>
                <c:pt idx="1145">
                  <c:v>5.0999999999999996</c:v>
                </c:pt>
                <c:pt idx="1146">
                  <c:v>4.9000000000000004</c:v>
                </c:pt>
                <c:pt idx="1147">
                  <c:v>5.9</c:v>
                </c:pt>
                <c:pt idx="1148">
                  <c:v>6.3</c:v>
                </c:pt>
                <c:pt idx="1149">
                  <c:v>7.3</c:v>
                </c:pt>
                <c:pt idx="1150">
                  <c:v>6.4</c:v>
                </c:pt>
                <c:pt idx="1151">
                  <c:v>6.1</c:v>
                </c:pt>
                <c:pt idx="1152">
                  <c:v>6.3</c:v>
                </c:pt>
                <c:pt idx="1153">
                  <c:v>4.4000000000000004</c:v>
                </c:pt>
                <c:pt idx="1154">
                  <c:v>5.3</c:v>
                </c:pt>
                <c:pt idx="1155">
                  <c:v>5.7</c:v>
                </c:pt>
                <c:pt idx="1156">
                  <c:v>5.7</c:v>
                </c:pt>
                <c:pt idx="1157">
                  <c:v>4.8</c:v>
                </c:pt>
                <c:pt idx="1158">
                  <c:v>6.2</c:v>
                </c:pt>
                <c:pt idx="1159">
                  <c:v>9.5</c:v>
                </c:pt>
                <c:pt idx="1160">
                  <c:v>11.3</c:v>
                </c:pt>
                <c:pt idx="1161">
                  <c:v>6</c:v>
                </c:pt>
                <c:pt idx="1162">
                  <c:v>6.3</c:v>
                </c:pt>
                <c:pt idx="1163">
                  <c:v>9.1999999999999993</c:v>
                </c:pt>
                <c:pt idx="1164">
                  <c:v>7.8</c:v>
                </c:pt>
                <c:pt idx="1165">
                  <c:v>7.8</c:v>
                </c:pt>
                <c:pt idx="1166">
                  <c:v>7.3</c:v>
                </c:pt>
                <c:pt idx="1167">
                  <c:v>6.9</c:v>
                </c:pt>
                <c:pt idx="1168">
                  <c:v>6.2</c:v>
                </c:pt>
                <c:pt idx="1169">
                  <c:v>5.5</c:v>
                </c:pt>
                <c:pt idx="1170">
                  <c:v>5.0999999999999996</c:v>
                </c:pt>
                <c:pt idx="1171">
                  <c:v>6.1</c:v>
                </c:pt>
                <c:pt idx="1172">
                  <c:v>5.5</c:v>
                </c:pt>
                <c:pt idx="1173">
                  <c:v>5.4</c:v>
                </c:pt>
                <c:pt idx="1174">
                  <c:v>8.1999999999999993</c:v>
                </c:pt>
                <c:pt idx="1175">
                  <c:v>5.5</c:v>
                </c:pt>
                <c:pt idx="1176">
                  <c:v>5.8</c:v>
                </c:pt>
                <c:pt idx="1177">
                  <c:v>6.3</c:v>
                </c:pt>
                <c:pt idx="1178">
                  <c:v>6.6</c:v>
                </c:pt>
                <c:pt idx="1179">
                  <c:v>5.0999999999999996</c:v>
                </c:pt>
                <c:pt idx="1180">
                  <c:v>4</c:v>
                </c:pt>
                <c:pt idx="1181">
                  <c:v>4.7</c:v>
                </c:pt>
                <c:pt idx="1182">
                  <c:v>5.4</c:v>
                </c:pt>
                <c:pt idx="1183">
                  <c:v>6.3</c:v>
                </c:pt>
                <c:pt idx="1184">
                  <c:v>5.6</c:v>
                </c:pt>
                <c:pt idx="1185">
                  <c:v>4.3</c:v>
                </c:pt>
                <c:pt idx="1186">
                  <c:v>3.7</c:v>
                </c:pt>
                <c:pt idx="1187">
                  <c:v>5.3</c:v>
                </c:pt>
                <c:pt idx="1188">
                  <c:v>10.5</c:v>
                </c:pt>
                <c:pt idx="1189">
                  <c:v>6.5</c:v>
                </c:pt>
                <c:pt idx="1190">
                  <c:v>10.8</c:v>
                </c:pt>
                <c:pt idx="1191">
                  <c:v>9.3000000000000007</c:v>
                </c:pt>
                <c:pt idx="1192">
                  <c:v>8.1999999999999993</c:v>
                </c:pt>
                <c:pt idx="1193">
                  <c:v>7.7</c:v>
                </c:pt>
                <c:pt idx="1194">
                  <c:v>6.9</c:v>
                </c:pt>
                <c:pt idx="1195">
                  <c:v>9</c:v>
                </c:pt>
                <c:pt idx="1196">
                  <c:v>7.4</c:v>
                </c:pt>
                <c:pt idx="1197">
                  <c:v>5.5</c:v>
                </c:pt>
                <c:pt idx="1198">
                  <c:v>6.4</c:v>
                </c:pt>
                <c:pt idx="1199">
                  <c:v>6.7</c:v>
                </c:pt>
                <c:pt idx="1200">
                  <c:v>5.0999999999999996</c:v>
                </c:pt>
                <c:pt idx="1201">
                  <c:v>6.6</c:v>
                </c:pt>
                <c:pt idx="1202">
                  <c:v>4.9000000000000004</c:v>
                </c:pt>
                <c:pt idx="1203">
                  <c:v>6.3</c:v>
                </c:pt>
                <c:pt idx="1204">
                  <c:v>6.5</c:v>
                </c:pt>
                <c:pt idx="1205">
                  <c:v>7.4</c:v>
                </c:pt>
                <c:pt idx="1206">
                  <c:v>5.8</c:v>
                </c:pt>
                <c:pt idx="1207">
                  <c:v>5.0999999999999996</c:v>
                </c:pt>
                <c:pt idx="1208">
                  <c:v>5.9</c:v>
                </c:pt>
                <c:pt idx="1209">
                  <c:v>6</c:v>
                </c:pt>
                <c:pt idx="1210">
                  <c:v>6</c:v>
                </c:pt>
                <c:pt idx="1211">
                  <c:v>6.1</c:v>
                </c:pt>
                <c:pt idx="1212">
                  <c:v>4.3</c:v>
                </c:pt>
                <c:pt idx="1213">
                  <c:v>5.3</c:v>
                </c:pt>
                <c:pt idx="1214">
                  <c:v>4.7</c:v>
                </c:pt>
                <c:pt idx="1215">
                  <c:v>5.4</c:v>
                </c:pt>
                <c:pt idx="1216">
                  <c:v>6.5</c:v>
                </c:pt>
                <c:pt idx="1217">
                  <c:v>7.2</c:v>
                </c:pt>
                <c:pt idx="1218">
                  <c:v>5.9</c:v>
                </c:pt>
                <c:pt idx="1219">
                  <c:v>6.5</c:v>
                </c:pt>
                <c:pt idx="1220">
                  <c:v>6.3</c:v>
                </c:pt>
                <c:pt idx="1221">
                  <c:v>5.7</c:v>
                </c:pt>
                <c:pt idx="1222">
                  <c:v>5.5</c:v>
                </c:pt>
                <c:pt idx="1223">
                  <c:v>6.4</c:v>
                </c:pt>
                <c:pt idx="1224">
                  <c:v>6.4</c:v>
                </c:pt>
                <c:pt idx="1225">
                  <c:v>7.5</c:v>
                </c:pt>
                <c:pt idx="1226">
                  <c:v>7.7</c:v>
                </c:pt>
                <c:pt idx="1227">
                  <c:v>6.6</c:v>
                </c:pt>
                <c:pt idx="1228">
                  <c:v>6.5</c:v>
                </c:pt>
                <c:pt idx="1229">
                  <c:v>6.1</c:v>
                </c:pt>
                <c:pt idx="1230">
                  <c:v>7.8</c:v>
                </c:pt>
                <c:pt idx="1231">
                  <c:v>8.8000000000000007</c:v>
                </c:pt>
                <c:pt idx="1232">
                  <c:v>8.5</c:v>
                </c:pt>
                <c:pt idx="1233">
                  <c:v>7</c:v>
                </c:pt>
                <c:pt idx="1234">
                  <c:v>6.4</c:v>
                </c:pt>
                <c:pt idx="1235">
                  <c:v>6.5</c:v>
                </c:pt>
                <c:pt idx="1236">
                  <c:v>5.6</c:v>
                </c:pt>
                <c:pt idx="1237">
                  <c:v>5.2</c:v>
                </c:pt>
                <c:pt idx="1238">
                  <c:v>7.6</c:v>
                </c:pt>
                <c:pt idx="1239">
                  <c:v>6.2</c:v>
                </c:pt>
                <c:pt idx="1240">
                  <c:v>6.4</c:v>
                </c:pt>
                <c:pt idx="1241">
                  <c:v>8.8000000000000007</c:v>
                </c:pt>
                <c:pt idx="1242">
                  <c:v>6</c:v>
                </c:pt>
                <c:pt idx="1243">
                  <c:v>5.5</c:v>
                </c:pt>
                <c:pt idx="1244">
                  <c:v>8.3000000000000007</c:v>
                </c:pt>
                <c:pt idx="1245">
                  <c:v>8</c:v>
                </c:pt>
                <c:pt idx="1246">
                  <c:v>6.1</c:v>
                </c:pt>
                <c:pt idx="1247">
                  <c:v>5.7</c:v>
                </c:pt>
                <c:pt idx="1248">
                  <c:v>5.8</c:v>
                </c:pt>
                <c:pt idx="1249">
                  <c:v>8.5</c:v>
                </c:pt>
                <c:pt idx="1250">
                  <c:v>7.2</c:v>
                </c:pt>
                <c:pt idx="1251">
                  <c:v>12</c:v>
                </c:pt>
                <c:pt idx="1252">
                  <c:v>7.5</c:v>
                </c:pt>
                <c:pt idx="1253">
                  <c:v>8.6999999999999993</c:v>
                </c:pt>
                <c:pt idx="1254">
                  <c:v>8</c:v>
                </c:pt>
                <c:pt idx="1255">
                  <c:v>5.6</c:v>
                </c:pt>
                <c:pt idx="1256">
                  <c:v>6.8</c:v>
                </c:pt>
                <c:pt idx="1257">
                  <c:v>9.6999999999999993</c:v>
                </c:pt>
                <c:pt idx="1258">
                  <c:v>11.9</c:v>
                </c:pt>
                <c:pt idx="1259">
                  <c:v>6.1</c:v>
                </c:pt>
                <c:pt idx="1260">
                  <c:v>6.2</c:v>
                </c:pt>
                <c:pt idx="1261">
                  <c:v>5.5</c:v>
                </c:pt>
                <c:pt idx="1262">
                  <c:v>5</c:v>
                </c:pt>
                <c:pt idx="1263">
                  <c:v>6.4</c:v>
                </c:pt>
                <c:pt idx="1264">
                  <c:v>7.5</c:v>
                </c:pt>
                <c:pt idx="1265">
                  <c:v>7.6</c:v>
                </c:pt>
                <c:pt idx="1266">
                  <c:v>7.8</c:v>
                </c:pt>
                <c:pt idx="1267">
                  <c:v>7</c:v>
                </c:pt>
                <c:pt idx="1268">
                  <c:v>6.8</c:v>
                </c:pt>
                <c:pt idx="1269">
                  <c:v>8.8000000000000007</c:v>
                </c:pt>
                <c:pt idx="1270">
                  <c:v>6</c:v>
                </c:pt>
                <c:pt idx="1271">
                  <c:v>7</c:v>
                </c:pt>
                <c:pt idx="1272">
                  <c:v>5.7</c:v>
                </c:pt>
                <c:pt idx="1273">
                  <c:v>5.0999999999999996</c:v>
                </c:pt>
                <c:pt idx="1274">
                  <c:v>6.2</c:v>
                </c:pt>
                <c:pt idx="1275">
                  <c:v>6.3</c:v>
                </c:pt>
                <c:pt idx="1276">
                  <c:v>7.2</c:v>
                </c:pt>
                <c:pt idx="1277">
                  <c:v>5.3</c:v>
                </c:pt>
                <c:pt idx="1278">
                  <c:v>5.7</c:v>
                </c:pt>
                <c:pt idx="1279">
                  <c:v>7.2</c:v>
                </c:pt>
                <c:pt idx="1280">
                  <c:v>5.0999999999999996</c:v>
                </c:pt>
                <c:pt idx="1281">
                  <c:v>6.9</c:v>
                </c:pt>
                <c:pt idx="1282">
                  <c:v>5.8</c:v>
                </c:pt>
                <c:pt idx="1283">
                  <c:v>6.7</c:v>
                </c:pt>
                <c:pt idx="1284">
                  <c:v>5.6</c:v>
                </c:pt>
                <c:pt idx="1285">
                  <c:v>6.1</c:v>
                </c:pt>
                <c:pt idx="1286">
                  <c:v>5.2</c:v>
                </c:pt>
                <c:pt idx="1287">
                  <c:v>4.9000000000000004</c:v>
                </c:pt>
                <c:pt idx="1288">
                  <c:v>5.8</c:v>
                </c:pt>
                <c:pt idx="1289">
                  <c:v>5.3</c:v>
                </c:pt>
                <c:pt idx="1290">
                  <c:v>6.4</c:v>
                </c:pt>
                <c:pt idx="1291">
                  <c:v>6.2</c:v>
                </c:pt>
                <c:pt idx="1292">
                  <c:v>7.6</c:v>
                </c:pt>
                <c:pt idx="1293">
                  <c:v>10.6</c:v>
                </c:pt>
                <c:pt idx="1294">
                  <c:v>7.6</c:v>
                </c:pt>
                <c:pt idx="1295">
                  <c:v>6.4</c:v>
                </c:pt>
                <c:pt idx="1296">
                  <c:v>6</c:v>
                </c:pt>
                <c:pt idx="1297">
                  <c:v>4.9000000000000004</c:v>
                </c:pt>
                <c:pt idx="1298">
                  <c:v>5.2</c:v>
                </c:pt>
                <c:pt idx="1299">
                  <c:v>4.9000000000000004</c:v>
                </c:pt>
                <c:pt idx="1300">
                  <c:v>3.9</c:v>
                </c:pt>
                <c:pt idx="1301">
                  <c:v>4.0999999999999996</c:v>
                </c:pt>
                <c:pt idx="1302">
                  <c:v>8.6999999999999993</c:v>
                </c:pt>
                <c:pt idx="1303">
                  <c:v>9.6999999999999993</c:v>
                </c:pt>
                <c:pt idx="1304">
                  <c:v>8</c:v>
                </c:pt>
                <c:pt idx="1305">
                  <c:v>7.2</c:v>
                </c:pt>
                <c:pt idx="1306">
                  <c:v>6.5</c:v>
                </c:pt>
                <c:pt idx="1307">
                  <c:v>5.7</c:v>
                </c:pt>
                <c:pt idx="1308">
                  <c:v>7.2</c:v>
                </c:pt>
                <c:pt idx="1309">
                  <c:v>5.4</c:v>
                </c:pt>
                <c:pt idx="1310">
                  <c:v>7.2</c:v>
                </c:pt>
                <c:pt idx="1311">
                  <c:v>6.9</c:v>
                </c:pt>
                <c:pt idx="1312">
                  <c:v>6.5</c:v>
                </c:pt>
                <c:pt idx="1313">
                  <c:v>6.1</c:v>
                </c:pt>
                <c:pt idx="1314">
                  <c:v>6.8</c:v>
                </c:pt>
                <c:pt idx="1315">
                  <c:v>6.6</c:v>
                </c:pt>
                <c:pt idx="1316">
                  <c:v>6</c:v>
                </c:pt>
                <c:pt idx="1317">
                  <c:v>4.7</c:v>
                </c:pt>
                <c:pt idx="1318">
                  <c:v>4.4000000000000004</c:v>
                </c:pt>
                <c:pt idx="1319">
                  <c:v>5.2</c:v>
                </c:pt>
                <c:pt idx="1320">
                  <c:v>8.9</c:v>
                </c:pt>
                <c:pt idx="1321">
                  <c:v>5.7</c:v>
                </c:pt>
                <c:pt idx="1322">
                  <c:v>5.5</c:v>
                </c:pt>
                <c:pt idx="1323">
                  <c:v>5.8</c:v>
                </c:pt>
                <c:pt idx="1324">
                  <c:v>4.8</c:v>
                </c:pt>
                <c:pt idx="1325">
                  <c:v>3</c:v>
                </c:pt>
                <c:pt idx="1326">
                  <c:v>6.1</c:v>
                </c:pt>
                <c:pt idx="1327">
                  <c:v>8.3000000000000007</c:v>
                </c:pt>
                <c:pt idx="1328">
                  <c:v>7.2</c:v>
                </c:pt>
                <c:pt idx="1329">
                  <c:v>7.4</c:v>
                </c:pt>
                <c:pt idx="1330">
                  <c:v>7.8</c:v>
                </c:pt>
                <c:pt idx="1331">
                  <c:v>5</c:v>
                </c:pt>
                <c:pt idx="1332">
                  <c:v>5.6</c:v>
                </c:pt>
                <c:pt idx="1333">
                  <c:v>4.4000000000000004</c:v>
                </c:pt>
                <c:pt idx="1334">
                  <c:v>4.4000000000000004</c:v>
                </c:pt>
                <c:pt idx="1335">
                  <c:v>5</c:v>
                </c:pt>
                <c:pt idx="1336">
                  <c:v>7.8</c:v>
                </c:pt>
                <c:pt idx="1337">
                  <c:v>5.9</c:v>
                </c:pt>
                <c:pt idx="1338">
                  <c:v>4.0999999999999996</c:v>
                </c:pt>
                <c:pt idx="1339">
                  <c:v>7</c:v>
                </c:pt>
                <c:pt idx="1340">
                  <c:v>6.8</c:v>
                </c:pt>
                <c:pt idx="1341">
                  <c:v>5.4</c:v>
                </c:pt>
                <c:pt idx="1342">
                  <c:v>5</c:v>
                </c:pt>
                <c:pt idx="1343">
                  <c:v>6.1</c:v>
                </c:pt>
                <c:pt idx="1344">
                  <c:v>5.2</c:v>
                </c:pt>
                <c:pt idx="1345">
                  <c:v>5.8</c:v>
                </c:pt>
                <c:pt idx="1346">
                  <c:v>4.5999999999999996</c:v>
                </c:pt>
                <c:pt idx="1347">
                  <c:v>4</c:v>
                </c:pt>
                <c:pt idx="1348">
                  <c:v>2.2999999999999998</c:v>
                </c:pt>
                <c:pt idx="1349">
                  <c:v>1.6</c:v>
                </c:pt>
                <c:pt idx="1350">
                  <c:v>6</c:v>
                </c:pt>
                <c:pt idx="1351">
                  <c:v>6.6</c:v>
                </c:pt>
                <c:pt idx="1352">
                  <c:v>7.1</c:v>
                </c:pt>
                <c:pt idx="1353">
                  <c:v>7.8</c:v>
                </c:pt>
                <c:pt idx="1354">
                  <c:v>6.9</c:v>
                </c:pt>
                <c:pt idx="1355">
                  <c:v>5.0999999999999996</c:v>
                </c:pt>
                <c:pt idx="1356">
                  <c:v>4.7</c:v>
                </c:pt>
                <c:pt idx="1357">
                  <c:v>5.5</c:v>
                </c:pt>
                <c:pt idx="1358">
                  <c:v>6.4</c:v>
                </c:pt>
                <c:pt idx="1359">
                  <c:v>4.5999999999999996</c:v>
                </c:pt>
                <c:pt idx="1360">
                  <c:v>6.1</c:v>
                </c:pt>
                <c:pt idx="1361">
                  <c:v>4.9000000000000004</c:v>
                </c:pt>
                <c:pt idx="1362">
                  <c:v>6.1</c:v>
                </c:pt>
                <c:pt idx="1363">
                  <c:v>6.1</c:v>
                </c:pt>
                <c:pt idx="1364">
                  <c:v>5.4</c:v>
                </c:pt>
                <c:pt idx="1365">
                  <c:v>7</c:v>
                </c:pt>
                <c:pt idx="1366">
                  <c:v>5.6</c:v>
                </c:pt>
                <c:pt idx="1367">
                  <c:v>5.7</c:v>
                </c:pt>
                <c:pt idx="1368">
                  <c:v>5.9</c:v>
                </c:pt>
                <c:pt idx="1369">
                  <c:v>4.5</c:v>
                </c:pt>
                <c:pt idx="1370">
                  <c:v>4.8</c:v>
                </c:pt>
                <c:pt idx="1371">
                  <c:v>5.7</c:v>
                </c:pt>
                <c:pt idx="1372">
                  <c:v>6.1</c:v>
                </c:pt>
                <c:pt idx="1373">
                  <c:v>5.6</c:v>
                </c:pt>
                <c:pt idx="1374">
                  <c:v>5.7</c:v>
                </c:pt>
                <c:pt idx="1375">
                  <c:v>5.5</c:v>
                </c:pt>
                <c:pt idx="1376">
                  <c:v>7.1</c:v>
                </c:pt>
                <c:pt idx="1377">
                  <c:v>4.7</c:v>
                </c:pt>
                <c:pt idx="1378">
                  <c:v>5.9</c:v>
                </c:pt>
                <c:pt idx="1379">
                  <c:v>5.0999999999999996</c:v>
                </c:pt>
                <c:pt idx="1380">
                  <c:v>6.9</c:v>
                </c:pt>
                <c:pt idx="1381">
                  <c:v>9.1</c:v>
                </c:pt>
                <c:pt idx="1382">
                  <c:v>7.7</c:v>
                </c:pt>
                <c:pt idx="1383">
                  <c:v>6.6</c:v>
                </c:pt>
                <c:pt idx="1384">
                  <c:v>7.1</c:v>
                </c:pt>
                <c:pt idx="1385">
                  <c:v>5.4</c:v>
                </c:pt>
                <c:pt idx="1386">
                  <c:v>6.1</c:v>
                </c:pt>
                <c:pt idx="1387">
                  <c:v>4.9000000000000004</c:v>
                </c:pt>
                <c:pt idx="1388">
                  <c:v>5.3</c:v>
                </c:pt>
                <c:pt idx="1389">
                  <c:v>6.6</c:v>
                </c:pt>
                <c:pt idx="1390">
                  <c:v>6.8</c:v>
                </c:pt>
                <c:pt idx="1391">
                  <c:v>5</c:v>
                </c:pt>
                <c:pt idx="1392">
                  <c:v>5.5</c:v>
                </c:pt>
                <c:pt idx="1393">
                  <c:v>7.8</c:v>
                </c:pt>
                <c:pt idx="1394">
                  <c:v>7.8</c:v>
                </c:pt>
                <c:pt idx="1395">
                  <c:v>8.3000000000000007</c:v>
                </c:pt>
                <c:pt idx="1396">
                  <c:v>6.1</c:v>
                </c:pt>
                <c:pt idx="1397">
                  <c:v>6.3</c:v>
                </c:pt>
                <c:pt idx="1398">
                  <c:v>5.7</c:v>
                </c:pt>
                <c:pt idx="1399">
                  <c:v>6.6</c:v>
                </c:pt>
                <c:pt idx="1400">
                  <c:v>6.7</c:v>
                </c:pt>
                <c:pt idx="1401">
                  <c:v>7.1</c:v>
                </c:pt>
                <c:pt idx="1402">
                  <c:v>6.4</c:v>
                </c:pt>
                <c:pt idx="1403">
                  <c:v>7</c:v>
                </c:pt>
                <c:pt idx="1404">
                  <c:v>5.8</c:v>
                </c:pt>
                <c:pt idx="1405">
                  <c:v>5.4</c:v>
                </c:pt>
                <c:pt idx="1406">
                  <c:v>5.0999999999999996</c:v>
                </c:pt>
                <c:pt idx="1407">
                  <c:v>5.0999999999999996</c:v>
                </c:pt>
                <c:pt idx="1408">
                  <c:v>6.3</c:v>
                </c:pt>
                <c:pt idx="1409">
                  <c:v>5.0999999999999996</c:v>
                </c:pt>
                <c:pt idx="1410">
                  <c:v>5.6</c:v>
                </c:pt>
                <c:pt idx="1411">
                  <c:v>6.3</c:v>
                </c:pt>
                <c:pt idx="1412">
                  <c:v>6.6</c:v>
                </c:pt>
                <c:pt idx="1413">
                  <c:v>7.8</c:v>
                </c:pt>
                <c:pt idx="1414">
                  <c:v>11</c:v>
                </c:pt>
                <c:pt idx="1415">
                  <c:v>6.2</c:v>
                </c:pt>
                <c:pt idx="1416">
                  <c:v>7.3</c:v>
                </c:pt>
                <c:pt idx="1417">
                  <c:v>6.4</c:v>
                </c:pt>
                <c:pt idx="1418">
                  <c:v>5.0999999999999996</c:v>
                </c:pt>
                <c:pt idx="1419">
                  <c:v>5.5</c:v>
                </c:pt>
                <c:pt idx="1420">
                  <c:v>4.7</c:v>
                </c:pt>
                <c:pt idx="1421">
                  <c:v>4.2</c:v>
                </c:pt>
                <c:pt idx="1422">
                  <c:v>5.7</c:v>
                </c:pt>
                <c:pt idx="1423">
                  <c:v>7.3</c:v>
                </c:pt>
                <c:pt idx="1424">
                  <c:v>6.7</c:v>
                </c:pt>
                <c:pt idx="1425">
                  <c:v>6.6</c:v>
                </c:pt>
                <c:pt idx="1426">
                  <c:v>6.5</c:v>
                </c:pt>
                <c:pt idx="1427">
                  <c:v>5.5</c:v>
                </c:pt>
                <c:pt idx="1428">
                  <c:v>5.0999999999999996</c:v>
                </c:pt>
                <c:pt idx="1429">
                  <c:v>4.9000000000000004</c:v>
                </c:pt>
                <c:pt idx="1430">
                  <c:v>5.7</c:v>
                </c:pt>
                <c:pt idx="1431">
                  <c:v>6.3</c:v>
                </c:pt>
                <c:pt idx="1432">
                  <c:v>5.3</c:v>
                </c:pt>
                <c:pt idx="1433">
                  <c:v>4.3</c:v>
                </c:pt>
                <c:pt idx="1434">
                  <c:v>4.2</c:v>
                </c:pt>
                <c:pt idx="1435">
                  <c:v>4.5</c:v>
                </c:pt>
                <c:pt idx="1436">
                  <c:v>6</c:v>
                </c:pt>
                <c:pt idx="1437">
                  <c:v>5.8</c:v>
                </c:pt>
                <c:pt idx="1438">
                  <c:v>6.8</c:v>
                </c:pt>
                <c:pt idx="1439">
                  <c:v>6.4</c:v>
                </c:pt>
                <c:pt idx="1440">
                  <c:v>5.9</c:v>
                </c:pt>
                <c:pt idx="1441">
                  <c:v>7.9</c:v>
                </c:pt>
                <c:pt idx="1442">
                  <c:v>6.6</c:v>
                </c:pt>
                <c:pt idx="1443">
                  <c:v>4.9000000000000004</c:v>
                </c:pt>
                <c:pt idx="1444">
                  <c:v>5.5</c:v>
                </c:pt>
                <c:pt idx="1445">
                  <c:v>6</c:v>
                </c:pt>
                <c:pt idx="1446">
                  <c:v>4.8</c:v>
                </c:pt>
                <c:pt idx="1447">
                  <c:v>4.2</c:v>
                </c:pt>
                <c:pt idx="1448">
                  <c:v>5.5</c:v>
                </c:pt>
                <c:pt idx="1449">
                  <c:v>5.4</c:v>
                </c:pt>
                <c:pt idx="1450">
                  <c:v>5.6</c:v>
                </c:pt>
                <c:pt idx="1451">
                  <c:v>5</c:v>
                </c:pt>
                <c:pt idx="1452">
                  <c:v>5.5</c:v>
                </c:pt>
                <c:pt idx="1453">
                  <c:v>5</c:v>
                </c:pt>
                <c:pt idx="1454">
                  <c:v>4.5</c:v>
                </c:pt>
                <c:pt idx="1455">
                  <c:v>5.0999999999999996</c:v>
                </c:pt>
                <c:pt idx="1456">
                  <c:v>5.0999999999999996</c:v>
                </c:pt>
                <c:pt idx="1457">
                  <c:v>4.5</c:v>
                </c:pt>
                <c:pt idx="1458">
                  <c:v>4.8</c:v>
                </c:pt>
                <c:pt idx="1459">
                  <c:v>4.4000000000000004</c:v>
                </c:pt>
                <c:pt idx="1460">
                  <c:v>6</c:v>
                </c:pt>
                <c:pt idx="1461">
                  <c:v>5.8</c:v>
                </c:pt>
                <c:pt idx="1462">
                  <c:v>6</c:v>
                </c:pt>
                <c:pt idx="1463">
                  <c:v>5.2</c:v>
                </c:pt>
                <c:pt idx="1464">
                  <c:v>5.2</c:v>
                </c:pt>
                <c:pt idx="1465">
                  <c:v>4.8</c:v>
                </c:pt>
                <c:pt idx="1466">
                  <c:v>4.9000000000000004</c:v>
                </c:pt>
                <c:pt idx="1467">
                  <c:v>5.8</c:v>
                </c:pt>
                <c:pt idx="1468">
                  <c:v>4.8</c:v>
                </c:pt>
                <c:pt idx="1469">
                  <c:v>6</c:v>
                </c:pt>
                <c:pt idx="1470">
                  <c:v>4.4000000000000004</c:v>
                </c:pt>
                <c:pt idx="1471">
                  <c:v>5.4</c:v>
                </c:pt>
                <c:pt idx="1472">
                  <c:v>6.7</c:v>
                </c:pt>
                <c:pt idx="1473">
                  <c:v>6.1</c:v>
                </c:pt>
                <c:pt idx="1474">
                  <c:v>6.1</c:v>
                </c:pt>
                <c:pt idx="1475">
                  <c:v>7.2</c:v>
                </c:pt>
                <c:pt idx="1476">
                  <c:v>4.4000000000000004</c:v>
                </c:pt>
                <c:pt idx="1477">
                  <c:v>5.7</c:v>
                </c:pt>
                <c:pt idx="1478">
                  <c:v>7.7</c:v>
                </c:pt>
                <c:pt idx="1479">
                  <c:v>6.3</c:v>
                </c:pt>
                <c:pt idx="1480">
                  <c:v>5</c:v>
                </c:pt>
                <c:pt idx="1481">
                  <c:v>4.4000000000000004</c:v>
                </c:pt>
                <c:pt idx="1482">
                  <c:v>4.2</c:v>
                </c:pt>
                <c:pt idx="1483">
                  <c:v>5.4</c:v>
                </c:pt>
                <c:pt idx="1484">
                  <c:v>5.9</c:v>
                </c:pt>
                <c:pt idx="1485">
                  <c:v>9.3000000000000007</c:v>
                </c:pt>
                <c:pt idx="1486">
                  <c:v>6.1</c:v>
                </c:pt>
                <c:pt idx="1487">
                  <c:v>6</c:v>
                </c:pt>
                <c:pt idx="1488">
                  <c:v>7.1</c:v>
                </c:pt>
                <c:pt idx="1489">
                  <c:v>5.3</c:v>
                </c:pt>
                <c:pt idx="1490">
                  <c:v>5.4</c:v>
                </c:pt>
                <c:pt idx="1491">
                  <c:v>6.2</c:v>
                </c:pt>
                <c:pt idx="1492">
                  <c:v>5.8</c:v>
                </c:pt>
                <c:pt idx="1493">
                  <c:v>5.7</c:v>
                </c:pt>
                <c:pt idx="1494">
                  <c:v>6.2</c:v>
                </c:pt>
                <c:pt idx="1495">
                  <c:v>6.1</c:v>
                </c:pt>
                <c:pt idx="1496">
                  <c:v>4.7</c:v>
                </c:pt>
                <c:pt idx="1497">
                  <c:v>5.7</c:v>
                </c:pt>
                <c:pt idx="1498">
                  <c:v>4.9000000000000004</c:v>
                </c:pt>
                <c:pt idx="1499">
                  <c:v>6.4</c:v>
                </c:pt>
                <c:pt idx="1500">
                  <c:v>5.9</c:v>
                </c:pt>
                <c:pt idx="1501">
                  <c:v>4.9000000000000004</c:v>
                </c:pt>
                <c:pt idx="1502">
                  <c:v>6.2</c:v>
                </c:pt>
                <c:pt idx="1503">
                  <c:v>6.3</c:v>
                </c:pt>
                <c:pt idx="1504">
                  <c:v>4.8</c:v>
                </c:pt>
                <c:pt idx="1505">
                  <c:v>6.5</c:v>
                </c:pt>
                <c:pt idx="1506">
                  <c:v>5.6</c:v>
                </c:pt>
                <c:pt idx="1507">
                  <c:v>5.7</c:v>
                </c:pt>
                <c:pt idx="1508">
                  <c:v>7.5</c:v>
                </c:pt>
                <c:pt idx="1509">
                  <c:v>6.1</c:v>
                </c:pt>
                <c:pt idx="1510">
                  <c:v>5.0999999999999996</c:v>
                </c:pt>
                <c:pt idx="1511">
                  <c:v>6.3</c:v>
                </c:pt>
                <c:pt idx="1512">
                  <c:v>7.3</c:v>
                </c:pt>
                <c:pt idx="1513">
                  <c:v>7.1</c:v>
                </c:pt>
                <c:pt idx="1514">
                  <c:v>6.5</c:v>
                </c:pt>
                <c:pt idx="1515">
                  <c:v>5.4</c:v>
                </c:pt>
                <c:pt idx="1516">
                  <c:v>6.6</c:v>
                </c:pt>
                <c:pt idx="1517">
                  <c:v>6.5</c:v>
                </c:pt>
                <c:pt idx="1518">
                  <c:v>5.9</c:v>
                </c:pt>
                <c:pt idx="1519">
                  <c:v>6</c:v>
                </c:pt>
                <c:pt idx="1520">
                  <c:v>6.9</c:v>
                </c:pt>
                <c:pt idx="1521">
                  <c:v>8.4</c:v>
                </c:pt>
                <c:pt idx="1522">
                  <c:v>6.1</c:v>
                </c:pt>
                <c:pt idx="1523">
                  <c:v>4.9000000000000004</c:v>
                </c:pt>
                <c:pt idx="1524">
                  <c:v>6.4</c:v>
                </c:pt>
                <c:pt idx="1525">
                  <c:v>6.4</c:v>
                </c:pt>
                <c:pt idx="1526">
                  <c:v>4.5999999999999996</c:v>
                </c:pt>
                <c:pt idx="1527">
                  <c:v>5.0999999999999996</c:v>
                </c:pt>
                <c:pt idx="1528">
                  <c:v>5.5</c:v>
                </c:pt>
                <c:pt idx="1529">
                  <c:v>5.3</c:v>
                </c:pt>
                <c:pt idx="1530">
                  <c:v>4</c:v>
                </c:pt>
                <c:pt idx="1531">
                  <c:v>5</c:v>
                </c:pt>
                <c:pt idx="1532">
                  <c:v>6.2</c:v>
                </c:pt>
                <c:pt idx="1533">
                  <c:v>6.6</c:v>
                </c:pt>
                <c:pt idx="1534">
                  <c:v>5.0999999999999996</c:v>
                </c:pt>
                <c:pt idx="1535">
                  <c:v>3.6</c:v>
                </c:pt>
                <c:pt idx="1536">
                  <c:v>4.8</c:v>
                </c:pt>
                <c:pt idx="1537">
                  <c:v>4.8</c:v>
                </c:pt>
                <c:pt idx="1538">
                  <c:v>4.9000000000000004</c:v>
                </c:pt>
                <c:pt idx="1539">
                  <c:v>6.6</c:v>
                </c:pt>
                <c:pt idx="1540">
                  <c:v>4.9000000000000004</c:v>
                </c:pt>
                <c:pt idx="1541">
                  <c:v>7.3</c:v>
                </c:pt>
                <c:pt idx="1542">
                  <c:v>7.8</c:v>
                </c:pt>
                <c:pt idx="1543">
                  <c:v>7.6</c:v>
                </c:pt>
                <c:pt idx="1544">
                  <c:v>7.7</c:v>
                </c:pt>
                <c:pt idx="1545">
                  <c:v>8</c:v>
                </c:pt>
                <c:pt idx="1546">
                  <c:v>6.7</c:v>
                </c:pt>
                <c:pt idx="1547">
                  <c:v>8.5</c:v>
                </c:pt>
                <c:pt idx="1548">
                  <c:v>4.5999999999999996</c:v>
                </c:pt>
                <c:pt idx="1549">
                  <c:v>5.2</c:v>
                </c:pt>
                <c:pt idx="1550">
                  <c:v>7.3</c:v>
                </c:pt>
                <c:pt idx="1551">
                  <c:v>5.7</c:v>
                </c:pt>
                <c:pt idx="1552">
                  <c:v>6.2</c:v>
                </c:pt>
                <c:pt idx="1553">
                  <c:v>4.0999999999999996</c:v>
                </c:pt>
                <c:pt idx="1554">
                  <c:v>4.9000000000000004</c:v>
                </c:pt>
                <c:pt idx="1555">
                  <c:v>5.3</c:v>
                </c:pt>
                <c:pt idx="1556">
                  <c:v>8</c:v>
                </c:pt>
                <c:pt idx="1557">
                  <c:v>4.4000000000000004</c:v>
                </c:pt>
                <c:pt idx="1558">
                  <c:v>4.8</c:v>
                </c:pt>
                <c:pt idx="1559">
                  <c:v>6.6</c:v>
                </c:pt>
                <c:pt idx="1560">
                  <c:v>7.4</c:v>
                </c:pt>
                <c:pt idx="1561">
                  <c:v>5.5</c:v>
                </c:pt>
                <c:pt idx="1562">
                  <c:v>6</c:v>
                </c:pt>
                <c:pt idx="1563">
                  <c:v>5.6</c:v>
                </c:pt>
                <c:pt idx="1564">
                  <c:v>5.6</c:v>
                </c:pt>
                <c:pt idx="1565">
                  <c:v>4.5999999999999996</c:v>
                </c:pt>
                <c:pt idx="1566">
                  <c:v>6</c:v>
                </c:pt>
                <c:pt idx="1567">
                  <c:v>5.9</c:v>
                </c:pt>
                <c:pt idx="1568">
                  <c:v>5.9</c:v>
                </c:pt>
                <c:pt idx="1569">
                  <c:v>5.0999999999999996</c:v>
                </c:pt>
                <c:pt idx="1570">
                  <c:v>6.1</c:v>
                </c:pt>
                <c:pt idx="1571">
                  <c:v>6</c:v>
                </c:pt>
                <c:pt idx="1572">
                  <c:v>4.5999999999999996</c:v>
                </c:pt>
                <c:pt idx="1573">
                  <c:v>4.9000000000000004</c:v>
                </c:pt>
                <c:pt idx="1574">
                  <c:v>5.0999999999999996</c:v>
                </c:pt>
                <c:pt idx="1575">
                  <c:v>4.8</c:v>
                </c:pt>
                <c:pt idx="1576">
                  <c:v>6.2</c:v>
                </c:pt>
                <c:pt idx="1577">
                  <c:v>5.6</c:v>
                </c:pt>
                <c:pt idx="1578">
                  <c:v>7.1</c:v>
                </c:pt>
                <c:pt idx="1579">
                  <c:v>7.4</c:v>
                </c:pt>
                <c:pt idx="1580">
                  <c:v>4.4000000000000004</c:v>
                </c:pt>
                <c:pt idx="1581">
                  <c:v>4.8</c:v>
                </c:pt>
                <c:pt idx="1582">
                  <c:v>5.3</c:v>
                </c:pt>
                <c:pt idx="1583">
                  <c:v>5</c:v>
                </c:pt>
                <c:pt idx="1584">
                  <c:v>4.9000000000000004</c:v>
                </c:pt>
                <c:pt idx="1585">
                  <c:v>5.0999999999999996</c:v>
                </c:pt>
                <c:pt idx="1586">
                  <c:v>5.3</c:v>
                </c:pt>
                <c:pt idx="1587">
                  <c:v>5.7</c:v>
                </c:pt>
                <c:pt idx="1588">
                  <c:v>5.0999999999999996</c:v>
                </c:pt>
                <c:pt idx="1589">
                  <c:v>5.9</c:v>
                </c:pt>
                <c:pt idx="1590">
                  <c:v>5</c:v>
                </c:pt>
                <c:pt idx="1591">
                  <c:v>5</c:v>
                </c:pt>
                <c:pt idx="1592">
                  <c:v>5.6</c:v>
                </c:pt>
                <c:pt idx="1593">
                  <c:v>5.2</c:v>
                </c:pt>
                <c:pt idx="1594">
                  <c:v>6.7</c:v>
                </c:pt>
                <c:pt idx="1595">
                  <c:v>6.2</c:v>
                </c:pt>
                <c:pt idx="1596">
                  <c:v>5.2</c:v>
                </c:pt>
                <c:pt idx="1597">
                  <c:v>3.5</c:v>
                </c:pt>
                <c:pt idx="1598">
                  <c:v>1.4</c:v>
                </c:pt>
                <c:pt idx="1599">
                  <c:v>5.8</c:v>
                </c:pt>
                <c:pt idx="1600">
                  <c:v>5.2</c:v>
                </c:pt>
                <c:pt idx="1601">
                  <c:v>5.4</c:v>
                </c:pt>
                <c:pt idx="1602">
                  <c:v>5.0999999999999996</c:v>
                </c:pt>
                <c:pt idx="1603">
                  <c:v>6.3</c:v>
                </c:pt>
                <c:pt idx="1604">
                  <c:v>5.2</c:v>
                </c:pt>
                <c:pt idx="1605">
                  <c:v>5.8</c:v>
                </c:pt>
                <c:pt idx="1606">
                  <c:v>5.2</c:v>
                </c:pt>
                <c:pt idx="1607">
                  <c:v>4.9000000000000004</c:v>
                </c:pt>
                <c:pt idx="1608">
                  <c:v>4.5999999999999996</c:v>
                </c:pt>
                <c:pt idx="1609">
                  <c:v>4.8</c:v>
                </c:pt>
                <c:pt idx="1610">
                  <c:v>6.8</c:v>
                </c:pt>
                <c:pt idx="1611">
                  <c:v>4.9000000000000004</c:v>
                </c:pt>
                <c:pt idx="1612">
                  <c:v>4.7</c:v>
                </c:pt>
                <c:pt idx="1613">
                  <c:v>7.2</c:v>
                </c:pt>
                <c:pt idx="1614">
                  <c:v>6.7</c:v>
                </c:pt>
                <c:pt idx="1615">
                  <c:v>6</c:v>
                </c:pt>
                <c:pt idx="1616">
                  <c:v>6.7</c:v>
                </c:pt>
                <c:pt idx="1617">
                  <c:v>7.1</c:v>
                </c:pt>
                <c:pt idx="1618">
                  <c:v>5.8</c:v>
                </c:pt>
                <c:pt idx="1619">
                  <c:v>5.5</c:v>
                </c:pt>
                <c:pt idx="1620">
                  <c:v>5.3</c:v>
                </c:pt>
                <c:pt idx="1621">
                  <c:v>4.5999999999999996</c:v>
                </c:pt>
                <c:pt idx="1622">
                  <c:v>6</c:v>
                </c:pt>
                <c:pt idx="1623">
                  <c:v>6.7</c:v>
                </c:pt>
                <c:pt idx="1624">
                  <c:v>6.7</c:v>
                </c:pt>
                <c:pt idx="1625">
                  <c:v>6.1</c:v>
                </c:pt>
                <c:pt idx="1626">
                  <c:v>5.5</c:v>
                </c:pt>
                <c:pt idx="1627">
                  <c:v>4.9000000000000004</c:v>
                </c:pt>
                <c:pt idx="1628">
                  <c:v>5.4</c:v>
                </c:pt>
                <c:pt idx="1629">
                  <c:v>5.6</c:v>
                </c:pt>
                <c:pt idx="1630">
                  <c:v>6.4</c:v>
                </c:pt>
                <c:pt idx="1631">
                  <c:v>5.9</c:v>
                </c:pt>
                <c:pt idx="1632">
                  <c:v>5.9</c:v>
                </c:pt>
                <c:pt idx="1633">
                  <c:v>4.5999999999999996</c:v>
                </c:pt>
                <c:pt idx="1634">
                  <c:v>5.4</c:v>
                </c:pt>
                <c:pt idx="1635">
                  <c:v>5</c:v>
                </c:pt>
                <c:pt idx="1636">
                  <c:v>5</c:v>
                </c:pt>
                <c:pt idx="1637">
                  <c:v>5.3</c:v>
                </c:pt>
                <c:pt idx="1638">
                  <c:v>5</c:v>
                </c:pt>
                <c:pt idx="1639">
                  <c:v>4.5999999999999996</c:v>
                </c:pt>
                <c:pt idx="1640">
                  <c:v>5</c:v>
                </c:pt>
                <c:pt idx="1641">
                  <c:v>4.4000000000000004</c:v>
                </c:pt>
                <c:pt idx="1642">
                  <c:v>4.8</c:v>
                </c:pt>
                <c:pt idx="1643">
                  <c:v>4.2</c:v>
                </c:pt>
                <c:pt idx="1644">
                  <c:v>4.8</c:v>
                </c:pt>
                <c:pt idx="1645">
                  <c:v>5.6</c:v>
                </c:pt>
                <c:pt idx="1646">
                  <c:v>5.4</c:v>
                </c:pt>
                <c:pt idx="1647">
                  <c:v>5.9</c:v>
                </c:pt>
                <c:pt idx="1648">
                  <c:v>5.7</c:v>
                </c:pt>
                <c:pt idx="1649">
                  <c:v>5.6</c:v>
                </c:pt>
                <c:pt idx="1650">
                  <c:v>5.0999999999999996</c:v>
                </c:pt>
                <c:pt idx="1651">
                  <c:v>5.4</c:v>
                </c:pt>
                <c:pt idx="1652">
                  <c:v>4.9000000000000004</c:v>
                </c:pt>
                <c:pt idx="1653">
                  <c:v>5</c:v>
                </c:pt>
                <c:pt idx="1654">
                  <c:v>5.2</c:v>
                </c:pt>
                <c:pt idx="1655">
                  <c:v>5.7</c:v>
                </c:pt>
                <c:pt idx="1656">
                  <c:v>7.5</c:v>
                </c:pt>
                <c:pt idx="1657">
                  <c:v>6.6</c:v>
                </c:pt>
                <c:pt idx="1658">
                  <c:v>9.1</c:v>
                </c:pt>
                <c:pt idx="1659">
                  <c:v>8.3000000000000007</c:v>
                </c:pt>
                <c:pt idx="1660">
                  <c:v>7.3</c:v>
                </c:pt>
                <c:pt idx="1661">
                  <c:v>8</c:v>
                </c:pt>
                <c:pt idx="1662">
                  <c:v>5.7</c:v>
                </c:pt>
                <c:pt idx="1663">
                  <c:v>5.8</c:v>
                </c:pt>
                <c:pt idx="1664">
                  <c:v>5.7</c:v>
                </c:pt>
                <c:pt idx="1665">
                  <c:v>5.2</c:v>
                </c:pt>
                <c:pt idx="1666">
                  <c:v>4.5</c:v>
                </c:pt>
                <c:pt idx="1667">
                  <c:v>5.9</c:v>
                </c:pt>
                <c:pt idx="1668">
                  <c:v>4.9000000000000004</c:v>
                </c:pt>
                <c:pt idx="1669">
                  <c:v>4.8</c:v>
                </c:pt>
                <c:pt idx="1670">
                  <c:v>4.0999999999999996</c:v>
                </c:pt>
                <c:pt idx="1671">
                  <c:v>5.4</c:v>
                </c:pt>
                <c:pt idx="1672">
                  <c:v>5</c:v>
                </c:pt>
                <c:pt idx="1673">
                  <c:v>5.7</c:v>
                </c:pt>
                <c:pt idx="1674">
                  <c:v>4.9000000000000004</c:v>
                </c:pt>
                <c:pt idx="1675">
                  <c:v>4.2</c:v>
                </c:pt>
                <c:pt idx="1676">
                  <c:v>4.8</c:v>
                </c:pt>
                <c:pt idx="1677">
                  <c:v>4.3</c:v>
                </c:pt>
                <c:pt idx="1678">
                  <c:v>5.3</c:v>
                </c:pt>
                <c:pt idx="1679">
                  <c:v>4.5</c:v>
                </c:pt>
                <c:pt idx="1680">
                  <c:v>4</c:v>
                </c:pt>
                <c:pt idx="1681">
                  <c:v>5.9</c:v>
                </c:pt>
                <c:pt idx="1682">
                  <c:v>6.4</c:v>
                </c:pt>
                <c:pt idx="1683">
                  <c:v>6.7</c:v>
                </c:pt>
                <c:pt idx="1684">
                  <c:v>6.4</c:v>
                </c:pt>
                <c:pt idx="1685">
                  <c:v>4.7</c:v>
                </c:pt>
                <c:pt idx="1686">
                  <c:v>5.3</c:v>
                </c:pt>
                <c:pt idx="1687">
                  <c:v>4.5999999999999996</c:v>
                </c:pt>
                <c:pt idx="1688">
                  <c:v>5.7</c:v>
                </c:pt>
                <c:pt idx="1689">
                  <c:v>4.5</c:v>
                </c:pt>
                <c:pt idx="1690">
                  <c:v>4.9000000000000004</c:v>
                </c:pt>
                <c:pt idx="1691">
                  <c:v>4.7</c:v>
                </c:pt>
                <c:pt idx="1692">
                  <c:v>6</c:v>
                </c:pt>
                <c:pt idx="1693">
                  <c:v>6.7</c:v>
                </c:pt>
                <c:pt idx="1694">
                  <c:v>7.5</c:v>
                </c:pt>
                <c:pt idx="1695">
                  <c:v>8.6</c:v>
                </c:pt>
                <c:pt idx="1696">
                  <c:v>9.3000000000000007</c:v>
                </c:pt>
                <c:pt idx="1697">
                  <c:v>6.5</c:v>
                </c:pt>
                <c:pt idx="1698">
                  <c:v>5.6</c:v>
                </c:pt>
                <c:pt idx="1699">
                  <c:v>4.7</c:v>
                </c:pt>
                <c:pt idx="1700">
                  <c:v>7.1</c:v>
                </c:pt>
                <c:pt idx="1701">
                  <c:v>5.9</c:v>
                </c:pt>
                <c:pt idx="1702">
                  <c:v>5.6</c:v>
                </c:pt>
                <c:pt idx="1703">
                  <c:v>8.9</c:v>
                </c:pt>
                <c:pt idx="1704">
                  <c:v>3.9</c:v>
                </c:pt>
                <c:pt idx="1705">
                  <c:v>4.3</c:v>
                </c:pt>
                <c:pt idx="1706">
                  <c:v>4.3</c:v>
                </c:pt>
                <c:pt idx="1707">
                  <c:v>5.6</c:v>
                </c:pt>
                <c:pt idx="1708">
                  <c:v>6.6</c:v>
                </c:pt>
                <c:pt idx="1709">
                  <c:v>5.5</c:v>
                </c:pt>
                <c:pt idx="1710">
                  <c:v>5.4</c:v>
                </c:pt>
                <c:pt idx="1711">
                  <c:v>5.7</c:v>
                </c:pt>
                <c:pt idx="1712">
                  <c:v>5.3</c:v>
                </c:pt>
                <c:pt idx="1713">
                  <c:v>4.8</c:v>
                </c:pt>
                <c:pt idx="1714">
                  <c:v>6</c:v>
                </c:pt>
                <c:pt idx="1715">
                  <c:v>6.4</c:v>
                </c:pt>
                <c:pt idx="1716">
                  <c:v>4.8</c:v>
                </c:pt>
                <c:pt idx="1717">
                  <c:v>7.1</c:v>
                </c:pt>
                <c:pt idx="1718">
                  <c:v>4.9000000000000004</c:v>
                </c:pt>
                <c:pt idx="1719">
                  <c:v>4.3</c:v>
                </c:pt>
                <c:pt idx="1720">
                  <c:v>5.9</c:v>
                </c:pt>
                <c:pt idx="1721">
                  <c:v>5.0999999999999996</c:v>
                </c:pt>
                <c:pt idx="1722">
                  <c:v>6.9</c:v>
                </c:pt>
                <c:pt idx="1723">
                  <c:v>5.0999999999999996</c:v>
                </c:pt>
                <c:pt idx="1724">
                  <c:v>6.7</c:v>
                </c:pt>
                <c:pt idx="1725">
                  <c:v>6.1</c:v>
                </c:pt>
                <c:pt idx="1726">
                  <c:v>5.0999999999999996</c:v>
                </c:pt>
                <c:pt idx="1727">
                  <c:v>4.5</c:v>
                </c:pt>
                <c:pt idx="1728">
                  <c:v>4.3</c:v>
                </c:pt>
                <c:pt idx="1729">
                  <c:v>5.6</c:v>
                </c:pt>
                <c:pt idx="1730">
                  <c:v>6.5</c:v>
                </c:pt>
                <c:pt idx="1731">
                  <c:v>5</c:v>
                </c:pt>
                <c:pt idx="1732">
                  <c:v>5.9</c:v>
                </c:pt>
                <c:pt idx="1733">
                  <c:v>5.2</c:v>
                </c:pt>
                <c:pt idx="1734">
                  <c:v>6.8</c:v>
                </c:pt>
                <c:pt idx="1735">
                  <c:v>6.1</c:v>
                </c:pt>
                <c:pt idx="1736">
                  <c:v>5.7</c:v>
                </c:pt>
                <c:pt idx="1737">
                  <c:v>4.0999999999999996</c:v>
                </c:pt>
                <c:pt idx="1738">
                  <c:v>5.5</c:v>
                </c:pt>
                <c:pt idx="1739">
                  <c:v>5.6</c:v>
                </c:pt>
                <c:pt idx="1740">
                  <c:v>4.5999999999999996</c:v>
                </c:pt>
                <c:pt idx="1741">
                  <c:v>5.0999999999999996</c:v>
                </c:pt>
                <c:pt idx="1742">
                  <c:v>4.7</c:v>
                </c:pt>
                <c:pt idx="1743">
                  <c:v>4.7</c:v>
                </c:pt>
                <c:pt idx="1744">
                  <c:v>5.4</c:v>
                </c:pt>
                <c:pt idx="1745">
                  <c:v>6</c:v>
                </c:pt>
                <c:pt idx="1746">
                  <c:v>6</c:v>
                </c:pt>
                <c:pt idx="1747">
                  <c:v>5.6</c:v>
                </c:pt>
                <c:pt idx="1748">
                  <c:v>4.9000000000000004</c:v>
                </c:pt>
                <c:pt idx="1749">
                  <c:v>5.9</c:v>
                </c:pt>
                <c:pt idx="1750">
                  <c:v>5</c:v>
                </c:pt>
                <c:pt idx="1751">
                  <c:v>5.9</c:v>
                </c:pt>
                <c:pt idx="1752">
                  <c:v>4.8</c:v>
                </c:pt>
                <c:pt idx="1753">
                  <c:v>4.5</c:v>
                </c:pt>
                <c:pt idx="1754">
                  <c:v>4.9000000000000004</c:v>
                </c:pt>
                <c:pt idx="1755">
                  <c:v>4.7</c:v>
                </c:pt>
                <c:pt idx="1756">
                  <c:v>6.9</c:v>
                </c:pt>
                <c:pt idx="1757">
                  <c:v>5.2</c:v>
                </c:pt>
                <c:pt idx="1758">
                  <c:v>6.7</c:v>
                </c:pt>
                <c:pt idx="1759">
                  <c:v>5.4</c:v>
                </c:pt>
                <c:pt idx="1760">
                  <c:v>5.8</c:v>
                </c:pt>
                <c:pt idx="1761">
                  <c:v>5.0999999999999996</c:v>
                </c:pt>
                <c:pt idx="1762">
                  <c:v>3.8</c:v>
                </c:pt>
                <c:pt idx="1763">
                  <c:v>3.6</c:v>
                </c:pt>
                <c:pt idx="1764">
                  <c:v>5.7</c:v>
                </c:pt>
                <c:pt idx="1765">
                  <c:v>4.2</c:v>
                </c:pt>
                <c:pt idx="1766">
                  <c:v>5</c:v>
                </c:pt>
                <c:pt idx="1767">
                  <c:v>5.6</c:v>
                </c:pt>
                <c:pt idx="1768">
                  <c:v>4</c:v>
                </c:pt>
                <c:pt idx="1769">
                  <c:v>5.9</c:v>
                </c:pt>
                <c:pt idx="1770">
                  <c:v>5.3</c:v>
                </c:pt>
                <c:pt idx="1771">
                  <c:v>5.0999999999999996</c:v>
                </c:pt>
                <c:pt idx="1772">
                  <c:v>4.9000000000000004</c:v>
                </c:pt>
                <c:pt idx="1773">
                  <c:v>4.3</c:v>
                </c:pt>
                <c:pt idx="1774">
                  <c:v>4.5999999999999996</c:v>
                </c:pt>
                <c:pt idx="1775">
                  <c:v>4.5</c:v>
                </c:pt>
                <c:pt idx="1776">
                  <c:v>5.7</c:v>
                </c:pt>
                <c:pt idx="1777">
                  <c:v>5.9</c:v>
                </c:pt>
                <c:pt idx="1778">
                  <c:v>5.7</c:v>
                </c:pt>
                <c:pt idx="1779">
                  <c:v>6.5</c:v>
                </c:pt>
                <c:pt idx="1780">
                  <c:v>6.7</c:v>
                </c:pt>
                <c:pt idx="1781">
                  <c:v>4.8</c:v>
                </c:pt>
                <c:pt idx="1782">
                  <c:v>4.5999999999999996</c:v>
                </c:pt>
                <c:pt idx="1783">
                  <c:v>5.7</c:v>
                </c:pt>
                <c:pt idx="1784">
                  <c:v>5.4</c:v>
                </c:pt>
                <c:pt idx="1785">
                  <c:v>4.7</c:v>
                </c:pt>
                <c:pt idx="1786">
                  <c:v>4.5999999999999996</c:v>
                </c:pt>
                <c:pt idx="1787">
                  <c:v>5.3</c:v>
                </c:pt>
                <c:pt idx="1788">
                  <c:v>7.4</c:v>
                </c:pt>
                <c:pt idx="1789">
                  <c:v>5.5</c:v>
                </c:pt>
                <c:pt idx="1790">
                  <c:v>4</c:v>
                </c:pt>
                <c:pt idx="1791">
                  <c:v>5</c:v>
                </c:pt>
                <c:pt idx="1792">
                  <c:v>5</c:v>
                </c:pt>
                <c:pt idx="1793">
                  <c:v>4.3</c:v>
                </c:pt>
                <c:pt idx="1794">
                  <c:v>5.5</c:v>
                </c:pt>
                <c:pt idx="1795">
                  <c:v>5.0999999999999996</c:v>
                </c:pt>
                <c:pt idx="1796">
                  <c:v>5.0999999999999996</c:v>
                </c:pt>
                <c:pt idx="1797">
                  <c:v>4.5999999999999996</c:v>
                </c:pt>
                <c:pt idx="1798">
                  <c:v>4.8</c:v>
                </c:pt>
                <c:pt idx="1799">
                  <c:v>5</c:v>
                </c:pt>
                <c:pt idx="1800">
                  <c:v>5.5</c:v>
                </c:pt>
                <c:pt idx="1801">
                  <c:v>6.6</c:v>
                </c:pt>
                <c:pt idx="1802">
                  <c:v>5.5</c:v>
                </c:pt>
                <c:pt idx="1803">
                  <c:v>7.9</c:v>
                </c:pt>
                <c:pt idx="1804">
                  <c:v>7</c:v>
                </c:pt>
                <c:pt idx="1805">
                  <c:v>7.2</c:v>
                </c:pt>
                <c:pt idx="1806">
                  <c:v>6.1</c:v>
                </c:pt>
                <c:pt idx="1807">
                  <c:v>7</c:v>
                </c:pt>
                <c:pt idx="1808">
                  <c:v>6.5</c:v>
                </c:pt>
                <c:pt idx="1809">
                  <c:v>6.8</c:v>
                </c:pt>
                <c:pt idx="1810">
                  <c:v>4.8</c:v>
                </c:pt>
                <c:pt idx="1811">
                  <c:v>4.9000000000000004</c:v>
                </c:pt>
                <c:pt idx="1812">
                  <c:v>6.1</c:v>
                </c:pt>
                <c:pt idx="1813">
                  <c:v>5.8</c:v>
                </c:pt>
                <c:pt idx="1814">
                  <c:v>6.2</c:v>
                </c:pt>
                <c:pt idx="1815">
                  <c:v>6.1</c:v>
                </c:pt>
                <c:pt idx="1816">
                  <c:v>6</c:v>
                </c:pt>
                <c:pt idx="1817">
                  <c:v>5.9</c:v>
                </c:pt>
                <c:pt idx="1818">
                  <c:v>7</c:v>
                </c:pt>
                <c:pt idx="1819">
                  <c:v>6.4</c:v>
                </c:pt>
                <c:pt idx="1820">
                  <c:v>8.5</c:v>
                </c:pt>
                <c:pt idx="1821">
                  <c:v>7.3</c:v>
                </c:pt>
                <c:pt idx="1822">
                  <c:v>5.4</c:v>
                </c:pt>
                <c:pt idx="1823">
                  <c:v>5.9</c:v>
                </c:pt>
                <c:pt idx="1824">
                  <c:v>5.0999999999999996</c:v>
                </c:pt>
                <c:pt idx="1825">
                  <c:v>5.8</c:v>
                </c:pt>
                <c:pt idx="1826">
                  <c:v>6.3</c:v>
                </c:pt>
                <c:pt idx="1827">
                  <c:v>7.1</c:v>
                </c:pt>
                <c:pt idx="1828">
                  <c:v>4.4000000000000004</c:v>
                </c:pt>
                <c:pt idx="1829">
                  <c:v>4.3</c:v>
                </c:pt>
                <c:pt idx="1830">
                  <c:v>5.5</c:v>
                </c:pt>
                <c:pt idx="1831">
                  <c:v>5.8</c:v>
                </c:pt>
                <c:pt idx="1832">
                  <c:v>5.4</c:v>
                </c:pt>
                <c:pt idx="1833">
                  <c:v>7.7</c:v>
                </c:pt>
                <c:pt idx="1834">
                  <c:v>6.6</c:v>
                </c:pt>
                <c:pt idx="1835">
                  <c:v>5.0999999999999996</c:v>
                </c:pt>
                <c:pt idx="1836">
                  <c:v>4.3</c:v>
                </c:pt>
                <c:pt idx="1837">
                  <c:v>4.5</c:v>
                </c:pt>
                <c:pt idx="1838">
                  <c:v>5</c:v>
                </c:pt>
                <c:pt idx="1839">
                  <c:v>6.9</c:v>
                </c:pt>
                <c:pt idx="1840">
                  <c:v>6.8</c:v>
                </c:pt>
                <c:pt idx="1841">
                  <c:v>6.8</c:v>
                </c:pt>
                <c:pt idx="1842">
                  <c:v>5.8</c:v>
                </c:pt>
                <c:pt idx="1843">
                  <c:v>6.2</c:v>
                </c:pt>
                <c:pt idx="1844">
                  <c:v>6</c:v>
                </c:pt>
                <c:pt idx="1845">
                  <c:v>3.3</c:v>
                </c:pt>
                <c:pt idx="1846">
                  <c:v>5.5</c:v>
                </c:pt>
                <c:pt idx="1847">
                  <c:v>6.9</c:v>
                </c:pt>
                <c:pt idx="1848">
                  <c:v>9.1</c:v>
                </c:pt>
                <c:pt idx="1849">
                  <c:v>5.3</c:v>
                </c:pt>
                <c:pt idx="1850">
                  <c:v>7.7</c:v>
                </c:pt>
                <c:pt idx="1851">
                  <c:v>7.1</c:v>
                </c:pt>
                <c:pt idx="1852">
                  <c:v>7.6</c:v>
                </c:pt>
                <c:pt idx="1853">
                  <c:v>5.8</c:v>
                </c:pt>
                <c:pt idx="1854">
                  <c:v>4.2</c:v>
                </c:pt>
                <c:pt idx="1855">
                  <c:v>6.6</c:v>
                </c:pt>
                <c:pt idx="1856">
                  <c:v>6.9</c:v>
                </c:pt>
                <c:pt idx="1857">
                  <c:v>8</c:v>
                </c:pt>
                <c:pt idx="1858">
                  <c:v>8.9</c:v>
                </c:pt>
                <c:pt idx="1859">
                  <c:v>8.6999999999999993</c:v>
                </c:pt>
                <c:pt idx="1860">
                  <c:v>8.1</c:v>
                </c:pt>
                <c:pt idx="1861">
                  <c:v>4.2</c:v>
                </c:pt>
                <c:pt idx="1862">
                  <c:v>5.2</c:v>
                </c:pt>
                <c:pt idx="1863">
                  <c:v>8.9</c:v>
                </c:pt>
                <c:pt idx="1864">
                  <c:v>4.5999999999999996</c:v>
                </c:pt>
                <c:pt idx="1865">
                  <c:v>3.8</c:v>
                </c:pt>
                <c:pt idx="1866">
                  <c:v>3.8</c:v>
                </c:pt>
                <c:pt idx="1867">
                  <c:v>4.2</c:v>
                </c:pt>
                <c:pt idx="1868">
                  <c:v>3.6</c:v>
                </c:pt>
                <c:pt idx="1869">
                  <c:v>4.0999999999999996</c:v>
                </c:pt>
                <c:pt idx="1870">
                  <c:v>5</c:v>
                </c:pt>
                <c:pt idx="1871">
                  <c:v>4.5999999999999996</c:v>
                </c:pt>
                <c:pt idx="1872">
                  <c:v>3.7</c:v>
                </c:pt>
                <c:pt idx="1873">
                  <c:v>3.6</c:v>
                </c:pt>
                <c:pt idx="1874">
                  <c:v>3</c:v>
                </c:pt>
                <c:pt idx="1875">
                  <c:v>4.0999999999999996</c:v>
                </c:pt>
                <c:pt idx="1876">
                  <c:v>4.5</c:v>
                </c:pt>
                <c:pt idx="1877">
                  <c:v>5.2</c:v>
                </c:pt>
                <c:pt idx="1878">
                  <c:v>5.9</c:v>
                </c:pt>
                <c:pt idx="1879">
                  <c:v>4.5999999999999996</c:v>
                </c:pt>
                <c:pt idx="1880">
                  <c:v>7</c:v>
                </c:pt>
                <c:pt idx="1881">
                  <c:v>6.3</c:v>
                </c:pt>
                <c:pt idx="1882">
                  <c:v>3.3</c:v>
                </c:pt>
                <c:pt idx="1883">
                  <c:v>3.6</c:v>
                </c:pt>
                <c:pt idx="1884">
                  <c:v>4.4000000000000004</c:v>
                </c:pt>
                <c:pt idx="1885">
                  <c:v>4.5999999999999996</c:v>
                </c:pt>
                <c:pt idx="1886">
                  <c:v>5.2</c:v>
                </c:pt>
                <c:pt idx="1887">
                  <c:v>8</c:v>
                </c:pt>
                <c:pt idx="1888">
                  <c:v>5.4</c:v>
                </c:pt>
                <c:pt idx="1889">
                  <c:v>6.9</c:v>
                </c:pt>
                <c:pt idx="1890">
                  <c:v>11.7</c:v>
                </c:pt>
                <c:pt idx="1891">
                  <c:v>5.9</c:v>
                </c:pt>
                <c:pt idx="1892">
                  <c:v>4.7</c:v>
                </c:pt>
                <c:pt idx="1893">
                  <c:v>3.9</c:v>
                </c:pt>
                <c:pt idx="1894">
                  <c:v>4.8</c:v>
                </c:pt>
                <c:pt idx="1895">
                  <c:v>3</c:v>
                </c:pt>
                <c:pt idx="1896">
                  <c:v>3.8</c:v>
                </c:pt>
                <c:pt idx="1897">
                  <c:v>3.5</c:v>
                </c:pt>
                <c:pt idx="1898">
                  <c:v>6.5</c:v>
                </c:pt>
                <c:pt idx="1899">
                  <c:v>5.7</c:v>
                </c:pt>
                <c:pt idx="1900">
                  <c:v>5.4</c:v>
                </c:pt>
                <c:pt idx="1901">
                  <c:v>4.4000000000000004</c:v>
                </c:pt>
                <c:pt idx="1902">
                  <c:v>5.2</c:v>
                </c:pt>
                <c:pt idx="1903">
                  <c:v>6.5</c:v>
                </c:pt>
                <c:pt idx="1904">
                  <c:v>4.4000000000000004</c:v>
                </c:pt>
                <c:pt idx="1905">
                  <c:v>6.6</c:v>
                </c:pt>
                <c:pt idx="1906">
                  <c:v>5</c:v>
                </c:pt>
                <c:pt idx="1907">
                  <c:v>2.9</c:v>
                </c:pt>
                <c:pt idx="1908">
                  <c:v>3.6</c:v>
                </c:pt>
                <c:pt idx="1909">
                  <c:v>3.2</c:v>
                </c:pt>
                <c:pt idx="1910">
                  <c:v>5.5</c:v>
                </c:pt>
                <c:pt idx="1911">
                  <c:v>4.4000000000000004</c:v>
                </c:pt>
                <c:pt idx="1912">
                  <c:v>4.4000000000000004</c:v>
                </c:pt>
                <c:pt idx="1913">
                  <c:v>2.9</c:v>
                </c:pt>
                <c:pt idx="1914">
                  <c:v>5.0999999999999996</c:v>
                </c:pt>
                <c:pt idx="1915">
                  <c:v>4.2</c:v>
                </c:pt>
                <c:pt idx="1916">
                  <c:v>3.4</c:v>
                </c:pt>
                <c:pt idx="1917">
                  <c:v>5</c:v>
                </c:pt>
                <c:pt idx="1918">
                  <c:v>3.6</c:v>
                </c:pt>
                <c:pt idx="1919">
                  <c:v>4.5</c:v>
                </c:pt>
                <c:pt idx="1920">
                  <c:v>4.8</c:v>
                </c:pt>
                <c:pt idx="1921">
                  <c:v>3.6</c:v>
                </c:pt>
                <c:pt idx="1922">
                  <c:v>3.1</c:v>
                </c:pt>
                <c:pt idx="1923">
                  <c:v>2.8</c:v>
                </c:pt>
                <c:pt idx="1924">
                  <c:v>3.5</c:v>
                </c:pt>
                <c:pt idx="1925">
                  <c:v>5.2</c:v>
                </c:pt>
                <c:pt idx="1926">
                  <c:v>5</c:v>
                </c:pt>
                <c:pt idx="1927">
                  <c:v>2.8</c:v>
                </c:pt>
                <c:pt idx="1928">
                  <c:v>3.7</c:v>
                </c:pt>
                <c:pt idx="1929">
                  <c:v>3.3</c:v>
                </c:pt>
                <c:pt idx="1930">
                  <c:v>3.3</c:v>
                </c:pt>
                <c:pt idx="1931">
                  <c:v>3.4</c:v>
                </c:pt>
                <c:pt idx="1932">
                  <c:v>3.8</c:v>
                </c:pt>
                <c:pt idx="1933">
                  <c:v>3.5</c:v>
                </c:pt>
                <c:pt idx="1934">
                  <c:v>4.7</c:v>
                </c:pt>
                <c:pt idx="1935">
                  <c:v>6.1</c:v>
                </c:pt>
                <c:pt idx="1936">
                  <c:v>4.5999999999999996</c:v>
                </c:pt>
                <c:pt idx="1937">
                  <c:v>3.7</c:v>
                </c:pt>
                <c:pt idx="1938">
                  <c:v>3.9</c:v>
                </c:pt>
                <c:pt idx="1939">
                  <c:v>3.7</c:v>
                </c:pt>
                <c:pt idx="1940">
                  <c:v>3.4</c:v>
                </c:pt>
                <c:pt idx="1941">
                  <c:v>4</c:v>
                </c:pt>
                <c:pt idx="1942">
                  <c:v>4.0999999999999996</c:v>
                </c:pt>
                <c:pt idx="1943">
                  <c:v>4.2</c:v>
                </c:pt>
                <c:pt idx="1944">
                  <c:v>3.9</c:v>
                </c:pt>
                <c:pt idx="1945">
                  <c:v>3.9</c:v>
                </c:pt>
                <c:pt idx="1946">
                  <c:v>2.5</c:v>
                </c:pt>
                <c:pt idx="1947">
                  <c:v>3.1</c:v>
                </c:pt>
                <c:pt idx="1948">
                  <c:v>3.2</c:v>
                </c:pt>
                <c:pt idx="1949">
                  <c:v>4.5</c:v>
                </c:pt>
                <c:pt idx="1950">
                  <c:v>5.2</c:v>
                </c:pt>
                <c:pt idx="1951">
                  <c:v>5.0999999999999996</c:v>
                </c:pt>
                <c:pt idx="1952">
                  <c:v>4.7</c:v>
                </c:pt>
                <c:pt idx="1953">
                  <c:v>5.0999999999999996</c:v>
                </c:pt>
                <c:pt idx="1954">
                  <c:v>3.2</c:v>
                </c:pt>
                <c:pt idx="1955">
                  <c:v>4.9000000000000004</c:v>
                </c:pt>
                <c:pt idx="1956">
                  <c:v>4.0999999999999996</c:v>
                </c:pt>
                <c:pt idx="1957">
                  <c:v>3.3</c:v>
                </c:pt>
                <c:pt idx="1958">
                  <c:v>3.8</c:v>
                </c:pt>
                <c:pt idx="1959">
                  <c:v>3.8</c:v>
                </c:pt>
                <c:pt idx="1960">
                  <c:v>3.3</c:v>
                </c:pt>
                <c:pt idx="1961">
                  <c:v>2.6</c:v>
                </c:pt>
                <c:pt idx="1962">
                  <c:v>4.4000000000000004</c:v>
                </c:pt>
                <c:pt idx="1963">
                  <c:v>3.4</c:v>
                </c:pt>
                <c:pt idx="1964">
                  <c:v>5</c:v>
                </c:pt>
                <c:pt idx="1965">
                  <c:v>5.4</c:v>
                </c:pt>
                <c:pt idx="1966">
                  <c:v>3.5</c:v>
                </c:pt>
                <c:pt idx="1967">
                  <c:v>4.9000000000000004</c:v>
                </c:pt>
                <c:pt idx="1968">
                  <c:v>5</c:v>
                </c:pt>
                <c:pt idx="1969">
                  <c:v>4.5999999999999996</c:v>
                </c:pt>
                <c:pt idx="1970">
                  <c:v>2.7</c:v>
                </c:pt>
                <c:pt idx="1971">
                  <c:v>3.8</c:v>
                </c:pt>
                <c:pt idx="1972">
                  <c:v>3.5</c:v>
                </c:pt>
                <c:pt idx="1973">
                  <c:v>2.7</c:v>
                </c:pt>
                <c:pt idx="1974">
                  <c:v>4.5999999999999996</c:v>
                </c:pt>
                <c:pt idx="1975">
                  <c:v>7.1</c:v>
                </c:pt>
                <c:pt idx="1976">
                  <c:v>4.3</c:v>
                </c:pt>
                <c:pt idx="1977">
                  <c:v>5</c:v>
                </c:pt>
                <c:pt idx="1978">
                  <c:v>5.5</c:v>
                </c:pt>
                <c:pt idx="1979">
                  <c:v>4.4000000000000004</c:v>
                </c:pt>
                <c:pt idx="1980">
                  <c:v>5.0999999999999996</c:v>
                </c:pt>
                <c:pt idx="1981">
                  <c:v>4.0999999999999996</c:v>
                </c:pt>
                <c:pt idx="1982">
                  <c:v>3.9</c:v>
                </c:pt>
                <c:pt idx="1983">
                  <c:v>4.5</c:v>
                </c:pt>
                <c:pt idx="1984">
                  <c:v>4.4000000000000004</c:v>
                </c:pt>
                <c:pt idx="1985">
                  <c:v>5.3</c:v>
                </c:pt>
                <c:pt idx="1986">
                  <c:v>5.6</c:v>
                </c:pt>
                <c:pt idx="1987">
                  <c:v>4.3</c:v>
                </c:pt>
                <c:pt idx="1988">
                  <c:v>4.0999999999999996</c:v>
                </c:pt>
                <c:pt idx="1989">
                  <c:v>2.7</c:v>
                </c:pt>
                <c:pt idx="1990">
                  <c:v>3.5</c:v>
                </c:pt>
                <c:pt idx="1991">
                  <c:v>3.2</c:v>
                </c:pt>
                <c:pt idx="1992">
                  <c:v>4</c:v>
                </c:pt>
                <c:pt idx="1993">
                  <c:v>3.3</c:v>
                </c:pt>
                <c:pt idx="1994">
                  <c:v>3.8</c:v>
                </c:pt>
                <c:pt idx="1995">
                  <c:v>3.7</c:v>
                </c:pt>
                <c:pt idx="1996">
                  <c:v>3.5</c:v>
                </c:pt>
                <c:pt idx="1997">
                  <c:v>3.6</c:v>
                </c:pt>
                <c:pt idx="1998">
                  <c:v>3.4</c:v>
                </c:pt>
                <c:pt idx="1999">
                  <c:v>3.4</c:v>
                </c:pt>
                <c:pt idx="2000">
                  <c:v>3.1</c:v>
                </c:pt>
                <c:pt idx="2001">
                  <c:v>4.3</c:v>
                </c:pt>
                <c:pt idx="2002">
                  <c:v>4.7</c:v>
                </c:pt>
                <c:pt idx="2003">
                  <c:v>4.4000000000000004</c:v>
                </c:pt>
                <c:pt idx="2004">
                  <c:v>5.9</c:v>
                </c:pt>
                <c:pt idx="2005">
                  <c:v>5.6</c:v>
                </c:pt>
                <c:pt idx="2006">
                  <c:v>4.4000000000000004</c:v>
                </c:pt>
                <c:pt idx="2007">
                  <c:v>4.7</c:v>
                </c:pt>
                <c:pt idx="2008">
                  <c:v>2.7</c:v>
                </c:pt>
                <c:pt idx="2009">
                  <c:v>4</c:v>
                </c:pt>
                <c:pt idx="2010">
                  <c:v>6</c:v>
                </c:pt>
                <c:pt idx="2011">
                  <c:v>4.3</c:v>
                </c:pt>
                <c:pt idx="2012">
                  <c:v>4.8</c:v>
                </c:pt>
                <c:pt idx="2013">
                  <c:v>4.2</c:v>
                </c:pt>
                <c:pt idx="2014">
                  <c:v>4.2</c:v>
                </c:pt>
                <c:pt idx="2015">
                  <c:v>3.3</c:v>
                </c:pt>
                <c:pt idx="2016">
                  <c:v>3.8</c:v>
                </c:pt>
                <c:pt idx="2017">
                  <c:v>3.2</c:v>
                </c:pt>
                <c:pt idx="2018">
                  <c:v>3</c:v>
                </c:pt>
                <c:pt idx="2019">
                  <c:v>2.9</c:v>
                </c:pt>
                <c:pt idx="2020">
                  <c:v>2.9</c:v>
                </c:pt>
                <c:pt idx="2021">
                  <c:v>3.5</c:v>
                </c:pt>
                <c:pt idx="2022">
                  <c:v>3.7</c:v>
                </c:pt>
                <c:pt idx="2023">
                  <c:v>3.7</c:v>
                </c:pt>
                <c:pt idx="2024">
                  <c:v>3.6</c:v>
                </c:pt>
                <c:pt idx="2025">
                  <c:v>4.4000000000000004</c:v>
                </c:pt>
                <c:pt idx="2026">
                  <c:v>3.4</c:v>
                </c:pt>
                <c:pt idx="2027">
                  <c:v>2.7</c:v>
                </c:pt>
                <c:pt idx="2028">
                  <c:v>4.4000000000000004</c:v>
                </c:pt>
                <c:pt idx="2029">
                  <c:v>4</c:v>
                </c:pt>
                <c:pt idx="2030">
                  <c:v>4.3</c:v>
                </c:pt>
                <c:pt idx="2031">
                  <c:v>7.4</c:v>
                </c:pt>
                <c:pt idx="2032">
                  <c:v>6.7</c:v>
                </c:pt>
                <c:pt idx="2033">
                  <c:v>4.8</c:v>
                </c:pt>
                <c:pt idx="2034">
                  <c:v>5.3</c:v>
                </c:pt>
                <c:pt idx="2035">
                  <c:v>3.1</c:v>
                </c:pt>
                <c:pt idx="2036">
                  <c:v>3.2</c:v>
                </c:pt>
                <c:pt idx="2037">
                  <c:v>3.2</c:v>
                </c:pt>
                <c:pt idx="2038">
                  <c:v>2.9</c:v>
                </c:pt>
                <c:pt idx="2039">
                  <c:v>3.7</c:v>
                </c:pt>
                <c:pt idx="2040">
                  <c:v>4.5</c:v>
                </c:pt>
                <c:pt idx="2041">
                  <c:v>3.1</c:v>
                </c:pt>
                <c:pt idx="2042">
                  <c:v>2.8</c:v>
                </c:pt>
                <c:pt idx="2043">
                  <c:v>3.6</c:v>
                </c:pt>
                <c:pt idx="2044">
                  <c:v>4.5999999999999996</c:v>
                </c:pt>
                <c:pt idx="2045">
                  <c:v>3.7</c:v>
                </c:pt>
                <c:pt idx="2046">
                  <c:v>5.8</c:v>
                </c:pt>
                <c:pt idx="2047">
                  <c:v>7</c:v>
                </c:pt>
                <c:pt idx="2048">
                  <c:v>4.4000000000000004</c:v>
                </c:pt>
                <c:pt idx="2049">
                  <c:v>3.6</c:v>
                </c:pt>
                <c:pt idx="2050">
                  <c:v>3.3</c:v>
                </c:pt>
                <c:pt idx="2051">
                  <c:v>2.7</c:v>
                </c:pt>
                <c:pt idx="2052">
                  <c:v>5.3</c:v>
                </c:pt>
                <c:pt idx="2053">
                  <c:v>4.4000000000000004</c:v>
                </c:pt>
                <c:pt idx="2054">
                  <c:v>5</c:v>
                </c:pt>
                <c:pt idx="2055">
                  <c:v>3</c:v>
                </c:pt>
                <c:pt idx="2056">
                  <c:v>3.5</c:v>
                </c:pt>
                <c:pt idx="2057">
                  <c:v>3.5</c:v>
                </c:pt>
                <c:pt idx="2058">
                  <c:v>3.6</c:v>
                </c:pt>
                <c:pt idx="2059">
                  <c:v>3.7</c:v>
                </c:pt>
                <c:pt idx="2060">
                  <c:v>4.0999999999999996</c:v>
                </c:pt>
                <c:pt idx="2061">
                  <c:v>3.6</c:v>
                </c:pt>
                <c:pt idx="2062">
                  <c:v>7</c:v>
                </c:pt>
                <c:pt idx="2063">
                  <c:v>5.7</c:v>
                </c:pt>
                <c:pt idx="2064">
                  <c:v>7</c:v>
                </c:pt>
                <c:pt idx="2065">
                  <c:v>6.7</c:v>
                </c:pt>
                <c:pt idx="2066">
                  <c:v>3.5</c:v>
                </c:pt>
                <c:pt idx="2067">
                  <c:v>3</c:v>
                </c:pt>
                <c:pt idx="2068">
                  <c:v>2</c:v>
                </c:pt>
                <c:pt idx="2069">
                  <c:v>3.4</c:v>
                </c:pt>
                <c:pt idx="2070">
                  <c:v>2.4</c:v>
                </c:pt>
                <c:pt idx="2071">
                  <c:v>2.7</c:v>
                </c:pt>
                <c:pt idx="2072">
                  <c:v>3.5</c:v>
                </c:pt>
                <c:pt idx="2073">
                  <c:v>4.7</c:v>
                </c:pt>
                <c:pt idx="2074">
                  <c:v>3.5</c:v>
                </c:pt>
                <c:pt idx="2075">
                  <c:v>2.5</c:v>
                </c:pt>
                <c:pt idx="2076">
                  <c:v>3.6</c:v>
                </c:pt>
                <c:pt idx="2077">
                  <c:v>2.1</c:v>
                </c:pt>
                <c:pt idx="2078">
                  <c:v>2.5</c:v>
                </c:pt>
                <c:pt idx="2079">
                  <c:v>2.8</c:v>
                </c:pt>
                <c:pt idx="2080">
                  <c:v>4.2</c:v>
                </c:pt>
                <c:pt idx="2081">
                  <c:v>3.4</c:v>
                </c:pt>
                <c:pt idx="2082">
                  <c:v>2.5</c:v>
                </c:pt>
                <c:pt idx="2083">
                  <c:v>2.6</c:v>
                </c:pt>
                <c:pt idx="2084">
                  <c:v>4.3</c:v>
                </c:pt>
                <c:pt idx="2085">
                  <c:v>3.6</c:v>
                </c:pt>
                <c:pt idx="2086">
                  <c:v>5.5</c:v>
                </c:pt>
                <c:pt idx="2087">
                  <c:v>2.1</c:v>
                </c:pt>
                <c:pt idx="2088">
                  <c:v>1.5</c:v>
                </c:pt>
                <c:pt idx="2089">
                  <c:v>1.3</c:v>
                </c:pt>
                <c:pt idx="2090">
                  <c:v>1.6</c:v>
                </c:pt>
                <c:pt idx="2091">
                  <c:v>4.0999999999999996</c:v>
                </c:pt>
                <c:pt idx="2092">
                  <c:v>2.9</c:v>
                </c:pt>
                <c:pt idx="2093">
                  <c:v>5</c:v>
                </c:pt>
                <c:pt idx="2094">
                  <c:v>4.2</c:v>
                </c:pt>
                <c:pt idx="2095">
                  <c:v>4.5</c:v>
                </c:pt>
                <c:pt idx="2096">
                  <c:v>4.4000000000000004</c:v>
                </c:pt>
                <c:pt idx="2097">
                  <c:v>3.7</c:v>
                </c:pt>
                <c:pt idx="2098">
                  <c:v>3.3</c:v>
                </c:pt>
                <c:pt idx="2099">
                  <c:v>4.4000000000000004</c:v>
                </c:pt>
                <c:pt idx="2100">
                  <c:v>3.2</c:v>
                </c:pt>
                <c:pt idx="2101">
                  <c:v>3.1</c:v>
                </c:pt>
                <c:pt idx="2102">
                  <c:v>5.5</c:v>
                </c:pt>
                <c:pt idx="2103">
                  <c:v>3.6</c:v>
                </c:pt>
                <c:pt idx="2104">
                  <c:v>4.3</c:v>
                </c:pt>
                <c:pt idx="2105">
                  <c:v>4.0999999999999996</c:v>
                </c:pt>
                <c:pt idx="2106">
                  <c:v>4.0999999999999996</c:v>
                </c:pt>
                <c:pt idx="2107">
                  <c:v>3</c:v>
                </c:pt>
                <c:pt idx="2108">
                  <c:v>4</c:v>
                </c:pt>
                <c:pt idx="2109">
                  <c:v>3.8</c:v>
                </c:pt>
                <c:pt idx="2110">
                  <c:v>4.5</c:v>
                </c:pt>
                <c:pt idx="2111">
                  <c:v>4.2</c:v>
                </c:pt>
                <c:pt idx="2112">
                  <c:v>3.8</c:v>
                </c:pt>
                <c:pt idx="2113">
                  <c:v>6.4</c:v>
                </c:pt>
                <c:pt idx="2114">
                  <c:v>3.9</c:v>
                </c:pt>
                <c:pt idx="2115">
                  <c:v>3</c:v>
                </c:pt>
                <c:pt idx="2116">
                  <c:v>2.9</c:v>
                </c:pt>
                <c:pt idx="2117">
                  <c:v>7.2</c:v>
                </c:pt>
                <c:pt idx="2118">
                  <c:v>3</c:v>
                </c:pt>
                <c:pt idx="2119">
                  <c:v>2.2999999999999998</c:v>
                </c:pt>
                <c:pt idx="2120">
                  <c:v>2.9</c:v>
                </c:pt>
                <c:pt idx="2121">
                  <c:v>4</c:v>
                </c:pt>
                <c:pt idx="2122">
                  <c:v>4.0999999999999996</c:v>
                </c:pt>
                <c:pt idx="2123">
                  <c:v>3.3</c:v>
                </c:pt>
                <c:pt idx="2124">
                  <c:v>2.4</c:v>
                </c:pt>
                <c:pt idx="2125">
                  <c:v>2.9</c:v>
                </c:pt>
                <c:pt idx="2126">
                  <c:v>3</c:v>
                </c:pt>
                <c:pt idx="2127">
                  <c:v>4.0999999999999996</c:v>
                </c:pt>
                <c:pt idx="2128">
                  <c:v>3.9</c:v>
                </c:pt>
                <c:pt idx="2129">
                  <c:v>2.9</c:v>
                </c:pt>
                <c:pt idx="2130">
                  <c:v>2.2999999999999998</c:v>
                </c:pt>
                <c:pt idx="2131">
                  <c:v>3.7</c:v>
                </c:pt>
                <c:pt idx="2132">
                  <c:v>3.2</c:v>
                </c:pt>
                <c:pt idx="2133">
                  <c:v>3.5</c:v>
                </c:pt>
                <c:pt idx="2134">
                  <c:v>5.0999999999999996</c:v>
                </c:pt>
                <c:pt idx="2135">
                  <c:v>3</c:v>
                </c:pt>
                <c:pt idx="2136">
                  <c:v>2.7</c:v>
                </c:pt>
                <c:pt idx="2137">
                  <c:v>3.4</c:v>
                </c:pt>
                <c:pt idx="2138">
                  <c:v>4.9000000000000004</c:v>
                </c:pt>
                <c:pt idx="2139">
                  <c:v>4</c:v>
                </c:pt>
                <c:pt idx="2140">
                  <c:v>3.9</c:v>
                </c:pt>
                <c:pt idx="2141">
                  <c:v>4.9000000000000004</c:v>
                </c:pt>
                <c:pt idx="2142">
                  <c:v>3.9</c:v>
                </c:pt>
                <c:pt idx="2143">
                  <c:v>4.3</c:v>
                </c:pt>
                <c:pt idx="2144">
                  <c:v>4.5</c:v>
                </c:pt>
                <c:pt idx="2145">
                  <c:v>3.7</c:v>
                </c:pt>
                <c:pt idx="2146">
                  <c:v>3.7</c:v>
                </c:pt>
                <c:pt idx="2147">
                  <c:v>3.7</c:v>
                </c:pt>
                <c:pt idx="2148">
                  <c:v>3.6</c:v>
                </c:pt>
                <c:pt idx="2149">
                  <c:v>3.9</c:v>
                </c:pt>
                <c:pt idx="2150">
                  <c:v>3</c:v>
                </c:pt>
                <c:pt idx="2151">
                  <c:v>5.2</c:v>
                </c:pt>
                <c:pt idx="2152">
                  <c:v>2.2999999999999998</c:v>
                </c:pt>
                <c:pt idx="2153">
                  <c:v>2.9</c:v>
                </c:pt>
                <c:pt idx="2154">
                  <c:v>3</c:v>
                </c:pt>
                <c:pt idx="2155">
                  <c:v>2.2999999999999998</c:v>
                </c:pt>
                <c:pt idx="2156">
                  <c:v>3.1</c:v>
                </c:pt>
                <c:pt idx="2157">
                  <c:v>3.6</c:v>
                </c:pt>
                <c:pt idx="2158">
                  <c:v>3.8</c:v>
                </c:pt>
                <c:pt idx="2159">
                  <c:v>3.5</c:v>
                </c:pt>
                <c:pt idx="2160">
                  <c:v>3.1</c:v>
                </c:pt>
                <c:pt idx="2161">
                  <c:v>3.1</c:v>
                </c:pt>
                <c:pt idx="2162">
                  <c:v>2.6</c:v>
                </c:pt>
                <c:pt idx="2163">
                  <c:v>4.2</c:v>
                </c:pt>
                <c:pt idx="2164">
                  <c:v>3.3</c:v>
                </c:pt>
                <c:pt idx="2165">
                  <c:v>3.2</c:v>
                </c:pt>
                <c:pt idx="2166">
                  <c:v>3.4</c:v>
                </c:pt>
                <c:pt idx="2167">
                  <c:v>1.9</c:v>
                </c:pt>
                <c:pt idx="2168">
                  <c:v>3.8</c:v>
                </c:pt>
                <c:pt idx="2169">
                  <c:v>4.3</c:v>
                </c:pt>
                <c:pt idx="2170">
                  <c:v>4.9000000000000004</c:v>
                </c:pt>
                <c:pt idx="2171">
                  <c:v>4.3</c:v>
                </c:pt>
                <c:pt idx="2172">
                  <c:v>3.2</c:v>
                </c:pt>
                <c:pt idx="2173">
                  <c:v>3.1</c:v>
                </c:pt>
                <c:pt idx="2174">
                  <c:v>3.7</c:v>
                </c:pt>
                <c:pt idx="2175">
                  <c:v>3.1</c:v>
                </c:pt>
                <c:pt idx="2176">
                  <c:v>3.7</c:v>
                </c:pt>
                <c:pt idx="2177">
                  <c:v>3.6</c:v>
                </c:pt>
                <c:pt idx="2178">
                  <c:v>2.9</c:v>
                </c:pt>
                <c:pt idx="2179">
                  <c:v>3.1</c:v>
                </c:pt>
                <c:pt idx="2180">
                  <c:v>3.6</c:v>
                </c:pt>
                <c:pt idx="2181">
                  <c:v>4.0999999999999996</c:v>
                </c:pt>
                <c:pt idx="2182">
                  <c:v>3.4</c:v>
                </c:pt>
                <c:pt idx="2183">
                  <c:v>2.4</c:v>
                </c:pt>
                <c:pt idx="2184">
                  <c:v>3.5</c:v>
                </c:pt>
                <c:pt idx="2185">
                  <c:v>4</c:v>
                </c:pt>
                <c:pt idx="2186">
                  <c:v>5.0999999999999996</c:v>
                </c:pt>
                <c:pt idx="2187">
                  <c:v>2.2000000000000002</c:v>
                </c:pt>
                <c:pt idx="2188">
                  <c:v>3.7</c:v>
                </c:pt>
                <c:pt idx="2189">
                  <c:v>3.6</c:v>
                </c:pt>
                <c:pt idx="2190">
                  <c:v>3.4</c:v>
                </c:pt>
                <c:pt idx="2191">
                  <c:v>4</c:v>
                </c:pt>
                <c:pt idx="2192">
                  <c:v>4.9000000000000004</c:v>
                </c:pt>
                <c:pt idx="2193">
                  <c:v>2.6</c:v>
                </c:pt>
                <c:pt idx="2194">
                  <c:v>3.6</c:v>
                </c:pt>
                <c:pt idx="2195">
                  <c:v>3.8</c:v>
                </c:pt>
                <c:pt idx="2196">
                  <c:v>3.1</c:v>
                </c:pt>
                <c:pt idx="2197">
                  <c:v>2.7</c:v>
                </c:pt>
                <c:pt idx="2198">
                  <c:v>3.8</c:v>
                </c:pt>
                <c:pt idx="2199">
                  <c:v>3.5</c:v>
                </c:pt>
                <c:pt idx="2200">
                  <c:v>3.4</c:v>
                </c:pt>
                <c:pt idx="2201">
                  <c:v>3.9</c:v>
                </c:pt>
                <c:pt idx="2202">
                  <c:v>4</c:v>
                </c:pt>
                <c:pt idx="2203">
                  <c:v>5.2</c:v>
                </c:pt>
                <c:pt idx="2204">
                  <c:v>5.0999999999999996</c:v>
                </c:pt>
                <c:pt idx="2205">
                  <c:v>2.7</c:v>
                </c:pt>
                <c:pt idx="2206">
                  <c:v>3</c:v>
                </c:pt>
                <c:pt idx="2207">
                  <c:v>2.7</c:v>
                </c:pt>
                <c:pt idx="2208">
                  <c:v>3.4</c:v>
                </c:pt>
                <c:pt idx="2209">
                  <c:v>2.8</c:v>
                </c:pt>
                <c:pt idx="2210">
                  <c:v>5.5</c:v>
                </c:pt>
                <c:pt idx="2211">
                  <c:v>3.6</c:v>
                </c:pt>
                <c:pt idx="2212">
                  <c:v>4.3</c:v>
                </c:pt>
                <c:pt idx="2213">
                  <c:v>3.6</c:v>
                </c:pt>
                <c:pt idx="2214">
                  <c:v>2.2999999999999998</c:v>
                </c:pt>
                <c:pt idx="2215">
                  <c:v>2.5</c:v>
                </c:pt>
                <c:pt idx="2216">
                  <c:v>3.3</c:v>
                </c:pt>
                <c:pt idx="2217">
                  <c:v>5.2</c:v>
                </c:pt>
                <c:pt idx="2218">
                  <c:v>2.6</c:v>
                </c:pt>
                <c:pt idx="2219">
                  <c:v>4</c:v>
                </c:pt>
                <c:pt idx="2220">
                  <c:v>3.6</c:v>
                </c:pt>
                <c:pt idx="2221">
                  <c:v>3.6</c:v>
                </c:pt>
                <c:pt idx="2222">
                  <c:v>2.5</c:v>
                </c:pt>
                <c:pt idx="2223">
                  <c:v>2.7</c:v>
                </c:pt>
                <c:pt idx="2224">
                  <c:v>4.8</c:v>
                </c:pt>
                <c:pt idx="2225">
                  <c:v>2.6</c:v>
                </c:pt>
                <c:pt idx="2226">
                  <c:v>3.6</c:v>
                </c:pt>
                <c:pt idx="2227">
                  <c:v>3.3</c:v>
                </c:pt>
                <c:pt idx="2228">
                  <c:v>2.9</c:v>
                </c:pt>
                <c:pt idx="2229">
                  <c:v>2.7</c:v>
                </c:pt>
                <c:pt idx="2230">
                  <c:v>2.5</c:v>
                </c:pt>
                <c:pt idx="2231">
                  <c:v>3.5</c:v>
                </c:pt>
                <c:pt idx="2232">
                  <c:v>2.6</c:v>
                </c:pt>
                <c:pt idx="2233">
                  <c:v>2.7</c:v>
                </c:pt>
                <c:pt idx="2234">
                  <c:v>2.2000000000000002</c:v>
                </c:pt>
                <c:pt idx="2235">
                  <c:v>1.3</c:v>
                </c:pt>
                <c:pt idx="2236">
                  <c:v>2.2999999999999998</c:v>
                </c:pt>
                <c:pt idx="2237">
                  <c:v>3</c:v>
                </c:pt>
                <c:pt idx="2238">
                  <c:v>2.7</c:v>
                </c:pt>
                <c:pt idx="2239">
                  <c:v>2.5</c:v>
                </c:pt>
                <c:pt idx="2240">
                  <c:v>2.7</c:v>
                </c:pt>
                <c:pt idx="2241">
                  <c:v>2.6</c:v>
                </c:pt>
                <c:pt idx="2242">
                  <c:v>3.2</c:v>
                </c:pt>
                <c:pt idx="2243">
                  <c:v>3.7</c:v>
                </c:pt>
                <c:pt idx="2244">
                  <c:v>3.8</c:v>
                </c:pt>
                <c:pt idx="2245">
                  <c:v>3.8</c:v>
                </c:pt>
                <c:pt idx="2246">
                  <c:v>2.6</c:v>
                </c:pt>
                <c:pt idx="2247">
                  <c:v>3.3</c:v>
                </c:pt>
                <c:pt idx="2248">
                  <c:v>3.5</c:v>
                </c:pt>
                <c:pt idx="2249">
                  <c:v>3.5</c:v>
                </c:pt>
                <c:pt idx="2250">
                  <c:v>4.0999999999999996</c:v>
                </c:pt>
                <c:pt idx="2251">
                  <c:v>2.2999999999999998</c:v>
                </c:pt>
                <c:pt idx="2252">
                  <c:v>3.7</c:v>
                </c:pt>
                <c:pt idx="2253">
                  <c:v>4</c:v>
                </c:pt>
                <c:pt idx="2254">
                  <c:v>3.4</c:v>
                </c:pt>
                <c:pt idx="2255">
                  <c:v>3</c:v>
                </c:pt>
                <c:pt idx="2256">
                  <c:v>3.8</c:v>
                </c:pt>
                <c:pt idx="2257">
                  <c:v>3.4</c:v>
                </c:pt>
                <c:pt idx="2258">
                  <c:v>2.4</c:v>
                </c:pt>
                <c:pt idx="2259">
                  <c:v>4.4000000000000004</c:v>
                </c:pt>
                <c:pt idx="2260">
                  <c:v>3.1</c:v>
                </c:pt>
                <c:pt idx="2261">
                  <c:v>2.9</c:v>
                </c:pt>
                <c:pt idx="2262">
                  <c:v>3.3</c:v>
                </c:pt>
                <c:pt idx="2263">
                  <c:v>3.9</c:v>
                </c:pt>
                <c:pt idx="2264">
                  <c:v>3.9</c:v>
                </c:pt>
                <c:pt idx="2265">
                  <c:v>3.1</c:v>
                </c:pt>
                <c:pt idx="2266">
                  <c:v>3.7</c:v>
                </c:pt>
                <c:pt idx="2267">
                  <c:v>4.5999999999999996</c:v>
                </c:pt>
                <c:pt idx="2268">
                  <c:v>3</c:v>
                </c:pt>
                <c:pt idx="2269">
                  <c:v>2.9</c:v>
                </c:pt>
                <c:pt idx="2270">
                  <c:v>3.1</c:v>
                </c:pt>
                <c:pt idx="2271">
                  <c:v>4.0999999999999996</c:v>
                </c:pt>
                <c:pt idx="2272">
                  <c:v>3.3</c:v>
                </c:pt>
                <c:pt idx="2273">
                  <c:v>3.4</c:v>
                </c:pt>
                <c:pt idx="2274">
                  <c:v>3.4</c:v>
                </c:pt>
                <c:pt idx="2275">
                  <c:v>2.9</c:v>
                </c:pt>
                <c:pt idx="2276">
                  <c:v>2.6</c:v>
                </c:pt>
                <c:pt idx="2277">
                  <c:v>2.2000000000000002</c:v>
                </c:pt>
                <c:pt idx="2278">
                  <c:v>5.0999999999999996</c:v>
                </c:pt>
                <c:pt idx="2279">
                  <c:v>3.7</c:v>
                </c:pt>
                <c:pt idx="2280">
                  <c:v>2.9</c:v>
                </c:pt>
                <c:pt idx="2281">
                  <c:v>3.6</c:v>
                </c:pt>
                <c:pt idx="2282">
                  <c:v>3.6</c:v>
                </c:pt>
                <c:pt idx="2283">
                  <c:v>4</c:v>
                </c:pt>
                <c:pt idx="2284">
                  <c:v>3.1</c:v>
                </c:pt>
                <c:pt idx="2285">
                  <c:v>3.4</c:v>
                </c:pt>
                <c:pt idx="2286">
                  <c:v>3.8</c:v>
                </c:pt>
                <c:pt idx="2287">
                  <c:v>2.7</c:v>
                </c:pt>
                <c:pt idx="2288">
                  <c:v>2.6</c:v>
                </c:pt>
                <c:pt idx="2289">
                  <c:v>3.4</c:v>
                </c:pt>
                <c:pt idx="2290">
                  <c:v>4.2</c:v>
                </c:pt>
                <c:pt idx="2291">
                  <c:v>3</c:v>
                </c:pt>
                <c:pt idx="2292">
                  <c:v>5.3</c:v>
                </c:pt>
                <c:pt idx="2293">
                  <c:v>3.6</c:v>
                </c:pt>
                <c:pt idx="2294">
                  <c:v>3.9</c:v>
                </c:pt>
                <c:pt idx="2295">
                  <c:v>3</c:v>
                </c:pt>
                <c:pt idx="2296">
                  <c:v>3</c:v>
                </c:pt>
                <c:pt idx="2297">
                  <c:v>2.8</c:v>
                </c:pt>
                <c:pt idx="2298">
                  <c:v>2.7</c:v>
                </c:pt>
                <c:pt idx="2299">
                  <c:v>2.7</c:v>
                </c:pt>
                <c:pt idx="2300">
                  <c:v>3.4</c:v>
                </c:pt>
                <c:pt idx="2301">
                  <c:v>2.7</c:v>
                </c:pt>
                <c:pt idx="2302">
                  <c:v>2.1</c:v>
                </c:pt>
                <c:pt idx="2303">
                  <c:v>3.4</c:v>
                </c:pt>
                <c:pt idx="2304">
                  <c:v>3.3</c:v>
                </c:pt>
                <c:pt idx="2305">
                  <c:v>4.5</c:v>
                </c:pt>
                <c:pt idx="2306">
                  <c:v>7.6</c:v>
                </c:pt>
                <c:pt idx="2307">
                  <c:v>3.3</c:v>
                </c:pt>
                <c:pt idx="2308">
                  <c:v>4.2</c:v>
                </c:pt>
                <c:pt idx="2309">
                  <c:v>5</c:v>
                </c:pt>
                <c:pt idx="2310">
                  <c:v>5.2</c:v>
                </c:pt>
                <c:pt idx="2311">
                  <c:v>3.4</c:v>
                </c:pt>
                <c:pt idx="2312">
                  <c:v>2.8</c:v>
                </c:pt>
                <c:pt idx="2313">
                  <c:v>3</c:v>
                </c:pt>
                <c:pt idx="2314">
                  <c:v>5.2</c:v>
                </c:pt>
                <c:pt idx="2315">
                  <c:v>3.4</c:v>
                </c:pt>
                <c:pt idx="2316">
                  <c:v>5</c:v>
                </c:pt>
                <c:pt idx="2317">
                  <c:v>2.5</c:v>
                </c:pt>
                <c:pt idx="2318">
                  <c:v>2.8</c:v>
                </c:pt>
                <c:pt idx="2319">
                  <c:v>3</c:v>
                </c:pt>
                <c:pt idx="2320">
                  <c:v>2.8</c:v>
                </c:pt>
                <c:pt idx="2321">
                  <c:v>3.6</c:v>
                </c:pt>
                <c:pt idx="2322">
                  <c:v>3.1</c:v>
                </c:pt>
                <c:pt idx="2323">
                  <c:v>3.1</c:v>
                </c:pt>
                <c:pt idx="2324">
                  <c:v>3.3</c:v>
                </c:pt>
                <c:pt idx="2325">
                  <c:v>2.2999999999999998</c:v>
                </c:pt>
                <c:pt idx="2326">
                  <c:v>2</c:v>
                </c:pt>
                <c:pt idx="2327">
                  <c:v>1.7</c:v>
                </c:pt>
                <c:pt idx="2328">
                  <c:v>2</c:v>
                </c:pt>
                <c:pt idx="2329">
                  <c:v>2.5</c:v>
                </c:pt>
                <c:pt idx="2330">
                  <c:v>2</c:v>
                </c:pt>
                <c:pt idx="2331">
                  <c:v>2.6</c:v>
                </c:pt>
                <c:pt idx="2332">
                  <c:v>2.4</c:v>
                </c:pt>
                <c:pt idx="2333">
                  <c:v>1.6</c:v>
                </c:pt>
                <c:pt idx="2334">
                  <c:v>1.1000000000000001</c:v>
                </c:pt>
                <c:pt idx="2335">
                  <c:v>3.6</c:v>
                </c:pt>
                <c:pt idx="2336">
                  <c:v>3.1</c:v>
                </c:pt>
                <c:pt idx="2337">
                  <c:v>3.6</c:v>
                </c:pt>
                <c:pt idx="2338">
                  <c:v>4.0999999999999996</c:v>
                </c:pt>
                <c:pt idx="2339">
                  <c:v>3</c:v>
                </c:pt>
                <c:pt idx="2340">
                  <c:v>3.3</c:v>
                </c:pt>
                <c:pt idx="2341">
                  <c:v>4</c:v>
                </c:pt>
                <c:pt idx="2342">
                  <c:v>2.4</c:v>
                </c:pt>
                <c:pt idx="2343">
                  <c:v>3.6</c:v>
                </c:pt>
                <c:pt idx="2344">
                  <c:v>3.9</c:v>
                </c:pt>
                <c:pt idx="2345">
                  <c:v>3.7</c:v>
                </c:pt>
                <c:pt idx="2346">
                  <c:v>3.3</c:v>
                </c:pt>
                <c:pt idx="2347">
                  <c:v>3.8</c:v>
                </c:pt>
                <c:pt idx="2348">
                  <c:v>3.4</c:v>
                </c:pt>
                <c:pt idx="2349">
                  <c:v>6.4</c:v>
                </c:pt>
                <c:pt idx="2350">
                  <c:v>3.8</c:v>
                </c:pt>
                <c:pt idx="2351">
                  <c:v>4.8</c:v>
                </c:pt>
                <c:pt idx="2352">
                  <c:v>3.6</c:v>
                </c:pt>
                <c:pt idx="2353">
                  <c:v>3.1</c:v>
                </c:pt>
                <c:pt idx="2354">
                  <c:v>3.1</c:v>
                </c:pt>
                <c:pt idx="2355">
                  <c:v>3.6</c:v>
                </c:pt>
                <c:pt idx="2356">
                  <c:v>2.5</c:v>
                </c:pt>
                <c:pt idx="2357">
                  <c:v>3</c:v>
                </c:pt>
                <c:pt idx="2358">
                  <c:v>2.8</c:v>
                </c:pt>
                <c:pt idx="2359">
                  <c:v>3.5</c:v>
                </c:pt>
                <c:pt idx="2360">
                  <c:v>4</c:v>
                </c:pt>
                <c:pt idx="2361">
                  <c:v>3.9</c:v>
                </c:pt>
                <c:pt idx="2362">
                  <c:v>2.4</c:v>
                </c:pt>
                <c:pt idx="2363">
                  <c:v>3</c:v>
                </c:pt>
                <c:pt idx="2364">
                  <c:v>3.6</c:v>
                </c:pt>
                <c:pt idx="2365">
                  <c:v>3.2</c:v>
                </c:pt>
                <c:pt idx="2366">
                  <c:v>3.6</c:v>
                </c:pt>
                <c:pt idx="2367">
                  <c:v>3.7</c:v>
                </c:pt>
                <c:pt idx="2368">
                  <c:v>4.4000000000000004</c:v>
                </c:pt>
                <c:pt idx="2369">
                  <c:v>2.2000000000000002</c:v>
                </c:pt>
                <c:pt idx="2370">
                  <c:v>3</c:v>
                </c:pt>
                <c:pt idx="2371">
                  <c:v>3.1</c:v>
                </c:pt>
                <c:pt idx="2372">
                  <c:v>3.2</c:v>
                </c:pt>
                <c:pt idx="2373">
                  <c:v>4.2</c:v>
                </c:pt>
                <c:pt idx="2374">
                  <c:v>5.0999999999999996</c:v>
                </c:pt>
                <c:pt idx="2375">
                  <c:v>4.5999999999999996</c:v>
                </c:pt>
                <c:pt idx="2376">
                  <c:v>3.8</c:v>
                </c:pt>
                <c:pt idx="2377">
                  <c:v>3.3</c:v>
                </c:pt>
                <c:pt idx="2378">
                  <c:v>3.1</c:v>
                </c:pt>
                <c:pt idx="2379">
                  <c:v>4.2</c:v>
                </c:pt>
                <c:pt idx="2380">
                  <c:v>2.6</c:v>
                </c:pt>
                <c:pt idx="2381">
                  <c:v>2.9</c:v>
                </c:pt>
                <c:pt idx="2382">
                  <c:v>3</c:v>
                </c:pt>
                <c:pt idx="2383">
                  <c:v>3</c:v>
                </c:pt>
                <c:pt idx="2384">
                  <c:v>2.5</c:v>
                </c:pt>
                <c:pt idx="2385">
                  <c:v>3.1</c:v>
                </c:pt>
                <c:pt idx="2386">
                  <c:v>2.8</c:v>
                </c:pt>
                <c:pt idx="2387">
                  <c:v>3.7</c:v>
                </c:pt>
                <c:pt idx="2388">
                  <c:v>6.1</c:v>
                </c:pt>
                <c:pt idx="2389">
                  <c:v>3</c:v>
                </c:pt>
                <c:pt idx="2390">
                  <c:v>2.6</c:v>
                </c:pt>
                <c:pt idx="2391">
                  <c:v>3.6</c:v>
                </c:pt>
                <c:pt idx="2392">
                  <c:v>4.3</c:v>
                </c:pt>
                <c:pt idx="2393">
                  <c:v>3.2</c:v>
                </c:pt>
                <c:pt idx="2394">
                  <c:v>4.2</c:v>
                </c:pt>
                <c:pt idx="2395">
                  <c:v>5.3</c:v>
                </c:pt>
                <c:pt idx="2396">
                  <c:v>4.7</c:v>
                </c:pt>
                <c:pt idx="2397">
                  <c:v>3.6</c:v>
                </c:pt>
                <c:pt idx="2398">
                  <c:v>3</c:v>
                </c:pt>
                <c:pt idx="2399">
                  <c:v>4.0999999999999996</c:v>
                </c:pt>
                <c:pt idx="2400">
                  <c:v>3.5</c:v>
                </c:pt>
                <c:pt idx="2401">
                  <c:v>3.8</c:v>
                </c:pt>
                <c:pt idx="2402">
                  <c:v>2</c:v>
                </c:pt>
                <c:pt idx="2403">
                  <c:v>2.4</c:v>
                </c:pt>
                <c:pt idx="2404">
                  <c:v>4</c:v>
                </c:pt>
                <c:pt idx="2405">
                  <c:v>2.9</c:v>
                </c:pt>
                <c:pt idx="2406">
                  <c:v>3.5</c:v>
                </c:pt>
                <c:pt idx="2407">
                  <c:v>4</c:v>
                </c:pt>
                <c:pt idx="2408">
                  <c:v>5.9</c:v>
                </c:pt>
                <c:pt idx="2409">
                  <c:v>3.7</c:v>
                </c:pt>
                <c:pt idx="2410">
                  <c:v>4.2</c:v>
                </c:pt>
                <c:pt idx="2411">
                  <c:v>3.4</c:v>
                </c:pt>
                <c:pt idx="2412">
                  <c:v>2.7</c:v>
                </c:pt>
                <c:pt idx="2413">
                  <c:v>3.3</c:v>
                </c:pt>
                <c:pt idx="2414">
                  <c:v>2.5</c:v>
                </c:pt>
                <c:pt idx="2415">
                  <c:v>2.7</c:v>
                </c:pt>
                <c:pt idx="2416">
                  <c:v>4.0999999999999996</c:v>
                </c:pt>
                <c:pt idx="2417">
                  <c:v>4.8</c:v>
                </c:pt>
                <c:pt idx="2418">
                  <c:v>4</c:v>
                </c:pt>
                <c:pt idx="2419">
                  <c:v>3.5</c:v>
                </c:pt>
                <c:pt idx="2420">
                  <c:v>3.9</c:v>
                </c:pt>
                <c:pt idx="2421">
                  <c:v>3.1</c:v>
                </c:pt>
                <c:pt idx="2422">
                  <c:v>4.5999999999999996</c:v>
                </c:pt>
                <c:pt idx="2423">
                  <c:v>3.7</c:v>
                </c:pt>
                <c:pt idx="2424">
                  <c:v>4.5</c:v>
                </c:pt>
                <c:pt idx="2425">
                  <c:v>3.7</c:v>
                </c:pt>
                <c:pt idx="2426">
                  <c:v>3.7</c:v>
                </c:pt>
                <c:pt idx="2427">
                  <c:v>3.4</c:v>
                </c:pt>
                <c:pt idx="2428">
                  <c:v>3</c:v>
                </c:pt>
                <c:pt idx="2429">
                  <c:v>2.8</c:v>
                </c:pt>
                <c:pt idx="2430">
                  <c:v>2.7</c:v>
                </c:pt>
                <c:pt idx="2431">
                  <c:v>3.2</c:v>
                </c:pt>
                <c:pt idx="2432">
                  <c:v>2.8</c:v>
                </c:pt>
                <c:pt idx="2433">
                  <c:v>3.3</c:v>
                </c:pt>
                <c:pt idx="2434">
                  <c:v>4</c:v>
                </c:pt>
                <c:pt idx="2435">
                  <c:v>5.0999999999999996</c:v>
                </c:pt>
                <c:pt idx="2436">
                  <c:v>3.8</c:v>
                </c:pt>
                <c:pt idx="2437">
                  <c:v>3.1</c:v>
                </c:pt>
                <c:pt idx="2438">
                  <c:v>4.0999999999999996</c:v>
                </c:pt>
                <c:pt idx="2439">
                  <c:v>3.5</c:v>
                </c:pt>
                <c:pt idx="2440">
                  <c:v>3.1</c:v>
                </c:pt>
                <c:pt idx="2441">
                  <c:v>4.2</c:v>
                </c:pt>
                <c:pt idx="2442">
                  <c:v>3</c:v>
                </c:pt>
                <c:pt idx="2443">
                  <c:v>3.9</c:v>
                </c:pt>
                <c:pt idx="2444">
                  <c:v>2.5</c:v>
                </c:pt>
                <c:pt idx="2445">
                  <c:v>3.5</c:v>
                </c:pt>
                <c:pt idx="2446">
                  <c:v>3.9</c:v>
                </c:pt>
                <c:pt idx="2447">
                  <c:v>3.9</c:v>
                </c:pt>
                <c:pt idx="2448">
                  <c:v>4</c:v>
                </c:pt>
                <c:pt idx="2449">
                  <c:v>2.9</c:v>
                </c:pt>
                <c:pt idx="2450">
                  <c:v>2.7</c:v>
                </c:pt>
                <c:pt idx="2451">
                  <c:v>4.0999999999999996</c:v>
                </c:pt>
                <c:pt idx="2452">
                  <c:v>3</c:v>
                </c:pt>
                <c:pt idx="2453">
                  <c:v>3.5</c:v>
                </c:pt>
                <c:pt idx="2454">
                  <c:v>3.3</c:v>
                </c:pt>
                <c:pt idx="2455">
                  <c:v>2.7</c:v>
                </c:pt>
                <c:pt idx="2456">
                  <c:v>2.6</c:v>
                </c:pt>
                <c:pt idx="2457">
                  <c:v>3.5</c:v>
                </c:pt>
                <c:pt idx="2458">
                  <c:v>2.5</c:v>
                </c:pt>
                <c:pt idx="2459">
                  <c:v>2.2999999999999998</c:v>
                </c:pt>
                <c:pt idx="2460">
                  <c:v>2.2000000000000002</c:v>
                </c:pt>
                <c:pt idx="2461">
                  <c:v>5.0999999999999996</c:v>
                </c:pt>
                <c:pt idx="2462">
                  <c:v>5</c:v>
                </c:pt>
                <c:pt idx="2463">
                  <c:v>4.5</c:v>
                </c:pt>
                <c:pt idx="2464">
                  <c:v>3</c:v>
                </c:pt>
                <c:pt idx="2465">
                  <c:v>2.4</c:v>
                </c:pt>
                <c:pt idx="2466">
                  <c:v>3</c:v>
                </c:pt>
                <c:pt idx="2467">
                  <c:v>4.3</c:v>
                </c:pt>
                <c:pt idx="2468">
                  <c:v>3.7</c:v>
                </c:pt>
                <c:pt idx="2469">
                  <c:v>4.0999999999999996</c:v>
                </c:pt>
                <c:pt idx="2470">
                  <c:v>4.5999999999999996</c:v>
                </c:pt>
                <c:pt idx="2471">
                  <c:v>3.9</c:v>
                </c:pt>
                <c:pt idx="2472">
                  <c:v>4.3</c:v>
                </c:pt>
                <c:pt idx="2473">
                  <c:v>2.9</c:v>
                </c:pt>
                <c:pt idx="2474">
                  <c:v>2.2000000000000002</c:v>
                </c:pt>
                <c:pt idx="2475">
                  <c:v>3.1</c:v>
                </c:pt>
                <c:pt idx="2476">
                  <c:v>3.2</c:v>
                </c:pt>
                <c:pt idx="2477">
                  <c:v>2.9</c:v>
                </c:pt>
                <c:pt idx="2478">
                  <c:v>2.2999999999999998</c:v>
                </c:pt>
                <c:pt idx="2479">
                  <c:v>1.8</c:v>
                </c:pt>
                <c:pt idx="2480">
                  <c:v>2.8</c:v>
                </c:pt>
                <c:pt idx="2481">
                  <c:v>3</c:v>
                </c:pt>
                <c:pt idx="2482">
                  <c:v>2.8</c:v>
                </c:pt>
                <c:pt idx="2483">
                  <c:v>4.0999999999999996</c:v>
                </c:pt>
                <c:pt idx="2484">
                  <c:v>2.9</c:v>
                </c:pt>
                <c:pt idx="2485">
                  <c:v>3.2</c:v>
                </c:pt>
                <c:pt idx="2486">
                  <c:v>2.9</c:v>
                </c:pt>
                <c:pt idx="2487">
                  <c:v>4.0999999999999996</c:v>
                </c:pt>
                <c:pt idx="2488">
                  <c:v>3.8</c:v>
                </c:pt>
                <c:pt idx="2489">
                  <c:v>2.6</c:v>
                </c:pt>
                <c:pt idx="2490">
                  <c:v>3.1</c:v>
                </c:pt>
                <c:pt idx="2491">
                  <c:v>2.2000000000000002</c:v>
                </c:pt>
                <c:pt idx="2492">
                  <c:v>3.1</c:v>
                </c:pt>
                <c:pt idx="2493">
                  <c:v>1.6</c:v>
                </c:pt>
                <c:pt idx="2494">
                  <c:v>3.4</c:v>
                </c:pt>
                <c:pt idx="2495">
                  <c:v>2.8</c:v>
                </c:pt>
                <c:pt idx="2496">
                  <c:v>3.1</c:v>
                </c:pt>
                <c:pt idx="2497">
                  <c:v>3.1</c:v>
                </c:pt>
                <c:pt idx="2498">
                  <c:v>3.3</c:v>
                </c:pt>
                <c:pt idx="2499">
                  <c:v>4.9000000000000004</c:v>
                </c:pt>
                <c:pt idx="2500">
                  <c:v>2.4</c:v>
                </c:pt>
                <c:pt idx="2501">
                  <c:v>3.3</c:v>
                </c:pt>
                <c:pt idx="2502">
                  <c:v>3</c:v>
                </c:pt>
                <c:pt idx="2503">
                  <c:v>3.3</c:v>
                </c:pt>
                <c:pt idx="2504">
                  <c:v>2.5</c:v>
                </c:pt>
                <c:pt idx="2505">
                  <c:v>2.8</c:v>
                </c:pt>
                <c:pt idx="2506">
                  <c:v>2.2000000000000002</c:v>
                </c:pt>
                <c:pt idx="2507">
                  <c:v>3.5</c:v>
                </c:pt>
                <c:pt idx="2508">
                  <c:v>2.9</c:v>
                </c:pt>
                <c:pt idx="2509">
                  <c:v>2.4</c:v>
                </c:pt>
                <c:pt idx="2510">
                  <c:v>2.9</c:v>
                </c:pt>
                <c:pt idx="2511">
                  <c:v>2.6</c:v>
                </c:pt>
                <c:pt idx="2512">
                  <c:v>3.3</c:v>
                </c:pt>
                <c:pt idx="2513">
                  <c:v>3.6</c:v>
                </c:pt>
                <c:pt idx="2514">
                  <c:v>4.9000000000000004</c:v>
                </c:pt>
                <c:pt idx="2515">
                  <c:v>4.8</c:v>
                </c:pt>
                <c:pt idx="2516">
                  <c:v>3.1</c:v>
                </c:pt>
                <c:pt idx="2517">
                  <c:v>2.7</c:v>
                </c:pt>
                <c:pt idx="2518">
                  <c:v>3.6</c:v>
                </c:pt>
                <c:pt idx="2519">
                  <c:v>3.2</c:v>
                </c:pt>
                <c:pt idx="2520">
                  <c:v>2.2000000000000002</c:v>
                </c:pt>
                <c:pt idx="2521">
                  <c:v>3.6</c:v>
                </c:pt>
                <c:pt idx="2522">
                  <c:v>3.3</c:v>
                </c:pt>
                <c:pt idx="2523">
                  <c:v>4.0999999999999996</c:v>
                </c:pt>
                <c:pt idx="2524">
                  <c:v>2.6</c:v>
                </c:pt>
                <c:pt idx="2525">
                  <c:v>5.5</c:v>
                </c:pt>
                <c:pt idx="2526">
                  <c:v>4.0999999999999996</c:v>
                </c:pt>
                <c:pt idx="2527">
                  <c:v>3</c:v>
                </c:pt>
                <c:pt idx="2528">
                  <c:v>2.7</c:v>
                </c:pt>
                <c:pt idx="2529">
                  <c:v>3.2</c:v>
                </c:pt>
                <c:pt idx="2530">
                  <c:v>3.6</c:v>
                </c:pt>
                <c:pt idx="2531">
                  <c:v>5.8</c:v>
                </c:pt>
                <c:pt idx="2532">
                  <c:v>2.9</c:v>
                </c:pt>
                <c:pt idx="2533">
                  <c:v>2.7</c:v>
                </c:pt>
                <c:pt idx="2534">
                  <c:v>3.3</c:v>
                </c:pt>
                <c:pt idx="2535">
                  <c:v>2.9</c:v>
                </c:pt>
                <c:pt idx="2536">
                  <c:v>3.5</c:v>
                </c:pt>
                <c:pt idx="2537">
                  <c:v>3.2</c:v>
                </c:pt>
                <c:pt idx="2538">
                  <c:v>3</c:v>
                </c:pt>
                <c:pt idx="2539">
                  <c:v>3.4</c:v>
                </c:pt>
                <c:pt idx="2540">
                  <c:v>2.7</c:v>
                </c:pt>
                <c:pt idx="2541">
                  <c:v>2.9</c:v>
                </c:pt>
                <c:pt idx="2542">
                  <c:v>2.2999999999999998</c:v>
                </c:pt>
                <c:pt idx="2543">
                  <c:v>4</c:v>
                </c:pt>
                <c:pt idx="2544">
                  <c:v>4.5999999999999996</c:v>
                </c:pt>
                <c:pt idx="2545">
                  <c:v>4.2</c:v>
                </c:pt>
                <c:pt idx="2546">
                  <c:v>2.7</c:v>
                </c:pt>
                <c:pt idx="2547">
                  <c:v>2.5</c:v>
                </c:pt>
                <c:pt idx="2548">
                  <c:v>3</c:v>
                </c:pt>
                <c:pt idx="2549">
                  <c:v>1.9</c:v>
                </c:pt>
                <c:pt idx="2550">
                  <c:v>3.1</c:v>
                </c:pt>
                <c:pt idx="2551">
                  <c:v>5.5</c:v>
                </c:pt>
                <c:pt idx="2552">
                  <c:v>6.8</c:v>
                </c:pt>
                <c:pt idx="2553">
                  <c:v>4.5999999999999996</c:v>
                </c:pt>
                <c:pt idx="2554">
                  <c:v>3.3</c:v>
                </c:pt>
                <c:pt idx="2555">
                  <c:v>3</c:v>
                </c:pt>
                <c:pt idx="2556">
                  <c:v>4.2</c:v>
                </c:pt>
                <c:pt idx="2557">
                  <c:v>3.6</c:v>
                </c:pt>
                <c:pt idx="2558">
                  <c:v>2.9</c:v>
                </c:pt>
                <c:pt idx="2559">
                  <c:v>2.8</c:v>
                </c:pt>
                <c:pt idx="2560">
                  <c:v>4.3</c:v>
                </c:pt>
                <c:pt idx="2561">
                  <c:v>3.2</c:v>
                </c:pt>
                <c:pt idx="2562">
                  <c:v>3.6</c:v>
                </c:pt>
                <c:pt idx="2563">
                  <c:v>3</c:v>
                </c:pt>
                <c:pt idx="2564">
                  <c:v>3.3</c:v>
                </c:pt>
                <c:pt idx="2565">
                  <c:v>5.5</c:v>
                </c:pt>
                <c:pt idx="2566">
                  <c:v>2.5</c:v>
                </c:pt>
                <c:pt idx="2567">
                  <c:v>2.5</c:v>
                </c:pt>
                <c:pt idx="2568">
                  <c:v>2.6</c:v>
                </c:pt>
                <c:pt idx="2569">
                  <c:v>4.3</c:v>
                </c:pt>
                <c:pt idx="2570">
                  <c:v>2.8</c:v>
                </c:pt>
                <c:pt idx="2571">
                  <c:v>2.7</c:v>
                </c:pt>
                <c:pt idx="2572">
                  <c:v>3.7</c:v>
                </c:pt>
                <c:pt idx="2573">
                  <c:v>2.9</c:v>
                </c:pt>
                <c:pt idx="2574">
                  <c:v>5.9</c:v>
                </c:pt>
                <c:pt idx="2575">
                  <c:v>4.0999999999999996</c:v>
                </c:pt>
                <c:pt idx="2576">
                  <c:v>4.4000000000000004</c:v>
                </c:pt>
                <c:pt idx="2577">
                  <c:v>4.5999999999999996</c:v>
                </c:pt>
                <c:pt idx="2578">
                  <c:v>3.5</c:v>
                </c:pt>
                <c:pt idx="2579">
                  <c:v>2.5</c:v>
                </c:pt>
                <c:pt idx="2580">
                  <c:v>1.4</c:v>
                </c:pt>
                <c:pt idx="2581">
                  <c:v>2</c:v>
                </c:pt>
                <c:pt idx="2582">
                  <c:v>5.0999999999999996</c:v>
                </c:pt>
                <c:pt idx="2583">
                  <c:v>6.2</c:v>
                </c:pt>
                <c:pt idx="2584">
                  <c:v>3.1</c:v>
                </c:pt>
                <c:pt idx="2585">
                  <c:v>2.9</c:v>
                </c:pt>
                <c:pt idx="2586">
                  <c:v>2</c:v>
                </c:pt>
                <c:pt idx="2587">
                  <c:v>3.1</c:v>
                </c:pt>
                <c:pt idx="2588">
                  <c:v>2.8</c:v>
                </c:pt>
                <c:pt idx="2589">
                  <c:v>3</c:v>
                </c:pt>
                <c:pt idx="2590">
                  <c:v>2.6</c:v>
                </c:pt>
                <c:pt idx="2591">
                  <c:v>4.3</c:v>
                </c:pt>
                <c:pt idx="2592">
                  <c:v>3.5</c:v>
                </c:pt>
                <c:pt idx="2593">
                  <c:v>3.4</c:v>
                </c:pt>
                <c:pt idx="2594">
                  <c:v>4.8</c:v>
                </c:pt>
                <c:pt idx="2595">
                  <c:v>3.9</c:v>
                </c:pt>
                <c:pt idx="2596">
                  <c:v>3.7</c:v>
                </c:pt>
                <c:pt idx="2597">
                  <c:v>3.4</c:v>
                </c:pt>
                <c:pt idx="2598">
                  <c:v>3.2</c:v>
                </c:pt>
                <c:pt idx="2599">
                  <c:v>3.8</c:v>
                </c:pt>
                <c:pt idx="2600">
                  <c:v>4.9000000000000004</c:v>
                </c:pt>
                <c:pt idx="2601">
                  <c:v>4</c:v>
                </c:pt>
                <c:pt idx="2602">
                  <c:v>4.3</c:v>
                </c:pt>
                <c:pt idx="2603">
                  <c:v>1.9</c:v>
                </c:pt>
                <c:pt idx="2604">
                  <c:v>3.5</c:v>
                </c:pt>
                <c:pt idx="2605">
                  <c:v>3.6</c:v>
                </c:pt>
                <c:pt idx="2606">
                  <c:v>3.5</c:v>
                </c:pt>
                <c:pt idx="2607">
                  <c:v>2.2999999999999998</c:v>
                </c:pt>
                <c:pt idx="2608">
                  <c:v>2.2999999999999998</c:v>
                </c:pt>
                <c:pt idx="2609">
                  <c:v>3.4</c:v>
                </c:pt>
                <c:pt idx="2610">
                  <c:v>4.9000000000000004</c:v>
                </c:pt>
                <c:pt idx="2611">
                  <c:v>3.6</c:v>
                </c:pt>
                <c:pt idx="2612">
                  <c:v>2.8</c:v>
                </c:pt>
                <c:pt idx="2613">
                  <c:v>3.9</c:v>
                </c:pt>
                <c:pt idx="2614">
                  <c:v>5.2</c:v>
                </c:pt>
                <c:pt idx="2615">
                  <c:v>5.8</c:v>
                </c:pt>
                <c:pt idx="2616">
                  <c:v>4.2</c:v>
                </c:pt>
                <c:pt idx="2617">
                  <c:v>3</c:v>
                </c:pt>
                <c:pt idx="2618">
                  <c:v>3.4</c:v>
                </c:pt>
                <c:pt idx="2619">
                  <c:v>2.1</c:v>
                </c:pt>
                <c:pt idx="2620">
                  <c:v>2.2000000000000002</c:v>
                </c:pt>
                <c:pt idx="2621">
                  <c:v>3.8</c:v>
                </c:pt>
                <c:pt idx="2622">
                  <c:v>3.4</c:v>
                </c:pt>
                <c:pt idx="2623">
                  <c:v>3</c:v>
                </c:pt>
                <c:pt idx="2624">
                  <c:v>3.5</c:v>
                </c:pt>
                <c:pt idx="2625">
                  <c:v>2.7</c:v>
                </c:pt>
                <c:pt idx="2626">
                  <c:v>3.9</c:v>
                </c:pt>
                <c:pt idx="2627">
                  <c:v>3.7</c:v>
                </c:pt>
                <c:pt idx="2628">
                  <c:v>5.8</c:v>
                </c:pt>
                <c:pt idx="2629">
                  <c:v>3.8</c:v>
                </c:pt>
                <c:pt idx="2630">
                  <c:v>2.9</c:v>
                </c:pt>
                <c:pt idx="2631">
                  <c:v>3.3</c:v>
                </c:pt>
                <c:pt idx="2632">
                  <c:v>3.4</c:v>
                </c:pt>
                <c:pt idx="2633">
                  <c:v>4</c:v>
                </c:pt>
                <c:pt idx="2634">
                  <c:v>2.7</c:v>
                </c:pt>
                <c:pt idx="2635">
                  <c:v>4.3</c:v>
                </c:pt>
                <c:pt idx="2636">
                  <c:v>3.1</c:v>
                </c:pt>
                <c:pt idx="2637">
                  <c:v>4.3</c:v>
                </c:pt>
                <c:pt idx="2638">
                  <c:v>4.4000000000000004</c:v>
                </c:pt>
                <c:pt idx="2639">
                  <c:v>3.4</c:v>
                </c:pt>
                <c:pt idx="2640">
                  <c:v>4.0999999999999996</c:v>
                </c:pt>
                <c:pt idx="2641">
                  <c:v>2.8</c:v>
                </c:pt>
                <c:pt idx="2642">
                  <c:v>2.6</c:v>
                </c:pt>
                <c:pt idx="2643">
                  <c:v>2.8</c:v>
                </c:pt>
                <c:pt idx="2644">
                  <c:v>3.2</c:v>
                </c:pt>
                <c:pt idx="2645">
                  <c:v>4.7</c:v>
                </c:pt>
                <c:pt idx="2646">
                  <c:v>4</c:v>
                </c:pt>
                <c:pt idx="2647">
                  <c:v>4.2</c:v>
                </c:pt>
                <c:pt idx="2648">
                  <c:v>2.9</c:v>
                </c:pt>
                <c:pt idx="2649">
                  <c:v>3.7</c:v>
                </c:pt>
                <c:pt idx="2650">
                  <c:v>1.9</c:v>
                </c:pt>
                <c:pt idx="2651">
                  <c:v>1.9</c:v>
                </c:pt>
                <c:pt idx="2652">
                  <c:v>3.7</c:v>
                </c:pt>
                <c:pt idx="2653">
                  <c:v>3.6</c:v>
                </c:pt>
                <c:pt idx="2654">
                  <c:v>2.2999999999999998</c:v>
                </c:pt>
                <c:pt idx="2655">
                  <c:v>1.9</c:v>
                </c:pt>
                <c:pt idx="2656">
                  <c:v>2.1</c:v>
                </c:pt>
                <c:pt idx="2657">
                  <c:v>3.3</c:v>
                </c:pt>
                <c:pt idx="2658">
                  <c:v>5.6</c:v>
                </c:pt>
                <c:pt idx="2659">
                  <c:v>4.4000000000000004</c:v>
                </c:pt>
                <c:pt idx="2660">
                  <c:v>4.0999999999999996</c:v>
                </c:pt>
                <c:pt idx="2661">
                  <c:v>4.5</c:v>
                </c:pt>
                <c:pt idx="2662">
                  <c:v>3.8</c:v>
                </c:pt>
                <c:pt idx="2663">
                  <c:v>3.4</c:v>
                </c:pt>
                <c:pt idx="2664">
                  <c:v>3.3</c:v>
                </c:pt>
                <c:pt idx="2665">
                  <c:v>2.7</c:v>
                </c:pt>
                <c:pt idx="2666">
                  <c:v>2.1</c:v>
                </c:pt>
                <c:pt idx="2667">
                  <c:v>6.2</c:v>
                </c:pt>
                <c:pt idx="2668">
                  <c:v>5.7</c:v>
                </c:pt>
                <c:pt idx="2669">
                  <c:v>7.1</c:v>
                </c:pt>
                <c:pt idx="2670">
                  <c:v>5.5</c:v>
                </c:pt>
                <c:pt idx="2671">
                  <c:v>6.5</c:v>
                </c:pt>
                <c:pt idx="2672">
                  <c:v>4.5</c:v>
                </c:pt>
                <c:pt idx="2673">
                  <c:v>2.9</c:v>
                </c:pt>
                <c:pt idx="2674">
                  <c:v>4.7</c:v>
                </c:pt>
                <c:pt idx="2675">
                  <c:v>4.4000000000000004</c:v>
                </c:pt>
                <c:pt idx="2676">
                  <c:v>4.7</c:v>
                </c:pt>
                <c:pt idx="2677">
                  <c:v>3.8</c:v>
                </c:pt>
                <c:pt idx="2678">
                  <c:v>4.0999999999999996</c:v>
                </c:pt>
                <c:pt idx="2679">
                  <c:v>2.8</c:v>
                </c:pt>
                <c:pt idx="2680">
                  <c:v>2.4</c:v>
                </c:pt>
                <c:pt idx="2681">
                  <c:v>3.9</c:v>
                </c:pt>
                <c:pt idx="2682">
                  <c:v>3.8</c:v>
                </c:pt>
                <c:pt idx="2683">
                  <c:v>5</c:v>
                </c:pt>
                <c:pt idx="2684">
                  <c:v>4.3</c:v>
                </c:pt>
                <c:pt idx="2685">
                  <c:v>4.0999999999999996</c:v>
                </c:pt>
                <c:pt idx="2686">
                  <c:v>4</c:v>
                </c:pt>
                <c:pt idx="2687">
                  <c:v>5.6</c:v>
                </c:pt>
                <c:pt idx="2688">
                  <c:v>4.7</c:v>
                </c:pt>
                <c:pt idx="2689">
                  <c:v>4.8</c:v>
                </c:pt>
                <c:pt idx="2690">
                  <c:v>3.9</c:v>
                </c:pt>
                <c:pt idx="2691">
                  <c:v>3.8</c:v>
                </c:pt>
                <c:pt idx="2692">
                  <c:v>5.8</c:v>
                </c:pt>
                <c:pt idx="2693">
                  <c:v>4.8</c:v>
                </c:pt>
                <c:pt idx="2694">
                  <c:v>3.1</c:v>
                </c:pt>
                <c:pt idx="2695">
                  <c:v>4</c:v>
                </c:pt>
                <c:pt idx="2696">
                  <c:v>2.8</c:v>
                </c:pt>
                <c:pt idx="2697">
                  <c:v>2.8</c:v>
                </c:pt>
                <c:pt idx="2698">
                  <c:v>2.6</c:v>
                </c:pt>
                <c:pt idx="2699">
                  <c:v>4.0999999999999996</c:v>
                </c:pt>
                <c:pt idx="2700">
                  <c:v>5.9</c:v>
                </c:pt>
                <c:pt idx="2701">
                  <c:v>5.6</c:v>
                </c:pt>
                <c:pt idx="2702">
                  <c:v>4.9000000000000004</c:v>
                </c:pt>
                <c:pt idx="2703">
                  <c:v>3.6</c:v>
                </c:pt>
                <c:pt idx="2704">
                  <c:v>2.1</c:v>
                </c:pt>
                <c:pt idx="2705">
                  <c:v>1.9</c:v>
                </c:pt>
                <c:pt idx="2706">
                  <c:v>4.0999999999999996</c:v>
                </c:pt>
                <c:pt idx="2707">
                  <c:v>3.2</c:v>
                </c:pt>
                <c:pt idx="2708">
                  <c:v>3.3</c:v>
                </c:pt>
                <c:pt idx="2709">
                  <c:v>3</c:v>
                </c:pt>
                <c:pt idx="2710">
                  <c:v>4.5</c:v>
                </c:pt>
                <c:pt idx="2711">
                  <c:v>4</c:v>
                </c:pt>
                <c:pt idx="2712">
                  <c:v>4.0999999999999996</c:v>
                </c:pt>
                <c:pt idx="2713">
                  <c:v>3.9</c:v>
                </c:pt>
                <c:pt idx="2714">
                  <c:v>3.7</c:v>
                </c:pt>
                <c:pt idx="2715">
                  <c:v>3.8</c:v>
                </c:pt>
                <c:pt idx="2716">
                  <c:v>3</c:v>
                </c:pt>
                <c:pt idx="2717">
                  <c:v>4.0999999999999996</c:v>
                </c:pt>
                <c:pt idx="2718">
                  <c:v>5.0999999999999996</c:v>
                </c:pt>
                <c:pt idx="2719">
                  <c:v>4.3</c:v>
                </c:pt>
                <c:pt idx="2720">
                  <c:v>4.5</c:v>
                </c:pt>
                <c:pt idx="2721">
                  <c:v>4.7</c:v>
                </c:pt>
                <c:pt idx="2722">
                  <c:v>3.5</c:v>
                </c:pt>
                <c:pt idx="2723">
                  <c:v>4.5</c:v>
                </c:pt>
                <c:pt idx="2724">
                  <c:v>3.9</c:v>
                </c:pt>
                <c:pt idx="2725">
                  <c:v>5</c:v>
                </c:pt>
                <c:pt idx="2726">
                  <c:v>4.8</c:v>
                </c:pt>
                <c:pt idx="2727">
                  <c:v>4.9000000000000004</c:v>
                </c:pt>
                <c:pt idx="2728">
                  <c:v>4.8</c:v>
                </c:pt>
                <c:pt idx="2729">
                  <c:v>6.1</c:v>
                </c:pt>
                <c:pt idx="2730">
                  <c:v>5.8</c:v>
                </c:pt>
                <c:pt idx="2731">
                  <c:v>5</c:v>
                </c:pt>
                <c:pt idx="2732">
                  <c:v>4.0999999999999996</c:v>
                </c:pt>
                <c:pt idx="2733">
                  <c:v>3.7</c:v>
                </c:pt>
                <c:pt idx="2734">
                  <c:v>2.6</c:v>
                </c:pt>
                <c:pt idx="2735">
                  <c:v>4.2</c:v>
                </c:pt>
                <c:pt idx="2736">
                  <c:v>5.0999999999999996</c:v>
                </c:pt>
                <c:pt idx="2737">
                  <c:v>3.6</c:v>
                </c:pt>
                <c:pt idx="2738">
                  <c:v>4.2</c:v>
                </c:pt>
                <c:pt idx="2739">
                  <c:v>3.3</c:v>
                </c:pt>
                <c:pt idx="2740">
                  <c:v>5</c:v>
                </c:pt>
                <c:pt idx="2741">
                  <c:v>4.2</c:v>
                </c:pt>
                <c:pt idx="2742">
                  <c:v>5.5</c:v>
                </c:pt>
                <c:pt idx="2743">
                  <c:v>3.7</c:v>
                </c:pt>
                <c:pt idx="2744">
                  <c:v>6.4</c:v>
                </c:pt>
                <c:pt idx="2745">
                  <c:v>5.5</c:v>
                </c:pt>
                <c:pt idx="2746">
                  <c:v>5.3</c:v>
                </c:pt>
                <c:pt idx="2747">
                  <c:v>3.9</c:v>
                </c:pt>
                <c:pt idx="2748">
                  <c:v>5.0999999999999996</c:v>
                </c:pt>
                <c:pt idx="2749">
                  <c:v>4.5</c:v>
                </c:pt>
                <c:pt idx="2750">
                  <c:v>6.2</c:v>
                </c:pt>
                <c:pt idx="2751">
                  <c:v>3.9</c:v>
                </c:pt>
                <c:pt idx="2752">
                  <c:v>4.4000000000000004</c:v>
                </c:pt>
                <c:pt idx="2753">
                  <c:v>3.4</c:v>
                </c:pt>
                <c:pt idx="2754">
                  <c:v>3</c:v>
                </c:pt>
                <c:pt idx="2755">
                  <c:v>3.7</c:v>
                </c:pt>
                <c:pt idx="2756">
                  <c:v>3.9</c:v>
                </c:pt>
                <c:pt idx="2757">
                  <c:v>4.7</c:v>
                </c:pt>
                <c:pt idx="2758">
                  <c:v>4.3</c:v>
                </c:pt>
                <c:pt idx="2759">
                  <c:v>3.1</c:v>
                </c:pt>
                <c:pt idx="2760">
                  <c:v>4.5</c:v>
                </c:pt>
                <c:pt idx="2761">
                  <c:v>3.8</c:v>
                </c:pt>
                <c:pt idx="2762">
                  <c:v>5</c:v>
                </c:pt>
                <c:pt idx="2763">
                  <c:v>3.8</c:v>
                </c:pt>
                <c:pt idx="2764">
                  <c:v>3.8</c:v>
                </c:pt>
                <c:pt idx="2765">
                  <c:v>3.8</c:v>
                </c:pt>
                <c:pt idx="2766">
                  <c:v>3.8</c:v>
                </c:pt>
                <c:pt idx="2767">
                  <c:v>3.5</c:v>
                </c:pt>
                <c:pt idx="2768">
                  <c:v>3.7</c:v>
                </c:pt>
                <c:pt idx="2769">
                  <c:v>4.2</c:v>
                </c:pt>
                <c:pt idx="2770">
                  <c:v>3.8</c:v>
                </c:pt>
                <c:pt idx="2771">
                  <c:v>4.3</c:v>
                </c:pt>
                <c:pt idx="2772">
                  <c:v>4.0999999999999996</c:v>
                </c:pt>
                <c:pt idx="2773">
                  <c:v>3.4</c:v>
                </c:pt>
                <c:pt idx="2774">
                  <c:v>3.5</c:v>
                </c:pt>
                <c:pt idx="2775">
                  <c:v>5.5</c:v>
                </c:pt>
                <c:pt idx="2776">
                  <c:v>4.2</c:v>
                </c:pt>
                <c:pt idx="2777">
                  <c:v>3.1</c:v>
                </c:pt>
                <c:pt idx="2778">
                  <c:v>2.2999999999999998</c:v>
                </c:pt>
                <c:pt idx="2779">
                  <c:v>2.7</c:v>
                </c:pt>
                <c:pt idx="2780">
                  <c:v>3.5</c:v>
                </c:pt>
                <c:pt idx="2781">
                  <c:v>4.9000000000000004</c:v>
                </c:pt>
                <c:pt idx="2782">
                  <c:v>6.6</c:v>
                </c:pt>
                <c:pt idx="2783">
                  <c:v>5.5</c:v>
                </c:pt>
                <c:pt idx="2784">
                  <c:v>5.8</c:v>
                </c:pt>
                <c:pt idx="2785">
                  <c:v>3.5</c:v>
                </c:pt>
                <c:pt idx="2786">
                  <c:v>4.3</c:v>
                </c:pt>
                <c:pt idx="2787">
                  <c:v>4</c:v>
                </c:pt>
                <c:pt idx="2788">
                  <c:v>3.6</c:v>
                </c:pt>
                <c:pt idx="2789">
                  <c:v>3.3</c:v>
                </c:pt>
                <c:pt idx="2790">
                  <c:v>4.8</c:v>
                </c:pt>
                <c:pt idx="2791">
                  <c:v>3.6</c:v>
                </c:pt>
                <c:pt idx="2792">
                  <c:v>4.4000000000000004</c:v>
                </c:pt>
                <c:pt idx="2793">
                  <c:v>3.9</c:v>
                </c:pt>
                <c:pt idx="2794">
                  <c:v>4.3</c:v>
                </c:pt>
                <c:pt idx="2795">
                  <c:v>4.4000000000000004</c:v>
                </c:pt>
                <c:pt idx="2796">
                  <c:v>3.9</c:v>
                </c:pt>
                <c:pt idx="2797">
                  <c:v>3.4</c:v>
                </c:pt>
                <c:pt idx="2798">
                  <c:v>3.1</c:v>
                </c:pt>
                <c:pt idx="2799">
                  <c:v>4.9000000000000004</c:v>
                </c:pt>
                <c:pt idx="2800">
                  <c:v>4.9000000000000004</c:v>
                </c:pt>
                <c:pt idx="2801">
                  <c:v>5.7</c:v>
                </c:pt>
                <c:pt idx="2802">
                  <c:v>5.3</c:v>
                </c:pt>
                <c:pt idx="2803">
                  <c:v>5.2</c:v>
                </c:pt>
                <c:pt idx="2804">
                  <c:v>3.1</c:v>
                </c:pt>
                <c:pt idx="2805">
                  <c:v>4.3</c:v>
                </c:pt>
                <c:pt idx="2806">
                  <c:v>5.3</c:v>
                </c:pt>
                <c:pt idx="2807">
                  <c:v>3.9</c:v>
                </c:pt>
                <c:pt idx="2808">
                  <c:v>3.8</c:v>
                </c:pt>
                <c:pt idx="2809">
                  <c:v>3.5</c:v>
                </c:pt>
                <c:pt idx="2810">
                  <c:v>3.8</c:v>
                </c:pt>
                <c:pt idx="2811">
                  <c:v>4.5999999999999996</c:v>
                </c:pt>
                <c:pt idx="2812">
                  <c:v>4.3</c:v>
                </c:pt>
                <c:pt idx="2813">
                  <c:v>3.1</c:v>
                </c:pt>
                <c:pt idx="2814">
                  <c:v>3.3</c:v>
                </c:pt>
                <c:pt idx="2815">
                  <c:v>3.9</c:v>
                </c:pt>
                <c:pt idx="2816">
                  <c:v>3.8</c:v>
                </c:pt>
                <c:pt idx="2817">
                  <c:v>4.4000000000000004</c:v>
                </c:pt>
                <c:pt idx="2818">
                  <c:v>2.8</c:v>
                </c:pt>
                <c:pt idx="2819">
                  <c:v>4.5999999999999996</c:v>
                </c:pt>
                <c:pt idx="2820">
                  <c:v>5.7</c:v>
                </c:pt>
                <c:pt idx="2821">
                  <c:v>2.8</c:v>
                </c:pt>
                <c:pt idx="2822">
                  <c:v>2</c:v>
                </c:pt>
                <c:pt idx="2823">
                  <c:v>4</c:v>
                </c:pt>
                <c:pt idx="2824">
                  <c:v>5.8</c:v>
                </c:pt>
                <c:pt idx="2825">
                  <c:v>4.7</c:v>
                </c:pt>
                <c:pt idx="2826">
                  <c:v>5.5</c:v>
                </c:pt>
                <c:pt idx="2827">
                  <c:v>3.5</c:v>
                </c:pt>
                <c:pt idx="2828">
                  <c:v>3.8</c:v>
                </c:pt>
                <c:pt idx="2829">
                  <c:v>0.1</c:v>
                </c:pt>
                <c:pt idx="2830">
                  <c:v>2.2999999999999998</c:v>
                </c:pt>
                <c:pt idx="2831">
                  <c:v>6.4</c:v>
                </c:pt>
                <c:pt idx="2832">
                  <c:v>4.2</c:v>
                </c:pt>
                <c:pt idx="2833">
                  <c:v>4</c:v>
                </c:pt>
                <c:pt idx="2834">
                  <c:v>3.2</c:v>
                </c:pt>
                <c:pt idx="2835">
                  <c:v>4.8</c:v>
                </c:pt>
                <c:pt idx="2836">
                  <c:v>4.2</c:v>
                </c:pt>
                <c:pt idx="2837">
                  <c:v>3.9</c:v>
                </c:pt>
                <c:pt idx="2838">
                  <c:v>3.5</c:v>
                </c:pt>
                <c:pt idx="2839">
                  <c:v>4.5</c:v>
                </c:pt>
                <c:pt idx="2840">
                  <c:v>5.5</c:v>
                </c:pt>
                <c:pt idx="2841">
                  <c:v>3.9</c:v>
                </c:pt>
                <c:pt idx="2842">
                  <c:v>5.7</c:v>
                </c:pt>
                <c:pt idx="2843">
                  <c:v>5.7</c:v>
                </c:pt>
                <c:pt idx="2844">
                  <c:v>4.5999999999999996</c:v>
                </c:pt>
                <c:pt idx="2845">
                  <c:v>3.3</c:v>
                </c:pt>
                <c:pt idx="2846">
                  <c:v>3</c:v>
                </c:pt>
                <c:pt idx="2847">
                  <c:v>3.4</c:v>
                </c:pt>
                <c:pt idx="2848">
                  <c:v>5.0999999999999996</c:v>
                </c:pt>
                <c:pt idx="2849">
                  <c:v>5.6</c:v>
                </c:pt>
                <c:pt idx="2850">
                  <c:v>6.2</c:v>
                </c:pt>
                <c:pt idx="2851">
                  <c:v>3.7</c:v>
                </c:pt>
                <c:pt idx="2852">
                  <c:v>5.9</c:v>
                </c:pt>
                <c:pt idx="2853">
                  <c:v>4.8</c:v>
                </c:pt>
                <c:pt idx="2854">
                  <c:v>2.8</c:v>
                </c:pt>
                <c:pt idx="2855">
                  <c:v>3.6</c:v>
                </c:pt>
                <c:pt idx="2856">
                  <c:v>3.6</c:v>
                </c:pt>
                <c:pt idx="2857">
                  <c:v>2.9</c:v>
                </c:pt>
                <c:pt idx="2858">
                  <c:v>2.4</c:v>
                </c:pt>
                <c:pt idx="2859">
                  <c:v>5.3</c:v>
                </c:pt>
                <c:pt idx="2860">
                  <c:v>4.2</c:v>
                </c:pt>
                <c:pt idx="2861">
                  <c:v>4.5999999999999996</c:v>
                </c:pt>
                <c:pt idx="2862">
                  <c:v>3.9</c:v>
                </c:pt>
                <c:pt idx="2863">
                  <c:v>2.7</c:v>
                </c:pt>
                <c:pt idx="2864">
                  <c:v>3.6</c:v>
                </c:pt>
                <c:pt idx="2865">
                  <c:v>3</c:v>
                </c:pt>
                <c:pt idx="2866">
                  <c:v>4.8</c:v>
                </c:pt>
                <c:pt idx="2867">
                  <c:v>4.9000000000000004</c:v>
                </c:pt>
                <c:pt idx="2868">
                  <c:v>5.4</c:v>
                </c:pt>
                <c:pt idx="2869">
                  <c:v>4.5999999999999996</c:v>
                </c:pt>
                <c:pt idx="2870">
                  <c:v>4.5999999999999996</c:v>
                </c:pt>
                <c:pt idx="2871">
                  <c:v>4.2</c:v>
                </c:pt>
                <c:pt idx="2872">
                  <c:v>3.6</c:v>
                </c:pt>
                <c:pt idx="2873">
                  <c:v>3.2</c:v>
                </c:pt>
                <c:pt idx="2874">
                  <c:v>3.7</c:v>
                </c:pt>
                <c:pt idx="2875">
                  <c:v>4.7</c:v>
                </c:pt>
                <c:pt idx="2876">
                  <c:v>3.6</c:v>
                </c:pt>
                <c:pt idx="2877">
                  <c:v>4.3</c:v>
                </c:pt>
                <c:pt idx="2878">
                  <c:v>3.8</c:v>
                </c:pt>
                <c:pt idx="2879">
                  <c:v>3.4</c:v>
                </c:pt>
                <c:pt idx="2880">
                  <c:v>5.0999999999999996</c:v>
                </c:pt>
                <c:pt idx="2881">
                  <c:v>4.7</c:v>
                </c:pt>
                <c:pt idx="2882">
                  <c:v>3.5</c:v>
                </c:pt>
                <c:pt idx="2883">
                  <c:v>5.0999999999999996</c:v>
                </c:pt>
                <c:pt idx="2884">
                  <c:v>4.7</c:v>
                </c:pt>
                <c:pt idx="2885">
                  <c:v>4.3</c:v>
                </c:pt>
                <c:pt idx="2886">
                  <c:v>4.5999999999999996</c:v>
                </c:pt>
                <c:pt idx="2887">
                  <c:v>3.6</c:v>
                </c:pt>
                <c:pt idx="2888">
                  <c:v>4.4000000000000004</c:v>
                </c:pt>
                <c:pt idx="2889">
                  <c:v>5</c:v>
                </c:pt>
                <c:pt idx="2890">
                  <c:v>5.0999999999999996</c:v>
                </c:pt>
                <c:pt idx="2891">
                  <c:v>4.5999999999999996</c:v>
                </c:pt>
                <c:pt idx="2892">
                  <c:v>3.3</c:v>
                </c:pt>
                <c:pt idx="2893">
                  <c:v>3.2</c:v>
                </c:pt>
                <c:pt idx="2894">
                  <c:v>3.7</c:v>
                </c:pt>
                <c:pt idx="2895">
                  <c:v>4</c:v>
                </c:pt>
                <c:pt idx="2896">
                  <c:v>5.2</c:v>
                </c:pt>
                <c:pt idx="2897">
                  <c:v>6.5</c:v>
                </c:pt>
                <c:pt idx="2898">
                  <c:v>5</c:v>
                </c:pt>
                <c:pt idx="2899">
                  <c:v>3.4</c:v>
                </c:pt>
                <c:pt idx="2900">
                  <c:v>3.1</c:v>
                </c:pt>
                <c:pt idx="2901">
                  <c:v>3.4</c:v>
                </c:pt>
                <c:pt idx="2902">
                  <c:v>4.4000000000000004</c:v>
                </c:pt>
                <c:pt idx="2903">
                  <c:v>6.5</c:v>
                </c:pt>
                <c:pt idx="2904">
                  <c:v>5.5</c:v>
                </c:pt>
                <c:pt idx="2905">
                  <c:v>6.2</c:v>
                </c:pt>
                <c:pt idx="2906">
                  <c:v>5.0999999999999996</c:v>
                </c:pt>
                <c:pt idx="2907">
                  <c:v>4.7</c:v>
                </c:pt>
                <c:pt idx="2908">
                  <c:v>4.3</c:v>
                </c:pt>
                <c:pt idx="2909">
                  <c:v>4.5</c:v>
                </c:pt>
                <c:pt idx="2910">
                  <c:v>3.6</c:v>
                </c:pt>
                <c:pt idx="2911">
                  <c:v>4.3</c:v>
                </c:pt>
                <c:pt idx="2912">
                  <c:v>3.7</c:v>
                </c:pt>
                <c:pt idx="2913">
                  <c:v>3.5</c:v>
                </c:pt>
                <c:pt idx="2914">
                  <c:v>3.6</c:v>
                </c:pt>
                <c:pt idx="2915">
                  <c:v>6.1</c:v>
                </c:pt>
                <c:pt idx="2916">
                  <c:v>6.5</c:v>
                </c:pt>
                <c:pt idx="2917">
                  <c:v>4.5</c:v>
                </c:pt>
                <c:pt idx="2918">
                  <c:v>4.8</c:v>
                </c:pt>
                <c:pt idx="2919">
                  <c:v>3.6</c:v>
                </c:pt>
                <c:pt idx="2920">
                  <c:v>3.2</c:v>
                </c:pt>
                <c:pt idx="2921">
                  <c:v>3.6</c:v>
                </c:pt>
                <c:pt idx="2922">
                  <c:v>3.2</c:v>
                </c:pt>
                <c:pt idx="2923">
                  <c:v>5.3</c:v>
                </c:pt>
                <c:pt idx="2924">
                  <c:v>6.9</c:v>
                </c:pt>
                <c:pt idx="2925">
                  <c:v>4.9000000000000004</c:v>
                </c:pt>
                <c:pt idx="2926">
                  <c:v>4.9000000000000004</c:v>
                </c:pt>
                <c:pt idx="2927">
                  <c:v>3</c:v>
                </c:pt>
                <c:pt idx="2928">
                  <c:v>3.4</c:v>
                </c:pt>
                <c:pt idx="2929">
                  <c:v>3.8</c:v>
                </c:pt>
                <c:pt idx="2930">
                  <c:v>4</c:v>
                </c:pt>
                <c:pt idx="2931">
                  <c:v>6.1</c:v>
                </c:pt>
                <c:pt idx="2932">
                  <c:v>4.2</c:v>
                </c:pt>
                <c:pt idx="2933">
                  <c:v>4.9000000000000004</c:v>
                </c:pt>
                <c:pt idx="2934">
                  <c:v>5.2</c:v>
                </c:pt>
                <c:pt idx="2935">
                  <c:v>3.8</c:v>
                </c:pt>
                <c:pt idx="2936">
                  <c:v>3.8</c:v>
                </c:pt>
                <c:pt idx="2937">
                  <c:v>4</c:v>
                </c:pt>
                <c:pt idx="2938">
                  <c:v>3.4</c:v>
                </c:pt>
                <c:pt idx="2939">
                  <c:v>4.5999999999999996</c:v>
                </c:pt>
                <c:pt idx="2940">
                  <c:v>6</c:v>
                </c:pt>
                <c:pt idx="2941">
                  <c:v>4.4000000000000004</c:v>
                </c:pt>
                <c:pt idx="2942">
                  <c:v>3.7</c:v>
                </c:pt>
                <c:pt idx="2943">
                  <c:v>4.5999999999999996</c:v>
                </c:pt>
                <c:pt idx="2944">
                  <c:v>4.4000000000000004</c:v>
                </c:pt>
                <c:pt idx="2945">
                  <c:v>4.0999999999999996</c:v>
                </c:pt>
                <c:pt idx="2946">
                  <c:v>5.3</c:v>
                </c:pt>
                <c:pt idx="2947">
                  <c:v>4.2</c:v>
                </c:pt>
                <c:pt idx="2948">
                  <c:v>5.3</c:v>
                </c:pt>
                <c:pt idx="2949">
                  <c:v>4.8</c:v>
                </c:pt>
                <c:pt idx="2950">
                  <c:v>3.9</c:v>
                </c:pt>
                <c:pt idx="2951">
                  <c:v>2.8</c:v>
                </c:pt>
                <c:pt idx="2952">
                  <c:v>3</c:v>
                </c:pt>
                <c:pt idx="2953">
                  <c:v>5.2</c:v>
                </c:pt>
                <c:pt idx="2954">
                  <c:v>5</c:v>
                </c:pt>
                <c:pt idx="2955">
                  <c:v>4.3</c:v>
                </c:pt>
                <c:pt idx="2956">
                  <c:v>4</c:v>
                </c:pt>
                <c:pt idx="2957">
                  <c:v>5</c:v>
                </c:pt>
                <c:pt idx="2958">
                  <c:v>5.4</c:v>
                </c:pt>
                <c:pt idx="2959">
                  <c:v>5.0999999999999996</c:v>
                </c:pt>
                <c:pt idx="2960">
                  <c:v>6.6</c:v>
                </c:pt>
                <c:pt idx="2961">
                  <c:v>4.3</c:v>
                </c:pt>
                <c:pt idx="2962">
                  <c:v>4.0999999999999996</c:v>
                </c:pt>
                <c:pt idx="2963">
                  <c:v>7.3</c:v>
                </c:pt>
                <c:pt idx="2964">
                  <c:v>4.2</c:v>
                </c:pt>
                <c:pt idx="2965">
                  <c:v>4.7</c:v>
                </c:pt>
                <c:pt idx="2966">
                  <c:v>2.5</c:v>
                </c:pt>
                <c:pt idx="2967">
                  <c:v>3.8</c:v>
                </c:pt>
                <c:pt idx="2968">
                  <c:v>4.5</c:v>
                </c:pt>
                <c:pt idx="2969">
                  <c:v>5.7</c:v>
                </c:pt>
                <c:pt idx="2970">
                  <c:v>5.6</c:v>
                </c:pt>
                <c:pt idx="2971">
                  <c:v>6.5</c:v>
                </c:pt>
                <c:pt idx="2972">
                  <c:v>5.6</c:v>
                </c:pt>
                <c:pt idx="2973">
                  <c:v>3.8</c:v>
                </c:pt>
                <c:pt idx="2974">
                  <c:v>4.5999999999999996</c:v>
                </c:pt>
                <c:pt idx="2975">
                  <c:v>4.9000000000000004</c:v>
                </c:pt>
                <c:pt idx="2976">
                  <c:v>4.8</c:v>
                </c:pt>
                <c:pt idx="2977">
                  <c:v>4.4000000000000004</c:v>
                </c:pt>
                <c:pt idx="2978">
                  <c:v>3.1</c:v>
                </c:pt>
                <c:pt idx="2979">
                  <c:v>4.4000000000000004</c:v>
                </c:pt>
                <c:pt idx="2980">
                  <c:v>6.5</c:v>
                </c:pt>
                <c:pt idx="2981">
                  <c:v>5.7</c:v>
                </c:pt>
                <c:pt idx="2982">
                  <c:v>5.8</c:v>
                </c:pt>
                <c:pt idx="2983">
                  <c:v>2.1</c:v>
                </c:pt>
                <c:pt idx="2984">
                  <c:v>3.1</c:v>
                </c:pt>
                <c:pt idx="2985">
                  <c:v>2.7</c:v>
                </c:pt>
                <c:pt idx="2986">
                  <c:v>3.5</c:v>
                </c:pt>
                <c:pt idx="2987">
                  <c:v>4.5</c:v>
                </c:pt>
                <c:pt idx="2988">
                  <c:v>5.8</c:v>
                </c:pt>
                <c:pt idx="2989">
                  <c:v>10.4</c:v>
                </c:pt>
                <c:pt idx="2990">
                  <c:v>7.5</c:v>
                </c:pt>
                <c:pt idx="2991">
                  <c:v>3.9</c:v>
                </c:pt>
                <c:pt idx="2992">
                  <c:v>5.5</c:v>
                </c:pt>
                <c:pt idx="2993">
                  <c:v>5.2</c:v>
                </c:pt>
                <c:pt idx="2994">
                  <c:v>6.8</c:v>
                </c:pt>
                <c:pt idx="2995">
                  <c:v>8.3000000000000007</c:v>
                </c:pt>
                <c:pt idx="2996">
                  <c:v>4.0999999999999996</c:v>
                </c:pt>
                <c:pt idx="2997">
                  <c:v>4.2</c:v>
                </c:pt>
                <c:pt idx="2998">
                  <c:v>3.9</c:v>
                </c:pt>
                <c:pt idx="2999">
                  <c:v>3.5</c:v>
                </c:pt>
                <c:pt idx="3000">
                  <c:v>3.6</c:v>
                </c:pt>
                <c:pt idx="3001">
                  <c:v>5.7</c:v>
                </c:pt>
                <c:pt idx="3002">
                  <c:v>4.2</c:v>
                </c:pt>
                <c:pt idx="3003">
                  <c:v>3.1</c:v>
                </c:pt>
                <c:pt idx="3004">
                  <c:v>4.0999999999999996</c:v>
                </c:pt>
                <c:pt idx="3005">
                  <c:v>8</c:v>
                </c:pt>
                <c:pt idx="3006">
                  <c:v>5</c:v>
                </c:pt>
                <c:pt idx="3007">
                  <c:v>4.5</c:v>
                </c:pt>
                <c:pt idx="3008">
                  <c:v>5.5</c:v>
                </c:pt>
                <c:pt idx="3009">
                  <c:v>4.0999999999999996</c:v>
                </c:pt>
                <c:pt idx="3010">
                  <c:v>4</c:v>
                </c:pt>
                <c:pt idx="3011">
                  <c:v>4.3</c:v>
                </c:pt>
                <c:pt idx="3012">
                  <c:v>3.8</c:v>
                </c:pt>
                <c:pt idx="3013">
                  <c:v>3.2</c:v>
                </c:pt>
                <c:pt idx="3014">
                  <c:v>3.9</c:v>
                </c:pt>
                <c:pt idx="3015">
                  <c:v>5.9</c:v>
                </c:pt>
                <c:pt idx="3016">
                  <c:v>3.9</c:v>
                </c:pt>
                <c:pt idx="3017">
                  <c:v>3</c:v>
                </c:pt>
                <c:pt idx="3018">
                  <c:v>3.1</c:v>
                </c:pt>
                <c:pt idx="3019">
                  <c:v>4.0999999999999996</c:v>
                </c:pt>
                <c:pt idx="3020">
                  <c:v>4.5999999999999996</c:v>
                </c:pt>
                <c:pt idx="3021">
                  <c:v>3.5</c:v>
                </c:pt>
                <c:pt idx="3022">
                  <c:v>3.8</c:v>
                </c:pt>
                <c:pt idx="3023">
                  <c:v>4</c:v>
                </c:pt>
                <c:pt idx="3024">
                  <c:v>4.8</c:v>
                </c:pt>
                <c:pt idx="3025">
                  <c:v>5.0999999999999996</c:v>
                </c:pt>
                <c:pt idx="3026">
                  <c:v>6.9</c:v>
                </c:pt>
                <c:pt idx="3027">
                  <c:v>5.2</c:v>
                </c:pt>
                <c:pt idx="3028">
                  <c:v>3.9</c:v>
                </c:pt>
                <c:pt idx="3029">
                  <c:v>4.0999999999999996</c:v>
                </c:pt>
                <c:pt idx="3030">
                  <c:v>2.9</c:v>
                </c:pt>
                <c:pt idx="3031">
                  <c:v>3.3</c:v>
                </c:pt>
                <c:pt idx="3032">
                  <c:v>4</c:v>
                </c:pt>
                <c:pt idx="3033">
                  <c:v>4.9000000000000004</c:v>
                </c:pt>
                <c:pt idx="3034">
                  <c:v>5.8</c:v>
                </c:pt>
                <c:pt idx="3035">
                  <c:v>3.7</c:v>
                </c:pt>
                <c:pt idx="3036">
                  <c:v>4.4000000000000004</c:v>
                </c:pt>
                <c:pt idx="3037">
                  <c:v>3.7</c:v>
                </c:pt>
                <c:pt idx="3038">
                  <c:v>3.5</c:v>
                </c:pt>
                <c:pt idx="3039">
                  <c:v>5.4</c:v>
                </c:pt>
                <c:pt idx="3040">
                  <c:v>3.5</c:v>
                </c:pt>
                <c:pt idx="3041">
                  <c:v>4.0999999999999996</c:v>
                </c:pt>
                <c:pt idx="3042">
                  <c:v>3.8</c:v>
                </c:pt>
                <c:pt idx="3043">
                  <c:v>4.0999999999999996</c:v>
                </c:pt>
                <c:pt idx="3044">
                  <c:v>3</c:v>
                </c:pt>
                <c:pt idx="3045">
                  <c:v>5</c:v>
                </c:pt>
                <c:pt idx="3046">
                  <c:v>3.4</c:v>
                </c:pt>
                <c:pt idx="3047">
                  <c:v>2.8</c:v>
                </c:pt>
                <c:pt idx="3048">
                  <c:v>3.5</c:v>
                </c:pt>
                <c:pt idx="3049">
                  <c:v>2.5</c:v>
                </c:pt>
                <c:pt idx="3050">
                  <c:v>2.5</c:v>
                </c:pt>
                <c:pt idx="3051">
                  <c:v>3.9</c:v>
                </c:pt>
                <c:pt idx="3052">
                  <c:v>4.7</c:v>
                </c:pt>
                <c:pt idx="3053">
                  <c:v>3.4</c:v>
                </c:pt>
                <c:pt idx="3054">
                  <c:v>2.8</c:v>
                </c:pt>
                <c:pt idx="3055">
                  <c:v>3.4</c:v>
                </c:pt>
                <c:pt idx="3056">
                  <c:v>4.0999999999999996</c:v>
                </c:pt>
                <c:pt idx="3057">
                  <c:v>4.2</c:v>
                </c:pt>
                <c:pt idx="3058">
                  <c:v>5.0999999999999996</c:v>
                </c:pt>
                <c:pt idx="3059">
                  <c:v>2.6</c:v>
                </c:pt>
                <c:pt idx="3060">
                  <c:v>2.8</c:v>
                </c:pt>
                <c:pt idx="3061">
                  <c:v>3.3</c:v>
                </c:pt>
                <c:pt idx="3062">
                  <c:v>2.8</c:v>
                </c:pt>
                <c:pt idx="3063">
                  <c:v>3</c:v>
                </c:pt>
                <c:pt idx="3064">
                  <c:v>2.2999999999999998</c:v>
                </c:pt>
                <c:pt idx="3065">
                  <c:v>2.6</c:v>
                </c:pt>
                <c:pt idx="3066">
                  <c:v>3.9</c:v>
                </c:pt>
                <c:pt idx="3067">
                  <c:v>5.4</c:v>
                </c:pt>
                <c:pt idx="3068">
                  <c:v>4.3</c:v>
                </c:pt>
                <c:pt idx="3069">
                  <c:v>3.5</c:v>
                </c:pt>
                <c:pt idx="3070">
                  <c:v>3.2</c:v>
                </c:pt>
                <c:pt idx="3071">
                  <c:v>6</c:v>
                </c:pt>
                <c:pt idx="3072">
                  <c:v>11.3</c:v>
                </c:pt>
                <c:pt idx="3073">
                  <c:v>3</c:v>
                </c:pt>
                <c:pt idx="3074">
                  <c:v>3.1</c:v>
                </c:pt>
                <c:pt idx="3075">
                  <c:v>2.2000000000000002</c:v>
                </c:pt>
                <c:pt idx="3076">
                  <c:v>1.3</c:v>
                </c:pt>
                <c:pt idx="3077">
                  <c:v>3.3</c:v>
                </c:pt>
                <c:pt idx="3078">
                  <c:v>2.9</c:v>
                </c:pt>
                <c:pt idx="3079">
                  <c:v>2.5</c:v>
                </c:pt>
                <c:pt idx="3080">
                  <c:v>4.4000000000000004</c:v>
                </c:pt>
                <c:pt idx="3081">
                  <c:v>5.2</c:v>
                </c:pt>
                <c:pt idx="3082">
                  <c:v>5</c:v>
                </c:pt>
                <c:pt idx="3083">
                  <c:v>4.2</c:v>
                </c:pt>
                <c:pt idx="3084">
                  <c:v>3.6</c:v>
                </c:pt>
                <c:pt idx="3085">
                  <c:v>4.4000000000000004</c:v>
                </c:pt>
                <c:pt idx="3086">
                  <c:v>5.7</c:v>
                </c:pt>
                <c:pt idx="3087">
                  <c:v>4.9000000000000004</c:v>
                </c:pt>
                <c:pt idx="3088">
                  <c:v>4.4000000000000004</c:v>
                </c:pt>
                <c:pt idx="3089">
                  <c:v>4.0999999999999996</c:v>
                </c:pt>
                <c:pt idx="3090">
                  <c:v>4.5</c:v>
                </c:pt>
                <c:pt idx="3091">
                  <c:v>5.2</c:v>
                </c:pt>
                <c:pt idx="3092">
                  <c:v>7.2</c:v>
                </c:pt>
                <c:pt idx="3093">
                  <c:v>5.5</c:v>
                </c:pt>
                <c:pt idx="3094">
                  <c:v>5.3</c:v>
                </c:pt>
                <c:pt idx="3095">
                  <c:v>4.5999999999999996</c:v>
                </c:pt>
                <c:pt idx="3096">
                  <c:v>3.2</c:v>
                </c:pt>
                <c:pt idx="3097">
                  <c:v>4.5</c:v>
                </c:pt>
                <c:pt idx="3098">
                  <c:v>6.5</c:v>
                </c:pt>
                <c:pt idx="3099">
                  <c:v>3.6</c:v>
                </c:pt>
                <c:pt idx="3100">
                  <c:v>4.0999999999999996</c:v>
                </c:pt>
                <c:pt idx="3101">
                  <c:v>4.9000000000000004</c:v>
                </c:pt>
                <c:pt idx="3102">
                  <c:v>2.8</c:v>
                </c:pt>
                <c:pt idx="3103">
                  <c:v>4.0999999999999996</c:v>
                </c:pt>
                <c:pt idx="3104">
                  <c:v>4.0999999999999996</c:v>
                </c:pt>
                <c:pt idx="3105">
                  <c:v>3.4</c:v>
                </c:pt>
                <c:pt idx="3106">
                  <c:v>4.2</c:v>
                </c:pt>
                <c:pt idx="3107">
                  <c:v>5.0999999999999996</c:v>
                </c:pt>
                <c:pt idx="3108">
                  <c:v>5.2</c:v>
                </c:pt>
                <c:pt idx="3109">
                  <c:v>4.3</c:v>
                </c:pt>
                <c:pt idx="3110">
                  <c:v>5.4</c:v>
                </c:pt>
                <c:pt idx="3111">
                  <c:v>6</c:v>
                </c:pt>
                <c:pt idx="3112">
                  <c:v>5.3</c:v>
                </c:pt>
                <c:pt idx="3113">
                  <c:v>5.2</c:v>
                </c:pt>
                <c:pt idx="3114">
                  <c:v>4.2</c:v>
                </c:pt>
                <c:pt idx="3115">
                  <c:v>5.5</c:v>
                </c:pt>
                <c:pt idx="3116">
                  <c:v>5.4</c:v>
                </c:pt>
                <c:pt idx="3117">
                  <c:v>3.9</c:v>
                </c:pt>
                <c:pt idx="3118">
                  <c:v>4.3</c:v>
                </c:pt>
                <c:pt idx="3119">
                  <c:v>1.8</c:v>
                </c:pt>
                <c:pt idx="3120">
                  <c:v>2.7</c:v>
                </c:pt>
                <c:pt idx="3121">
                  <c:v>3.4</c:v>
                </c:pt>
                <c:pt idx="3122">
                  <c:v>2.9</c:v>
                </c:pt>
                <c:pt idx="3123">
                  <c:v>2.7</c:v>
                </c:pt>
                <c:pt idx="3124">
                  <c:v>1.8</c:v>
                </c:pt>
                <c:pt idx="3125">
                  <c:v>2.6</c:v>
                </c:pt>
                <c:pt idx="3126">
                  <c:v>3.3</c:v>
                </c:pt>
                <c:pt idx="3127">
                  <c:v>3.9</c:v>
                </c:pt>
                <c:pt idx="3128">
                  <c:v>3.2</c:v>
                </c:pt>
                <c:pt idx="3129">
                  <c:v>2.7</c:v>
                </c:pt>
                <c:pt idx="3130">
                  <c:v>2.4</c:v>
                </c:pt>
                <c:pt idx="3131">
                  <c:v>2.5</c:v>
                </c:pt>
                <c:pt idx="3132">
                  <c:v>3.4</c:v>
                </c:pt>
                <c:pt idx="3133">
                  <c:v>3.2</c:v>
                </c:pt>
                <c:pt idx="3134">
                  <c:v>4.8</c:v>
                </c:pt>
                <c:pt idx="3135">
                  <c:v>3.9</c:v>
                </c:pt>
                <c:pt idx="3136">
                  <c:v>4</c:v>
                </c:pt>
                <c:pt idx="3137">
                  <c:v>2.2000000000000002</c:v>
                </c:pt>
                <c:pt idx="3138">
                  <c:v>3.1</c:v>
                </c:pt>
                <c:pt idx="3139">
                  <c:v>3.8</c:v>
                </c:pt>
                <c:pt idx="3140">
                  <c:v>4.5</c:v>
                </c:pt>
                <c:pt idx="3141">
                  <c:v>6.1</c:v>
                </c:pt>
                <c:pt idx="3142">
                  <c:v>4.5</c:v>
                </c:pt>
                <c:pt idx="3143">
                  <c:v>2.8</c:v>
                </c:pt>
                <c:pt idx="3144">
                  <c:v>3.1</c:v>
                </c:pt>
                <c:pt idx="3145">
                  <c:v>3.4</c:v>
                </c:pt>
                <c:pt idx="3146">
                  <c:v>3.6</c:v>
                </c:pt>
                <c:pt idx="3147">
                  <c:v>3.3</c:v>
                </c:pt>
                <c:pt idx="3148">
                  <c:v>3</c:v>
                </c:pt>
                <c:pt idx="3149">
                  <c:v>4</c:v>
                </c:pt>
                <c:pt idx="3150">
                  <c:v>3</c:v>
                </c:pt>
                <c:pt idx="3151">
                  <c:v>2</c:v>
                </c:pt>
                <c:pt idx="3152">
                  <c:v>2.2999999999999998</c:v>
                </c:pt>
                <c:pt idx="3153">
                  <c:v>2.5</c:v>
                </c:pt>
                <c:pt idx="3154">
                  <c:v>2.8</c:v>
                </c:pt>
                <c:pt idx="3155">
                  <c:v>4.4000000000000004</c:v>
                </c:pt>
                <c:pt idx="3156">
                  <c:v>5.2</c:v>
                </c:pt>
                <c:pt idx="3157">
                  <c:v>3.5</c:v>
                </c:pt>
                <c:pt idx="3158">
                  <c:v>3.2</c:v>
                </c:pt>
                <c:pt idx="3159">
                  <c:v>2.2999999999999998</c:v>
                </c:pt>
                <c:pt idx="3160">
                  <c:v>3</c:v>
                </c:pt>
                <c:pt idx="3161">
                  <c:v>5.6</c:v>
                </c:pt>
                <c:pt idx="3162">
                  <c:v>5.9</c:v>
                </c:pt>
                <c:pt idx="3163">
                  <c:v>4.8</c:v>
                </c:pt>
                <c:pt idx="3164">
                  <c:v>4.3</c:v>
                </c:pt>
                <c:pt idx="3165">
                  <c:v>3.6</c:v>
                </c:pt>
                <c:pt idx="3166">
                  <c:v>4.3</c:v>
                </c:pt>
                <c:pt idx="3167">
                  <c:v>3.1</c:v>
                </c:pt>
                <c:pt idx="3168">
                  <c:v>3</c:v>
                </c:pt>
                <c:pt idx="3169">
                  <c:v>3.6</c:v>
                </c:pt>
                <c:pt idx="3170">
                  <c:v>4.8</c:v>
                </c:pt>
                <c:pt idx="3171">
                  <c:v>4.7</c:v>
                </c:pt>
                <c:pt idx="3172">
                  <c:v>4.5999999999999996</c:v>
                </c:pt>
                <c:pt idx="3173">
                  <c:v>3.6</c:v>
                </c:pt>
                <c:pt idx="3174">
                  <c:v>2</c:v>
                </c:pt>
                <c:pt idx="3175">
                  <c:v>2.9</c:v>
                </c:pt>
                <c:pt idx="3176">
                  <c:v>3</c:v>
                </c:pt>
                <c:pt idx="3177">
                  <c:v>4.2</c:v>
                </c:pt>
                <c:pt idx="3178">
                  <c:v>4.4000000000000004</c:v>
                </c:pt>
                <c:pt idx="3179">
                  <c:v>3.6</c:v>
                </c:pt>
                <c:pt idx="3180">
                  <c:v>2.2999999999999998</c:v>
                </c:pt>
                <c:pt idx="3181">
                  <c:v>3</c:v>
                </c:pt>
                <c:pt idx="3182">
                  <c:v>2.6</c:v>
                </c:pt>
                <c:pt idx="3183">
                  <c:v>3.8</c:v>
                </c:pt>
                <c:pt idx="3184">
                  <c:v>3.5</c:v>
                </c:pt>
                <c:pt idx="3185">
                  <c:v>2.6</c:v>
                </c:pt>
                <c:pt idx="3186">
                  <c:v>3.2</c:v>
                </c:pt>
                <c:pt idx="3187">
                  <c:v>4.8</c:v>
                </c:pt>
                <c:pt idx="3188">
                  <c:v>4.2</c:v>
                </c:pt>
                <c:pt idx="3189">
                  <c:v>2.5</c:v>
                </c:pt>
                <c:pt idx="3190">
                  <c:v>2.6</c:v>
                </c:pt>
                <c:pt idx="3191">
                  <c:v>3.4</c:v>
                </c:pt>
                <c:pt idx="3192">
                  <c:v>5.7</c:v>
                </c:pt>
                <c:pt idx="3193">
                  <c:v>5.2</c:v>
                </c:pt>
                <c:pt idx="3194">
                  <c:v>6.1</c:v>
                </c:pt>
                <c:pt idx="3195">
                  <c:v>9.5</c:v>
                </c:pt>
                <c:pt idx="3196">
                  <c:v>6.4</c:v>
                </c:pt>
                <c:pt idx="3197">
                  <c:v>6.2</c:v>
                </c:pt>
                <c:pt idx="3198">
                  <c:v>4.4000000000000004</c:v>
                </c:pt>
                <c:pt idx="3199">
                  <c:v>2</c:v>
                </c:pt>
                <c:pt idx="3200">
                  <c:v>2.7</c:v>
                </c:pt>
                <c:pt idx="3201">
                  <c:v>4.0999999999999996</c:v>
                </c:pt>
                <c:pt idx="3202">
                  <c:v>5.5</c:v>
                </c:pt>
                <c:pt idx="3203">
                  <c:v>5.6</c:v>
                </c:pt>
                <c:pt idx="3204">
                  <c:v>6</c:v>
                </c:pt>
                <c:pt idx="3205">
                  <c:v>6</c:v>
                </c:pt>
                <c:pt idx="3206">
                  <c:v>4.0999999999999996</c:v>
                </c:pt>
                <c:pt idx="3207">
                  <c:v>4.0999999999999996</c:v>
                </c:pt>
                <c:pt idx="3208">
                  <c:v>4.0999999999999996</c:v>
                </c:pt>
                <c:pt idx="3209">
                  <c:v>6.6</c:v>
                </c:pt>
                <c:pt idx="3210">
                  <c:v>6.2</c:v>
                </c:pt>
                <c:pt idx="3211">
                  <c:v>5.5</c:v>
                </c:pt>
                <c:pt idx="3212">
                  <c:v>5.2</c:v>
                </c:pt>
                <c:pt idx="3213">
                  <c:v>8</c:v>
                </c:pt>
                <c:pt idx="3214">
                  <c:v>6.7</c:v>
                </c:pt>
                <c:pt idx="3215">
                  <c:v>7.3</c:v>
                </c:pt>
                <c:pt idx="3216">
                  <c:v>5.8</c:v>
                </c:pt>
                <c:pt idx="3217">
                  <c:v>4.3</c:v>
                </c:pt>
                <c:pt idx="3218">
                  <c:v>6.1</c:v>
                </c:pt>
                <c:pt idx="3219">
                  <c:v>4.9000000000000004</c:v>
                </c:pt>
                <c:pt idx="3220">
                  <c:v>3.7</c:v>
                </c:pt>
                <c:pt idx="3221">
                  <c:v>2.6</c:v>
                </c:pt>
                <c:pt idx="3222">
                  <c:v>4.2</c:v>
                </c:pt>
                <c:pt idx="3223">
                  <c:v>6.8</c:v>
                </c:pt>
                <c:pt idx="3224">
                  <c:v>3.3</c:v>
                </c:pt>
                <c:pt idx="3225">
                  <c:v>4.7</c:v>
                </c:pt>
                <c:pt idx="3226">
                  <c:v>4.3</c:v>
                </c:pt>
                <c:pt idx="3227">
                  <c:v>3.1</c:v>
                </c:pt>
                <c:pt idx="3228">
                  <c:v>3.7</c:v>
                </c:pt>
                <c:pt idx="3229">
                  <c:v>3</c:v>
                </c:pt>
                <c:pt idx="3230">
                  <c:v>4.8</c:v>
                </c:pt>
                <c:pt idx="3231">
                  <c:v>4.5</c:v>
                </c:pt>
                <c:pt idx="3232">
                  <c:v>5.8</c:v>
                </c:pt>
                <c:pt idx="3233">
                  <c:v>3.5</c:v>
                </c:pt>
                <c:pt idx="3234">
                  <c:v>4.5</c:v>
                </c:pt>
                <c:pt idx="3235">
                  <c:v>5.6</c:v>
                </c:pt>
                <c:pt idx="3236">
                  <c:v>3</c:v>
                </c:pt>
                <c:pt idx="3237">
                  <c:v>3.6</c:v>
                </c:pt>
                <c:pt idx="3238">
                  <c:v>4.5</c:v>
                </c:pt>
                <c:pt idx="3239">
                  <c:v>4.4000000000000004</c:v>
                </c:pt>
                <c:pt idx="3240">
                  <c:v>4.8</c:v>
                </c:pt>
                <c:pt idx="3241">
                  <c:v>4.3</c:v>
                </c:pt>
                <c:pt idx="3242">
                  <c:v>1.8</c:v>
                </c:pt>
                <c:pt idx="3243">
                  <c:v>3.5</c:v>
                </c:pt>
                <c:pt idx="3244">
                  <c:v>4.2</c:v>
                </c:pt>
                <c:pt idx="3245">
                  <c:v>5.6</c:v>
                </c:pt>
                <c:pt idx="3246">
                  <c:v>6.1</c:v>
                </c:pt>
                <c:pt idx="3247">
                  <c:v>6.1</c:v>
                </c:pt>
                <c:pt idx="3248">
                  <c:v>5.0999999999999996</c:v>
                </c:pt>
                <c:pt idx="3249">
                  <c:v>5.7</c:v>
                </c:pt>
                <c:pt idx="3250">
                  <c:v>6.7</c:v>
                </c:pt>
                <c:pt idx="3251">
                  <c:v>5.3</c:v>
                </c:pt>
                <c:pt idx="3252">
                  <c:v>2.8</c:v>
                </c:pt>
                <c:pt idx="3253">
                  <c:v>4.3</c:v>
                </c:pt>
                <c:pt idx="3254">
                  <c:v>5.4</c:v>
                </c:pt>
                <c:pt idx="3255">
                  <c:v>5.6</c:v>
                </c:pt>
                <c:pt idx="3256">
                  <c:v>5.0999999999999996</c:v>
                </c:pt>
                <c:pt idx="3257">
                  <c:v>5.9</c:v>
                </c:pt>
                <c:pt idx="3258">
                  <c:v>5.3</c:v>
                </c:pt>
                <c:pt idx="3259">
                  <c:v>5.3</c:v>
                </c:pt>
                <c:pt idx="3260">
                  <c:v>4.4000000000000004</c:v>
                </c:pt>
                <c:pt idx="3261">
                  <c:v>5.3</c:v>
                </c:pt>
                <c:pt idx="3262">
                  <c:v>4.3</c:v>
                </c:pt>
                <c:pt idx="3263">
                  <c:v>4.3</c:v>
                </c:pt>
                <c:pt idx="3264">
                  <c:v>3.8</c:v>
                </c:pt>
                <c:pt idx="3265">
                  <c:v>3.3</c:v>
                </c:pt>
                <c:pt idx="3266">
                  <c:v>5.4</c:v>
                </c:pt>
                <c:pt idx="3267">
                  <c:v>6.7</c:v>
                </c:pt>
                <c:pt idx="3268">
                  <c:v>4.3</c:v>
                </c:pt>
                <c:pt idx="3269">
                  <c:v>7.5</c:v>
                </c:pt>
                <c:pt idx="3270">
                  <c:v>4.7</c:v>
                </c:pt>
                <c:pt idx="3271">
                  <c:v>3.4</c:v>
                </c:pt>
                <c:pt idx="3272">
                  <c:v>4.2</c:v>
                </c:pt>
                <c:pt idx="3273">
                  <c:v>4.3</c:v>
                </c:pt>
                <c:pt idx="3274">
                  <c:v>5</c:v>
                </c:pt>
                <c:pt idx="3275">
                  <c:v>5.4</c:v>
                </c:pt>
                <c:pt idx="3276">
                  <c:v>5.3</c:v>
                </c:pt>
                <c:pt idx="3277">
                  <c:v>4</c:v>
                </c:pt>
                <c:pt idx="3278">
                  <c:v>4.8</c:v>
                </c:pt>
                <c:pt idx="3279">
                  <c:v>4.3</c:v>
                </c:pt>
                <c:pt idx="3280">
                  <c:v>3.6</c:v>
                </c:pt>
                <c:pt idx="3281">
                  <c:v>2.8</c:v>
                </c:pt>
                <c:pt idx="3282">
                  <c:v>3.3</c:v>
                </c:pt>
                <c:pt idx="3283">
                  <c:v>2.9</c:v>
                </c:pt>
                <c:pt idx="3284">
                  <c:v>3.4</c:v>
                </c:pt>
                <c:pt idx="3285">
                  <c:v>4</c:v>
                </c:pt>
                <c:pt idx="3286">
                  <c:v>3.1</c:v>
                </c:pt>
                <c:pt idx="3287">
                  <c:v>2.5</c:v>
                </c:pt>
                <c:pt idx="3288">
                  <c:v>3.4</c:v>
                </c:pt>
                <c:pt idx="3289">
                  <c:v>3.8</c:v>
                </c:pt>
                <c:pt idx="3290">
                  <c:v>3.4</c:v>
                </c:pt>
                <c:pt idx="3291">
                  <c:v>2.2000000000000002</c:v>
                </c:pt>
                <c:pt idx="3292">
                  <c:v>3</c:v>
                </c:pt>
                <c:pt idx="3293">
                  <c:v>2.5</c:v>
                </c:pt>
                <c:pt idx="3294">
                  <c:v>3.7</c:v>
                </c:pt>
                <c:pt idx="3295">
                  <c:v>3.3</c:v>
                </c:pt>
                <c:pt idx="3296">
                  <c:v>4.0999999999999996</c:v>
                </c:pt>
                <c:pt idx="3297">
                  <c:v>4.5</c:v>
                </c:pt>
                <c:pt idx="3298">
                  <c:v>4.3</c:v>
                </c:pt>
                <c:pt idx="3299">
                  <c:v>3</c:v>
                </c:pt>
                <c:pt idx="3300">
                  <c:v>3.6</c:v>
                </c:pt>
                <c:pt idx="3301">
                  <c:v>2.2000000000000002</c:v>
                </c:pt>
                <c:pt idx="3302">
                  <c:v>3.2</c:v>
                </c:pt>
                <c:pt idx="3303">
                  <c:v>3.8</c:v>
                </c:pt>
                <c:pt idx="3304">
                  <c:v>4.2</c:v>
                </c:pt>
                <c:pt idx="3305">
                  <c:v>6.4</c:v>
                </c:pt>
                <c:pt idx="3306">
                  <c:v>3.5</c:v>
                </c:pt>
                <c:pt idx="3307">
                  <c:v>2.9</c:v>
                </c:pt>
                <c:pt idx="3308">
                  <c:v>4</c:v>
                </c:pt>
                <c:pt idx="3309">
                  <c:v>2.6</c:v>
                </c:pt>
                <c:pt idx="3310">
                  <c:v>3.6</c:v>
                </c:pt>
                <c:pt idx="3311">
                  <c:v>5.0999999999999996</c:v>
                </c:pt>
                <c:pt idx="3312">
                  <c:v>4.9000000000000004</c:v>
                </c:pt>
                <c:pt idx="3313">
                  <c:v>4</c:v>
                </c:pt>
                <c:pt idx="3314">
                  <c:v>4.5999999999999996</c:v>
                </c:pt>
                <c:pt idx="3315">
                  <c:v>3.4</c:v>
                </c:pt>
                <c:pt idx="3316">
                  <c:v>3</c:v>
                </c:pt>
                <c:pt idx="3317">
                  <c:v>4.2</c:v>
                </c:pt>
                <c:pt idx="3318">
                  <c:v>4.7</c:v>
                </c:pt>
                <c:pt idx="3319">
                  <c:v>6.4</c:v>
                </c:pt>
                <c:pt idx="3320">
                  <c:v>4.9000000000000004</c:v>
                </c:pt>
                <c:pt idx="3321">
                  <c:v>3.1</c:v>
                </c:pt>
                <c:pt idx="3322">
                  <c:v>4.0999999999999996</c:v>
                </c:pt>
                <c:pt idx="3323">
                  <c:v>1.7</c:v>
                </c:pt>
                <c:pt idx="3324">
                  <c:v>2.1</c:v>
                </c:pt>
                <c:pt idx="3325">
                  <c:v>3.8</c:v>
                </c:pt>
                <c:pt idx="3326">
                  <c:v>5.2</c:v>
                </c:pt>
                <c:pt idx="3327">
                  <c:v>5.2</c:v>
                </c:pt>
                <c:pt idx="3328">
                  <c:v>4.2</c:v>
                </c:pt>
                <c:pt idx="3329">
                  <c:v>6.2</c:v>
                </c:pt>
                <c:pt idx="3330">
                  <c:v>4.3</c:v>
                </c:pt>
                <c:pt idx="3331">
                  <c:v>3</c:v>
                </c:pt>
                <c:pt idx="3332">
                  <c:v>4.2</c:v>
                </c:pt>
                <c:pt idx="3333">
                  <c:v>5.5</c:v>
                </c:pt>
                <c:pt idx="3334">
                  <c:v>3.7</c:v>
                </c:pt>
                <c:pt idx="3335">
                  <c:v>5.3</c:v>
                </c:pt>
                <c:pt idx="3336">
                  <c:v>4.9000000000000004</c:v>
                </c:pt>
                <c:pt idx="3337">
                  <c:v>5.2</c:v>
                </c:pt>
                <c:pt idx="3338">
                  <c:v>3.8</c:v>
                </c:pt>
                <c:pt idx="3339">
                  <c:v>4.8</c:v>
                </c:pt>
                <c:pt idx="3340">
                  <c:v>6.7</c:v>
                </c:pt>
                <c:pt idx="3341">
                  <c:v>4</c:v>
                </c:pt>
                <c:pt idx="3342">
                  <c:v>4.7</c:v>
                </c:pt>
                <c:pt idx="3343">
                  <c:v>4</c:v>
                </c:pt>
                <c:pt idx="3344">
                  <c:v>4.3</c:v>
                </c:pt>
                <c:pt idx="3345">
                  <c:v>4.2</c:v>
                </c:pt>
                <c:pt idx="3346">
                  <c:v>3.7</c:v>
                </c:pt>
                <c:pt idx="3347">
                  <c:v>4.3</c:v>
                </c:pt>
                <c:pt idx="3348">
                  <c:v>4.7</c:v>
                </c:pt>
                <c:pt idx="3349">
                  <c:v>3.2</c:v>
                </c:pt>
                <c:pt idx="3350">
                  <c:v>4.5</c:v>
                </c:pt>
                <c:pt idx="3351">
                  <c:v>6</c:v>
                </c:pt>
                <c:pt idx="3352">
                  <c:v>5.4</c:v>
                </c:pt>
                <c:pt idx="3353">
                  <c:v>5.5</c:v>
                </c:pt>
                <c:pt idx="3354">
                  <c:v>10.3</c:v>
                </c:pt>
                <c:pt idx="3355">
                  <c:v>5.5</c:v>
                </c:pt>
                <c:pt idx="3356">
                  <c:v>7.7</c:v>
                </c:pt>
                <c:pt idx="3357">
                  <c:v>5.2</c:v>
                </c:pt>
                <c:pt idx="3358">
                  <c:v>3.8</c:v>
                </c:pt>
                <c:pt idx="3359">
                  <c:v>4.2</c:v>
                </c:pt>
                <c:pt idx="3360">
                  <c:v>3.5</c:v>
                </c:pt>
                <c:pt idx="3361">
                  <c:v>4.2</c:v>
                </c:pt>
                <c:pt idx="3362">
                  <c:v>3.1</c:v>
                </c:pt>
                <c:pt idx="3363">
                  <c:v>2.5</c:v>
                </c:pt>
                <c:pt idx="3364">
                  <c:v>6</c:v>
                </c:pt>
                <c:pt idx="3365">
                  <c:v>6.7</c:v>
                </c:pt>
                <c:pt idx="3366">
                  <c:v>5.9</c:v>
                </c:pt>
                <c:pt idx="3367">
                  <c:v>4.5999999999999996</c:v>
                </c:pt>
                <c:pt idx="3368">
                  <c:v>4.5999999999999996</c:v>
                </c:pt>
                <c:pt idx="3369">
                  <c:v>4</c:v>
                </c:pt>
                <c:pt idx="3370">
                  <c:v>5.6</c:v>
                </c:pt>
                <c:pt idx="3371">
                  <c:v>6.3</c:v>
                </c:pt>
                <c:pt idx="3372">
                  <c:v>2.8</c:v>
                </c:pt>
                <c:pt idx="3373">
                  <c:v>4.5</c:v>
                </c:pt>
                <c:pt idx="3374">
                  <c:v>4.3</c:v>
                </c:pt>
                <c:pt idx="3375">
                  <c:v>5.3</c:v>
                </c:pt>
                <c:pt idx="3376">
                  <c:v>6.7</c:v>
                </c:pt>
                <c:pt idx="3377">
                  <c:v>8.1</c:v>
                </c:pt>
                <c:pt idx="3378">
                  <c:v>5.2</c:v>
                </c:pt>
                <c:pt idx="3379">
                  <c:v>6.8</c:v>
                </c:pt>
                <c:pt idx="3380">
                  <c:v>6</c:v>
                </c:pt>
                <c:pt idx="3381">
                  <c:v>4.9000000000000004</c:v>
                </c:pt>
                <c:pt idx="3382">
                  <c:v>4.4000000000000004</c:v>
                </c:pt>
                <c:pt idx="3383">
                  <c:v>4.3</c:v>
                </c:pt>
                <c:pt idx="3384">
                  <c:v>6.1</c:v>
                </c:pt>
                <c:pt idx="3385">
                  <c:v>4.5999999999999996</c:v>
                </c:pt>
                <c:pt idx="3386">
                  <c:v>5.7</c:v>
                </c:pt>
                <c:pt idx="3387">
                  <c:v>4.9000000000000004</c:v>
                </c:pt>
                <c:pt idx="3388">
                  <c:v>7.6</c:v>
                </c:pt>
                <c:pt idx="3389">
                  <c:v>5.3</c:v>
                </c:pt>
                <c:pt idx="3390">
                  <c:v>4.5999999999999996</c:v>
                </c:pt>
                <c:pt idx="3391">
                  <c:v>5.4</c:v>
                </c:pt>
                <c:pt idx="3392">
                  <c:v>5.3</c:v>
                </c:pt>
                <c:pt idx="3393">
                  <c:v>4.2</c:v>
                </c:pt>
                <c:pt idx="3394">
                  <c:v>4.5</c:v>
                </c:pt>
                <c:pt idx="3395">
                  <c:v>3.7</c:v>
                </c:pt>
                <c:pt idx="3396">
                  <c:v>4.4000000000000004</c:v>
                </c:pt>
                <c:pt idx="3397">
                  <c:v>4.0999999999999996</c:v>
                </c:pt>
                <c:pt idx="3398">
                  <c:v>2.5</c:v>
                </c:pt>
                <c:pt idx="3399">
                  <c:v>2.7</c:v>
                </c:pt>
                <c:pt idx="3400">
                  <c:v>2.7</c:v>
                </c:pt>
                <c:pt idx="3401">
                  <c:v>6.1</c:v>
                </c:pt>
                <c:pt idx="3402">
                  <c:v>3.8</c:v>
                </c:pt>
                <c:pt idx="3403">
                  <c:v>3.8</c:v>
                </c:pt>
                <c:pt idx="3404">
                  <c:v>6.2</c:v>
                </c:pt>
                <c:pt idx="3405">
                  <c:v>5.6</c:v>
                </c:pt>
                <c:pt idx="3406">
                  <c:v>3.2</c:v>
                </c:pt>
                <c:pt idx="3407">
                  <c:v>4.0999999999999996</c:v>
                </c:pt>
                <c:pt idx="3408">
                  <c:v>4.5</c:v>
                </c:pt>
                <c:pt idx="3409">
                  <c:v>4.2</c:v>
                </c:pt>
                <c:pt idx="3410">
                  <c:v>4.4000000000000004</c:v>
                </c:pt>
                <c:pt idx="3411">
                  <c:v>3.6</c:v>
                </c:pt>
                <c:pt idx="3412">
                  <c:v>5.0999999999999996</c:v>
                </c:pt>
                <c:pt idx="3413">
                  <c:v>5</c:v>
                </c:pt>
                <c:pt idx="3414">
                  <c:v>3.3</c:v>
                </c:pt>
                <c:pt idx="3415">
                  <c:v>4.9000000000000004</c:v>
                </c:pt>
                <c:pt idx="3416">
                  <c:v>4</c:v>
                </c:pt>
                <c:pt idx="3417">
                  <c:v>5.2</c:v>
                </c:pt>
                <c:pt idx="3418">
                  <c:v>4.8</c:v>
                </c:pt>
                <c:pt idx="3419">
                  <c:v>3.5</c:v>
                </c:pt>
                <c:pt idx="3420">
                  <c:v>2.9</c:v>
                </c:pt>
                <c:pt idx="3421">
                  <c:v>2.6</c:v>
                </c:pt>
                <c:pt idx="3422">
                  <c:v>3.6</c:v>
                </c:pt>
                <c:pt idx="3423">
                  <c:v>5.4</c:v>
                </c:pt>
                <c:pt idx="3424">
                  <c:v>4.5999999999999996</c:v>
                </c:pt>
                <c:pt idx="3425">
                  <c:v>4.2</c:v>
                </c:pt>
                <c:pt idx="3426">
                  <c:v>10.6</c:v>
                </c:pt>
                <c:pt idx="3427">
                  <c:v>3</c:v>
                </c:pt>
                <c:pt idx="3428">
                  <c:v>2.9</c:v>
                </c:pt>
                <c:pt idx="3429">
                  <c:v>6.9</c:v>
                </c:pt>
                <c:pt idx="3430">
                  <c:v>7.3</c:v>
                </c:pt>
                <c:pt idx="3431">
                  <c:v>10.4</c:v>
                </c:pt>
                <c:pt idx="3432">
                  <c:v>4.8</c:v>
                </c:pt>
                <c:pt idx="3433">
                  <c:v>4.4000000000000004</c:v>
                </c:pt>
                <c:pt idx="3434">
                  <c:v>5.0999999999999996</c:v>
                </c:pt>
                <c:pt idx="3435">
                  <c:v>4.5999999999999996</c:v>
                </c:pt>
                <c:pt idx="3436">
                  <c:v>6.1</c:v>
                </c:pt>
                <c:pt idx="3437">
                  <c:v>4.8</c:v>
                </c:pt>
                <c:pt idx="3438">
                  <c:v>5.5</c:v>
                </c:pt>
                <c:pt idx="3439">
                  <c:v>5.4</c:v>
                </c:pt>
                <c:pt idx="3440">
                  <c:v>8.3000000000000007</c:v>
                </c:pt>
                <c:pt idx="3441">
                  <c:v>6.8</c:v>
                </c:pt>
                <c:pt idx="3442">
                  <c:v>5.3</c:v>
                </c:pt>
                <c:pt idx="3443">
                  <c:v>6.3</c:v>
                </c:pt>
                <c:pt idx="3444">
                  <c:v>5.4</c:v>
                </c:pt>
                <c:pt idx="3445">
                  <c:v>6.2</c:v>
                </c:pt>
                <c:pt idx="3446">
                  <c:v>3.8</c:v>
                </c:pt>
                <c:pt idx="3447">
                  <c:v>3.4</c:v>
                </c:pt>
                <c:pt idx="3448">
                  <c:v>3.5</c:v>
                </c:pt>
                <c:pt idx="3449">
                  <c:v>3.4</c:v>
                </c:pt>
                <c:pt idx="3450">
                  <c:v>5.4</c:v>
                </c:pt>
                <c:pt idx="3451">
                  <c:v>6.6</c:v>
                </c:pt>
                <c:pt idx="3452">
                  <c:v>6.6</c:v>
                </c:pt>
                <c:pt idx="3453">
                  <c:v>5.4</c:v>
                </c:pt>
                <c:pt idx="3454">
                  <c:v>4.4000000000000004</c:v>
                </c:pt>
                <c:pt idx="3455">
                  <c:v>4.2</c:v>
                </c:pt>
                <c:pt idx="3456">
                  <c:v>3.1</c:v>
                </c:pt>
                <c:pt idx="3457">
                  <c:v>3.9</c:v>
                </c:pt>
                <c:pt idx="3458">
                  <c:v>3.9</c:v>
                </c:pt>
                <c:pt idx="3459">
                  <c:v>4.3</c:v>
                </c:pt>
                <c:pt idx="3460">
                  <c:v>4.0999999999999996</c:v>
                </c:pt>
                <c:pt idx="3461">
                  <c:v>3.6</c:v>
                </c:pt>
                <c:pt idx="3462">
                  <c:v>2.8</c:v>
                </c:pt>
                <c:pt idx="3463">
                  <c:v>2.5</c:v>
                </c:pt>
                <c:pt idx="3464">
                  <c:v>2.2999999999999998</c:v>
                </c:pt>
                <c:pt idx="3465">
                  <c:v>5.0999999999999996</c:v>
                </c:pt>
                <c:pt idx="3466">
                  <c:v>7.5</c:v>
                </c:pt>
                <c:pt idx="3467">
                  <c:v>3.8</c:v>
                </c:pt>
                <c:pt idx="3468">
                  <c:v>6.9</c:v>
                </c:pt>
                <c:pt idx="3469">
                  <c:v>3.1</c:v>
                </c:pt>
                <c:pt idx="3470">
                  <c:v>2.8</c:v>
                </c:pt>
                <c:pt idx="3471">
                  <c:v>3.3</c:v>
                </c:pt>
                <c:pt idx="3472">
                  <c:v>4.3</c:v>
                </c:pt>
                <c:pt idx="3473">
                  <c:v>4.2</c:v>
                </c:pt>
                <c:pt idx="3474">
                  <c:v>1.5</c:v>
                </c:pt>
                <c:pt idx="3475">
                  <c:v>1.8</c:v>
                </c:pt>
                <c:pt idx="3476">
                  <c:v>4.3</c:v>
                </c:pt>
                <c:pt idx="3477">
                  <c:v>6.9</c:v>
                </c:pt>
                <c:pt idx="3478">
                  <c:v>5.7</c:v>
                </c:pt>
                <c:pt idx="3479">
                  <c:v>6</c:v>
                </c:pt>
                <c:pt idx="3480">
                  <c:v>6</c:v>
                </c:pt>
                <c:pt idx="3481">
                  <c:v>5.9</c:v>
                </c:pt>
                <c:pt idx="3482">
                  <c:v>6.1</c:v>
                </c:pt>
                <c:pt idx="3483">
                  <c:v>5.3</c:v>
                </c:pt>
                <c:pt idx="3484">
                  <c:v>6.7</c:v>
                </c:pt>
                <c:pt idx="3485">
                  <c:v>4.5999999999999996</c:v>
                </c:pt>
                <c:pt idx="3486">
                  <c:v>3.9</c:v>
                </c:pt>
                <c:pt idx="3487">
                  <c:v>3.7</c:v>
                </c:pt>
                <c:pt idx="3488">
                  <c:v>4.5</c:v>
                </c:pt>
                <c:pt idx="3489">
                  <c:v>1.6</c:v>
                </c:pt>
                <c:pt idx="3490">
                  <c:v>2</c:v>
                </c:pt>
                <c:pt idx="3491">
                  <c:v>3.5</c:v>
                </c:pt>
                <c:pt idx="3492">
                  <c:v>4.7</c:v>
                </c:pt>
                <c:pt idx="3493">
                  <c:v>5.6</c:v>
                </c:pt>
                <c:pt idx="3494">
                  <c:v>3.8</c:v>
                </c:pt>
                <c:pt idx="3495">
                  <c:v>5.5</c:v>
                </c:pt>
                <c:pt idx="3496">
                  <c:v>6</c:v>
                </c:pt>
                <c:pt idx="3497">
                  <c:v>4.9000000000000004</c:v>
                </c:pt>
                <c:pt idx="3498">
                  <c:v>5.2</c:v>
                </c:pt>
                <c:pt idx="3499">
                  <c:v>4.2</c:v>
                </c:pt>
                <c:pt idx="3500">
                  <c:v>3.4</c:v>
                </c:pt>
                <c:pt idx="3501">
                  <c:v>3.7</c:v>
                </c:pt>
                <c:pt idx="3502">
                  <c:v>6.1</c:v>
                </c:pt>
                <c:pt idx="3503">
                  <c:v>4</c:v>
                </c:pt>
                <c:pt idx="3504">
                  <c:v>5.0999999999999996</c:v>
                </c:pt>
                <c:pt idx="3505">
                  <c:v>6.7</c:v>
                </c:pt>
                <c:pt idx="3506">
                  <c:v>4.7</c:v>
                </c:pt>
                <c:pt idx="3507">
                  <c:v>3.3</c:v>
                </c:pt>
                <c:pt idx="3508">
                  <c:v>2.8</c:v>
                </c:pt>
                <c:pt idx="3509">
                  <c:v>5.7</c:v>
                </c:pt>
                <c:pt idx="3510">
                  <c:v>5.7</c:v>
                </c:pt>
                <c:pt idx="3511">
                  <c:v>4.9000000000000004</c:v>
                </c:pt>
                <c:pt idx="3512">
                  <c:v>5.3</c:v>
                </c:pt>
                <c:pt idx="3513">
                  <c:v>4.8</c:v>
                </c:pt>
                <c:pt idx="3514">
                  <c:v>4.3</c:v>
                </c:pt>
                <c:pt idx="3515">
                  <c:v>4.2</c:v>
                </c:pt>
                <c:pt idx="3516">
                  <c:v>4.9000000000000004</c:v>
                </c:pt>
                <c:pt idx="3517">
                  <c:v>3.8</c:v>
                </c:pt>
                <c:pt idx="3518">
                  <c:v>3.8</c:v>
                </c:pt>
                <c:pt idx="3519">
                  <c:v>4.8</c:v>
                </c:pt>
                <c:pt idx="3520">
                  <c:v>3.6</c:v>
                </c:pt>
                <c:pt idx="3521">
                  <c:v>3.7</c:v>
                </c:pt>
                <c:pt idx="3522">
                  <c:v>4.5</c:v>
                </c:pt>
                <c:pt idx="3523">
                  <c:v>4.5999999999999996</c:v>
                </c:pt>
                <c:pt idx="3524">
                  <c:v>3.1</c:v>
                </c:pt>
                <c:pt idx="3525">
                  <c:v>4.2</c:v>
                </c:pt>
                <c:pt idx="3526">
                  <c:v>2.2999999999999998</c:v>
                </c:pt>
                <c:pt idx="3527">
                  <c:v>2.2999999999999998</c:v>
                </c:pt>
                <c:pt idx="3528">
                  <c:v>1.7</c:v>
                </c:pt>
                <c:pt idx="3529">
                  <c:v>3</c:v>
                </c:pt>
                <c:pt idx="3530">
                  <c:v>2.9</c:v>
                </c:pt>
                <c:pt idx="3531">
                  <c:v>3.9</c:v>
                </c:pt>
                <c:pt idx="3532">
                  <c:v>5.2</c:v>
                </c:pt>
                <c:pt idx="3533">
                  <c:v>4.8</c:v>
                </c:pt>
                <c:pt idx="3534">
                  <c:v>4.7</c:v>
                </c:pt>
                <c:pt idx="3535">
                  <c:v>4.0999999999999996</c:v>
                </c:pt>
                <c:pt idx="3536">
                  <c:v>4.4000000000000004</c:v>
                </c:pt>
                <c:pt idx="3537">
                  <c:v>3.6</c:v>
                </c:pt>
                <c:pt idx="3538">
                  <c:v>5.2</c:v>
                </c:pt>
                <c:pt idx="3539">
                  <c:v>5.4</c:v>
                </c:pt>
                <c:pt idx="3540">
                  <c:v>4.9000000000000004</c:v>
                </c:pt>
                <c:pt idx="3541">
                  <c:v>4</c:v>
                </c:pt>
                <c:pt idx="3542">
                  <c:v>4.4000000000000004</c:v>
                </c:pt>
                <c:pt idx="3543">
                  <c:v>4.7</c:v>
                </c:pt>
                <c:pt idx="3544">
                  <c:v>3.6</c:v>
                </c:pt>
                <c:pt idx="3545">
                  <c:v>3.3</c:v>
                </c:pt>
                <c:pt idx="3546">
                  <c:v>4.5</c:v>
                </c:pt>
                <c:pt idx="3547">
                  <c:v>5</c:v>
                </c:pt>
                <c:pt idx="3548">
                  <c:v>4</c:v>
                </c:pt>
                <c:pt idx="3549">
                  <c:v>3.5</c:v>
                </c:pt>
                <c:pt idx="3550">
                  <c:v>3.2</c:v>
                </c:pt>
                <c:pt idx="3551">
                  <c:v>6.2</c:v>
                </c:pt>
                <c:pt idx="3552">
                  <c:v>6.8</c:v>
                </c:pt>
                <c:pt idx="3553">
                  <c:v>5.8</c:v>
                </c:pt>
                <c:pt idx="3554">
                  <c:v>5.3</c:v>
                </c:pt>
                <c:pt idx="3555">
                  <c:v>6.7</c:v>
                </c:pt>
                <c:pt idx="3556">
                  <c:v>3.4</c:v>
                </c:pt>
                <c:pt idx="3557">
                  <c:v>4</c:v>
                </c:pt>
                <c:pt idx="3558">
                  <c:v>3.3</c:v>
                </c:pt>
                <c:pt idx="3559">
                  <c:v>5.2</c:v>
                </c:pt>
                <c:pt idx="3560">
                  <c:v>3.5</c:v>
                </c:pt>
                <c:pt idx="3561">
                  <c:v>3.4</c:v>
                </c:pt>
                <c:pt idx="3562">
                  <c:v>4.5999999999999996</c:v>
                </c:pt>
                <c:pt idx="3563">
                  <c:v>3.4</c:v>
                </c:pt>
                <c:pt idx="3564">
                  <c:v>3.2</c:v>
                </c:pt>
                <c:pt idx="3565">
                  <c:v>5.7</c:v>
                </c:pt>
                <c:pt idx="3566">
                  <c:v>6.5</c:v>
                </c:pt>
                <c:pt idx="3567">
                  <c:v>5</c:v>
                </c:pt>
                <c:pt idx="3568">
                  <c:v>3.5</c:v>
                </c:pt>
                <c:pt idx="3569">
                  <c:v>2.9</c:v>
                </c:pt>
                <c:pt idx="3570">
                  <c:v>3.9</c:v>
                </c:pt>
                <c:pt idx="3571">
                  <c:v>4.4000000000000004</c:v>
                </c:pt>
                <c:pt idx="3572">
                  <c:v>0</c:v>
                </c:pt>
                <c:pt idx="3573">
                  <c:v>5.7</c:v>
                </c:pt>
                <c:pt idx="3574">
                  <c:v>7</c:v>
                </c:pt>
                <c:pt idx="3575">
                  <c:v>4.3</c:v>
                </c:pt>
                <c:pt idx="3576">
                  <c:v>4.0999999999999996</c:v>
                </c:pt>
                <c:pt idx="3577">
                  <c:v>2.6</c:v>
                </c:pt>
                <c:pt idx="3578">
                  <c:v>3.3</c:v>
                </c:pt>
                <c:pt idx="3579">
                  <c:v>5.4</c:v>
                </c:pt>
                <c:pt idx="3580">
                  <c:v>5.5</c:v>
                </c:pt>
                <c:pt idx="3581">
                  <c:v>5.0999999999999996</c:v>
                </c:pt>
                <c:pt idx="3582">
                  <c:v>5.2</c:v>
                </c:pt>
                <c:pt idx="3583">
                  <c:v>7.5</c:v>
                </c:pt>
                <c:pt idx="3584">
                  <c:v>5.7</c:v>
                </c:pt>
                <c:pt idx="3585">
                  <c:v>6</c:v>
                </c:pt>
                <c:pt idx="3586">
                  <c:v>4</c:v>
                </c:pt>
                <c:pt idx="3587">
                  <c:v>4.3</c:v>
                </c:pt>
                <c:pt idx="3588">
                  <c:v>4</c:v>
                </c:pt>
                <c:pt idx="3589">
                  <c:v>3.9</c:v>
                </c:pt>
                <c:pt idx="3590">
                  <c:v>3.7</c:v>
                </c:pt>
                <c:pt idx="3591">
                  <c:v>3.9</c:v>
                </c:pt>
                <c:pt idx="3592">
                  <c:v>3.5</c:v>
                </c:pt>
                <c:pt idx="3593">
                  <c:v>2.6</c:v>
                </c:pt>
                <c:pt idx="3594">
                  <c:v>2.4</c:v>
                </c:pt>
                <c:pt idx="3595">
                  <c:v>3.5</c:v>
                </c:pt>
                <c:pt idx="3596">
                  <c:v>4.7</c:v>
                </c:pt>
                <c:pt idx="3597">
                  <c:v>7.3</c:v>
                </c:pt>
                <c:pt idx="3598">
                  <c:v>5</c:v>
                </c:pt>
                <c:pt idx="3599">
                  <c:v>4.8</c:v>
                </c:pt>
                <c:pt idx="3600">
                  <c:v>5.8</c:v>
                </c:pt>
                <c:pt idx="3601">
                  <c:v>4.7</c:v>
                </c:pt>
                <c:pt idx="3602">
                  <c:v>5</c:v>
                </c:pt>
                <c:pt idx="3603">
                  <c:v>5.9</c:v>
                </c:pt>
                <c:pt idx="3604">
                  <c:v>3</c:v>
                </c:pt>
                <c:pt idx="3605">
                  <c:v>2.8</c:v>
                </c:pt>
                <c:pt idx="3606">
                  <c:v>6.1</c:v>
                </c:pt>
                <c:pt idx="3607">
                  <c:v>6.4</c:v>
                </c:pt>
                <c:pt idx="3608">
                  <c:v>4.2</c:v>
                </c:pt>
                <c:pt idx="3609">
                  <c:v>3.3</c:v>
                </c:pt>
                <c:pt idx="3610">
                  <c:v>3.1</c:v>
                </c:pt>
                <c:pt idx="3611">
                  <c:v>4.4000000000000004</c:v>
                </c:pt>
                <c:pt idx="3612">
                  <c:v>4.5999999999999996</c:v>
                </c:pt>
                <c:pt idx="3613">
                  <c:v>4.4000000000000004</c:v>
                </c:pt>
                <c:pt idx="3614">
                  <c:v>5.6</c:v>
                </c:pt>
                <c:pt idx="3615">
                  <c:v>4.9000000000000004</c:v>
                </c:pt>
                <c:pt idx="3616">
                  <c:v>2.2999999999999998</c:v>
                </c:pt>
                <c:pt idx="3617">
                  <c:v>3.2</c:v>
                </c:pt>
                <c:pt idx="3618">
                  <c:v>4.5</c:v>
                </c:pt>
                <c:pt idx="3619">
                  <c:v>1.9</c:v>
                </c:pt>
                <c:pt idx="3620">
                  <c:v>2.1</c:v>
                </c:pt>
                <c:pt idx="3621">
                  <c:v>5.8</c:v>
                </c:pt>
                <c:pt idx="3622">
                  <c:v>4.3</c:v>
                </c:pt>
                <c:pt idx="3623">
                  <c:v>4.2</c:v>
                </c:pt>
                <c:pt idx="3624">
                  <c:v>3.4</c:v>
                </c:pt>
                <c:pt idx="3625">
                  <c:v>3.4</c:v>
                </c:pt>
                <c:pt idx="3626">
                  <c:v>2.5</c:v>
                </c:pt>
                <c:pt idx="3627">
                  <c:v>3.6</c:v>
                </c:pt>
                <c:pt idx="3628">
                  <c:v>2.4</c:v>
                </c:pt>
                <c:pt idx="3629">
                  <c:v>4.2</c:v>
                </c:pt>
                <c:pt idx="3630">
                  <c:v>2.6</c:v>
                </c:pt>
                <c:pt idx="3631">
                  <c:v>2.1</c:v>
                </c:pt>
                <c:pt idx="3632">
                  <c:v>3.3</c:v>
                </c:pt>
                <c:pt idx="3633">
                  <c:v>5.6</c:v>
                </c:pt>
                <c:pt idx="3634">
                  <c:v>3.6</c:v>
                </c:pt>
                <c:pt idx="3635">
                  <c:v>3</c:v>
                </c:pt>
                <c:pt idx="3636">
                  <c:v>3.1</c:v>
                </c:pt>
                <c:pt idx="3637">
                  <c:v>3.5</c:v>
                </c:pt>
                <c:pt idx="3638">
                  <c:v>5</c:v>
                </c:pt>
                <c:pt idx="3639">
                  <c:v>9.3000000000000007</c:v>
                </c:pt>
                <c:pt idx="3640">
                  <c:v>7.6</c:v>
                </c:pt>
                <c:pt idx="3641">
                  <c:v>4.0999999999999996</c:v>
                </c:pt>
                <c:pt idx="3642">
                  <c:v>3.5</c:v>
                </c:pt>
                <c:pt idx="3643">
                  <c:v>3.9</c:v>
                </c:pt>
                <c:pt idx="3644">
                  <c:v>2.5</c:v>
                </c:pt>
                <c:pt idx="3645">
                  <c:v>2.5</c:v>
                </c:pt>
                <c:pt idx="3646">
                  <c:v>3.7</c:v>
                </c:pt>
                <c:pt idx="3647">
                  <c:v>4.5</c:v>
                </c:pt>
                <c:pt idx="3648">
                  <c:v>3.1</c:v>
                </c:pt>
                <c:pt idx="3649">
                  <c:v>3</c:v>
                </c:pt>
                <c:pt idx="3650">
                  <c:v>4.7</c:v>
                </c:pt>
                <c:pt idx="3651">
                  <c:v>6.2</c:v>
                </c:pt>
                <c:pt idx="3652">
                  <c:v>6.7</c:v>
                </c:pt>
                <c:pt idx="3653">
                  <c:v>3.5</c:v>
                </c:pt>
                <c:pt idx="3654">
                  <c:v>3.1</c:v>
                </c:pt>
                <c:pt idx="3655">
                  <c:v>3.1</c:v>
                </c:pt>
                <c:pt idx="3656">
                  <c:v>1.8</c:v>
                </c:pt>
                <c:pt idx="3657">
                  <c:v>3.1</c:v>
                </c:pt>
                <c:pt idx="3658">
                  <c:v>3.9</c:v>
                </c:pt>
                <c:pt idx="3659">
                  <c:v>6.6</c:v>
                </c:pt>
                <c:pt idx="3660">
                  <c:v>3.9</c:v>
                </c:pt>
                <c:pt idx="3661">
                  <c:v>3.8</c:v>
                </c:pt>
                <c:pt idx="3662">
                  <c:v>8.1999999999999993</c:v>
                </c:pt>
                <c:pt idx="3663">
                  <c:v>7.1</c:v>
                </c:pt>
                <c:pt idx="3664">
                  <c:v>2.9</c:v>
                </c:pt>
                <c:pt idx="3665">
                  <c:v>2.4</c:v>
                </c:pt>
                <c:pt idx="3666">
                  <c:v>1.8</c:v>
                </c:pt>
                <c:pt idx="3667">
                  <c:v>5.0999999999999996</c:v>
                </c:pt>
                <c:pt idx="3668">
                  <c:v>3.9</c:v>
                </c:pt>
                <c:pt idx="3669">
                  <c:v>5.9</c:v>
                </c:pt>
                <c:pt idx="3670">
                  <c:v>6.5</c:v>
                </c:pt>
                <c:pt idx="3671">
                  <c:v>8.6999999999999993</c:v>
                </c:pt>
                <c:pt idx="3672">
                  <c:v>5.2</c:v>
                </c:pt>
                <c:pt idx="3673">
                  <c:v>8.1</c:v>
                </c:pt>
                <c:pt idx="3674">
                  <c:v>5.9</c:v>
                </c:pt>
                <c:pt idx="3675">
                  <c:v>5.0999999999999996</c:v>
                </c:pt>
                <c:pt idx="3676">
                  <c:v>5.2</c:v>
                </c:pt>
                <c:pt idx="3677">
                  <c:v>4.0999999999999996</c:v>
                </c:pt>
                <c:pt idx="3678">
                  <c:v>5.3</c:v>
                </c:pt>
                <c:pt idx="3679">
                  <c:v>3.6</c:v>
                </c:pt>
                <c:pt idx="3680">
                  <c:v>3.6</c:v>
                </c:pt>
                <c:pt idx="3681">
                  <c:v>3.8</c:v>
                </c:pt>
                <c:pt idx="3682">
                  <c:v>4.5999999999999996</c:v>
                </c:pt>
                <c:pt idx="3683">
                  <c:v>3.1</c:v>
                </c:pt>
                <c:pt idx="3684">
                  <c:v>3.2</c:v>
                </c:pt>
                <c:pt idx="3685">
                  <c:v>3.9</c:v>
                </c:pt>
                <c:pt idx="3686">
                  <c:v>4</c:v>
                </c:pt>
                <c:pt idx="3687">
                  <c:v>4.8</c:v>
                </c:pt>
                <c:pt idx="3688">
                  <c:v>4.5</c:v>
                </c:pt>
                <c:pt idx="3689">
                  <c:v>5.2</c:v>
                </c:pt>
                <c:pt idx="3690">
                  <c:v>3.7</c:v>
                </c:pt>
                <c:pt idx="3691">
                  <c:v>4.2</c:v>
                </c:pt>
                <c:pt idx="3692">
                  <c:v>3.4</c:v>
                </c:pt>
                <c:pt idx="3693">
                  <c:v>3.6</c:v>
                </c:pt>
                <c:pt idx="3694">
                  <c:v>3.7</c:v>
                </c:pt>
                <c:pt idx="3695">
                  <c:v>3.3</c:v>
                </c:pt>
                <c:pt idx="3696">
                  <c:v>2.2000000000000002</c:v>
                </c:pt>
                <c:pt idx="3697">
                  <c:v>2.4</c:v>
                </c:pt>
                <c:pt idx="3698">
                  <c:v>3.8</c:v>
                </c:pt>
                <c:pt idx="3699">
                  <c:v>4</c:v>
                </c:pt>
                <c:pt idx="3700">
                  <c:v>4.7</c:v>
                </c:pt>
                <c:pt idx="3701">
                  <c:v>2</c:v>
                </c:pt>
                <c:pt idx="3702">
                  <c:v>2.9</c:v>
                </c:pt>
                <c:pt idx="3703">
                  <c:v>3.8</c:v>
                </c:pt>
                <c:pt idx="3704">
                  <c:v>2.7</c:v>
                </c:pt>
                <c:pt idx="3705">
                  <c:v>4.0999999999999996</c:v>
                </c:pt>
                <c:pt idx="3706">
                  <c:v>4.4000000000000004</c:v>
                </c:pt>
                <c:pt idx="3707">
                  <c:v>6</c:v>
                </c:pt>
                <c:pt idx="3708">
                  <c:v>4.0999999999999996</c:v>
                </c:pt>
                <c:pt idx="3709">
                  <c:v>2.5</c:v>
                </c:pt>
                <c:pt idx="3710">
                  <c:v>5.9</c:v>
                </c:pt>
                <c:pt idx="3711">
                  <c:v>3.7</c:v>
                </c:pt>
                <c:pt idx="3712">
                  <c:v>4.2</c:v>
                </c:pt>
                <c:pt idx="3713">
                  <c:v>2.9</c:v>
                </c:pt>
                <c:pt idx="3714">
                  <c:v>5.3</c:v>
                </c:pt>
                <c:pt idx="3715">
                  <c:v>4.8</c:v>
                </c:pt>
                <c:pt idx="3716">
                  <c:v>6.1</c:v>
                </c:pt>
                <c:pt idx="3717">
                  <c:v>2.8</c:v>
                </c:pt>
                <c:pt idx="3718">
                  <c:v>3.3</c:v>
                </c:pt>
                <c:pt idx="3719">
                  <c:v>4.0999999999999996</c:v>
                </c:pt>
                <c:pt idx="3720">
                  <c:v>3.2</c:v>
                </c:pt>
                <c:pt idx="3721">
                  <c:v>5.2</c:v>
                </c:pt>
                <c:pt idx="3722">
                  <c:v>3</c:v>
                </c:pt>
                <c:pt idx="3723">
                  <c:v>5.6</c:v>
                </c:pt>
                <c:pt idx="3724">
                  <c:v>5.3</c:v>
                </c:pt>
                <c:pt idx="3725">
                  <c:v>6.9</c:v>
                </c:pt>
                <c:pt idx="3726">
                  <c:v>5.6</c:v>
                </c:pt>
                <c:pt idx="3727">
                  <c:v>4.4000000000000004</c:v>
                </c:pt>
                <c:pt idx="3728">
                  <c:v>2.6</c:v>
                </c:pt>
                <c:pt idx="3729">
                  <c:v>5</c:v>
                </c:pt>
                <c:pt idx="3730">
                  <c:v>4.4000000000000004</c:v>
                </c:pt>
                <c:pt idx="3731">
                  <c:v>4</c:v>
                </c:pt>
                <c:pt idx="3732">
                  <c:v>4.4000000000000004</c:v>
                </c:pt>
                <c:pt idx="3733">
                  <c:v>3</c:v>
                </c:pt>
                <c:pt idx="3734">
                  <c:v>9.4</c:v>
                </c:pt>
                <c:pt idx="3735">
                  <c:v>6.7</c:v>
                </c:pt>
                <c:pt idx="3736">
                  <c:v>4.3</c:v>
                </c:pt>
                <c:pt idx="3737">
                  <c:v>4.5</c:v>
                </c:pt>
                <c:pt idx="3738">
                  <c:v>4.2</c:v>
                </c:pt>
                <c:pt idx="3739">
                  <c:v>5.3</c:v>
                </c:pt>
                <c:pt idx="3740">
                  <c:v>4.5999999999999996</c:v>
                </c:pt>
                <c:pt idx="3741">
                  <c:v>3.2</c:v>
                </c:pt>
                <c:pt idx="3742">
                  <c:v>3.2</c:v>
                </c:pt>
                <c:pt idx="3743">
                  <c:v>4.3</c:v>
                </c:pt>
                <c:pt idx="3744">
                  <c:v>3.7</c:v>
                </c:pt>
                <c:pt idx="3745">
                  <c:v>2.7</c:v>
                </c:pt>
                <c:pt idx="3746">
                  <c:v>3</c:v>
                </c:pt>
                <c:pt idx="3747">
                  <c:v>4.4000000000000004</c:v>
                </c:pt>
                <c:pt idx="3748">
                  <c:v>4.4000000000000004</c:v>
                </c:pt>
                <c:pt idx="3749">
                  <c:v>2.2999999999999998</c:v>
                </c:pt>
                <c:pt idx="3750">
                  <c:v>4</c:v>
                </c:pt>
                <c:pt idx="3751">
                  <c:v>4.4000000000000004</c:v>
                </c:pt>
                <c:pt idx="3752">
                  <c:v>4.5999999999999996</c:v>
                </c:pt>
                <c:pt idx="3753">
                  <c:v>4</c:v>
                </c:pt>
                <c:pt idx="3754">
                  <c:v>5.6</c:v>
                </c:pt>
                <c:pt idx="3755">
                  <c:v>3.8</c:v>
                </c:pt>
                <c:pt idx="3756">
                  <c:v>3.1</c:v>
                </c:pt>
                <c:pt idx="3757">
                  <c:v>2.7</c:v>
                </c:pt>
                <c:pt idx="3758">
                  <c:v>4.0999999999999996</c:v>
                </c:pt>
                <c:pt idx="3759">
                  <c:v>4.3</c:v>
                </c:pt>
                <c:pt idx="3760">
                  <c:v>2.4</c:v>
                </c:pt>
                <c:pt idx="3761">
                  <c:v>3.8</c:v>
                </c:pt>
                <c:pt idx="3762">
                  <c:v>4.2</c:v>
                </c:pt>
                <c:pt idx="3763">
                  <c:v>4</c:v>
                </c:pt>
                <c:pt idx="3764">
                  <c:v>2.7</c:v>
                </c:pt>
                <c:pt idx="3765">
                  <c:v>3.4</c:v>
                </c:pt>
                <c:pt idx="3766">
                  <c:v>3.1</c:v>
                </c:pt>
                <c:pt idx="3767">
                  <c:v>2.6</c:v>
                </c:pt>
                <c:pt idx="3768">
                  <c:v>2.2999999999999998</c:v>
                </c:pt>
                <c:pt idx="3769">
                  <c:v>2.6</c:v>
                </c:pt>
                <c:pt idx="3770">
                  <c:v>3.6</c:v>
                </c:pt>
                <c:pt idx="3771">
                  <c:v>3.5</c:v>
                </c:pt>
                <c:pt idx="3772">
                  <c:v>3.6</c:v>
                </c:pt>
                <c:pt idx="3773">
                  <c:v>3.3</c:v>
                </c:pt>
                <c:pt idx="3774">
                  <c:v>8.9</c:v>
                </c:pt>
                <c:pt idx="3775">
                  <c:v>4.3</c:v>
                </c:pt>
                <c:pt idx="3776">
                  <c:v>3.5</c:v>
                </c:pt>
                <c:pt idx="3777">
                  <c:v>3.5</c:v>
                </c:pt>
                <c:pt idx="3778">
                  <c:v>3.5</c:v>
                </c:pt>
                <c:pt idx="3779">
                  <c:v>6.6</c:v>
                </c:pt>
                <c:pt idx="3780">
                  <c:v>3.2</c:v>
                </c:pt>
                <c:pt idx="3781">
                  <c:v>3</c:v>
                </c:pt>
                <c:pt idx="3782">
                  <c:v>3.3</c:v>
                </c:pt>
                <c:pt idx="3783">
                  <c:v>3.4</c:v>
                </c:pt>
                <c:pt idx="3784">
                  <c:v>4.7</c:v>
                </c:pt>
                <c:pt idx="3785">
                  <c:v>5.8</c:v>
                </c:pt>
                <c:pt idx="3786">
                  <c:v>3</c:v>
                </c:pt>
                <c:pt idx="3787">
                  <c:v>2.7</c:v>
                </c:pt>
                <c:pt idx="3788">
                  <c:v>3.4</c:v>
                </c:pt>
                <c:pt idx="3789">
                  <c:v>4.5999999999999996</c:v>
                </c:pt>
                <c:pt idx="3790">
                  <c:v>3.9</c:v>
                </c:pt>
                <c:pt idx="3791">
                  <c:v>3.6</c:v>
                </c:pt>
                <c:pt idx="3792">
                  <c:v>3</c:v>
                </c:pt>
                <c:pt idx="3793">
                  <c:v>5.0999999999999996</c:v>
                </c:pt>
                <c:pt idx="3794">
                  <c:v>5.9</c:v>
                </c:pt>
                <c:pt idx="3795">
                  <c:v>4.5999999999999996</c:v>
                </c:pt>
                <c:pt idx="3796">
                  <c:v>2.8</c:v>
                </c:pt>
                <c:pt idx="3797">
                  <c:v>3.8</c:v>
                </c:pt>
                <c:pt idx="3798">
                  <c:v>6.1</c:v>
                </c:pt>
                <c:pt idx="3799">
                  <c:v>5</c:v>
                </c:pt>
                <c:pt idx="3800">
                  <c:v>3.1</c:v>
                </c:pt>
                <c:pt idx="3801">
                  <c:v>3.7</c:v>
                </c:pt>
                <c:pt idx="3802">
                  <c:v>2.9</c:v>
                </c:pt>
                <c:pt idx="3803">
                  <c:v>3.5</c:v>
                </c:pt>
                <c:pt idx="3804">
                  <c:v>4.5</c:v>
                </c:pt>
                <c:pt idx="3805">
                  <c:v>3.4</c:v>
                </c:pt>
                <c:pt idx="3806">
                  <c:v>4.0999999999999996</c:v>
                </c:pt>
                <c:pt idx="3807">
                  <c:v>4</c:v>
                </c:pt>
                <c:pt idx="3808">
                  <c:v>3.2</c:v>
                </c:pt>
                <c:pt idx="3809">
                  <c:v>3.5</c:v>
                </c:pt>
                <c:pt idx="3810">
                  <c:v>3.4</c:v>
                </c:pt>
                <c:pt idx="3811">
                  <c:v>4.2</c:v>
                </c:pt>
                <c:pt idx="3812">
                  <c:v>2.9</c:v>
                </c:pt>
                <c:pt idx="3813">
                  <c:v>4.8</c:v>
                </c:pt>
                <c:pt idx="3814">
                  <c:v>4.3</c:v>
                </c:pt>
                <c:pt idx="3815">
                  <c:v>3.8</c:v>
                </c:pt>
                <c:pt idx="3816">
                  <c:v>7.5</c:v>
                </c:pt>
                <c:pt idx="3817">
                  <c:v>2.9</c:v>
                </c:pt>
                <c:pt idx="3818">
                  <c:v>3</c:v>
                </c:pt>
                <c:pt idx="3819">
                  <c:v>3</c:v>
                </c:pt>
                <c:pt idx="3820">
                  <c:v>3.1</c:v>
                </c:pt>
                <c:pt idx="3821">
                  <c:v>3.8</c:v>
                </c:pt>
                <c:pt idx="3822">
                  <c:v>3.8</c:v>
                </c:pt>
                <c:pt idx="3823">
                  <c:v>4.3</c:v>
                </c:pt>
                <c:pt idx="3824">
                  <c:v>4</c:v>
                </c:pt>
                <c:pt idx="3825">
                  <c:v>3.9</c:v>
                </c:pt>
                <c:pt idx="3826">
                  <c:v>3.8</c:v>
                </c:pt>
                <c:pt idx="3827">
                  <c:v>3.5</c:v>
                </c:pt>
                <c:pt idx="3828">
                  <c:v>4.2</c:v>
                </c:pt>
                <c:pt idx="3829">
                  <c:v>3.8</c:v>
                </c:pt>
                <c:pt idx="3830">
                  <c:v>4</c:v>
                </c:pt>
                <c:pt idx="3831">
                  <c:v>3.7</c:v>
                </c:pt>
                <c:pt idx="3832">
                  <c:v>3.3</c:v>
                </c:pt>
                <c:pt idx="3833">
                  <c:v>4.8</c:v>
                </c:pt>
                <c:pt idx="3834">
                  <c:v>3.9</c:v>
                </c:pt>
                <c:pt idx="3835">
                  <c:v>2.8</c:v>
                </c:pt>
                <c:pt idx="3836">
                  <c:v>2.6</c:v>
                </c:pt>
                <c:pt idx="3837">
                  <c:v>2.6</c:v>
                </c:pt>
                <c:pt idx="3838">
                  <c:v>4.3</c:v>
                </c:pt>
                <c:pt idx="3839">
                  <c:v>3.2</c:v>
                </c:pt>
                <c:pt idx="3840">
                  <c:v>3.5</c:v>
                </c:pt>
                <c:pt idx="3841">
                  <c:v>3.8</c:v>
                </c:pt>
                <c:pt idx="3842">
                  <c:v>4</c:v>
                </c:pt>
                <c:pt idx="3843">
                  <c:v>4.4000000000000004</c:v>
                </c:pt>
                <c:pt idx="3844">
                  <c:v>5.0999999999999996</c:v>
                </c:pt>
                <c:pt idx="3845">
                  <c:v>5</c:v>
                </c:pt>
                <c:pt idx="3846">
                  <c:v>3.8</c:v>
                </c:pt>
                <c:pt idx="3847">
                  <c:v>3.2</c:v>
                </c:pt>
                <c:pt idx="3848">
                  <c:v>4.0999999999999996</c:v>
                </c:pt>
                <c:pt idx="3849">
                  <c:v>2.4</c:v>
                </c:pt>
                <c:pt idx="3850">
                  <c:v>2.2999999999999998</c:v>
                </c:pt>
                <c:pt idx="3851">
                  <c:v>3.2</c:v>
                </c:pt>
                <c:pt idx="3852">
                  <c:v>4.7</c:v>
                </c:pt>
                <c:pt idx="3853">
                  <c:v>5.3</c:v>
                </c:pt>
                <c:pt idx="3854">
                  <c:v>4.4000000000000004</c:v>
                </c:pt>
                <c:pt idx="3855">
                  <c:v>3.9</c:v>
                </c:pt>
                <c:pt idx="3856">
                  <c:v>3.6</c:v>
                </c:pt>
                <c:pt idx="3857">
                  <c:v>3.2</c:v>
                </c:pt>
                <c:pt idx="3858">
                  <c:v>4.5</c:v>
                </c:pt>
                <c:pt idx="3859">
                  <c:v>4</c:v>
                </c:pt>
                <c:pt idx="3860">
                  <c:v>3.1</c:v>
                </c:pt>
                <c:pt idx="3861">
                  <c:v>2.9</c:v>
                </c:pt>
                <c:pt idx="3862">
                  <c:v>4.8</c:v>
                </c:pt>
                <c:pt idx="3863">
                  <c:v>3.7</c:v>
                </c:pt>
                <c:pt idx="3864">
                  <c:v>3.9</c:v>
                </c:pt>
                <c:pt idx="3865">
                  <c:v>5.0999999999999996</c:v>
                </c:pt>
                <c:pt idx="3866">
                  <c:v>4.8</c:v>
                </c:pt>
                <c:pt idx="3867">
                  <c:v>3.2</c:v>
                </c:pt>
                <c:pt idx="3868">
                  <c:v>3.2</c:v>
                </c:pt>
                <c:pt idx="3869">
                  <c:v>3.3</c:v>
                </c:pt>
                <c:pt idx="3870">
                  <c:v>3.4</c:v>
                </c:pt>
                <c:pt idx="3871">
                  <c:v>3.3</c:v>
                </c:pt>
                <c:pt idx="3872">
                  <c:v>3.4</c:v>
                </c:pt>
                <c:pt idx="3873">
                  <c:v>3.4</c:v>
                </c:pt>
                <c:pt idx="3874">
                  <c:v>3</c:v>
                </c:pt>
                <c:pt idx="3875">
                  <c:v>2.8</c:v>
                </c:pt>
                <c:pt idx="3876">
                  <c:v>4.5</c:v>
                </c:pt>
                <c:pt idx="3877">
                  <c:v>4.7</c:v>
                </c:pt>
                <c:pt idx="3878">
                  <c:v>4.4000000000000004</c:v>
                </c:pt>
                <c:pt idx="3879">
                  <c:v>4.4000000000000004</c:v>
                </c:pt>
                <c:pt idx="3880">
                  <c:v>4.0999999999999996</c:v>
                </c:pt>
                <c:pt idx="3881">
                  <c:v>2.9</c:v>
                </c:pt>
                <c:pt idx="3882">
                  <c:v>5.0999999999999996</c:v>
                </c:pt>
                <c:pt idx="3883">
                  <c:v>4.5999999999999996</c:v>
                </c:pt>
                <c:pt idx="3884">
                  <c:v>3.2</c:v>
                </c:pt>
                <c:pt idx="3885">
                  <c:v>3</c:v>
                </c:pt>
                <c:pt idx="3886">
                  <c:v>4.8</c:v>
                </c:pt>
                <c:pt idx="3887">
                  <c:v>3.7</c:v>
                </c:pt>
                <c:pt idx="3888">
                  <c:v>4.3</c:v>
                </c:pt>
                <c:pt idx="3889">
                  <c:v>5</c:v>
                </c:pt>
                <c:pt idx="3890">
                  <c:v>4.3</c:v>
                </c:pt>
                <c:pt idx="3891">
                  <c:v>3.4</c:v>
                </c:pt>
                <c:pt idx="3892">
                  <c:v>3.2</c:v>
                </c:pt>
                <c:pt idx="3893">
                  <c:v>4.8</c:v>
                </c:pt>
                <c:pt idx="3894">
                  <c:v>4.5999999999999996</c:v>
                </c:pt>
                <c:pt idx="3895">
                  <c:v>4.2</c:v>
                </c:pt>
                <c:pt idx="3896">
                  <c:v>3</c:v>
                </c:pt>
                <c:pt idx="3897">
                  <c:v>3.3</c:v>
                </c:pt>
                <c:pt idx="3898">
                  <c:v>4.4000000000000004</c:v>
                </c:pt>
                <c:pt idx="3899">
                  <c:v>4.8</c:v>
                </c:pt>
                <c:pt idx="3900">
                  <c:v>4.4000000000000004</c:v>
                </c:pt>
                <c:pt idx="3901">
                  <c:v>2.7</c:v>
                </c:pt>
                <c:pt idx="3902">
                  <c:v>2.8</c:v>
                </c:pt>
                <c:pt idx="3903">
                  <c:v>3.3</c:v>
                </c:pt>
                <c:pt idx="3904">
                  <c:v>5</c:v>
                </c:pt>
                <c:pt idx="3905">
                  <c:v>2.6</c:v>
                </c:pt>
                <c:pt idx="3906">
                  <c:v>4.0999999999999996</c:v>
                </c:pt>
                <c:pt idx="3907">
                  <c:v>4.5999999999999996</c:v>
                </c:pt>
                <c:pt idx="3908">
                  <c:v>4.5</c:v>
                </c:pt>
                <c:pt idx="3909">
                  <c:v>6</c:v>
                </c:pt>
                <c:pt idx="3910">
                  <c:v>5.5</c:v>
                </c:pt>
                <c:pt idx="3911">
                  <c:v>4.4000000000000004</c:v>
                </c:pt>
                <c:pt idx="3912">
                  <c:v>4.2</c:v>
                </c:pt>
                <c:pt idx="3913">
                  <c:v>3.9</c:v>
                </c:pt>
                <c:pt idx="3914">
                  <c:v>5.7</c:v>
                </c:pt>
                <c:pt idx="3915">
                  <c:v>4</c:v>
                </c:pt>
                <c:pt idx="3916">
                  <c:v>6.4</c:v>
                </c:pt>
                <c:pt idx="3917">
                  <c:v>8.9</c:v>
                </c:pt>
                <c:pt idx="3918">
                  <c:v>8.1</c:v>
                </c:pt>
                <c:pt idx="3919">
                  <c:v>5.7</c:v>
                </c:pt>
                <c:pt idx="3920">
                  <c:v>4.2</c:v>
                </c:pt>
                <c:pt idx="3921">
                  <c:v>5.2</c:v>
                </c:pt>
                <c:pt idx="3922">
                  <c:v>7.1</c:v>
                </c:pt>
                <c:pt idx="3923">
                  <c:v>5.5</c:v>
                </c:pt>
                <c:pt idx="3924">
                  <c:v>3.7</c:v>
                </c:pt>
                <c:pt idx="3925">
                  <c:v>3.8</c:v>
                </c:pt>
                <c:pt idx="3926">
                  <c:v>4.5999999999999996</c:v>
                </c:pt>
                <c:pt idx="3927">
                  <c:v>4</c:v>
                </c:pt>
                <c:pt idx="3928">
                  <c:v>4.5999999999999996</c:v>
                </c:pt>
                <c:pt idx="3929">
                  <c:v>3.1</c:v>
                </c:pt>
                <c:pt idx="3930">
                  <c:v>3.4</c:v>
                </c:pt>
                <c:pt idx="3931">
                  <c:v>3.1</c:v>
                </c:pt>
                <c:pt idx="3932">
                  <c:v>4.8</c:v>
                </c:pt>
                <c:pt idx="3933">
                  <c:v>4.3</c:v>
                </c:pt>
                <c:pt idx="3934">
                  <c:v>3.4</c:v>
                </c:pt>
                <c:pt idx="3935">
                  <c:v>4.3</c:v>
                </c:pt>
                <c:pt idx="3936">
                  <c:v>3.3</c:v>
                </c:pt>
                <c:pt idx="3937">
                  <c:v>4.5999999999999996</c:v>
                </c:pt>
                <c:pt idx="3938">
                  <c:v>4.9000000000000004</c:v>
                </c:pt>
                <c:pt idx="3939">
                  <c:v>3</c:v>
                </c:pt>
                <c:pt idx="3940">
                  <c:v>3.3</c:v>
                </c:pt>
                <c:pt idx="3941">
                  <c:v>3.6</c:v>
                </c:pt>
                <c:pt idx="3942">
                  <c:v>2.4</c:v>
                </c:pt>
                <c:pt idx="3943">
                  <c:v>2.7</c:v>
                </c:pt>
                <c:pt idx="3944">
                  <c:v>2.9</c:v>
                </c:pt>
                <c:pt idx="3945">
                  <c:v>3.9</c:v>
                </c:pt>
                <c:pt idx="3946">
                  <c:v>4.8</c:v>
                </c:pt>
                <c:pt idx="3947">
                  <c:v>3.6</c:v>
                </c:pt>
                <c:pt idx="3948">
                  <c:v>5.8</c:v>
                </c:pt>
                <c:pt idx="3949">
                  <c:v>5.4</c:v>
                </c:pt>
                <c:pt idx="3950">
                  <c:v>3.7</c:v>
                </c:pt>
                <c:pt idx="3951">
                  <c:v>3.8</c:v>
                </c:pt>
                <c:pt idx="3952">
                  <c:v>3.9</c:v>
                </c:pt>
                <c:pt idx="3953">
                  <c:v>3.4</c:v>
                </c:pt>
                <c:pt idx="3954">
                  <c:v>4.8</c:v>
                </c:pt>
                <c:pt idx="3955">
                  <c:v>2.6</c:v>
                </c:pt>
                <c:pt idx="3956">
                  <c:v>2.9</c:v>
                </c:pt>
                <c:pt idx="3957">
                  <c:v>4.9000000000000004</c:v>
                </c:pt>
                <c:pt idx="3958">
                  <c:v>3.2</c:v>
                </c:pt>
                <c:pt idx="3959">
                  <c:v>2.9</c:v>
                </c:pt>
                <c:pt idx="3960">
                  <c:v>3.1</c:v>
                </c:pt>
                <c:pt idx="3961">
                  <c:v>2.7</c:v>
                </c:pt>
                <c:pt idx="3962">
                  <c:v>3.7</c:v>
                </c:pt>
                <c:pt idx="3963">
                  <c:v>4.5</c:v>
                </c:pt>
                <c:pt idx="3964">
                  <c:v>2.7</c:v>
                </c:pt>
                <c:pt idx="3965">
                  <c:v>6</c:v>
                </c:pt>
                <c:pt idx="3966">
                  <c:v>3.1</c:v>
                </c:pt>
                <c:pt idx="3967">
                  <c:v>3.1</c:v>
                </c:pt>
                <c:pt idx="3968">
                  <c:v>2.4</c:v>
                </c:pt>
                <c:pt idx="3969">
                  <c:v>4.0999999999999996</c:v>
                </c:pt>
                <c:pt idx="3970">
                  <c:v>3</c:v>
                </c:pt>
                <c:pt idx="3971">
                  <c:v>1.7</c:v>
                </c:pt>
                <c:pt idx="3972">
                  <c:v>3.2</c:v>
                </c:pt>
                <c:pt idx="3973">
                  <c:v>3.4</c:v>
                </c:pt>
                <c:pt idx="3974">
                  <c:v>4.3</c:v>
                </c:pt>
                <c:pt idx="3975">
                  <c:v>4</c:v>
                </c:pt>
                <c:pt idx="3976">
                  <c:v>5</c:v>
                </c:pt>
                <c:pt idx="3977">
                  <c:v>7</c:v>
                </c:pt>
                <c:pt idx="3978">
                  <c:v>4.9000000000000004</c:v>
                </c:pt>
                <c:pt idx="3979">
                  <c:v>3.5</c:v>
                </c:pt>
                <c:pt idx="3980">
                  <c:v>3.3</c:v>
                </c:pt>
                <c:pt idx="3981">
                  <c:v>4.8</c:v>
                </c:pt>
                <c:pt idx="3982">
                  <c:v>4.7</c:v>
                </c:pt>
                <c:pt idx="3983">
                  <c:v>3.1</c:v>
                </c:pt>
                <c:pt idx="3984">
                  <c:v>4.5</c:v>
                </c:pt>
                <c:pt idx="3985">
                  <c:v>4.7</c:v>
                </c:pt>
                <c:pt idx="3986">
                  <c:v>5</c:v>
                </c:pt>
                <c:pt idx="3987">
                  <c:v>5.5</c:v>
                </c:pt>
                <c:pt idx="3988">
                  <c:v>4.2</c:v>
                </c:pt>
                <c:pt idx="3989">
                  <c:v>4.8</c:v>
                </c:pt>
                <c:pt idx="3990">
                  <c:v>5</c:v>
                </c:pt>
                <c:pt idx="3991">
                  <c:v>4.0999999999999996</c:v>
                </c:pt>
                <c:pt idx="3992">
                  <c:v>3.7</c:v>
                </c:pt>
                <c:pt idx="3993">
                  <c:v>3.6</c:v>
                </c:pt>
                <c:pt idx="3994">
                  <c:v>3</c:v>
                </c:pt>
                <c:pt idx="3995">
                  <c:v>3</c:v>
                </c:pt>
                <c:pt idx="3996">
                  <c:v>3.8</c:v>
                </c:pt>
                <c:pt idx="3997">
                  <c:v>4.3</c:v>
                </c:pt>
                <c:pt idx="3998">
                  <c:v>4.5</c:v>
                </c:pt>
                <c:pt idx="3999">
                  <c:v>4.5999999999999996</c:v>
                </c:pt>
                <c:pt idx="4000">
                  <c:v>2.9</c:v>
                </c:pt>
                <c:pt idx="4001">
                  <c:v>4.4000000000000004</c:v>
                </c:pt>
                <c:pt idx="4002">
                  <c:v>4.8</c:v>
                </c:pt>
                <c:pt idx="4003">
                  <c:v>3.2</c:v>
                </c:pt>
                <c:pt idx="4004">
                  <c:v>3.1</c:v>
                </c:pt>
                <c:pt idx="4005">
                  <c:v>3.2</c:v>
                </c:pt>
                <c:pt idx="4006">
                  <c:v>4.4000000000000004</c:v>
                </c:pt>
                <c:pt idx="4007">
                  <c:v>4.0999999999999996</c:v>
                </c:pt>
                <c:pt idx="4008">
                  <c:v>3.5</c:v>
                </c:pt>
                <c:pt idx="4009">
                  <c:v>3</c:v>
                </c:pt>
                <c:pt idx="4010">
                  <c:v>4</c:v>
                </c:pt>
                <c:pt idx="4011">
                  <c:v>5.6</c:v>
                </c:pt>
                <c:pt idx="4012">
                  <c:v>3.2</c:v>
                </c:pt>
                <c:pt idx="4013">
                  <c:v>3</c:v>
                </c:pt>
                <c:pt idx="4014">
                  <c:v>4.5999999999999996</c:v>
                </c:pt>
                <c:pt idx="4015">
                  <c:v>4.0999999999999996</c:v>
                </c:pt>
                <c:pt idx="4016">
                  <c:v>3.4</c:v>
                </c:pt>
                <c:pt idx="4017">
                  <c:v>4.5</c:v>
                </c:pt>
                <c:pt idx="4018">
                  <c:v>4.7</c:v>
                </c:pt>
                <c:pt idx="4019">
                  <c:v>3.2</c:v>
                </c:pt>
                <c:pt idx="4020">
                  <c:v>2.2999999999999998</c:v>
                </c:pt>
                <c:pt idx="4021">
                  <c:v>2.7</c:v>
                </c:pt>
                <c:pt idx="4022">
                  <c:v>2.7</c:v>
                </c:pt>
                <c:pt idx="4023">
                  <c:v>3.5</c:v>
                </c:pt>
                <c:pt idx="4024">
                  <c:v>3.3</c:v>
                </c:pt>
                <c:pt idx="4025">
                  <c:v>2.9</c:v>
                </c:pt>
                <c:pt idx="4026">
                  <c:v>3</c:v>
                </c:pt>
                <c:pt idx="4027">
                  <c:v>2.4</c:v>
                </c:pt>
                <c:pt idx="4028">
                  <c:v>2.5</c:v>
                </c:pt>
                <c:pt idx="4029">
                  <c:v>3.5</c:v>
                </c:pt>
                <c:pt idx="4030">
                  <c:v>2.5</c:v>
                </c:pt>
                <c:pt idx="4031">
                  <c:v>2.6</c:v>
                </c:pt>
                <c:pt idx="4032">
                  <c:v>4.4000000000000004</c:v>
                </c:pt>
                <c:pt idx="4033">
                  <c:v>4.0999999999999996</c:v>
                </c:pt>
                <c:pt idx="4034">
                  <c:v>4</c:v>
                </c:pt>
                <c:pt idx="4035">
                  <c:v>2.8</c:v>
                </c:pt>
                <c:pt idx="4036">
                  <c:v>2.5</c:v>
                </c:pt>
                <c:pt idx="4037">
                  <c:v>3.5</c:v>
                </c:pt>
                <c:pt idx="4038">
                  <c:v>3.5</c:v>
                </c:pt>
                <c:pt idx="4039">
                  <c:v>2.9</c:v>
                </c:pt>
                <c:pt idx="4040">
                  <c:v>1.6</c:v>
                </c:pt>
                <c:pt idx="4041">
                  <c:v>2.8</c:v>
                </c:pt>
                <c:pt idx="4042">
                  <c:v>3.5</c:v>
                </c:pt>
                <c:pt idx="4043">
                  <c:v>2.7</c:v>
                </c:pt>
                <c:pt idx="4044">
                  <c:v>3.6</c:v>
                </c:pt>
                <c:pt idx="4045">
                  <c:v>3.8</c:v>
                </c:pt>
                <c:pt idx="4046">
                  <c:v>4.0999999999999996</c:v>
                </c:pt>
                <c:pt idx="4047">
                  <c:v>2.2999999999999998</c:v>
                </c:pt>
                <c:pt idx="4048">
                  <c:v>2.2999999999999998</c:v>
                </c:pt>
                <c:pt idx="4049">
                  <c:v>2.1</c:v>
                </c:pt>
                <c:pt idx="4050">
                  <c:v>3.9</c:v>
                </c:pt>
                <c:pt idx="4051">
                  <c:v>3.5</c:v>
                </c:pt>
                <c:pt idx="4052">
                  <c:v>3.2</c:v>
                </c:pt>
                <c:pt idx="4053">
                  <c:v>4.7</c:v>
                </c:pt>
                <c:pt idx="4054">
                  <c:v>4.8</c:v>
                </c:pt>
                <c:pt idx="4055">
                  <c:v>6.1</c:v>
                </c:pt>
                <c:pt idx="4056">
                  <c:v>3.9</c:v>
                </c:pt>
                <c:pt idx="4057">
                  <c:v>3.8</c:v>
                </c:pt>
                <c:pt idx="4058">
                  <c:v>4</c:v>
                </c:pt>
                <c:pt idx="4059">
                  <c:v>3.8</c:v>
                </c:pt>
                <c:pt idx="4060">
                  <c:v>3.4</c:v>
                </c:pt>
                <c:pt idx="4061">
                  <c:v>2.5</c:v>
                </c:pt>
                <c:pt idx="4062">
                  <c:v>3.3</c:v>
                </c:pt>
                <c:pt idx="4063">
                  <c:v>2.9</c:v>
                </c:pt>
                <c:pt idx="4064">
                  <c:v>3.2</c:v>
                </c:pt>
                <c:pt idx="4065">
                  <c:v>3.6</c:v>
                </c:pt>
                <c:pt idx="4066">
                  <c:v>4.3</c:v>
                </c:pt>
                <c:pt idx="4067">
                  <c:v>3.2</c:v>
                </c:pt>
                <c:pt idx="4068">
                  <c:v>4.5</c:v>
                </c:pt>
                <c:pt idx="4069">
                  <c:v>4</c:v>
                </c:pt>
                <c:pt idx="4070">
                  <c:v>2.1</c:v>
                </c:pt>
                <c:pt idx="4071">
                  <c:v>3.3</c:v>
                </c:pt>
                <c:pt idx="4072">
                  <c:v>5.6</c:v>
                </c:pt>
                <c:pt idx="4073">
                  <c:v>0</c:v>
                </c:pt>
                <c:pt idx="4074">
                  <c:v>9.8000000000000007</c:v>
                </c:pt>
                <c:pt idx="4075">
                  <c:v>2.8</c:v>
                </c:pt>
                <c:pt idx="4076">
                  <c:v>2.9</c:v>
                </c:pt>
                <c:pt idx="4077">
                  <c:v>3.3</c:v>
                </c:pt>
                <c:pt idx="4078">
                  <c:v>2.9</c:v>
                </c:pt>
                <c:pt idx="4079">
                  <c:v>2.6</c:v>
                </c:pt>
                <c:pt idx="4080">
                  <c:v>3.1</c:v>
                </c:pt>
                <c:pt idx="4081">
                  <c:v>3.5</c:v>
                </c:pt>
                <c:pt idx="4082">
                  <c:v>3.2</c:v>
                </c:pt>
                <c:pt idx="4083">
                  <c:v>3.8</c:v>
                </c:pt>
                <c:pt idx="4084">
                  <c:v>2.4</c:v>
                </c:pt>
                <c:pt idx="4085">
                  <c:v>2.7</c:v>
                </c:pt>
                <c:pt idx="4086">
                  <c:v>2.8</c:v>
                </c:pt>
                <c:pt idx="4087">
                  <c:v>3.7</c:v>
                </c:pt>
                <c:pt idx="4088">
                  <c:v>2.8</c:v>
                </c:pt>
                <c:pt idx="4089">
                  <c:v>2.2000000000000002</c:v>
                </c:pt>
                <c:pt idx="4090">
                  <c:v>2.1</c:v>
                </c:pt>
                <c:pt idx="4091">
                  <c:v>2</c:v>
                </c:pt>
                <c:pt idx="4092">
                  <c:v>2</c:v>
                </c:pt>
                <c:pt idx="4093">
                  <c:v>3.2</c:v>
                </c:pt>
                <c:pt idx="4094">
                  <c:v>3.8</c:v>
                </c:pt>
                <c:pt idx="4095">
                  <c:v>4.3</c:v>
                </c:pt>
                <c:pt idx="4096">
                  <c:v>2.6</c:v>
                </c:pt>
                <c:pt idx="4097">
                  <c:v>4.0999999999999996</c:v>
                </c:pt>
                <c:pt idx="4098">
                  <c:v>4</c:v>
                </c:pt>
                <c:pt idx="4099">
                  <c:v>3.2</c:v>
                </c:pt>
                <c:pt idx="4100">
                  <c:v>3.8</c:v>
                </c:pt>
                <c:pt idx="4101">
                  <c:v>2.5</c:v>
                </c:pt>
                <c:pt idx="4102">
                  <c:v>3.3</c:v>
                </c:pt>
                <c:pt idx="4103">
                  <c:v>2.8</c:v>
                </c:pt>
                <c:pt idx="4104">
                  <c:v>4.3</c:v>
                </c:pt>
                <c:pt idx="4105">
                  <c:v>4.0999999999999996</c:v>
                </c:pt>
                <c:pt idx="4106">
                  <c:v>3.1</c:v>
                </c:pt>
                <c:pt idx="4107">
                  <c:v>3.2</c:v>
                </c:pt>
                <c:pt idx="4108">
                  <c:v>3</c:v>
                </c:pt>
                <c:pt idx="4109">
                  <c:v>2.8</c:v>
                </c:pt>
                <c:pt idx="4110">
                  <c:v>3.5</c:v>
                </c:pt>
                <c:pt idx="4111">
                  <c:v>2.7</c:v>
                </c:pt>
                <c:pt idx="4112">
                  <c:v>3.2</c:v>
                </c:pt>
                <c:pt idx="4113">
                  <c:v>4</c:v>
                </c:pt>
                <c:pt idx="4114">
                  <c:v>4.5</c:v>
                </c:pt>
                <c:pt idx="4115">
                  <c:v>5.2</c:v>
                </c:pt>
                <c:pt idx="4116">
                  <c:v>7.2</c:v>
                </c:pt>
                <c:pt idx="4117">
                  <c:v>5.3</c:v>
                </c:pt>
                <c:pt idx="4118">
                  <c:v>4.7</c:v>
                </c:pt>
                <c:pt idx="4119">
                  <c:v>2.6</c:v>
                </c:pt>
                <c:pt idx="4120">
                  <c:v>3.2</c:v>
                </c:pt>
                <c:pt idx="4121">
                  <c:v>5.2</c:v>
                </c:pt>
                <c:pt idx="4122">
                  <c:v>4</c:v>
                </c:pt>
                <c:pt idx="4123">
                  <c:v>2.5</c:v>
                </c:pt>
                <c:pt idx="4124">
                  <c:v>4.0999999999999996</c:v>
                </c:pt>
                <c:pt idx="4125">
                  <c:v>3.3</c:v>
                </c:pt>
                <c:pt idx="4126">
                  <c:v>2.6</c:v>
                </c:pt>
                <c:pt idx="4127">
                  <c:v>3</c:v>
                </c:pt>
                <c:pt idx="4128">
                  <c:v>3.2</c:v>
                </c:pt>
                <c:pt idx="4129">
                  <c:v>2.4</c:v>
                </c:pt>
                <c:pt idx="4130">
                  <c:v>2.4</c:v>
                </c:pt>
                <c:pt idx="4131">
                  <c:v>2.5</c:v>
                </c:pt>
                <c:pt idx="4132">
                  <c:v>3.1</c:v>
                </c:pt>
                <c:pt idx="4133">
                  <c:v>5.0999999999999996</c:v>
                </c:pt>
                <c:pt idx="4134">
                  <c:v>6.4</c:v>
                </c:pt>
                <c:pt idx="4135">
                  <c:v>5.5</c:v>
                </c:pt>
                <c:pt idx="4136">
                  <c:v>3.3</c:v>
                </c:pt>
                <c:pt idx="4137">
                  <c:v>3.2</c:v>
                </c:pt>
                <c:pt idx="4138">
                  <c:v>3.9</c:v>
                </c:pt>
                <c:pt idx="4139">
                  <c:v>8</c:v>
                </c:pt>
                <c:pt idx="4140">
                  <c:v>3.9</c:v>
                </c:pt>
                <c:pt idx="4141">
                  <c:v>3.3</c:v>
                </c:pt>
                <c:pt idx="4142">
                  <c:v>2.4</c:v>
                </c:pt>
                <c:pt idx="4143">
                  <c:v>3.8</c:v>
                </c:pt>
                <c:pt idx="4144">
                  <c:v>4.5999999999999996</c:v>
                </c:pt>
                <c:pt idx="4145">
                  <c:v>2.7</c:v>
                </c:pt>
                <c:pt idx="4146">
                  <c:v>2.6</c:v>
                </c:pt>
                <c:pt idx="4147">
                  <c:v>3.3</c:v>
                </c:pt>
                <c:pt idx="4148">
                  <c:v>4.4000000000000004</c:v>
                </c:pt>
                <c:pt idx="4149">
                  <c:v>3.3</c:v>
                </c:pt>
                <c:pt idx="4150">
                  <c:v>4.2</c:v>
                </c:pt>
                <c:pt idx="4151">
                  <c:v>3.9</c:v>
                </c:pt>
                <c:pt idx="4152">
                  <c:v>2.8</c:v>
                </c:pt>
                <c:pt idx="4153">
                  <c:v>4.0999999999999996</c:v>
                </c:pt>
                <c:pt idx="4154">
                  <c:v>5.9</c:v>
                </c:pt>
                <c:pt idx="4155">
                  <c:v>4</c:v>
                </c:pt>
                <c:pt idx="4156">
                  <c:v>3.5</c:v>
                </c:pt>
                <c:pt idx="4157">
                  <c:v>4.0999999999999996</c:v>
                </c:pt>
                <c:pt idx="4158">
                  <c:v>3.7</c:v>
                </c:pt>
                <c:pt idx="4159">
                  <c:v>3.6</c:v>
                </c:pt>
                <c:pt idx="4160">
                  <c:v>3.4</c:v>
                </c:pt>
                <c:pt idx="4161">
                  <c:v>3.5</c:v>
                </c:pt>
                <c:pt idx="4162">
                  <c:v>2.6</c:v>
                </c:pt>
                <c:pt idx="4163">
                  <c:v>3.1</c:v>
                </c:pt>
                <c:pt idx="4164">
                  <c:v>2.9</c:v>
                </c:pt>
                <c:pt idx="4165">
                  <c:v>3.1</c:v>
                </c:pt>
                <c:pt idx="4166">
                  <c:v>5.3</c:v>
                </c:pt>
                <c:pt idx="4167">
                  <c:v>5.5</c:v>
                </c:pt>
                <c:pt idx="4168">
                  <c:v>4</c:v>
                </c:pt>
                <c:pt idx="4169">
                  <c:v>2.9</c:v>
                </c:pt>
                <c:pt idx="4170">
                  <c:v>2.7</c:v>
                </c:pt>
                <c:pt idx="4171">
                  <c:v>3.5</c:v>
                </c:pt>
                <c:pt idx="4172">
                  <c:v>4.2</c:v>
                </c:pt>
                <c:pt idx="4173">
                  <c:v>2.6</c:v>
                </c:pt>
                <c:pt idx="4174">
                  <c:v>3.1</c:v>
                </c:pt>
                <c:pt idx="4175">
                  <c:v>4.4000000000000004</c:v>
                </c:pt>
                <c:pt idx="4176">
                  <c:v>3.5</c:v>
                </c:pt>
                <c:pt idx="4177">
                  <c:v>5.3</c:v>
                </c:pt>
                <c:pt idx="4178">
                  <c:v>2.4</c:v>
                </c:pt>
                <c:pt idx="4179">
                  <c:v>3.6</c:v>
                </c:pt>
                <c:pt idx="4180">
                  <c:v>4.3</c:v>
                </c:pt>
                <c:pt idx="4181">
                  <c:v>3.1</c:v>
                </c:pt>
                <c:pt idx="4182">
                  <c:v>2.8</c:v>
                </c:pt>
                <c:pt idx="4183">
                  <c:v>2.4</c:v>
                </c:pt>
                <c:pt idx="4184">
                  <c:v>3.9</c:v>
                </c:pt>
                <c:pt idx="4185">
                  <c:v>4.5</c:v>
                </c:pt>
                <c:pt idx="4186">
                  <c:v>8.4</c:v>
                </c:pt>
                <c:pt idx="4187">
                  <c:v>7.4</c:v>
                </c:pt>
                <c:pt idx="4188">
                  <c:v>7.2</c:v>
                </c:pt>
                <c:pt idx="4189">
                  <c:v>6.1</c:v>
                </c:pt>
                <c:pt idx="4190">
                  <c:v>5.4</c:v>
                </c:pt>
                <c:pt idx="4191">
                  <c:v>6.6</c:v>
                </c:pt>
                <c:pt idx="4192">
                  <c:v>10.4</c:v>
                </c:pt>
                <c:pt idx="4193">
                  <c:v>21.8</c:v>
                </c:pt>
                <c:pt idx="4194">
                  <c:v>8.1</c:v>
                </c:pt>
                <c:pt idx="4195">
                  <c:v>8.6999999999999993</c:v>
                </c:pt>
                <c:pt idx="4196">
                  <c:v>7.7</c:v>
                </c:pt>
                <c:pt idx="4197">
                  <c:v>8.1</c:v>
                </c:pt>
                <c:pt idx="4198">
                  <c:v>7</c:v>
                </c:pt>
                <c:pt idx="4199">
                  <c:v>7</c:v>
                </c:pt>
                <c:pt idx="4200">
                  <c:v>7.1</c:v>
                </c:pt>
                <c:pt idx="4201">
                  <c:v>7</c:v>
                </c:pt>
                <c:pt idx="4202">
                  <c:v>9.6999999999999993</c:v>
                </c:pt>
                <c:pt idx="4203">
                  <c:v>8.4</c:v>
                </c:pt>
                <c:pt idx="4204">
                  <c:v>6.1</c:v>
                </c:pt>
                <c:pt idx="4205">
                  <c:v>5.8</c:v>
                </c:pt>
                <c:pt idx="4206">
                  <c:v>9.5</c:v>
                </c:pt>
                <c:pt idx="4207">
                  <c:v>8.6999999999999993</c:v>
                </c:pt>
                <c:pt idx="4208">
                  <c:v>7</c:v>
                </c:pt>
                <c:pt idx="4209">
                  <c:v>8.8000000000000007</c:v>
                </c:pt>
                <c:pt idx="4210">
                  <c:v>8.1</c:v>
                </c:pt>
                <c:pt idx="4211">
                  <c:v>8.6</c:v>
                </c:pt>
                <c:pt idx="4212">
                  <c:v>8.1999999999999993</c:v>
                </c:pt>
                <c:pt idx="4213">
                  <c:v>7.5</c:v>
                </c:pt>
                <c:pt idx="4214">
                  <c:v>8.6</c:v>
                </c:pt>
                <c:pt idx="4215">
                  <c:v>6.2</c:v>
                </c:pt>
                <c:pt idx="4216">
                  <c:v>6.8</c:v>
                </c:pt>
                <c:pt idx="4217">
                  <c:v>6.9</c:v>
                </c:pt>
                <c:pt idx="4218">
                  <c:v>6.7</c:v>
                </c:pt>
                <c:pt idx="4219">
                  <c:v>8.5</c:v>
                </c:pt>
                <c:pt idx="4220">
                  <c:v>8.6999999999999993</c:v>
                </c:pt>
                <c:pt idx="4221">
                  <c:v>6.9</c:v>
                </c:pt>
                <c:pt idx="4222">
                  <c:v>7.1</c:v>
                </c:pt>
                <c:pt idx="4223">
                  <c:v>5.2</c:v>
                </c:pt>
                <c:pt idx="4224">
                  <c:v>6.1</c:v>
                </c:pt>
                <c:pt idx="4225">
                  <c:v>6.1</c:v>
                </c:pt>
                <c:pt idx="4226">
                  <c:v>6.7</c:v>
                </c:pt>
                <c:pt idx="4227">
                  <c:v>8</c:v>
                </c:pt>
                <c:pt idx="4228">
                  <c:v>6.4</c:v>
                </c:pt>
                <c:pt idx="4229">
                  <c:v>7.1</c:v>
                </c:pt>
                <c:pt idx="4230">
                  <c:v>6.2</c:v>
                </c:pt>
                <c:pt idx="4231">
                  <c:v>5.9</c:v>
                </c:pt>
                <c:pt idx="4232">
                  <c:v>5.6</c:v>
                </c:pt>
                <c:pt idx="4233">
                  <c:v>5.8</c:v>
                </c:pt>
                <c:pt idx="4234">
                  <c:v>8</c:v>
                </c:pt>
                <c:pt idx="4235">
                  <c:v>6.6</c:v>
                </c:pt>
                <c:pt idx="4236">
                  <c:v>6.1</c:v>
                </c:pt>
                <c:pt idx="4237">
                  <c:v>5.3</c:v>
                </c:pt>
                <c:pt idx="4238">
                  <c:v>5.5</c:v>
                </c:pt>
                <c:pt idx="4239">
                  <c:v>6</c:v>
                </c:pt>
                <c:pt idx="4240">
                  <c:v>6.4</c:v>
                </c:pt>
                <c:pt idx="4241">
                  <c:v>7.3</c:v>
                </c:pt>
                <c:pt idx="4242">
                  <c:v>6.3</c:v>
                </c:pt>
                <c:pt idx="4243">
                  <c:v>5.5</c:v>
                </c:pt>
                <c:pt idx="4244">
                  <c:v>7.2</c:v>
                </c:pt>
                <c:pt idx="4245">
                  <c:v>8.5</c:v>
                </c:pt>
                <c:pt idx="4246">
                  <c:v>7.6</c:v>
                </c:pt>
                <c:pt idx="4247">
                  <c:v>6.7</c:v>
                </c:pt>
                <c:pt idx="4248">
                  <c:v>6.2</c:v>
                </c:pt>
                <c:pt idx="4249">
                  <c:v>5.7</c:v>
                </c:pt>
                <c:pt idx="4250">
                  <c:v>5.6</c:v>
                </c:pt>
                <c:pt idx="4251">
                  <c:v>6.5</c:v>
                </c:pt>
                <c:pt idx="4252">
                  <c:v>6</c:v>
                </c:pt>
                <c:pt idx="4253">
                  <c:v>6.9</c:v>
                </c:pt>
                <c:pt idx="4254">
                  <c:v>6</c:v>
                </c:pt>
                <c:pt idx="4255">
                  <c:v>5.9</c:v>
                </c:pt>
                <c:pt idx="4256">
                  <c:v>6.1</c:v>
                </c:pt>
                <c:pt idx="4257">
                  <c:v>5</c:v>
                </c:pt>
                <c:pt idx="4258">
                  <c:v>6.8</c:v>
                </c:pt>
                <c:pt idx="4259">
                  <c:v>6.8</c:v>
                </c:pt>
                <c:pt idx="4260">
                  <c:v>6.1</c:v>
                </c:pt>
                <c:pt idx="4261">
                  <c:v>6.2</c:v>
                </c:pt>
                <c:pt idx="4262">
                  <c:v>7.4</c:v>
                </c:pt>
                <c:pt idx="4263">
                  <c:v>5</c:v>
                </c:pt>
                <c:pt idx="4264">
                  <c:v>4.7</c:v>
                </c:pt>
                <c:pt idx="4265">
                  <c:v>7.2</c:v>
                </c:pt>
                <c:pt idx="4266">
                  <c:v>7.8</c:v>
                </c:pt>
                <c:pt idx="4267">
                  <c:v>8.1</c:v>
                </c:pt>
                <c:pt idx="4268">
                  <c:v>8</c:v>
                </c:pt>
                <c:pt idx="4269">
                  <c:v>7.6</c:v>
                </c:pt>
                <c:pt idx="4270">
                  <c:v>6.7</c:v>
                </c:pt>
                <c:pt idx="4271">
                  <c:v>6.3</c:v>
                </c:pt>
                <c:pt idx="4272">
                  <c:v>8.5</c:v>
                </c:pt>
                <c:pt idx="4273">
                  <c:v>7.2</c:v>
                </c:pt>
                <c:pt idx="4274">
                  <c:v>6.2</c:v>
                </c:pt>
                <c:pt idx="4275">
                  <c:v>7.5</c:v>
                </c:pt>
                <c:pt idx="4276">
                  <c:v>7.7</c:v>
                </c:pt>
                <c:pt idx="4277">
                  <c:v>8.1</c:v>
                </c:pt>
                <c:pt idx="4278">
                  <c:v>7.1</c:v>
                </c:pt>
                <c:pt idx="4279">
                  <c:v>7.8</c:v>
                </c:pt>
                <c:pt idx="4280">
                  <c:v>7.6</c:v>
                </c:pt>
                <c:pt idx="4281">
                  <c:v>9.6</c:v>
                </c:pt>
                <c:pt idx="4282">
                  <c:v>8.4</c:v>
                </c:pt>
                <c:pt idx="4283">
                  <c:v>7.9</c:v>
                </c:pt>
                <c:pt idx="4284">
                  <c:v>7.8</c:v>
                </c:pt>
                <c:pt idx="4285">
                  <c:v>9.1999999999999993</c:v>
                </c:pt>
                <c:pt idx="4286">
                  <c:v>8</c:v>
                </c:pt>
                <c:pt idx="4287">
                  <c:v>9</c:v>
                </c:pt>
                <c:pt idx="4288">
                  <c:v>9.1</c:v>
                </c:pt>
                <c:pt idx="4289">
                  <c:v>8.5</c:v>
                </c:pt>
                <c:pt idx="4290">
                  <c:v>7.2</c:v>
                </c:pt>
                <c:pt idx="4291">
                  <c:v>8.5</c:v>
                </c:pt>
                <c:pt idx="4292">
                  <c:v>7.3</c:v>
                </c:pt>
                <c:pt idx="4293">
                  <c:v>8.6</c:v>
                </c:pt>
                <c:pt idx="4294">
                  <c:v>9.1999999999999993</c:v>
                </c:pt>
                <c:pt idx="4295">
                  <c:v>8</c:v>
                </c:pt>
                <c:pt idx="4296">
                  <c:v>7.1</c:v>
                </c:pt>
                <c:pt idx="4297">
                  <c:v>7.3</c:v>
                </c:pt>
                <c:pt idx="4298">
                  <c:v>7.7</c:v>
                </c:pt>
                <c:pt idx="4299">
                  <c:v>8.6</c:v>
                </c:pt>
                <c:pt idx="4300">
                  <c:v>7.5</c:v>
                </c:pt>
                <c:pt idx="4301">
                  <c:v>7.4</c:v>
                </c:pt>
                <c:pt idx="4302">
                  <c:v>8.5</c:v>
                </c:pt>
                <c:pt idx="4303">
                  <c:v>7.6</c:v>
                </c:pt>
                <c:pt idx="4304">
                  <c:v>7.3</c:v>
                </c:pt>
                <c:pt idx="4305">
                  <c:v>8.1</c:v>
                </c:pt>
                <c:pt idx="4306">
                  <c:v>9.9</c:v>
                </c:pt>
                <c:pt idx="4307">
                  <c:v>7</c:v>
                </c:pt>
                <c:pt idx="4308">
                  <c:v>6.1</c:v>
                </c:pt>
                <c:pt idx="4309">
                  <c:v>7</c:v>
                </c:pt>
                <c:pt idx="4310">
                  <c:v>8.1</c:v>
                </c:pt>
                <c:pt idx="4311">
                  <c:v>9</c:v>
                </c:pt>
                <c:pt idx="4312">
                  <c:v>8.9</c:v>
                </c:pt>
                <c:pt idx="4313">
                  <c:v>6.6</c:v>
                </c:pt>
                <c:pt idx="4314">
                  <c:v>6.5</c:v>
                </c:pt>
                <c:pt idx="4315">
                  <c:v>9.6</c:v>
                </c:pt>
                <c:pt idx="4316">
                  <c:v>7.2</c:v>
                </c:pt>
                <c:pt idx="4317">
                  <c:v>6.6</c:v>
                </c:pt>
                <c:pt idx="4318">
                  <c:v>8.1</c:v>
                </c:pt>
                <c:pt idx="4319">
                  <c:v>7</c:v>
                </c:pt>
                <c:pt idx="4320">
                  <c:v>9.8000000000000007</c:v>
                </c:pt>
                <c:pt idx="4321">
                  <c:v>6.5</c:v>
                </c:pt>
                <c:pt idx="4322">
                  <c:v>7</c:v>
                </c:pt>
                <c:pt idx="4323">
                  <c:v>7.7</c:v>
                </c:pt>
                <c:pt idx="4324">
                  <c:v>8.8000000000000007</c:v>
                </c:pt>
                <c:pt idx="4325">
                  <c:v>7.6</c:v>
                </c:pt>
                <c:pt idx="4326">
                  <c:v>8.9</c:v>
                </c:pt>
                <c:pt idx="4327">
                  <c:v>0</c:v>
                </c:pt>
                <c:pt idx="4328">
                  <c:v>7.1</c:v>
                </c:pt>
                <c:pt idx="4329">
                  <c:v>8.4</c:v>
                </c:pt>
                <c:pt idx="4330">
                  <c:v>9.6999999999999993</c:v>
                </c:pt>
                <c:pt idx="4331">
                  <c:v>8.4</c:v>
                </c:pt>
                <c:pt idx="4332">
                  <c:v>6</c:v>
                </c:pt>
                <c:pt idx="4333">
                  <c:v>5.7</c:v>
                </c:pt>
                <c:pt idx="4334">
                  <c:v>7.8</c:v>
                </c:pt>
                <c:pt idx="4335">
                  <c:v>7.8</c:v>
                </c:pt>
                <c:pt idx="4336">
                  <c:v>5.3</c:v>
                </c:pt>
                <c:pt idx="4337">
                  <c:v>7.1</c:v>
                </c:pt>
                <c:pt idx="4338">
                  <c:v>7.1</c:v>
                </c:pt>
                <c:pt idx="4339">
                  <c:v>6.9</c:v>
                </c:pt>
                <c:pt idx="4340">
                  <c:v>7.4</c:v>
                </c:pt>
                <c:pt idx="4341">
                  <c:v>7.5</c:v>
                </c:pt>
                <c:pt idx="4342">
                  <c:v>5.9</c:v>
                </c:pt>
                <c:pt idx="4343">
                  <c:v>6.7</c:v>
                </c:pt>
                <c:pt idx="4344">
                  <c:v>8</c:v>
                </c:pt>
                <c:pt idx="4345">
                  <c:v>8.5</c:v>
                </c:pt>
                <c:pt idx="4346">
                  <c:v>9</c:v>
                </c:pt>
                <c:pt idx="4347">
                  <c:v>7.7</c:v>
                </c:pt>
                <c:pt idx="4348">
                  <c:v>6.7</c:v>
                </c:pt>
                <c:pt idx="4349">
                  <c:v>6.1</c:v>
                </c:pt>
                <c:pt idx="4350">
                  <c:v>6.9</c:v>
                </c:pt>
                <c:pt idx="4351">
                  <c:v>8</c:v>
                </c:pt>
                <c:pt idx="4352">
                  <c:v>5.9</c:v>
                </c:pt>
                <c:pt idx="4353">
                  <c:v>8.6999999999999993</c:v>
                </c:pt>
                <c:pt idx="4354">
                  <c:v>10.1</c:v>
                </c:pt>
                <c:pt idx="4355">
                  <c:v>9.4</c:v>
                </c:pt>
                <c:pt idx="4356">
                  <c:v>8.9</c:v>
                </c:pt>
                <c:pt idx="4357">
                  <c:v>7.7</c:v>
                </c:pt>
                <c:pt idx="4358">
                  <c:v>8.6999999999999993</c:v>
                </c:pt>
                <c:pt idx="4359">
                  <c:v>9.1999999999999993</c:v>
                </c:pt>
                <c:pt idx="4360">
                  <c:v>8.6999999999999993</c:v>
                </c:pt>
                <c:pt idx="4361">
                  <c:v>8</c:v>
                </c:pt>
                <c:pt idx="4362">
                  <c:v>5</c:v>
                </c:pt>
                <c:pt idx="4363">
                  <c:v>7.8</c:v>
                </c:pt>
                <c:pt idx="4364">
                  <c:v>8.5</c:v>
                </c:pt>
                <c:pt idx="4365">
                  <c:v>6.5</c:v>
                </c:pt>
                <c:pt idx="4366">
                  <c:v>7.3</c:v>
                </c:pt>
                <c:pt idx="4367">
                  <c:v>5.9</c:v>
                </c:pt>
                <c:pt idx="4368">
                  <c:v>6.3</c:v>
                </c:pt>
                <c:pt idx="4369">
                  <c:v>7.7</c:v>
                </c:pt>
                <c:pt idx="4370">
                  <c:v>6.4</c:v>
                </c:pt>
                <c:pt idx="4371">
                  <c:v>7</c:v>
                </c:pt>
                <c:pt idx="4372">
                  <c:v>13.2</c:v>
                </c:pt>
                <c:pt idx="4373">
                  <c:v>23</c:v>
                </c:pt>
                <c:pt idx="4374">
                  <c:v>14.3</c:v>
                </c:pt>
                <c:pt idx="4375">
                  <c:v>7.5</c:v>
                </c:pt>
                <c:pt idx="4376">
                  <c:v>6.8</c:v>
                </c:pt>
                <c:pt idx="4377">
                  <c:v>8.3000000000000007</c:v>
                </c:pt>
                <c:pt idx="4378">
                  <c:v>10</c:v>
                </c:pt>
                <c:pt idx="4379">
                  <c:v>9.6</c:v>
                </c:pt>
                <c:pt idx="4380">
                  <c:v>8.6999999999999993</c:v>
                </c:pt>
                <c:pt idx="4381">
                  <c:v>6.3</c:v>
                </c:pt>
                <c:pt idx="4382">
                  <c:v>8.5</c:v>
                </c:pt>
                <c:pt idx="4383">
                  <c:v>10.3</c:v>
                </c:pt>
                <c:pt idx="4384">
                  <c:v>9.5</c:v>
                </c:pt>
                <c:pt idx="4385">
                  <c:v>9.3000000000000007</c:v>
                </c:pt>
                <c:pt idx="4386">
                  <c:v>10.5</c:v>
                </c:pt>
                <c:pt idx="4387">
                  <c:v>9.8000000000000007</c:v>
                </c:pt>
                <c:pt idx="4388">
                  <c:v>8.6999999999999993</c:v>
                </c:pt>
                <c:pt idx="4389">
                  <c:v>8.1</c:v>
                </c:pt>
                <c:pt idx="4390">
                  <c:v>9.1999999999999993</c:v>
                </c:pt>
                <c:pt idx="4391">
                  <c:v>9.5</c:v>
                </c:pt>
                <c:pt idx="4392">
                  <c:v>8.9</c:v>
                </c:pt>
                <c:pt idx="4393">
                  <c:v>7.8</c:v>
                </c:pt>
                <c:pt idx="4394">
                  <c:v>6.5</c:v>
                </c:pt>
                <c:pt idx="4395">
                  <c:v>7.1</c:v>
                </c:pt>
                <c:pt idx="4396">
                  <c:v>6.1</c:v>
                </c:pt>
                <c:pt idx="4397">
                  <c:v>7.3</c:v>
                </c:pt>
                <c:pt idx="4398">
                  <c:v>6.5</c:v>
                </c:pt>
                <c:pt idx="4399">
                  <c:v>8.6999999999999993</c:v>
                </c:pt>
                <c:pt idx="4400">
                  <c:v>9</c:v>
                </c:pt>
                <c:pt idx="4401">
                  <c:v>7.5</c:v>
                </c:pt>
                <c:pt idx="4402">
                  <c:v>8.4</c:v>
                </c:pt>
                <c:pt idx="4403">
                  <c:v>10.4</c:v>
                </c:pt>
                <c:pt idx="4404">
                  <c:v>7.8</c:v>
                </c:pt>
                <c:pt idx="4405">
                  <c:v>8.3000000000000007</c:v>
                </c:pt>
                <c:pt idx="4406">
                  <c:v>8.3000000000000007</c:v>
                </c:pt>
                <c:pt idx="4407">
                  <c:v>6.9</c:v>
                </c:pt>
                <c:pt idx="4408">
                  <c:v>7.8</c:v>
                </c:pt>
                <c:pt idx="4409">
                  <c:v>10.5</c:v>
                </c:pt>
                <c:pt idx="4410">
                  <c:v>11.2</c:v>
                </c:pt>
                <c:pt idx="4411">
                  <c:v>11.8</c:v>
                </c:pt>
                <c:pt idx="4412">
                  <c:v>10.3</c:v>
                </c:pt>
                <c:pt idx="4413">
                  <c:v>8.3000000000000007</c:v>
                </c:pt>
                <c:pt idx="4414">
                  <c:v>8.4</c:v>
                </c:pt>
                <c:pt idx="4415">
                  <c:v>9.1999999999999993</c:v>
                </c:pt>
                <c:pt idx="4416">
                  <c:v>9.5</c:v>
                </c:pt>
                <c:pt idx="4417">
                  <c:v>8.9</c:v>
                </c:pt>
                <c:pt idx="4418">
                  <c:v>12.5</c:v>
                </c:pt>
                <c:pt idx="4419">
                  <c:v>11.1</c:v>
                </c:pt>
                <c:pt idx="4420">
                  <c:v>8.6999999999999993</c:v>
                </c:pt>
                <c:pt idx="4421">
                  <c:v>9.3000000000000007</c:v>
                </c:pt>
                <c:pt idx="4422">
                  <c:v>10.199999999999999</c:v>
                </c:pt>
                <c:pt idx="4423">
                  <c:v>8.6</c:v>
                </c:pt>
                <c:pt idx="4424">
                  <c:v>7.7</c:v>
                </c:pt>
                <c:pt idx="4425">
                  <c:v>8.1999999999999993</c:v>
                </c:pt>
                <c:pt idx="4426">
                  <c:v>7.2</c:v>
                </c:pt>
                <c:pt idx="4427">
                  <c:v>8.6</c:v>
                </c:pt>
                <c:pt idx="4428">
                  <c:v>10.1</c:v>
                </c:pt>
                <c:pt idx="4429">
                  <c:v>9.4</c:v>
                </c:pt>
                <c:pt idx="4430">
                  <c:v>7.9</c:v>
                </c:pt>
                <c:pt idx="4431">
                  <c:v>8</c:v>
                </c:pt>
                <c:pt idx="4432">
                  <c:v>8.8000000000000007</c:v>
                </c:pt>
                <c:pt idx="4433">
                  <c:v>9.1999999999999993</c:v>
                </c:pt>
                <c:pt idx="4434">
                  <c:v>10.7</c:v>
                </c:pt>
                <c:pt idx="4435">
                  <c:v>8.4</c:v>
                </c:pt>
                <c:pt idx="4436">
                  <c:v>8.3000000000000007</c:v>
                </c:pt>
                <c:pt idx="4437">
                  <c:v>8.9</c:v>
                </c:pt>
                <c:pt idx="4438">
                  <c:v>8.3000000000000007</c:v>
                </c:pt>
                <c:pt idx="4439">
                  <c:v>8.1999999999999993</c:v>
                </c:pt>
                <c:pt idx="4440">
                  <c:v>7.6</c:v>
                </c:pt>
                <c:pt idx="4441">
                  <c:v>10.199999999999999</c:v>
                </c:pt>
                <c:pt idx="4442">
                  <c:v>11.6</c:v>
                </c:pt>
                <c:pt idx="4443">
                  <c:v>11.1</c:v>
                </c:pt>
                <c:pt idx="4444">
                  <c:v>8.1999999999999993</c:v>
                </c:pt>
                <c:pt idx="4445">
                  <c:v>7.4</c:v>
                </c:pt>
                <c:pt idx="4446">
                  <c:v>7.5</c:v>
                </c:pt>
                <c:pt idx="4447">
                  <c:v>11.1</c:v>
                </c:pt>
                <c:pt idx="4448">
                  <c:v>8.1999999999999993</c:v>
                </c:pt>
                <c:pt idx="4449">
                  <c:v>7</c:v>
                </c:pt>
                <c:pt idx="4450">
                  <c:v>9.1999999999999993</c:v>
                </c:pt>
                <c:pt idx="4451">
                  <c:v>10.5</c:v>
                </c:pt>
                <c:pt idx="4452">
                  <c:v>10.8</c:v>
                </c:pt>
                <c:pt idx="4453">
                  <c:v>9.4</c:v>
                </c:pt>
                <c:pt idx="4454">
                  <c:v>11</c:v>
                </c:pt>
                <c:pt idx="4455">
                  <c:v>8.9</c:v>
                </c:pt>
                <c:pt idx="4456">
                  <c:v>8.1999999999999993</c:v>
                </c:pt>
                <c:pt idx="4457">
                  <c:v>8.6</c:v>
                </c:pt>
                <c:pt idx="4458">
                  <c:v>8.5</c:v>
                </c:pt>
                <c:pt idx="4459">
                  <c:v>9.1</c:v>
                </c:pt>
                <c:pt idx="4460">
                  <c:v>8.5</c:v>
                </c:pt>
                <c:pt idx="4461">
                  <c:v>6.5</c:v>
                </c:pt>
                <c:pt idx="4462">
                  <c:v>7.4</c:v>
                </c:pt>
                <c:pt idx="4463">
                  <c:v>6.7</c:v>
                </c:pt>
                <c:pt idx="4464">
                  <c:v>7.1</c:v>
                </c:pt>
                <c:pt idx="4465">
                  <c:v>7.8</c:v>
                </c:pt>
                <c:pt idx="4466">
                  <c:v>9.5</c:v>
                </c:pt>
                <c:pt idx="4467">
                  <c:v>9.6999999999999993</c:v>
                </c:pt>
                <c:pt idx="4468">
                  <c:v>9.4</c:v>
                </c:pt>
                <c:pt idx="4469">
                  <c:v>8.6</c:v>
                </c:pt>
                <c:pt idx="4470">
                  <c:v>7.6</c:v>
                </c:pt>
                <c:pt idx="4471">
                  <c:v>9</c:v>
                </c:pt>
                <c:pt idx="4472">
                  <c:v>9</c:v>
                </c:pt>
                <c:pt idx="4473">
                  <c:v>8.1999999999999993</c:v>
                </c:pt>
                <c:pt idx="4474">
                  <c:v>6.3</c:v>
                </c:pt>
                <c:pt idx="4475">
                  <c:v>7.2</c:v>
                </c:pt>
                <c:pt idx="4476">
                  <c:v>6.7</c:v>
                </c:pt>
                <c:pt idx="4477">
                  <c:v>8.4</c:v>
                </c:pt>
                <c:pt idx="4478">
                  <c:v>7.2</c:v>
                </c:pt>
                <c:pt idx="4479">
                  <c:v>7.2</c:v>
                </c:pt>
                <c:pt idx="4480">
                  <c:v>6.8</c:v>
                </c:pt>
                <c:pt idx="4481">
                  <c:v>9.5</c:v>
                </c:pt>
                <c:pt idx="4482">
                  <c:v>8.1</c:v>
                </c:pt>
                <c:pt idx="4483">
                  <c:v>9.8000000000000007</c:v>
                </c:pt>
                <c:pt idx="4484">
                  <c:v>6.5</c:v>
                </c:pt>
                <c:pt idx="4485">
                  <c:v>6.7</c:v>
                </c:pt>
                <c:pt idx="4486">
                  <c:v>6.7</c:v>
                </c:pt>
                <c:pt idx="4487">
                  <c:v>6.6</c:v>
                </c:pt>
                <c:pt idx="4488">
                  <c:v>7.1</c:v>
                </c:pt>
                <c:pt idx="4489">
                  <c:v>8.9</c:v>
                </c:pt>
                <c:pt idx="4490">
                  <c:v>8.1</c:v>
                </c:pt>
                <c:pt idx="4491">
                  <c:v>7.8</c:v>
                </c:pt>
                <c:pt idx="4492">
                  <c:v>5.7</c:v>
                </c:pt>
                <c:pt idx="4493">
                  <c:v>7.2</c:v>
                </c:pt>
                <c:pt idx="4494">
                  <c:v>7.8</c:v>
                </c:pt>
                <c:pt idx="4495">
                  <c:v>7.8</c:v>
                </c:pt>
                <c:pt idx="4496">
                  <c:v>7.8</c:v>
                </c:pt>
                <c:pt idx="4497">
                  <c:v>7.9</c:v>
                </c:pt>
                <c:pt idx="4498">
                  <c:v>7.7</c:v>
                </c:pt>
                <c:pt idx="4499">
                  <c:v>6.4</c:v>
                </c:pt>
                <c:pt idx="4500">
                  <c:v>7.7</c:v>
                </c:pt>
                <c:pt idx="4501">
                  <c:v>7.2</c:v>
                </c:pt>
                <c:pt idx="4502">
                  <c:v>5.5</c:v>
                </c:pt>
                <c:pt idx="4503">
                  <c:v>6.9</c:v>
                </c:pt>
                <c:pt idx="4504">
                  <c:v>8.4</c:v>
                </c:pt>
                <c:pt idx="4505">
                  <c:v>7.9</c:v>
                </c:pt>
                <c:pt idx="4506">
                  <c:v>7.6</c:v>
                </c:pt>
                <c:pt idx="4507">
                  <c:v>9.1999999999999993</c:v>
                </c:pt>
                <c:pt idx="4508">
                  <c:v>13.8</c:v>
                </c:pt>
                <c:pt idx="4509">
                  <c:v>10.9</c:v>
                </c:pt>
                <c:pt idx="4510">
                  <c:v>7.9</c:v>
                </c:pt>
                <c:pt idx="4511">
                  <c:v>6.8</c:v>
                </c:pt>
                <c:pt idx="4512">
                  <c:v>8.6</c:v>
                </c:pt>
                <c:pt idx="4513">
                  <c:v>7.9</c:v>
                </c:pt>
                <c:pt idx="4514">
                  <c:v>7</c:v>
                </c:pt>
                <c:pt idx="4515">
                  <c:v>6.5</c:v>
                </c:pt>
                <c:pt idx="4516">
                  <c:v>8.3000000000000007</c:v>
                </c:pt>
                <c:pt idx="4517">
                  <c:v>7.2</c:v>
                </c:pt>
                <c:pt idx="4518">
                  <c:v>8</c:v>
                </c:pt>
                <c:pt idx="4519">
                  <c:v>6.1</c:v>
                </c:pt>
                <c:pt idx="4520">
                  <c:v>7.8</c:v>
                </c:pt>
                <c:pt idx="4521">
                  <c:v>7.1</c:v>
                </c:pt>
                <c:pt idx="4522">
                  <c:v>6.3</c:v>
                </c:pt>
                <c:pt idx="4523">
                  <c:v>8.5</c:v>
                </c:pt>
                <c:pt idx="4524">
                  <c:v>9.5</c:v>
                </c:pt>
                <c:pt idx="4525">
                  <c:v>10.1</c:v>
                </c:pt>
                <c:pt idx="4526">
                  <c:v>8.6</c:v>
                </c:pt>
                <c:pt idx="4527">
                  <c:v>7.7</c:v>
                </c:pt>
                <c:pt idx="4528">
                  <c:v>8.5</c:v>
                </c:pt>
                <c:pt idx="4529">
                  <c:v>8.9</c:v>
                </c:pt>
                <c:pt idx="4530">
                  <c:v>7.6</c:v>
                </c:pt>
                <c:pt idx="4531">
                  <c:v>6.7</c:v>
                </c:pt>
                <c:pt idx="4532">
                  <c:v>7.2</c:v>
                </c:pt>
                <c:pt idx="4533">
                  <c:v>10.7</c:v>
                </c:pt>
                <c:pt idx="4534">
                  <c:v>9.6</c:v>
                </c:pt>
                <c:pt idx="4535">
                  <c:v>7.7</c:v>
                </c:pt>
                <c:pt idx="4536">
                  <c:v>7.2</c:v>
                </c:pt>
                <c:pt idx="4537">
                  <c:v>7.7</c:v>
                </c:pt>
                <c:pt idx="4538">
                  <c:v>7</c:v>
                </c:pt>
                <c:pt idx="4539">
                  <c:v>8.4</c:v>
                </c:pt>
                <c:pt idx="4540">
                  <c:v>6.3</c:v>
                </c:pt>
                <c:pt idx="4541">
                  <c:v>8.8000000000000007</c:v>
                </c:pt>
                <c:pt idx="4542">
                  <c:v>7.1</c:v>
                </c:pt>
                <c:pt idx="4543">
                  <c:v>7.7</c:v>
                </c:pt>
                <c:pt idx="4544">
                  <c:v>6.2</c:v>
                </c:pt>
                <c:pt idx="4545">
                  <c:v>5.9</c:v>
                </c:pt>
                <c:pt idx="4546">
                  <c:v>7</c:v>
                </c:pt>
                <c:pt idx="4547">
                  <c:v>8.1999999999999993</c:v>
                </c:pt>
                <c:pt idx="4548">
                  <c:v>10.4</c:v>
                </c:pt>
                <c:pt idx="4549">
                  <c:v>9</c:v>
                </c:pt>
                <c:pt idx="4550">
                  <c:v>8</c:v>
                </c:pt>
                <c:pt idx="4551">
                  <c:v>6.9</c:v>
                </c:pt>
                <c:pt idx="4552">
                  <c:v>6.3</c:v>
                </c:pt>
                <c:pt idx="4553">
                  <c:v>9.8000000000000007</c:v>
                </c:pt>
                <c:pt idx="4554">
                  <c:v>10.1</c:v>
                </c:pt>
                <c:pt idx="4555">
                  <c:v>10.7</c:v>
                </c:pt>
                <c:pt idx="4556">
                  <c:v>8</c:v>
                </c:pt>
                <c:pt idx="4557">
                  <c:v>6.6</c:v>
                </c:pt>
                <c:pt idx="4558">
                  <c:v>5.3</c:v>
                </c:pt>
                <c:pt idx="4559">
                  <c:v>7.4</c:v>
                </c:pt>
                <c:pt idx="4560">
                  <c:v>9.6</c:v>
                </c:pt>
                <c:pt idx="4561">
                  <c:v>7.8</c:v>
                </c:pt>
                <c:pt idx="4562">
                  <c:v>6.8</c:v>
                </c:pt>
                <c:pt idx="4563">
                  <c:v>8</c:v>
                </c:pt>
                <c:pt idx="4564">
                  <c:v>7.6</c:v>
                </c:pt>
                <c:pt idx="4565">
                  <c:v>7.9</c:v>
                </c:pt>
                <c:pt idx="4566">
                  <c:v>9.4</c:v>
                </c:pt>
                <c:pt idx="4567">
                  <c:v>7.3</c:v>
                </c:pt>
                <c:pt idx="4568">
                  <c:v>6.2</c:v>
                </c:pt>
                <c:pt idx="4569">
                  <c:v>5.9</c:v>
                </c:pt>
                <c:pt idx="4570">
                  <c:v>7.5</c:v>
                </c:pt>
                <c:pt idx="4571">
                  <c:v>7.4</c:v>
                </c:pt>
                <c:pt idx="4572">
                  <c:v>7.9</c:v>
                </c:pt>
                <c:pt idx="4573">
                  <c:v>9.8000000000000007</c:v>
                </c:pt>
                <c:pt idx="4574">
                  <c:v>9.5</c:v>
                </c:pt>
                <c:pt idx="4575">
                  <c:v>6.6</c:v>
                </c:pt>
                <c:pt idx="4576">
                  <c:v>0</c:v>
                </c:pt>
                <c:pt idx="4577">
                  <c:v>6.1</c:v>
                </c:pt>
                <c:pt idx="4578">
                  <c:v>7.7</c:v>
                </c:pt>
                <c:pt idx="4579">
                  <c:v>6.4</c:v>
                </c:pt>
                <c:pt idx="4580">
                  <c:v>7.3</c:v>
                </c:pt>
                <c:pt idx="4581">
                  <c:v>6.3</c:v>
                </c:pt>
                <c:pt idx="4582">
                  <c:v>8.4</c:v>
                </c:pt>
                <c:pt idx="4583">
                  <c:v>8</c:v>
                </c:pt>
                <c:pt idx="4584">
                  <c:v>12</c:v>
                </c:pt>
                <c:pt idx="4585">
                  <c:v>6.7</c:v>
                </c:pt>
                <c:pt idx="4586">
                  <c:v>6.5</c:v>
                </c:pt>
                <c:pt idx="4587">
                  <c:v>7.5</c:v>
                </c:pt>
                <c:pt idx="4588">
                  <c:v>12.1</c:v>
                </c:pt>
                <c:pt idx="4589">
                  <c:v>10</c:v>
                </c:pt>
                <c:pt idx="4590">
                  <c:v>7.1</c:v>
                </c:pt>
                <c:pt idx="4591">
                  <c:v>9.3000000000000007</c:v>
                </c:pt>
                <c:pt idx="4592">
                  <c:v>8.1</c:v>
                </c:pt>
                <c:pt idx="4593">
                  <c:v>5.9</c:v>
                </c:pt>
                <c:pt idx="4594">
                  <c:v>7.1</c:v>
                </c:pt>
                <c:pt idx="4595">
                  <c:v>8.4</c:v>
                </c:pt>
                <c:pt idx="4596">
                  <c:v>7</c:v>
                </c:pt>
                <c:pt idx="4597">
                  <c:v>5.8</c:v>
                </c:pt>
                <c:pt idx="4598">
                  <c:v>5.9</c:v>
                </c:pt>
                <c:pt idx="4599">
                  <c:v>7.6</c:v>
                </c:pt>
                <c:pt idx="4600">
                  <c:v>8.9</c:v>
                </c:pt>
                <c:pt idx="4601">
                  <c:v>8.3000000000000007</c:v>
                </c:pt>
                <c:pt idx="4602">
                  <c:v>7.7</c:v>
                </c:pt>
                <c:pt idx="4603">
                  <c:v>6.7</c:v>
                </c:pt>
                <c:pt idx="4604">
                  <c:v>7.2</c:v>
                </c:pt>
                <c:pt idx="4605">
                  <c:v>6</c:v>
                </c:pt>
                <c:pt idx="4606">
                  <c:v>5.6</c:v>
                </c:pt>
                <c:pt idx="4607">
                  <c:v>8.1</c:v>
                </c:pt>
                <c:pt idx="4608">
                  <c:v>6.4</c:v>
                </c:pt>
                <c:pt idx="4609">
                  <c:v>8.4</c:v>
                </c:pt>
                <c:pt idx="4610">
                  <c:v>7.1</c:v>
                </c:pt>
                <c:pt idx="4611">
                  <c:v>6.9</c:v>
                </c:pt>
                <c:pt idx="4612">
                  <c:v>7.8</c:v>
                </c:pt>
                <c:pt idx="4613">
                  <c:v>7.5</c:v>
                </c:pt>
                <c:pt idx="4614">
                  <c:v>7.7</c:v>
                </c:pt>
                <c:pt idx="4615">
                  <c:v>6.9</c:v>
                </c:pt>
                <c:pt idx="4616">
                  <c:v>6.9</c:v>
                </c:pt>
                <c:pt idx="4617">
                  <c:v>6.9</c:v>
                </c:pt>
                <c:pt idx="4618">
                  <c:v>5.9</c:v>
                </c:pt>
                <c:pt idx="4619">
                  <c:v>5.8</c:v>
                </c:pt>
                <c:pt idx="4620">
                  <c:v>6.8</c:v>
                </c:pt>
                <c:pt idx="4621">
                  <c:v>5.3</c:v>
                </c:pt>
                <c:pt idx="4622">
                  <c:v>7</c:v>
                </c:pt>
                <c:pt idx="4623">
                  <c:v>6.7</c:v>
                </c:pt>
                <c:pt idx="4624">
                  <c:v>5.5</c:v>
                </c:pt>
                <c:pt idx="4625">
                  <c:v>6.2</c:v>
                </c:pt>
                <c:pt idx="4626">
                  <c:v>7.5</c:v>
                </c:pt>
                <c:pt idx="4627">
                  <c:v>8.9</c:v>
                </c:pt>
                <c:pt idx="4628">
                  <c:v>8.6999999999999993</c:v>
                </c:pt>
                <c:pt idx="4629">
                  <c:v>7.7</c:v>
                </c:pt>
                <c:pt idx="4630">
                  <c:v>5.4</c:v>
                </c:pt>
                <c:pt idx="4631">
                  <c:v>5.8</c:v>
                </c:pt>
                <c:pt idx="4632">
                  <c:v>7</c:v>
                </c:pt>
                <c:pt idx="4633">
                  <c:v>5.4</c:v>
                </c:pt>
                <c:pt idx="4634">
                  <c:v>8.1</c:v>
                </c:pt>
                <c:pt idx="4635">
                  <c:v>9.3000000000000007</c:v>
                </c:pt>
                <c:pt idx="4636">
                  <c:v>8.8000000000000007</c:v>
                </c:pt>
                <c:pt idx="4637">
                  <c:v>9.8000000000000007</c:v>
                </c:pt>
                <c:pt idx="4638">
                  <c:v>11.3</c:v>
                </c:pt>
                <c:pt idx="4639">
                  <c:v>8.1999999999999993</c:v>
                </c:pt>
                <c:pt idx="4640">
                  <c:v>7.6</c:v>
                </c:pt>
                <c:pt idx="4641">
                  <c:v>7.7</c:v>
                </c:pt>
                <c:pt idx="4642">
                  <c:v>9.3000000000000007</c:v>
                </c:pt>
                <c:pt idx="4643">
                  <c:v>8.3000000000000007</c:v>
                </c:pt>
                <c:pt idx="4644">
                  <c:v>7.2</c:v>
                </c:pt>
                <c:pt idx="4645">
                  <c:v>6.4</c:v>
                </c:pt>
                <c:pt idx="4646">
                  <c:v>7.9</c:v>
                </c:pt>
                <c:pt idx="4647">
                  <c:v>7.3</c:v>
                </c:pt>
                <c:pt idx="4648">
                  <c:v>7.6</c:v>
                </c:pt>
                <c:pt idx="4649">
                  <c:v>8.1</c:v>
                </c:pt>
                <c:pt idx="4650">
                  <c:v>6.5</c:v>
                </c:pt>
                <c:pt idx="4651">
                  <c:v>6.9</c:v>
                </c:pt>
                <c:pt idx="4652">
                  <c:v>7.5</c:v>
                </c:pt>
                <c:pt idx="4653">
                  <c:v>6.1</c:v>
                </c:pt>
                <c:pt idx="4654">
                  <c:v>6.9</c:v>
                </c:pt>
                <c:pt idx="4655">
                  <c:v>9.5</c:v>
                </c:pt>
                <c:pt idx="4656">
                  <c:v>6.9</c:v>
                </c:pt>
                <c:pt idx="4657">
                  <c:v>7</c:v>
                </c:pt>
                <c:pt idx="4658">
                  <c:v>7.4</c:v>
                </c:pt>
                <c:pt idx="4659">
                  <c:v>7</c:v>
                </c:pt>
                <c:pt idx="4660">
                  <c:v>7.1</c:v>
                </c:pt>
                <c:pt idx="4661">
                  <c:v>6.7</c:v>
                </c:pt>
                <c:pt idx="4662">
                  <c:v>6.9</c:v>
                </c:pt>
                <c:pt idx="4663">
                  <c:v>4.7</c:v>
                </c:pt>
                <c:pt idx="4664">
                  <c:v>5.0999999999999996</c:v>
                </c:pt>
                <c:pt idx="4665">
                  <c:v>11.4</c:v>
                </c:pt>
                <c:pt idx="4666">
                  <c:v>10.7</c:v>
                </c:pt>
                <c:pt idx="4667">
                  <c:v>8.8000000000000007</c:v>
                </c:pt>
                <c:pt idx="4668">
                  <c:v>8.3000000000000007</c:v>
                </c:pt>
                <c:pt idx="4669">
                  <c:v>8.1</c:v>
                </c:pt>
                <c:pt idx="4670">
                  <c:v>7.8</c:v>
                </c:pt>
                <c:pt idx="4671">
                  <c:v>7</c:v>
                </c:pt>
                <c:pt idx="4672">
                  <c:v>6.6</c:v>
                </c:pt>
                <c:pt idx="4673">
                  <c:v>6.1</c:v>
                </c:pt>
                <c:pt idx="4674">
                  <c:v>6.1</c:v>
                </c:pt>
                <c:pt idx="4675">
                  <c:v>8.3000000000000007</c:v>
                </c:pt>
                <c:pt idx="4676">
                  <c:v>5.4</c:v>
                </c:pt>
                <c:pt idx="4677">
                  <c:v>4.5999999999999996</c:v>
                </c:pt>
                <c:pt idx="4678">
                  <c:v>7.8</c:v>
                </c:pt>
                <c:pt idx="4679">
                  <c:v>7.5</c:v>
                </c:pt>
                <c:pt idx="4680">
                  <c:v>6.2</c:v>
                </c:pt>
                <c:pt idx="4681">
                  <c:v>7.9</c:v>
                </c:pt>
                <c:pt idx="4682">
                  <c:v>6.7</c:v>
                </c:pt>
                <c:pt idx="4683">
                  <c:v>5.8</c:v>
                </c:pt>
                <c:pt idx="4684">
                  <c:v>6.4</c:v>
                </c:pt>
                <c:pt idx="4685">
                  <c:v>8.6999999999999993</c:v>
                </c:pt>
                <c:pt idx="4686">
                  <c:v>9.5</c:v>
                </c:pt>
                <c:pt idx="4687">
                  <c:v>9.5</c:v>
                </c:pt>
                <c:pt idx="4688">
                  <c:v>6.6</c:v>
                </c:pt>
                <c:pt idx="4689">
                  <c:v>6.1</c:v>
                </c:pt>
                <c:pt idx="4690">
                  <c:v>6.9</c:v>
                </c:pt>
                <c:pt idx="4691">
                  <c:v>7.6</c:v>
                </c:pt>
                <c:pt idx="4692">
                  <c:v>8.6999999999999993</c:v>
                </c:pt>
                <c:pt idx="4693">
                  <c:v>8.3000000000000007</c:v>
                </c:pt>
                <c:pt idx="4694">
                  <c:v>9</c:v>
                </c:pt>
                <c:pt idx="4695">
                  <c:v>5.0999999999999996</c:v>
                </c:pt>
                <c:pt idx="4696">
                  <c:v>4.8</c:v>
                </c:pt>
                <c:pt idx="4697">
                  <c:v>9.6</c:v>
                </c:pt>
                <c:pt idx="4698">
                  <c:v>7.2</c:v>
                </c:pt>
                <c:pt idx="4699">
                  <c:v>6.1</c:v>
                </c:pt>
                <c:pt idx="4700">
                  <c:v>6.8</c:v>
                </c:pt>
                <c:pt idx="4701">
                  <c:v>7</c:v>
                </c:pt>
                <c:pt idx="4702">
                  <c:v>4.7</c:v>
                </c:pt>
                <c:pt idx="4703">
                  <c:v>8.4</c:v>
                </c:pt>
                <c:pt idx="4704">
                  <c:v>8.5</c:v>
                </c:pt>
                <c:pt idx="4705">
                  <c:v>9.1</c:v>
                </c:pt>
                <c:pt idx="4706">
                  <c:v>7.8</c:v>
                </c:pt>
                <c:pt idx="4707">
                  <c:v>5.8</c:v>
                </c:pt>
                <c:pt idx="4708">
                  <c:v>8.9</c:v>
                </c:pt>
                <c:pt idx="4709">
                  <c:v>8.3000000000000007</c:v>
                </c:pt>
                <c:pt idx="4710">
                  <c:v>4.3</c:v>
                </c:pt>
                <c:pt idx="4711">
                  <c:v>4.9000000000000004</c:v>
                </c:pt>
                <c:pt idx="4712">
                  <c:v>5.5</c:v>
                </c:pt>
                <c:pt idx="4713">
                  <c:v>4.8</c:v>
                </c:pt>
                <c:pt idx="4714">
                  <c:v>4.7</c:v>
                </c:pt>
                <c:pt idx="4715">
                  <c:v>6.3</c:v>
                </c:pt>
                <c:pt idx="4716">
                  <c:v>9.1</c:v>
                </c:pt>
                <c:pt idx="4717">
                  <c:v>6.2</c:v>
                </c:pt>
                <c:pt idx="4718">
                  <c:v>7.1</c:v>
                </c:pt>
                <c:pt idx="4719">
                  <c:v>7.7</c:v>
                </c:pt>
                <c:pt idx="4720">
                  <c:v>5.0999999999999996</c:v>
                </c:pt>
                <c:pt idx="4721">
                  <c:v>6.2</c:v>
                </c:pt>
                <c:pt idx="4722">
                  <c:v>7.2</c:v>
                </c:pt>
                <c:pt idx="4723">
                  <c:v>5.9</c:v>
                </c:pt>
                <c:pt idx="4724">
                  <c:v>4.9000000000000004</c:v>
                </c:pt>
                <c:pt idx="4725">
                  <c:v>5.5</c:v>
                </c:pt>
                <c:pt idx="4726">
                  <c:v>5.4</c:v>
                </c:pt>
                <c:pt idx="4727">
                  <c:v>4.9000000000000004</c:v>
                </c:pt>
                <c:pt idx="4728">
                  <c:v>6.6</c:v>
                </c:pt>
                <c:pt idx="4729">
                  <c:v>5.9</c:v>
                </c:pt>
                <c:pt idx="4730">
                  <c:v>4.8</c:v>
                </c:pt>
                <c:pt idx="4731">
                  <c:v>5.8</c:v>
                </c:pt>
                <c:pt idx="4732">
                  <c:v>5.9</c:v>
                </c:pt>
                <c:pt idx="4733">
                  <c:v>5.7</c:v>
                </c:pt>
                <c:pt idx="4734">
                  <c:v>5.4</c:v>
                </c:pt>
                <c:pt idx="4735">
                  <c:v>4.2</c:v>
                </c:pt>
                <c:pt idx="4736">
                  <c:v>4.3</c:v>
                </c:pt>
                <c:pt idx="4737">
                  <c:v>3.6</c:v>
                </c:pt>
                <c:pt idx="4738">
                  <c:v>7.6</c:v>
                </c:pt>
                <c:pt idx="4739">
                  <c:v>6.5</c:v>
                </c:pt>
                <c:pt idx="4740">
                  <c:v>4.7</c:v>
                </c:pt>
                <c:pt idx="4741">
                  <c:v>4.2</c:v>
                </c:pt>
                <c:pt idx="4742">
                  <c:v>4.2</c:v>
                </c:pt>
                <c:pt idx="4743">
                  <c:v>4.0999999999999996</c:v>
                </c:pt>
                <c:pt idx="4744">
                  <c:v>4.2</c:v>
                </c:pt>
                <c:pt idx="4745">
                  <c:v>4.4000000000000004</c:v>
                </c:pt>
                <c:pt idx="4746">
                  <c:v>4.7</c:v>
                </c:pt>
                <c:pt idx="4747">
                  <c:v>5.2</c:v>
                </c:pt>
                <c:pt idx="4748">
                  <c:v>4.0999999999999996</c:v>
                </c:pt>
                <c:pt idx="4749">
                  <c:v>1.9</c:v>
                </c:pt>
                <c:pt idx="4750">
                  <c:v>2.2999999999999998</c:v>
                </c:pt>
                <c:pt idx="4751">
                  <c:v>2.2000000000000002</c:v>
                </c:pt>
                <c:pt idx="4752">
                  <c:v>1.8</c:v>
                </c:pt>
                <c:pt idx="4753">
                  <c:v>1.9</c:v>
                </c:pt>
                <c:pt idx="4754">
                  <c:v>1.8</c:v>
                </c:pt>
                <c:pt idx="4755">
                  <c:v>2.2999999999999998</c:v>
                </c:pt>
                <c:pt idx="4756">
                  <c:v>1.9</c:v>
                </c:pt>
                <c:pt idx="4757">
                  <c:v>1.9</c:v>
                </c:pt>
                <c:pt idx="4758">
                  <c:v>2.1</c:v>
                </c:pt>
                <c:pt idx="4759">
                  <c:v>2</c:v>
                </c:pt>
                <c:pt idx="4760">
                  <c:v>2.2999999999999998</c:v>
                </c:pt>
                <c:pt idx="4761">
                  <c:v>2.2000000000000002</c:v>
                </c:pt>
                <c:pt idx="4762">
                  <c:v>2</c:v>
                </c:pt>
                <c:pt idx="4763">
                  <c:v>2.1</c:v>
                </c:pt>
                <c:pt idx="4764">
                  <c:v>2.1</c:v>
                </c:pt>
                <c:pt idx="4765">
                  <c:v>3.1</c:v>
                </c:pt>
                <c:pt idx="4766">
                  <c:v>3</c:v>
                </c:pt>
                <c:pt idx="4767">
                  <c:v>2.4</c:v>
                </c:pt>
                <c:pt idx="4768">
                  <c:v>1.9</c:v>
                </c:pt>
                <c:pt idx="4769">
                  <c:v>2</c:v>
                </c:pt>
                <c:pt idx="4770">
                  <c:v>2.4</c:v>
                </c:pt>
                <c:pt idx="4771">
                  <c:v>2.2000000000000002</c:v>
                </c:pt>
                <c:pt idx="4772">
                  <c:v>2.4</c:v>
                </c:pt>
                <c:pt idx="4773">
                  <c:v>2.2999999999999998</c:v>
                </c:pt>
                <c:pt idx="4774">
                  <c:v>2.2000000000000002</c:v>
                </c:pt>
                <c:pt idx="4775">
                  <c:v>2.2000000000000002</c:v>
                </c:pt>
                <c:pt idx="4776">
                  <c:v>1.7</c:v>
                </c:pt>
                <c:pt idx="4777">
                  <c:v>1.7</c:v>
                </c:pt>
                <c:pt idx="4778">
                  <c:v>2.1</c:v>
                </c:pt>
                <c:pt idx="4779">
                  <c:v>2.2000000000000002</c:v>
                </c:pt>
                <c:pt idx="4780">
                  <c:v>3</c:v>
                </c:pt>
                <c:pt idx="4781">
                  <c:v>2.7</c:v>
                </c:pt>
                <c:pt idx="4782">
                  <c:v>2.2000000000000002</c:v>
                </c:pt>
                <c:pt idx="4783">
                  <c:v>2.2999999999999998</c:v>
                </c:pt>
                <c:pt idx="4784">
                  <c:v>1.9</c:v>
                </c:pt>
                <c:pt idx="4785">
                  <c:v>1.8</c:v>
                </c:pt>
                <c:pt idx="4786">
                  <c:v>2.6</c:v>
                </c:pt>
                <c:pt idx="4787">
                  <c:v>2.8</c:v>
                </c:pt>
                <c:pt idx="4788">
                  <c:v>2.1</c:v>
                </c:pt>
                <c:pt idx="4789">
                  <c:v>1.7</c:v>
                </c:pt>
                <c:pt idx="4790">
                  <c:v>2</c:v>
                </c:pt>
                <c:pt idx="4791">
                  <c:v>2</c:v>
                </c:pt>
                <c:pt idx="4792">
                  <c:v>2.2000000000000002</c:v>
                </c:pt>
                <c:pt idx="4793">
                  <c:v>2.2999999999999998</c:v>
                </c:pt>
                <c:pt idx="4794">
                  <c:v>2.1</c:v>
                </c:pt>
                <c:pt idx="4795">
                  <c:v>2</c:v>
                </c:pt>
                <c:pt idx="4796">
                  <c:v>1.9</c:v>
                </c:pt>
                <c:pt idx="4797">
                  <c:v>1.7</c:v>
                </c:pt>
                <c:pt idx="4798">
                  <c:v>2</c:v>
                </c:pt>
                <c:pt idx="4799">
                  <c:v>2.2000000000000002</c:v>
                </c:pt>
                <c:pt idx="4800">
                  <c:v>2.2999999999999998</c:v>
                </c:pt>
                <c:pt idx="4801">
                  <c:v>2.2000000000000002</c:v>
                </c:pt>
                <c:pt idx="4802">
                  <c:v>2.2999999999999998</c:v>
                </c:pt>
                <c:pt idx="4803">
                  <c:v>2.2999999999999998</c:v>
                </c:pt>
                <c:pt idx="4804">
                  <c:v>2.2000000000000002</c:v>
                </c:pt>
                <c:pt idx="4805">
                  <c:v>2.2000000000000002</c:v>
                </c:pt>
                <c:pt idx="4806">
                  <c:v>2.2000000000000002</c:v>
                </c:pt>
                <c:pt idx="4807">
                  <c:v>2.5</c:v>
                </c:pt>
                <c:pt idx="4808">
                  <c:v>2.5</c:v>
                </c:pt>
                <c:pt idx="4809">
                  <c:v>2.5</c:v>
                </c:pt>
                <c:pt idx="4810">
                  <c:v>2.2000000000000002</c:v>
                </c:pt>
                <c:pt idx="4811">
                  <c:v>2.2999999999999998</c:v>
                </c:pt>
                <c:pt idx="4812">
                  <c:v>2</c:v>
                </c:pt>
                <c:pt idx="4813">
                  <c:v>2.4</c:v>
                </c:pt>
                <c:pt idx="4814">
                  <c:v>2.6</c:v>
                </c:pt>
                <c:pt idx="4815">
                  <c:v>2</c:v>
                </c:pt>
                <c:pt idx="4816">
                  <c:v>2.1</c:v>
                </c:pt>
                <c:pt idx="4817">
                  <c:v>2.1</c:v>
                </c:pt>
                <c:pt idx="4818">
                  <c:v>2.2000000000000002</c:v>
                </c:pt>
                <c:pt idx="4819">
                  <c:v>2.2999999999999998</c:v>
                </c:pt>
                <c:pt idx="4820">
                  <c:v>2</c:v>
                </c:pt>
                <c:pt idx="4821">
                  <c:v>1.9</c:v>
                </c:pt>
                <c:pt idx="4822">
                  <c:v>2.2000000000000002</c:v>
                </c:pt>
                <c:pt idx="4823">
                  <c:v>1.8</c:v>
                </c:pt>
                <c:pt idx="4824">
                  <c:v>2.2000000000000002</c:v>
                </c:pt>
                <c:pt idx="4825">
                  <c:v>2.2999999999999998</c:v>
                </c:pt>
                <c:pt idx="4826">
                  <c:v>2.2999999999999998</c:v>
                </c:pt>
                <c:pt idx="4827">
                  <c:v>2.2999999999999998</c:v>
                </c:pt>
                <c:pt idx="4828">
                  <c:v>1.9</c:v>
                </c:pt>
                <c:pt idx="4829">
                  <c:v>2</c:v>
                </c:pt>
                <c:pt idx="4830">
                  <c:v>1.9</c:v>
                </c:pt>
                <c:pt idx="4831">
                  <c:v>2.7</c:v>
                </c:pt>
                <c:pt idx="4832">
                  <c:v>2.6</c:v>
                </c:pt>
                <c:pt idx="4833">
                  <c:v>3.2</c:v>
                </c:pt>
                <c:pt idx="4834">
                  <c:v>2.1</c:v>
                </c:pt>
                <c:pt idx="4835">
                  <c:v>2.2999999999999998</c:v>
                </c:pt>
                <c:pt idx="4836">
                  <c:v>2.6</c:v>
                </c:pt>
                <c:pt idx="4837">
                  <c:v>2.6</c:v>
                </c:pt>
                <c:pt idx="4838">
                  <c:v>2.5</c:v>
                </c:pt>
                <c:pt idx="4839">
                  <c:v>2</c:v>
                </c:pt>
                <c:pt idx="4840">
                  <c:v>2.5</c:v>
                </c:pt>
                <c:pt idx="4841">
                  <c:v>2.1</c:v>
                </c:pt>
                <c:pt idx="4842">
                  <c:v>1.9</c:v>
                </c:pt>
                <c:pt idx="4843">
                  <c:v>1.9</c:v>
                </c:pt>
                <c:pt idx="4844">
                  <c:v>2</c:v>
                </c:pt>
                <c:pt idx="4845">
                  <c:v>2.2000000000000002</c:v>
                </c:pt>
                <c:pt idx="4846">
                  <c:v>1.9</c:v>
                </c:pt>
                <c:pt idx="4847">
                  <c:v>1.8</c:v>
                </c:pt>
                <c:pt idx="4848">
                  <c:v>2.2999999999999998</c:v>
                </c:pt>
                <c:pt idx="4849">
                  <c:v>2</c:v>
                </c:pt>
                <c:pt idx="4850">
                  <c:v>2.2999999999999998</c:v>
                </c:pt>
                <c:pt idx="4851">
                  <c:v>2.2999999999999998</c:v>
                </c:pt>
                <c:pt idx="4852">
                  <c:v>2.2999999999999998</c:v>
                </c:pt>
                <c:pt idx="4853">
                  <c:v>2.1</c:v>
                </c:pt>
                <c:pt idx="4854">
                  <c:v>2.1</c:v>
                </c:pt>
                <c:pt idx="4855">
                  <c:v>2</c:v>
                </c:pt>
                <c:pt idx="4856">
                  <c:v>2</c:v>
                </c:pt>
                <c:pt idx="4857">
                  <c:v>2.6</c:v>
                </c:pt>
                <c:pt idx="4858">
                  <c:v>2.5</c:v>
                </c:pt>
                <c:pt idx="4859">
                  <c:v>2</c:v>
                </c:pt>
                <c:pt idx="4860">
                  <c:v>2.4</c:v>
                </c:pt>
                <c:pt idx="4861">
                  <c:v>2.1</c:v>
                </c:pt>
                <c:pt idx="4862">
                  <c:v>2.4</c:v>
                </c:pt>
                <c:pt idx="4863">
                  <c:v>2.2000000000000002</c:v>
                </c:pt>
                <c:pt idx="4864">
                  <c:v>2.2999999999999998</c:v>
                </c:pt>
                <c:pt idx="4865">
                  <c:v>2.4</c:v>
                </c:pt>
                <c:pt idx="4866">
                  <c:v>2.5</c:v>
                </c:pt>
                <c:pt idx="4867">
                  <c:v>2.2000000000000002</c:v>
                </c:pt>
                <c:pt idx="4868">
                  <c:v>2.2999999999999998</c:v>
                </c:pt>
                <c:pt idx="4869">
                  <c:v>2</c:v>
                </c:pt>
                <c:pt idx="4870">
                  <c:v>2.2000000000000002</c:v>
                </c:pt>
                <c:pt idx="4871">
                  <c:v>2.2999999999999998</c:v>
                </c:pt>
                <c:pt idx="4872">
                  <c:v>2.2999999999999998</c:v>
                </c:pt>
                <c:pt idx="4873">
                  <c:v>2.2000000000000002</c:v>
                </c:pt>
                <c:pt idx="4874">
                  <c:v>2</c:v>
                </c:pt>
                <c:pt idx="4875">
                  <c:v>1.8</c:v>
                </c:pt>
                <c:pt idx="4876">
                  <c:v>1.7</c:v>
                </c:pt>
                <c:pt idx="4877">
                  <c:v>3.3</c:v>
                </c:pt>
                <c:pt idx="4878">
                  <c:v>2.1</c:v>
                </c:pt>
                <c:pt idx="4879">
                  <c:v>2.6</c:v>
                </c:pt>
                <c:pt idx="4880">
                  <c:v>3.3</c:v>
                </c:pt>
                <c:pt idx="4881">
                  <c:v>2.7</c:v>
                </c:pt>
                <c:pt idx="4882">
                  <c:v>2.8</c:v>
                </c:pt>
                <c:pt idx="4883">
                  <c:v>2.2000000000000002</c:v>
                </c:pt>
                <c:pt idx="4884">
                  <c:v>2</c:v>
                </c:pt>
                <c:pt idx="4885">
                  <c:v>2.1</c:v>
                </c:pt>
                <c:pt idx="4886">
                  <c:v>2.2999999999999998</c:v>
                </c:pt>
                <c:pt idx="4887">
                  <c:v>2.6</c:v>
                </c:pt>
                <c:pt idx="4888">
                  <c:v>2.8</c:v>
                </c:pt>
                <c:pt idx="4889">
                  <c:v>2.4</c:v>
                </c:pt>
                <c:pt idx="4890">
                  <c:v>2.4</c:v>
                </c:pt>
                <c:pt idx="4891">
                  <c:v>1.9</c:v>
                </c:pt>
                <c:pt idx="4892">
                  <c:v>1.8</c:v>
                </c:pt>
                <c:pt idx="4893">
                  <c:v>1.8</c:v>
                </c:pt>
                <c:pt idx="4894">
                  <c:v>2</c:v>
                </c:pt>
                <c:pt idx="4895">
                  <c:v>2</c:v>
                </c:pt>
                <c:pt idx="4896">
                  <c:v>2.4</c:v>
                </c:pt>
                <c:pt idx="4897">
                  <c:v>2.2999999999999998</c:v>
                </c:pt>
                <c:pt idx="4898">
                  <c:v>2.1</c:v>
                </c:pt>
                <c:pt idx="4899">
                  <c:v>2.1</c:v>
                </c:pt>
                <c:pt idx="4900">
                  <c:v>2.2000000000000002</c:v>
                </c:pt>
                <c:pt idx="4901">
                  <c:v>1.9</c:v>
                </c:pt>
                <c:pt idx="4902">
                  <c:v>2</c:v>
                </c:pt>
                <c:pt idx="4903">
                  <c:v>2.1</c:v>
                </c:pt>
                <c:pt idx="4904">
                  <c:v>2.1</c:v>
                </c:pt>
                <c:pt idx="4905">
                  <c:v>2.1</c:v>
                </c:pt>
                <c:pt idx="4906">
                  <c:v>1.8</c:v>
                </c:pt>
                <c:pt idx="4907">
                  <c:v>2</c:v>
                </c:pt>
                <c:pt idx="4908">
                  <c:v>2.7</c:v>
                </c:pt>
                <c:pt idx="4909">
                  <c:v>2.6</c:v>
                </c:pt>
                <c:pt idx="4910">
                  <c:v>3</c:v>
                </c:pt>
                <c:pt idx="4911">
                  <c:v>2.2999999999999998</c:v>
                </c:pt>
                <c:pt idx="4912">
                  <c:v>2.5</c:v>
                </c:pt>
                <c:pt idx="4913">
                  <c:v>2.2999999999999998</c:v>
                </c:pt>
                <c:pt idx="4914">
                  <c:v>2.2000000000000002</c:v>
                </c:pt>
                <c:pt idx="4915">
                  <c:v>2.2999999999999998</c:v>
                </c:pt>
                <c:pt idx="4916">
                  <c:v>3.4</c:v>
                </c:pt>
                <c:pt idx="4917">
                  <c:v>3.1</c:v>
                </c:pt>
                <c:pt idx="4918">
                  <c:v>2.5</c:v>
                </c:pt>
                <c:pt idx="4919">
                  <c:v>2.6</c:v>
                </c:pt>
                <c:pt idx="4920">
                  <c:v>2.7</c:v>
                </c:pt>
                <c:pt idx="4921">
                  <c:v>2.7</c:v>
                </c:pt>
                <c:pt idx="4922">
                  <c:v>3.1</c:v>
                </c:pt>
                <c:pt idx="4923">
                  <c:v>2.9</c:v>
                </c:pt>
                <c:pt idx="4924">
                  <c:v>2.9</c:v>
                </c:pt>
                <c:pt idx="4925">
                  <c:v>2.6</c:v>
                </c:pt>
                <c:pt idx="4926">
                  <c:v>2.9</c:v>
                </c:pt>
                <c:pt idx="4927">
                  <c:v>2.5</c:v>
                </c:pt>
                <c:pt idx="4928">
                  <c:v>2.7</c:v>
                </c:pt>
                <c:pt idx="4929">
                  <c:v>2.2999999999999998</c:v>
                </c:pt>
                <c:pt idx="4930">
                  <c:v>2.5</c:v>
                </c:pt>
                <c:pt idx="4931">
                  <c:v>2.6</c:v>
                </c:pt>
                <c:pt idx="4932">
                  <c:v>2.1</c:v>
                </c:pt>
                <c:pt idx="4933">
                  <c:v>1.9</c:v>
                </c:pt>
                <c:pt idx="4934">
                  <c:v>2.4</c:v>
                </c:pt>
                <c:pt idx="4935">
                  <c:v>3.3</c:v>
                </c:pt>
                <c:pt idx="4936">
                  <c:v>3.4</c:v>
                </c:pt>
                <c:pt idx="4937">
                  <c:v>2.6</c:v>
                </c:pt>
                <c:pt idx="4938">
                  <c:v>1.8</c:v>
                </c:pt>
                <c:pt idx="4939">
                  <c:v>2.1</c:v>
                </c:pt>
                <c:pt idx="4940">
                  <c:v>1.9</c:v>
                </c:pt>
                <c:pt idx="4941">
                  <c:v>2.2000000000000002</c:v>
                </c:pt>
                <c:pt idx="4942">
                  <c:v>2.9</c:v>
                </c:pt>
                <c:pt idx="4943">
                  <c:v>2.4</c:v>
                </c:pt>
                <c:pt idx="4944">
                  <c:v>2.7</c:v>
                </c:pt>
                <c:pt idx="4945">
                  <c:v>2.1</c:v>
                </c:pt>
                <c:pt idx="4946">
                  <c:v>1.6</c:v>
                </c:pt>
                <c:pt idx="4947">
                  <c:v>2.2000000000000002</c:v>
                </c:pt>
                <c:pt idx="4948">
                  <c:v>2.6</c:v>
                </c:pt>
                <c:pt idx="4949">
                  <c:v>2.1</c:v>
                </c:pt>
                <c:pt idx="4950">
                  <c:v>2.4</c:v>
                </c:pt>
                <c:pt idx="4951">
                  <c:v>2.5</c:v>
                </c:pt>
                <c:pt idx="4952">
                  <c:v>2.6</c:v>
                </c:pt>
                <c:pt idx="4953">
                  <c:v>2.5</c:v>
                </c:pt>
                <c:pt idx="4954">
                  <c:v>3</c:v>
                </c:pt>
                <c:pt idx="4955">
                  <c:v>2.4</c:v>
                </c:pt>
                <c:pt idx="4956">
                  <c:v>1.9</c:v>
                </c:pt>
                <c:pt idx="4957">
                  <c:v>1.9</c:v>
                </c:pt>
                <c:pt idx="4958">
                  <c:v>4.0999999999999996</c:v>
                </c:pt>
                <c:pt idx="4959">
                  <c:v>2.6</c:v>
                </c:pt>
                <c:pt idx="4960">
                  <c:v>2.2999999999999998</c:v>
                </c:pt>
                <c:pt idx="4961">
                  <c:v>3</c:v>
                </c:pt>
                <c:pt idx="4962">
                  <c:v>3.9</c:v>
                </c:pt>
                <c:pt idx="4963">
                  <c:v>3.4</c:v>
                </c:pt>
                <c:pt idx="4964">
                  <c:v>2.9</c:v>
                </c:pt>
                <c:pt idx="4965">
                  <c:v>3.1</c:v>
                </c:pt>
                <c:pt idx="4966">
                  <c:v>3.1</c:v>
                </c:pt>
                <c:pt idx="4967">
                  <c:v>2.5</c:v>
                </c:pt>
                <c:pt idx="4968">
                  <c:v>2.4</c:v>
                </c:pt>
                <c:pt idx="4969">
                  <c:v>3</c:v>
                </c:pt>
                <c:pt idx="4970">
                  <c:v>2.8</c:v>
                </c:pt>
                <c:pt idx="4971">
                  <c:v>2.9</c:v>
                </c:pt>
                <c:pt idx="4972">
                  <c:v>2.6</c:v>
                </c:pt>
                <c:pt idx="4973">
                  <c:v>2.8</c:v>
                </c:pt>
                <c:pt idx="4974">
                  <c:v>2.7</c:v>
                </c:pt>
                <c:pt idx="4975">
                  <c:v>3</c:v>
                </c:pt>
                <c:pt idx="4976">
                  <c:v>3.1</c:v>
                </c:pt>
                <c:pt idx="4977">
                  <c:v>3.1</c:v>
                </c:pt>
                <c:pt idx="4978">
                  <c:v>3.3</c:v>
                </c:pt>
                <c:pt idx="4979">
                  <c:v>3.1</c:v>
                </c:pt>
                <c:pt idx="4980">
                  <c:v>2.8</c:v>
                </c:pt>
                <c:pt idx="4981">
                  <c:v>2.8</c:v>
                </c:pt>
                <c:pt idx="4982">
                  <c:v>2.8</c:v>
                </c:pt>
                <c:pt idx="4983">
                  <c:v>2.8</c:v>
                </c:pt>
                <c:pt idx="4984">
                  <c:v>2.7</c:v>
                </c:pt>
                <c:pt idx="4985">
                  <c:v>3.1</c:v>
                </c:pt>
                <c:pt idx="4986">
                  <c:v>4.4000000000000004</c:v>
                </c:pt>
                <c:pt idx="4987">
                  <c:v>3.6</c:v>
                </c:pt>
                <c:pt idx="4988">
                  <c:v>3.2</c:v>
                </c:pt>
                <c:pt idx="4989">
                  <c:v>2.8</c:v>
                </c:pt>
                <c:pt idx="4990">
                  <c:v>3.2</c:v>
                </c:pt>
                <c:pt idx="4991">
                  <c:v>3.3</c:v>
                </c:pt>
                <c:pt idx="4992">
                  <c:v>3.5</c:v>
                </c:pt>
                <c:pt idx="4993">
                  <c:v>3.4</c:v>
                </c:pt>
                <c:pt idx="4994">
                  <c:v>3.2</c:v>
                </c:pt>
                <c:pt idx="4995">
                  <c:v>3</c:v>
                </c:pt>
                <c:pt idx="4996">
                  <c:v>2.7</c:v>
                </c:pt>
                <c:pt idx="4997">
                  <c:v>4.2</c:v>
                </c:pt>
                <c:pt idx="4998">
                  <c:v>3.1</c:v>
                </c:pt>
                <c:pt idx="4999">
                  <c:v>0</c:v>
                </c:pt>
                <c:pt idx="5000">
                  <c:v>0</c:v>
                </c:pt>
                <c:pt idx="5001">
                  <c:v>0</c:v>
                </c:pt>
                <c:pt idx="5002">
                  <c:v>0</c:v>
                </c:pt>
                <c:pt idx="5003">
                  <c:v>0</c:v>
                </c:pt>
                <c:pt idx="5004">
                  <c:v>0</c:v>
                </c:pt>
                <c:pt idx="5005">
                  <c:v>0</c:v>
                </c:pt>
                <c:pt idx="5006">
                  <c:v>0</c:v>
                </c:pt>
                <c:pt idx="5007">
                  <c:v>0</c:v>
                </c:pt>
                <c:pt idx="5008">
                  <c:v>0</c:v>
                </c:pt>
                <c:pt idx="5009">
                  <c:v>0</c:v>
                </c:pt>
                <c:pt idx="5010">
                  <c:v>0</c:v>
                </c:pt>
                <c:pt idx="5011">
                  <c:v>0</c:v>
                </c:pt>
                <c:pt idx="5012">
                  <c:v>0</c:v>
                </c:pt>
                <c:pt idx="5013">
                  <c:v>0</c:v>
                </c:pt>
                <c:pt idx="5014">
                  <c:v>0</c:v>
                </c:pt>
                <c:pt idx="5015">
                  <c:v>0</c:v>
                </c:pt>
                <c:pt idx="5016">
                  <c:v>0</c:v>
                </c:pt>
                <c:pt idx="5017">
                  <c:v>0</c:v>
                </c:pt>
                <c:pt idx="5018">
                  <c:v>0</c:v>
                </c:pt>
                <c:pt idx="5019">
                  <c:v>0</c:v>
                </c:pt>
                <c:pt idx="5020">
                  <c:v>0</c:v>
                </c:pt>
                <c:pt idx="5021">
                  <c:v>0</c:v>
                </c:pt>
                <c:pt idx="5022">
                  <c:v>0</c:v>
                </c:pt>
                <c:pt idx="5023">
                  <c:v>0</c:v>
                </c:pt>
                <c:pt idx="5024">
                  <c:v>0</c:v>
                </c:pt>
                <c:pt idx="5025">
                  <c:v>0</c:v>
                </c:pt>
                <c:pt idx="5026">
                  <c:v>0</c:v>
                </c:pt>
                <c:pt idx="5027">
                  <c:v>0</c:v>
                </c:pt>
                <c:pt idx="5028">
                  <c:v>0</c:v>
                </c:pt>
                <c:pt idx="5029">
                  <c:v>0</c:v>
                </c:pt>
                <c:pt idx="5030">
                  <c:v>0</c:v>
                </c:pt>
                <c:pt idx="5031">
                  <c:v>0</c:v>
                </c:pt>
                <c:pt idx="5032">
                  <c:v>0</c:v>
                </c:pt>
                <c:pt idx="5033">
                  <c:v>0</c:v>
                </c:pt>
                <c:pt idx="5034">
                  <c:v>0</c:v>
                </c:pt>
                <c:pt idx="5035">
                  <c:v>0</c:v>
                </c:pt>
                <c:pt idx="5036">
                  <c:v>0</c:v>
                </c:pt>
                <c:pt idx="5037">
                  <c:v>0</c:v>
                </c:pt>
                <c:pt idx="5038">
                  <c:v>0</c:v>
                </c:pt>
                <c:pt idx="5039">
                  <c:v>0</c:v>
                </c:pt>
                <c:pt idx="5040">
                  <c:v>0</c:v>
                </c:pt>
                <c:pt idx="5041">
                  <c:v>0</c:v>
                </c:pt>
                <c:pt idx="5042">
                  <c:v>0</c:v>
                </c:pt>
                <c:pt idx="5043">
                  <c:v>0</c:v>
                </c:pt>
                <c:pt idx="5044">
                  <c:v>0</c:v>
                </c:pt>
                <c:pt idx="5045">
                  <c:v>0</c:v>
                </c:pt>
                <c:pt idx="5046">
                  <c:v>0</c:v>
                </c:pt>
                <c:pt idx="5047">
                  <c:v>0</c:v>
                </c:pt>
                <c:pt idx="5048">
                  <c:v>0</c:v>
                </c:pt>
                <c:pt idx="5049">
                  <c:v>0</c:v>
                </c:pt>
                <c:pt idx="5050">
                  <c:v>0</c:v>
                </c:pt>
                <c:pt idx="5051">
                  <c:v>0</c:v>
                </c:pt>
                <c:pt idx="5052">
                  <c:v>0</c:v>
                </c:pt>
                <c:pt idx="5053">
                  <c:v>0</c:v>
                </c:pt>
                <c:pt idx="5054">
                  <c:v>0</c:v>
                </c:pt>
                <c:pt idx="5055">
                  <c:v>0</c:v>
                </c:pt>
                <c:pt idx="5056">
                  <c:v>0</c:v>
                </c:pt>
                <c:pt idx="5057">
                  <c:v>0</c:v>
                </c:pt>
                <c:pt idx="5058">
                  <c:v>0</c:v>
                </c:pt>
                <c:pt idx="5059">
                  <c:v>0</c:v>
                </c:pt>
                <c:pt idx="5060">
                  <c:v>0</c:v>
                </c:pt>
                <c:pt idx="5061">
                  <c:v>0</c:v>
                </c:pt>
                <c:pt idx="5062">
                  <c:v>0</c:v>
                </c:pt>
                <c:pt idx="5063">
                  <c:v>0</c:v>
                </c:pt>
                <c:pt idx="5064">
                  <c:v>0</c:v>
                </c:pt>
                <c:pt idx="5065">
                  <c:v>0</c:v>
                </c:pt>
                <c:pt idx="5066">
                  <c:v>0</c:v>
                </c:pt>
                <c:pt idx="5067">
                  <c:v>0</c:v>
                </c:pt>
                <c:pt idx="5068">
                  <c:v>0</c:v>
                </c:pt>
                <c:pt idx="5069">
                  <c:v>0</c:v>
                </c:pt>
                <c:pt idx="5070">
                  <c:v>0</c:v>
                </c:pt>
                <c:pt idx="5071">
                  <c:v>0</c:v>
                </c:pt>
                <c:pt idx="5072">
                  <c:v>0</c:v>
                </c:pt>
                <c:pt idx="5073">
                  <c:v>0</c:v>
                </c:pt>
                <c:pt idx="5074">
                  <c:v>0</c:v>
                </c:pt>
                <c:pt idx="5075">
                  <c:v>0</c:v>
                </c:pt>
                <c:pt idx="5076">
                  <c:v>0</c:v>
                </c:pt>
                <c:pt idx="5077">
                  <c:v>0</c:v>
                </c:pt>
                <c:pt idx="5078">
                  <c:v>0</c:v>
                </c:pt>
                <c:pt idx="5079">
                  <c:v>0</c:v>
                </c:pt>
                <c:pt idx="5080">
                  <c:v>0</c:v>
                </c:pt>
                <c:pt idx="5081">
                  <c:v>0</c:v>
                </c:pt>
                <c:pt idx="5082">
                  <c:v>0</c:v>
                </c:pt>
                <c:pt idx="5083">
                  <c:v>0</c:v>
                </c:pt>
                <c:pt idx="5084">
                  <c:v>0</c:v>
                </c:pt>
                <c:pt idx="5085">
                  <c:v>0</c:v>
                </c:pt>
                <c:pt idx="5086">
                  <c:v>0</c:v>
                </c:pt>
                <c:pt idx="5087">
                  <c:v>0</c:v>
                </c:pt>
                <c:pt idx="5088">
                  <c:v>0</c:v>
                </c:pt>
                <c:pt idx="5089">
                  <c:v>0</c:v>
                </c:pt>
                <c:pt idx="5090">
                  <c:v>0</c:v>
                </c:pt>
                <c:pt idx="5091">
                  <c:v>0</c:v>
                </c:pt>
                <c:pt idx="5092">
                  <c:v>0</c:v>
                </c:pt>
                <c:pt idx="5093">
                  <c:v>0</c:v>
                </c:pt>
                <c:pt idx="5094">
                  <c:v>0</c:v>
                </c:pt>
                <c:pt idx="5095">
                  <c:v>0</c:v>
                </c:pt>
                <c:pt idx="5096">
                  <c:v>0</c:v>
                </c:pt>
                <c:pt idx="5097">
                  <c:v>0</c:v>
                </c:pt>
                <c:pt idx="5098">
                  <c:v>0</c:v>
                </c:pt>
                <c:pt idx="5099">
                  <c:v>0</c:v>
                </c:pt>
                <c:pt idx="5100">
                  <c:v>0</c:v>
                </c:pt>
                <c:pt idx="5101">
                  <c:v>0</c:v>
                </c:pt>
                <c:pt idx="5102">
                  <c:v>0</c:v>
                </c:pt>
                <c:pt idx="5103">
                  <c:v>0</c:v>
                </c:pt>
                <c:pt idx="5104">
                  <c:v>0</c:v>
                </c:pt>
                <c:pt idx="5105">
                  <c:v>0</c:v>
                </c:pt>
                <c:pt idx="5106">
                  <c:v>0</c:v>
                </c:pt>
                <c:pt idx="5107">
                  <c:v>0</c:v>
                </c:pt>
                <c:pt idx="5108">
                  <c:v>0</c:v>
                </c:pt>
                <c:pt idx="5109">
                  <c:v>0</c:v>
                </c:pt>
                <c:pt idx="5110">
                  <c:v>0</c:v>
                </c:pt>
                <c:pt idx="5111">
                  <c:v>0</c:v>
                </c:pt>
                <c:pt idx="5112">
                  <c:v>0</c:v>
                </c:pt>
                <c:pt idx="5113">
                  <c:v>0</c:v>
                </c:pt>
                <c:pt idx="5114">
                  <c:v>0</c:v>
                </c:pt>
                <c:pt idx="5115">
                  <c:v>0</c:v>
                </c:pt>
                <c:pt idx="5116">
                  <c:v>0</c:v>
                </c:pt>
                <c:pt idx="5117">
                  <c:v>0</c:v>
                </c:pt>
                <c:pt idx="5118">
                  <c:v>0</c:v>
                </c:pt>
                <c:pt idx="5119">
                  <c:v>0</c:v>
                </c:pt>
                <c:pt idx="5120">
                  <c:v>0</c:v>
                </c:pt>
                <c:pt idx="5121">
                  <c:v>0</c:v>
                </c:pt>
                <c:pt idx="5122">
                  <c:v>0</c:v>
                </c:pt>
                <c:pt idx="5123">
                  <c:v>0</c:v>
                </c:pt>
                <c:pt idx="5124">
                  <c:v>0</c:v>
                </c:pt>
                <c:pt idx="5125">
                  <c:v>0</c:v>
                </c:pt>
                <c:pt idx="5126">
                  <c:v>0</c:v>
                </c:pt>
                <c:pt idx="5127">
                  <c:v>0</c:v>
                </c:pt>
                <c:pt idx="5128">
                  <c:v>0</c:v>
                </c:pt>
                <c:pt idx="5129">
                  <c:v>0</c:v>
                </c:pt>
                <c:pt idx="5130">
                  <c:v>0</c:v>
                </c:pt>
                <c:pt idx="5131">
                  <c:v>0</c:v>
                </c:pt>
                <c:pt idx="5132">
                  <c:v>0</c:v>
                </c:pt>
                <c:pt idx="5133">
                  <c:v>0</c:v>
                </c:pt>
                <c:pt idx="5134">
                  <c:v>0</c:v>
                </c:pt>
                <c:pt idx="5135">
                  <c:v>0</c:v>
                </c:pt>
                <c:pt idx="5136">
                  <c:v>0</c:v>
                </c:pt>
                <c:pt idx="5137">
                  <c:v>0</c:v>
                </c:pt>
                <c:pt idx="5138">
                  <c:v>0</c:v>
                </c:pt>
                <c:pt idx="5139">
                  <c:v>0</c:v>
                </c:pt>
                <c:pt idx="5140">
                  <c:v>0</c:v>
                </c:pt>
                <c:pt idx="5141">
                  <c:v>0</c:v>
                </c:pt>
                <c:pt idx="5142">
                  <c:v>0</c:v>
                </c:pt>
                <c:pt idx="5143">
                  <c:v>0</c:v>
                </c:pt>
                <c:pt idx="5144">
                  <c:v>0</c:v>
                </c:pt>
                <c:pt idx="5145">
                  <c:v>0</c:v>
                </c:pt>
                <c:pt idx="5146">
                  <c:v>0</c:v>
                </c:pt>
                <c:pt idx="5147">
                  <c:v>0</c:v>
                </c:pt>
                <c:pt idx="5148">
                  <c:v>0</c:v>
                </c:pt>
                <c:pt idx="5149">
                  <c:v>0</c:v>
                </c:pt>
                <c:pt idx="5150">
                  <c:v>0</c:v>
                </c:pt>
                <c:pt idx="5151">
                  <c:v>0</c:v>
                </c:pt>
                <c:pt idx="5152">
                  <c:v>0</c:v>
                </c:pt>
                <c:pt idx="5153">
                  <c:v>0</c:v>
                </c:pt>
                <c:pt idx="5154">
                  <c:v>0</c:v>
                </c:pt>
                <c:pt idx="5155">
                  <c:v>0</c:v>
                </c:pt>
                <c:pt idx="5156">
                  <c:v>0</c:v>
                </c:pt>
                <c:pt idx="5157">
                  <c:v>0</c:v>
                </c:pt>
                <c:pt idx="5158">
                  <c:v>0</c:v>
                </c:pt>
                <c:pt idx="5159">
                  <c:v>0</c:v>
                </c:pt>
                <c:pt idx="5160">
                  <c:v>0</c:v>
                </c:pt>
                <c:pt idx="5161">
                  <c:v>0</c:v>
                </c:pt>
                <c:pt idx="5162">
                  <c:v>0</c:v>
                </c:pt>
                <c:pt idx="5163">
                  <c:v>0</c:v>
                </c:pt>
                <c:pt idx="5164">
                  <c:v>0</c:v>
                </c:pt>
                <c:pt idx="5165">
                  <c:v>0</c:v>
                </c:pt>
                <c:pt idx="5166">
                  <c:v>0</c:v>
                </c:pt>
                <c:pt idx="5167">
                  <c:v>0</c:v>
                </c:pt>
                <c:pt idx="5168">
                  <c:v>0</c:v>
                </c:pt>
                <c:pt idx="5169">
                  <c:v>0</c:v>
                </c:pt>
                <c:pt idx="5170">
                  <c:v>0</c:v>
                </c:pt>
                <c:pt idx="5171">
                  <c:v>0</c:v>
                </c:pt>
                <c:pt idx="5172">
                  <c:v>0</c:v>
                </c:pt>
                <c:pt idx="5173">
                  <c:v>0</c:v>
                </c:pt>
                <c:pt idx="5174">
                  <c:v>0</c:v>
                </c:pt>
                <c:pt idx="5175">
                  <c:v>0</c:v>
                </c:pt>
                <c:pt idx="5176">
                  <c:v>0</c:v>
                </c:pt>
                <c:pt idx="5177">
                  <c:v>0</c:v>
                </c:pt>
                <c:pt idx="5178">
                  <c:v>0</c:v>
                </c:pt>
                <c:pt idx="5179">
                  <c:v>0</c:v>
                </c:pt>
                <c:pt idx="5180">
                  <c:v>0</c:v>
                </c:pt>
                <c:pt idx="5181">
                  <c:v>0</c:v>
                </c:pt>
                <c:pt idx="5182">
                  <c:v>0</c:v>
                </c:pt>
                <c:pt idx="5183">
                  <c:v>0</c:v>
                </c:pt>
                <c:pt idx="5184">
                  <c:v>0</c:v>
                </c:pt>
                <c:pt idx="5185">
                  <c:v>0</c:v>
                </c:pt>
                <c:pt idx="5186">
                  <c:v>0</c:v>
                </c:pt>
                <c:pt idx="5187">
                  <c:v>0</c:v>
                </c:pt>
                <c:pt idx="5188">
                  <c:v>0</c:v>
                </c:pt>
                <c:pt idx="5189">
                  <c:v>0</c:v>
                </c:pt>
                <c:pt idx="5190">
                  <c:v>0</c:v>
                </c:pt>
                <c:pt idx="5191">
                  <c:v>0</c:v>
                </c:pt>
                <c:pt idx="5192">
                  <c:v>0</c:v>
                </c:pt>
                <c:pt idx="5193">
                  <c:v>0</c:v>
                </c:pt>
                <c:pt idx="5194">
                  <c:v>0</c:v>
                </c:pt>
                <c:pt idx="5195">
                  <c:v>0</c:v>
                </c:pt>
                <c:pt idx="5196">
                  <c:v>0</c:v>
                </c:pt>
                <c:pt idx="5197">
                  <c:v>0</c:v>
                </c:pt>
                <c:pt idx="5198">
                  <c:v>0</c:v>
                </c:pt>
                <c:pt idx="5199">
                  <c:v>0</c:v>
                </c:pt>
                <c:pt idx="5200">
                  <c:v>0</c:v>
                </c:pt>
                <c:pt idx="5201">
                  <c:v>0</c:v>
                </c:pt>
                <c:pt idx="5202">
                  <c:v>0</c:v>
                </c:pt>
                <c:pt idx="5203">
                  <c:v>0</c:v>
                </c:pt>
                <c:pt idx="5204">
                  <c:v>0</c:v>
                </c:pt>
                <c:pt idx="5205">
                  <c:v>0</c:v>
                </c:pt>
                <c:pt idx="5206">
                  <c:v>0</c:v>
                </c:pt>
                <c:pt idx="5207">
                  <c:v>0</c:v>
                </c:pt>
                <c:pt idx="5208">
                  <c:v>0</c:v>
                </c:pt>
                <c:pt idx="5209">
                  <c:v>0</c:v>
                </c:pt>
                <c:pt idx="5210">
                  <c:v>0</c:v>
                </c:pt>
                <c:pt idx="5211">
                  <c:v>0</c:v>
                </c:pt>
                <c:pt idx="5212">
                  <c:v>0</c:v>
                </c:pt>
                <c:pt idx="5213">
                  <c:v>0</c:v>
                </c:pt>
                <c:pt idx="5214">
                  <c:v>0</c:v>
                </c:pt>
                <c:pt idx="5215">
                  <c:v>0</c:v>
                </c:pt>
                <c:pt idx="5216">
                  <c:v>0</c:v>
                </c:pt>
                <c:pt idx="5217">
                  <c:v>0</c:v>
                </c:pt>
                <c:pt idx="5218">
                  <c:v>0</c:v>
                </c:pt>
                <c:pt idx="5219">
                  <c:v>0</c:v>
                </c:pt>
                <c:pt idx="5220">
                  <c:v>0</c:v>
                </c:pt>
                <c:pt idx="5221">
                  <c:v>0</c:v>
                </c:pt>
                <c:pt idx="5222">
                  <c:v>0</c:v>
                </c:pt>
                <c:pt idx="5223">
                  <c:v>0</c:v>
                </c:pt>
                <c:pt idx="5224">
                  <c:v>0</c:v>
                </c:pt>
                <c:pt idx="5225">
                  <c:v>0</c:v>
                </c:pt>
                <c:pt idx="5226">
                  <c:v>0</c:v>
                </c:pt>
                <c:pt idx="5227">
                  <c:v>0</c:v>
                </c:pt>
                <c:pt idx="5228">
                  <c:v>0</c:v>
                </c:pt>
                <c:pt idx="5229">
                  <c:v>0</c:v>
                </c:pt>
                <c:pt idx="5230">
                  <c:v>0</c:v>
                </c:pt>
                <c:pt idx="5231">
                  <c:v>0</c:v>
                </c:pt>
                <c:pt idx="5232">
                  <c:v>0</c:v>
                </c:pt>
                <c:pt idx="5233">
                  <c:v>0</c:v>
                </c:pt>
                <c:pt idx="5234">
                  <c:v>0</c:v>
                </c:pt>
                <c:pt idx="5235">
                  <c:v>0</c:v>
                </c:pt>
                <c:pt idx="5236">
                  <c:v>0</c:v>
                </c:pt>
                <c:pt idx="5237">
                  <c:v>0</c:v>
                </c:pt>
                <c:pt idx="5238">
                  <c:v>0</c:v>
                </c:pt>
                <c:pt idx="5239">
                  <c:v>0</c:v>
                </c:pt>
                <c:pt idx="5240">
                  <c:v>0</c:v>
                </c:pt>
                <c:pt idx="5241">
                  <c:v>0</c:v>
                </c:pt>
                <c:pt idx="5242">
                  <c:v>0</c:v>
                </c:pt>
                <c:pt idx="5243">
                  <c:v>0</c:v>
                </c:pt>
                <c:pt idx="5244">
                  <c:v>0</c:v>
                </c:pt>
                <c:pt idx="5245">
                  <c:v>0</c:v>
                </c:pt>
                <c:pt idx="5246">
                  <c:v>0</c:v>
                </c:pt>
                <c:pt idx="5247">
                  <c:v>0</c:v>
                </c:pt>
                <c:pt idx="5248">
                  <c:v>0</c:v>
                </c:pt>
                <c:pt idx="5249">
                  <c:v>0</c:v>
                </c:pt>
                <c:pt idx="5250">
                  <c:v>0</c:v>
                </c:pt>
                <c:pt idx="5251">
                  <c:v>0</c:v>
                </c:pt>
                <c:pt idx="5252">
                  <c:v>0</c:v>
                </c:pt>
                <c:pt idx="5253">
                  <c:v>0</c:v>
                </c:pt>
                <c:pt idx="5254">
                  <c:v>0</c:v>
                </c:pt>
                <c:pt idx="5255">
                  <c:v>0</c:v>
                </c:pt>
                <c:pt idx="5256">
                  <c:v>0</c:v>
                </c:pt>
                <c:pt idx="5257">
                  <c:v>0</c:v>
                </c:pt>
                <c:pt idx="5258">
                  <c:v>0</c:v>
                </c:pt>
                <c:pt idx="5259">
                  <c:v>0</c:v>
                </c:pt>
                <c:pt idx="5260">
                  <c:v>0</c:v>
                </c:pt>
                <c:pt idx="5261">
                  <c:v>0</c:v>
                </c:pt>
                <c:pt idx="5262">
                  <c:v>0</c:v>
                </c:pt>
                <c:pt idx="5263">
                  <c:v>0</c:v>
                </c:pt>
                <c:pt idx="5264">
                  <c:v>0</c:v>
                </c:pt>
                <c:pt idx="5265">
                  <c:v>0</c:v>
                </c:pt>
                <c:pt idx="5266">
                  <c:v>0</c:v>
                </c:pt>
                <c:pt idx="5267">
                  <c:v>0</c:v>
                </c:pt>
                <c:pt idx="5268">
                  <c:v>0</c:v>
                </c:pt>
                <c:pt idx="5269">
                  <c:v>0</c:v>
                </c:pt>
                <c:pt idx="5270">
                  <c:v>0</c:v>
                </c:pt>
                <c:pt idx="5271">
                  <c:v>0</c:v>
                </c:pt>
                <c:pt idx="5272">
                  <c:v>0</c:v>
                </c:pt>
                <c:pt idx="5273">
                  <c:v>0</c:v>
                </c:pt>
                <c:pt idx="5274">
                  <c:v>0</c:v>
                </c:pt>
                <c:pt idx="5275">
                  <c:v>0</c:v>
                </c:pt>
                <c:pt idx="5276">
                  <c:v>0</c:v>
                </c:pt>
                <c:pt idx="5277">
                  <c:v>0</c:v>
                </c:pt>
                <c:pt idx="5278">
                  <c:v>0</c:v>
                </c:pt>
                <c:pt idx="5279">
                  <c:v>0</c:v>
                </c:pt>
                <c:pt idx="5280">
                  <c:v>0</c:v>
                </c:pt>
                <c:pt idx="5281">
                  <c:v>0</c:v>
                </c:pt>
                <c:pt idx="5282">
                  <c:v>0</c:v>
                </c:pt>
                <c:pt idx="5283">
                  <c:v>0</c:v>
                </c:pt>
                <c:pt idx="5284">
                  <c:v>0</c:v>
                </c:pt>
                <c:pt idx="5285">
                  <c:v>0</c:v>
                </c:pt>
                <c:pt idx="5286">
                  <c:v>0</c:v>
                </c:pt>
                <c:pt idx="5287">
                  <c:v>0</c:v>
                </c:pt>
                <c:pt idx="5288">
                  <c:v>0</c:v>
                </c:pt>
                <c:pt idx="5289">
                  <c:v>0</c:v>
                </c:pt>
                <c:pt idx="5290">
                  <c:v>0</c:v>
                </c:pt>
                <c:pt idx="5291">
                  <c:v>0</c:v>
                </c:pt>
                <c:pt idx="5292">
                  <c:v>0</c:v>
                </c:pt>
                <c:pt idx="5293">
                  <c:v>0</c:v>
                </c:pt>
                <c:pt idx="5294">
                  <c:v>0</c:v>
                </c:pt>
                <c:pt idx="5295">
                  <c:v>0</c:v>
                </c:pt>
                <c:pt idx="5296">
                  <c:v>0</c:v>
                </c:pt>
                <c:pt idx="5297">
                  <c:v>0</c:v>
                </c:pt>
                <c:pt idx="5298">
                  <c:v>0</c:v>
                </c:pt>
                <c:pt idx="5299">
                  <c:v>0</c:v>
                </c:pt>
                <c:pt idx="5300">
                  <c:v>0</c:v>
                </c:pt>
                <c:pt idx="5301">
                  <c:v>0</c:v>
                </c:pt>
                <c:pt idx="5302">
                  <c:v>0</c:v>
                </c:pt>
                <c:pt idx="5303">
                  <c:v>0</c:v>
                </c:pt>
                <c:pt idx="5304">
                  <c:v>0</c:v>
                </c:pt>
                <c:pt idx="5305">
                  <c:v>0</c:v>
                </c:pt>
                <c:pt idx="5306">
                  <c:v>0</c:v>
                </c:pt>
                <c:pt idx="5307">
                  <c:v>0</c:v>
                </c:pt>
                <c:pt idx="5308">
                  <c:v>0</c:v>
                </c:pt>
                <c:pt idx="5309">
                  <c:v>0</c:v>
                </c:pt>
                <c:pt idx="5310">
                  <c:v>0</c:v>
                </c:pt>
                <c:pt idx="5311">
                  <c:v>0</c:v>
                </c:pt>
                <c:pt idx="5312">
                  <c:v>0</c:v>
                </c:pt>
                <c:pt idx="5313">
                  <c:v>0</c:v>
                </c:pt>
                <c:pt idx="5314">
                  <c:v>0</c:v>
                </c:pt>
                <c:pt idx="5315">
                  <c:v>0</c:v>
                </c:pt>
                <c:pt idx="5316">
                  <c:v>0</c:v>
                </c:pt>
                <c:pt idx="5317">
                  <c:v>0</c:v>
                </c:pt>
                <c:pt idx="5318">
                  <c:v>0</c:v>
                </c:pt>
                <c:pt idx="5319">
                  <c:v>0</c:v>
                </c:pt>
                <c:pt idx="5320">
                  <c:v>0</c:v>
                </c:pt>
                <c:pt idx="5321">
                  <c:v>0</c:v>
                </c:pt>
                <c:pt idx="5322">
                  <c:v>0</c:v>
                </c:pt>
                <c:pt idx="5323">
                  <c:v>0</c:v>
                </c:pt>
                <c:pt idx="5324">
                  <c:v>0</c:v>
                </c:pt>
                <c:pt idx="5325">
                  <c:v>0</c:v>
                </c:pt>
                <c:pt idx="5326">
                  <c:v>0</c:v>
                </c:pt>
                <c:pt idx="5327">
                  <c:v>0</c:v>
                </c:pt>
                <c:pt idx="5328">
                  <c:v>0</c:v>
                </c:pt>
                <c:pt idx="5329">
                  <c:v>0</c:v>
                </c:pt>
                <c:pt idx="5330">
                  <c:v>0</c:v>
                </c:pt>
                <c:pt idx="5331">
                  <c:v>0</c:v>
                </c:pt>
                <c:pt idx="5332">
                  <c:v>0</c:v>
                </c:pt>
                <c:pt idx="5333">
                  <c:v>0</c:v>
                </c:pt>
                <c:pt idx="5334">
                  <c:v>0</c:v>
                </c:pt>
                <c:pt idx="5335">
                  <c:v>0</c:v>
                </c:pt>
                <c:pt idx="5336">
                  <c:v>0</c:v>
                </c:pt>
                <c:pt idx="5337">
                  <c:v>0</c:v>
                </c:pt>
                <c:pt idx="5338">
                  <c:v>0</c:v>
                </c:pt>
                <c:pt idx="5339">
                  <c:v>0</c:v>
                </c:pt>
                <c:pt idx="5340">
                  <c:v>0</c:v>
                </c:pt>
                <c:pt idx="5341">
                  <c:v>0</c:v>
                </c:pt>
                <c:pt idx="5342">
                  <c:v>0</c:v>
                </c:pt>
                <c:pt idx="5343">
                  <c:v>0</c:v>
                </c:pt>
                <c:pt idx="5344">
                  <c:v>0</c:v>
                </c:pt>
                <c:pt idx="5345">
                  <c:v>0</c:v>
                </c:pt>
                <c:pt idx="5346">
                  <c:v>0</c:v>
                </c:pt>
                <c:pt idx="5347">
                  <c:v>0</c:v>
                </c:pt>
                <c:pt idx="5348">
                  <c:v>0</c:v>
                </c:pt>
                <c:pt idx="5349">
                  <c:v>0</c:v>
                </c:pt>
                <c:pt idx="5350">
                  <c:v>0</c:v>
                </c:pt>
                <c:pt idx="5351">
                  <c:v>0</c:v>
                </c:pt>
                <c:pt idx="5352">
                  <c:v>0</c:v>
                </c:pt>
                <c:pt idx="5353">
                  <c:v>0</c:v>
                </c:pt>
                <c:pt idx="5354">
                  <c:v>0</c:v>
                </c:pt>
                <c:pt idx="5355">
                  <c:v>0</c:v>
                </c:pt>
                <c:pt idx="5356">
                  <c:v>0</c:v>
                </c:pt>
                <c:pt idx="5357">
                  <c:v>0</c:v>
                </c:pt>
                <c:pt idx="5358">
                  <c:v>0</c:v>
                </c:pt>
                <c:pt idx="5359">
                  <c:v>0</c:v>
                </c:pt>
                <c:pt idx="5360">
                  <c:v>0</c:v>
                </c:pt>
                <c:pt idx="5361">
                  <c:v>0</c:v>
                </c:pt>
                <c:pt idx="5362">
                  <c:v>0</c:v>
                </c:pt>
                <c:pt idx="5363">
                  <c:v>0</c:v>
                </c:pt>
                <c:pt idx="5364">
                  <c:v>0</c:v>
                </c:pt>
                <c:pt idx="5365">
                  <c:v>0</c:v>
                </c:pt>
                <c:pt idx="5366">
                  <c:v>0</c:v>
                </c:pt>
                <c:pt idx="5367">
                  <c:v>0</c:v>
                </c:pt>
                <c:pt idx="5368">
                  <c:v>0</c:v>
                </c:pt>
                <c:pt idx="5369">
                  <c:v>0</c:v>
                </c:pt>
                <c:pt idx="5370">
                  <c:v>0</c:v>
                </c:pt>
                <c:pt idx="5371">
                  <c:v>0</c:v>
                </c:pt>
                <c:pt idx="5372">
                  <c:v>0</c:v>
                </c:pt>
                <c:pt idx="5373">
                  <c:v>0</c:v>
                </c:pt>
                <c:pt idx="5374">
                  <c:v>0</c:v>
                </c:pt>
                <c:pt idx="5375">
                  <c:v>0</c:v>
                </c:pt>
                <c:pt idx="5376">
                  <c:v>0</c:v>
                </c:pt>
                <c:pt idx="5377">
                  <c:v>0</c:v>
                </c:pt>
                <c:pt idx="5378">
                  <c:v>0</c:v>
                </c:pt>
                <c:pt idx="5379">
                  <c:v>0</c:v>
                </c:pt>
                <c:pt idx="5380">
                  <c:v>0</c:v>
                </c:pt>
                <c:pt idx="5381">
                  <c:v>0</c:v>
                </c:pt>
                <c:pt idx="5382">
                  <c:v>0</c:v>
                </c:pt>
                <c:pt idx="5383">
                  <c:v>0</c:v>
                </c:pt>
                <c:pt idx="5384">
                  <c:v>0</c:v>
                </c:pt>
                <c:pt idx="5385">
                  <c:v>0</c:v>
                </c:pt>
                <c:pt idx="5386">
                  <c:v>0</c:v>
                </c:pt>
                <c:pt idx="5387">
                  <c:v>0</c:v>
                </c:pt>
                <c:pt idx="5388">
                  <c:v>0</c:v>
                </c:pt>
                <c:pt idx="5389">
                  <c:v>0</c:v>
                </c:pt>
                <c:pt idx="5390">
                  <c:v>0</c:v>
                </c:pt>
                <c:pt idx="5391">
                  <c:v>0</c:v>
                </c:pt>
                <c:pt idx="5392">
                  <c:v>0</c:v>
                </c:pt>
                <c:pt idx="5393">
                  <c:v>0</c:v>
                </c:pt>
                <c:pt idx="5394">
                  <c:v>0</c:v>
                </c:pt>
                <c:pt idx="5395">
                  <c:v>0</c:v>
                </c:pt>
                <c:pt idx="5396">
                  <c:v>0</c:v>
                </c:pt>
                <c:pt idx="5397">
                  <c:v>0</c:v>
                </c:pt>
                <c:pt idx="5398">
                  <c:v>0</c:v>
                </c:pt>
                <c:pt idx="5399">
                  <c:v>0</c:v>
                </c:pt>
                <c:pt idx="5400">
                  <c:v>0</c:v>
                </c:pt>
                <c:pt idx="5401">
                  <c:v>0</c:v>
                </c:pt>
                <c:pt idx="5402">
                  <c:v>0</c:v>
                </c:pt>
                <c:pt idx="5403">
                  <c:v>0</c:v>
                </c:pt>
                <c:pt idx="5404">
                  <c:v>0</c:v>
                </c:pt>
                <c:pt idx="5405">
                  <c:v>0</c:v>
                </c:pt>
                <c:pt idx="5406">
                  <c:v>0</c:v>
                </c:pt>
                <c:pt idx="5407">
                  <c:v>0</c:v>
                </c:pt>
                <c:pt idx="5408">
                  <c:v>0</c:v>
                </c:pt>
                <c:pt idx="5409">
                  <c:v>0</c:v>
                </c:pt>
                <c:pt idx="5410">
                  <c:v>0</c:v>
                </c:pt>
                <c:pt idx="5411">
                  <c:v>0</c:v>
                </c:pt>
                <c:pt idx="5412">
                  <c:v>0</c:v>
                </c:pt>
                <c:pt idx="5413">
                  <c:v>0</c:v>
                </c:pt>
                <c:pt idx="5414">
                  <c:v>0</c:v>
                </c:pt>
                <c:pt idx="5415">
                  <c:v>0</c:v>
                </c:pt>
                <c:pt idx="5416">
                  <c:v>0</c:v>
                </c:pt>
                <c:pt idx="5417">
                  <c:v>0</c:v>
                </c:pt>
                <c:pt idx="5418">
                  <c:v>0</c:v>
                </c:pt>
                <c:pt idx="5419">
                  <c:v>0</c:v>
                </c:pt>
                <c:pt idx="5420">
                  <c:v>0</c:v>
                </c:pt>
                <c:pt idx="5421">
                  <c:v>0</c:v>
                </c:pt>
                <c:pt idx="5422">
                  <c:v>0</c:v>
                </c:pt>
                <c:pt idx="5423">
                  <c:v>0</c:v>
                </c:pt>
                <c:pt idx="5424">
                  <c:v>0</c:v>
                </c:pt>
                <c:pt idx="5425">
                  <c:v>0</c:v>
                </c:pt>
                <c:pt idx="5426">
                  <c:v>0</c:v>
                </c:pt>
                <c:pt idx="5427">
                  <c:v>0</c:v>
                </c:pt>
                <c:pt idx="5428">
                  <c:v>0</c:v>
                </c:pt>
                <c:pt idx="5429">
                  <c:v>0</c:v>
                </c:pt>
                <c:pt idx="5430">
                  <c:v>0</c:v>
                </c:pt>
                <c:pt idx="5431">
                  <c:v>0</c:v>
                </c:pt>
                <c:pt idx="5432">
                  <c:v>0</c:v>
                </c:pt>
                <c:pt idx="5433">
                  <c:v>0</c:v>
                </c:pt>
                <c:pt idx="5434">
                  <c:v>0</c:v>
                </c:pt>
                <c:pt idx="5435">
                  <c:v>0</c:v>
                </c:pt>
                <c:pt idx="5436">
                  <c:v>0</c:v>
                </c:pt>
                <c:pt idx="5437">
                  <c:v>0</c:v>
                </c:pt>
                <c:pt idx="5438">
                  <c:v>0</c:v>
                </c:pt>
                <c:pt idx="5439">
                  <c:v>0</c:v>
                </c:pt>
                <c:pt idx="5440">
                  <c:v>0</c:v>
                </c:pt>
                <c:pt idx="5441">
                  <c:v>0</c:v>
                </c:pt>
                <c:pt idx="5442">
                  <c:v>0</c:v>
                </c:pt>
                <c:pt idx="5443">
                  <c:v>0</c:v>
                </c:pt>
                <c:pt idx="5444">
                  <c:v>0</c:v>
                </c:pt>
                <c:pt idx="5445">
                  <c:v>0</c:v>
                </c:pt>
                <c:pt idx="5446">
                  <c:v>0</c:v>
                </c:pt>
                <c:pt idx="5447">
                  <c:v>0</c:v>
                </c:pt>
                <c:pt idx="5448">
                  <c:v>0</c:v>
                </c:pt>
                <c:pt idx="5449">
                  <c:v>0</c:v>
                </c:pt>
                <c:pt idx="5450">
                  <c:v>0</c:v>
                </c:pt>
                <c:pt idx="5451">
                  <c:v>0</c:v>
                </c:pt>
                <c:pt idx="5452">
                  <c:v>0</c:v>
                </c:pt>
                <c:pt idx="5453">
                  <c:v>0</c:v>
                </c:pt>
                <c:pt idx="5454">
                  <c:v>0</c:v>
                </c:pt>
                <c:pt idx="5455">
                  <c:v>0</c:v>
                </c:pt>
                <c:pt idx="5456">
                  <c:v>0</c:v>
                </c:pt>
                <c:pt idx="5457">
                  <c:v>0</c:v>
                </c:pt>
                <c:pt idx="5458">
                  <c:v>0</c:v>
                </c:pt>
                <c:pt idx="5459">
                  <c:v>0</c:v>
                </c:pt>
                <c:pt idx="5460">
                  <c:v>0</c:v>
                </c:pt>
                <c:pt idx="5461">
                  <c:v>0</c:v>
                </c:pt>
                <c:pt idx="5462">
                  <c:v>0</c:v>
                </c:pt>
                <c:pt idx="5463">
                  <c:v>0</c:v>
                </c:pt>
                <c:pt idx="5464">
                  <c:v>0</c:v>
                </c:pt>
                <c:pt idx="5465">
                  <c:v>0</c:v>
                </c:pt>
                <c:pt idx="5466">
                  <c:v>0</c:v>
                </c:pt>
                <c:pt idx="5467">
                  <c:v>0</c:v>
                </c:pt>
                <c:pt idx="5468">
                  <c:v>0</c:v>
                </c:pt>
                <c:pt idx="5469">
                  <c:v>0</c:v>
                </c:pt>
                <c:pt idx="5470">
                  <c:v>0</c:v>
                </c:pt>
                <c:pt idx="5471">
                  <c:v>0</c:v>
                </c:pt>
                <c:pt idx="5472">
                  <c:v>0</c:v>
                </c:pt>
                <c:pt idx="5473">
                  <c:v>0</c:v>
                </c:pt>
                <c:pt idx="5474">
                  <c:v>0</c:v>
                </c:pt>
                <c:pt idx="5475">
                  <c:v>0</c:v>
                </c:pt>
                <c:pt idx="5476">
                  <c:v>0</c:v>
                </c:pt>
                <c:pt idx="5477">
                  <c:v>0</c:v>
                </c:pt>
                <c:pt idx="5478">
                  <c:v>0</c:v>
                </c:pt>
                <c:pt idx="5479">
                  <c:v>0</c:v>
                </c:pt>
                <c:pt idx="5480">
                  <c:v>0</c:v>
                </c:pt>
                <c:pt idx="5481">
                  <c:v>0</c:v>
                </c:pt>
                <c:pt idx="5482">
                  <c:v>0</c:v>
                </c:pt>
                <c:pt idx="5483">
                  <c:v>0</c:v>
                </c:pt>
                <c:pt idx="5484">
                  <c:v>0</c:v>
                </c:pt>
                <c:pt idx="5485">
                  <c:v>0</c:v>
                </c:pt>
                <c:pt idx="5486">
                  <c:v>0</c:v>
                </c:pt>
                <c:pt idx="5487">
                  <c:v>0</c:v>
                </c:pt>
                <c:pt idx="5488">
                  <c:v>0</c:v>
                </c:pt>
                <c:pt idx="5489">
                  <c:v>0</c:v>
                </c:pt>
                <c:pt idx="5490">
                  <c:v>0</c:v>
                </c:pt>
                <c:pt idx="5491">
                  <c:v>0</c:v>
                </c:pt>
                <c:pt idx="5492">
                  <c:v>0</c:v>
                </c:pt>
                <c:pt idx="5493">
                  <c:v>0</c:v>
                </c:pt>
                <c:pt idx="5494">
                  <c:v>0</c:v>
                </c:pt>
                <c:pt idx="5495">
                  <c:v>0</c:v>
                </c:pt>
                <c:pt idx="5496">
                  <c:v>0</c:v>
                </c:pt>
                <c:pt idx="5497">
                  <c:v>0</c:v>
                </c:pt>
                <c:pt idx="5498">
                  <c:v>0</c:v>
                </c:pt>
                <c:pt idx="5499">
                  <c:v>0</c:v>
                </c:pt>
                <c:pt idx="5500">
                  <c:v>0</c:v>
                </c:pt>
                <c:pt idx="5501">
                  <c:v>0</c:v>
                </c:pt>
                <c:pt idx="5502">
                  <c:v>0</c:v>
                </c:pt>
                <c:pt idx="5503">
                  <c:v>0</c:v>
                </c:pt>
                <c:pt idx="5504">
                  <c:v>0</c:v>
                </c:pt>
                <c:pt idx="5505">
                  <c:v>0</c:v>
                </c:pt>
                <c:pt idx="5506">
                  <c:v>0</c:v>
                </c:pt>
                <c:pt idx="5507">
                  <c:v>0</c:v>
                </c:pt>
                <c:pt idx="5508">
                  <c:v>0</c:v>
                </c:pt>
                <c:pt idx="5509">
                  <c:v>0</c:v>
                </c:pt>
                <c:pt idx="5510">
                  <c:v>0</c:v>
                </c:pt>
                <c:pt idx="5511">
                  <c:v>0</c:v>
                </c:pt>
                <c:pt idx="5512">
                  <c:v>0</c:v>
                </c:pt>
                <c:pt idx="5513">
                  <c:v>0</c:v>
                </c:pt>
                <c:pt idx="5514">
                  <c:v>0</c:v>
                </c:pt>
                <c:pt idx="5515">
                  <c:v>0</c:v>
                </c:pt>
                <c:pt idx="5516">
                  <c:v>0</c:v>
                </c:pt>
                <c:pt idx="5517">
                  <c:v>0</c:v>
                </c:pt>
                <c:pt idx="5518">
                  <c:v>0</c:v>
                </c:pt>
                <c:pt idx="5519">
                  <c:v>0</c:v>
                </c:pt>
                <c:pt idx="5520">
                  <c:v>0</c:v>
                </c:pt>
                <c:pt idx="5521">
                  <c:v>0</c:v>
                </c:pt>
                <c:pt idx="5522">
                  <c:v>0</c:v>
                </c:pt>
                <c:pt idx="5523">
                  <c:v>0</c:v>
                </c:pt>
                <c:pt idx="5524">
                  <c:v>0</c:v>
                </c:pt>
                <c:pt idx="5525">
                  <c:v>0</c:v>
                </c:pt>
                <c:pt idx="5526">
                  <c:v>0</c:v>
                </c:pt>
                <c:pt idx="5527">
                  <c:v>0</c:v>
                </c:pt>
                <c:pt idx="5528">
                  <c:v>0</c:v>
                </c:pt>
                <c:pt idx="5529">
                  <c:v>0</c:v>
                </c:pt>
                <c:pt idx="5530">
                  <c:v>0</c:v>
                </c:pt>
                <c:pt idx="5531">
                  <c:v>0</c:v>
                </c:pt>
                <c:pt idx="5532">
                  <c:v>0</c:v>
                </c:pt>
                <c:pt idx="5533">
                  <c:v>0</c:v>
                </c:pt>
                <c:pt idx="5534">
                  <c:v>0</c:v>
                </c:pt>
                <c:pt idx="5535">
                  <c:v>0</c:v>
                </c:pt>
                <c:pt idx="5536">
                  <c:v>0</c:v>
                </c:pt>
                <c:pt idx="5537">
                  <c:v>0</c:v>
                </c:pt>
                <c:pt idx="5538">
                  <c:v>0</c:v>
                </c:pt>
                <c:pt idx="5539">
                  <c:v>0</c:v>
                </c:pt>
                <c:pt idx="5540">
                  <c:v>0</c:v>
                </c:pt>
                <c:pt idx="5541">
                  <c:v>0</c:v>
                </c:pt>
                <c:pt idx="5542">
                  <c:v>0</c:v>
                </c:pt>
                <c:pt idx="5543">
                  <c:v>0</c:v>
                </c:pt>
                <c:pt idx="5544">
                  <c:v>0</c:v>
                </c:pt>
                <c:pt idx="5545">
                  <c:v>0</c:v>
                </c:pt>
                <c:pt idx="5546">
                  <c:v>0</c:v>
                </c:pt>
                <c:pt idx="5547">
                  <c:v>0</c:v>
                </c:pt>
                <c:pt idx="5548">
                  <c:v>0</c:v>
                </c:pt>
                <c:pt idx="5549">
                  <c:v>0</c:v>
                </c:pt>
                <c:pt idx="5550">
                  <c:v>0</c:v>
                </c:pt>
                <c:pt idx="5551">
                  <c:v>0</c:v>
                </c:pt>
                <c:pt idx="5552">
                  <c:v>0</c:v>
                </c:pt>
                <c:pt idx="5553">
                  <c:v>0</c:v>
                </c:pt>
                <c:pt idx="5554">
                  <c:v>0</c:v>
                </c:pt>
                <c:pt idx="5555">
                  <c:v>0</c:v>
                </c:pt>
                <c:pt idx="5556">
                  <c:v>0</c:v>
                </c:pt>
                <c:pt idx="5557">
                  <c:v>0</c:v>
                </c:pt>
                <c:pt idx="5558">
                  <c:v>0</c:v>
                </c:pt>
                <c:pt idx="5559">
                  <c:v>0</c:v>
                </c:pt>
                <c:pt idx="5560">
                  <c:v>0</c:v>
                </c:pt>
                <c:pt idx="5561">
                  <c:v>0</c:v>
                </c:pt>
                <c:pt idx="5562">
                  <c:v>0</c:v>
                </c:pt>
                <c:pt idx="5563">
                  <c:v>0</c:v>
                </c:pt>
                <c:pt idx="5564">
                  <c:v>0</c:v>
                </c:pt>
                <c:pt idx="5565">
                  <c:v>0</c:v>
                </c:pt>
                <c:pt idx="5566">
                  <c:v>0</c:v>
                </c:pt>
                <c:pt idx="5567">
                  <c:v>0</c:v>
                </c:pt>
                <c:pt idx="5568">
                  <c:v>0</c:v>
                </c:pt>
                <c:pt idx="5569">
                  <c:v>0</c:v>
                </c:pt>
                <c:pt idx="5570">
                  <c:v>0</c:v>
                </c:pt>
                <c:pt idx="5571">
                  <c:v>0</c:v>
                </c:pt>
                <c:pt idx="5572">
                  <c:v>0</c:v>
                </c:pt>
                <c:pt idx="5573">
                  <c:v>0</c:v>
                </c:pt>
                <c:pt idx="5574">
                  <c:v>0</c:v>
                </c:pt>
                <c:pt idx="5575">
                  <c:v>0</c:v>
                </c:pt>
                <c:pt idx="5576">
                  <c:v>0</c:v>
                </c:pt>
                <c:pt idx="5577">
                  <c:v>0</c:v>
                </c:pt>
                <c:pt idx="5578">
                  <c:v>0</c:v>
                </c:pt>
                <c:pt idx="5579">
                  <c:v>0</c:v>
                </c:pt>
                <c:pt idx="5580">
                  <c:v>0</c:v>
                </c:pt>
                <c:pt idx="5581">
                  <c:v>0</c:v>
                </c:pt>
                <c:pt idx="5582">
                  <c:v>0</c:v>
                </c:pt>
                <c:pt idx="5583">
                  <c:v>0</c:v>
                </c:pt>
                <c:pt idx="5584">
                  <c:v>0</c:v>
                </c:pt>
                <c:pt idx="5585">
                  <c:v>0</c:v>
                </c:pt>
                <c:pt idx="5586">
                  <c:v>0</c:v>
                </c:pt>
                <c:pt idx="5587">
                  <c:v>0</c:v>
                </c:pt>
                <c:pt idx="5588">
                  <c:v>0</c:v>
                </c:pt>
                <c:pt idx="5589">
                  <c:v>0</c:v>
                </c:pt>
                <c:pt idx="5590">
                  <c:v>0</c:v>
                </c:pt>
                <c:pt idx="5591">
                  <c:v>0</c:v>
                </c:pt>
                <c:pt idx="5592">
                  <c:v>0</c:v>
                </c:pt>
                <c:pt idx="5593">
                  <c:v>0</c:v>
                </c:pt>
                <c:pt idx="5594">
                  <c:v>0</c:v>
                </c:pt>
                <c:pt idx="5595">
                  <c:v>0</c:v>
                </c:pt>
                <c:pt idx="5596">
                  <c:v>0</c:v>
                </c:pt>
                <c:pt idx="5597">
                  <c:v>0</c:v>
                </c:pt>
                <c:pt idx="5598">
                  <c:v>0</c:v>
                </c:pt>
                <c:pt idx="5599">
                  <c:v>0</c:v>
                </c:pt>
                <c:pt idx="5600">
                  <c:v>0</c:v>
                </c:pt>
                <c:pt idx="5601">
                  <c:v>0</c:v>
                </c:pt>
                <c:pt idx="5602">
                  <c:v>0</c:v>
                </c:pt>
                <c:pt idx="5603">
                  <c:v>0</c:v>
                </c:pt>
                <c:pt idx="5604">
                  <c:v>0</c:v>
                </c:pt>
                <c:pt idx="5605">
                  <c:v>0</c:v>
                </c:pt>
                <c:pt idx="5606">
                  <c:v>0</c:v>
                </c:pt>
                <c:pt idx="5607">
                  <c:v>0</c:v>
                </c:pt>
                <c:pt idx="5608">
                  <c:v>0</c:v>
                </c:pt>
                <c:pt idx="5609">
                  <c:v>0</c:v>
                </c:pt>
                <c:pt idx="5610">
                  <c:v>0</c:v>
                </c:pt>
                <c:pt idx="5611">
                  <c:v>0</c:v>
                </c:pt>
                <c:pt idx="5612">
                  <c:v>0</c:v>
                </c:pt>
                <c:pt idx="5613">
                  <c:v>0</c:v>
                </c:pt>
                <c:pt idx="5614">
                  <c:v>0</c:v>
                </c:pt>
                <c:pt idx="5615">
                  <c:v>0</c:v>
                </c:pt>
                <c:pt idx="5616">
                  <c:v>0</c:v>
                </c:pt>
                <c:pt idx="5617">
                  <c:v>0</c:v>
                </c:pt>
                <c:pt idx="5618">
                  <c:v>0</c:v>
                </c:pt>
                <c:pt idx="5619">
                  <c:v>0</c:v>
                </c:pt>
                <c:pt idx="5620">
                  <c:v>0</c:v>
                </c:pt>
                <c:pt idx="5621">
                  <c:v>0</c:v>
                </c:pt>
                <c:pt idx="5622">
                  <c:v>0</c:v>
                </c:pt>
                <c:pt idx="5623">
                  <c:v>0</c:v>
                </c:pt>
                <c:pt idx="5624">
                  <c:v>0</c:v>
                </c:pt>
                <c:pt idx="5625">
                  <c:v>0</c:v>
                </c:pt>
                <c:pt idx="5626">
                  <c:v>0</c:v>
                </c:pt>
                <c:pt idx="5627">
                  <c:v>0</c:v>
                </c:pt>
                <c:pt idx="5628">
                  <c:v>0</c:v>
                </c:pt>
                <c:pt idx="5629">
                  <c:v>0</c:v>
                </c:pt>
                <c:pt idx="5630">
                  <c:v>0</c:v>
                </c:pt>
                <c:pt idx="5631">
                  <c:v>0</c:v>
                </c:pt>
                <c:pt idx="5632">
                  <c:v>0</c:v>
                </c:pt>
                <c:pt idx="5633">
                  <c:v>0</c:v>
                </c:pt>
                <c:pt idx="5634">
                  <c:v>0</c:v>
                </c:pt>
                <c:pt idx="5635">
                  <c:v>0</c:v>
                </c:pt>
                <c:pt idx="5636">
                  <c:v>0</c:v>
                </c:pt>
                <c:pt idx="5637">
                  <c:v>0</c:v>
                </c:pt>
                <c:pt idx="5638">
                  <c:v>0</c:v>
                </c:pt>
                <c:pt idx="5639">
                  <c:v>0</c:v>
                </c:pt>
                <c:pt idx="5640">
                  <c:v>0</c:v>
                </c:pt>
                <c:pt idx="5641">
                  <c:v>0</c:v>
                </c:pt>
                <c:pt idx="5642">
                  <c:v>0</c:v>
                </c:pt>
                <c:pt idx="5643">
                  <c:v>0</c:v>
                </c:pt>
                <c:pt idx="5644">
                  <c:v>0</c:v>
                </c:pt>
                <c:pt idx="5645">
                  <c:v>0</c:v>
                </c:pt>
                <c:pt idx="5646">
                  <c:v>0</c:v>
                </c:pt>
                <c:pt idx="5647">
                  <c:v>0</c:v>
                </c:pt>
                <c:pt idx="5648">
                  <c:v>0</c:v>
                </c:pt>
                <c:pt idx="5649">
                  <c:v>0</c:v>
                </c:pt>
                <c:pt idx="5650">
                  <c:v>0</c:v>
                </c:pt>
                <c:pt idx="5651">
                  <c:v>0</c:v>
                </c:pt>
                <c:pt idx="5652">
                  <c:v>0</c:v>
                </c:pt>
                <c:pt idx="5653">
                  <c:v>0</c:v>
                </c:pt>
                <c:pt idx="5654">
                  <c:v>0</c:v>
                </c:pt>
                <c:pt idx="5655">
                  <c:v>0</c:v>
                </c:pt>
                <c:pt idx="5656">
                  <c:v>0</c:v>
                </c:pt>
                <c:pt idx="5657">
                  <c:v>0</c:v>
                </c:pt>
                <c:pt idx="5658">
                  <c:v>0</c:v>
                </c:pt>
                <c:pt idx="5659">
                  <c:v>0</c:v>
                </c:pt>
                <c:pt idx="5660">
                  <c:v>0</c:v>
                </c:pt>
                <c:pt idx="5661">
                  <c:v>0</c:v>
                </c:pt>
                <c:pt idx="5662">
                  <c:v>0</c:v>
                </c:pt>
                <c:pt idx="5663">
                  <c:v>0</c:v>
                </c:pt>
                <c:pt idx="5664">
                  <c:v>0</c:v>
                </c:pt>
                <c:pt idx="5665">
                  <c:v>0</c:v>
                </c:pt>
                <c:pt idx="5666">
                  <c:v>0</c:v>
                </c:pt>
                <c:pt idx="5667">
                  <c:v>0</c:v>
                </c:pt>
                <c:pt idx="5668">
                  <c:v>0</c:v>
                </c:pt>
                <c:pt idx="5669">
                  <c:v>0</c:v>
                </c:pt>
                <c:pt idx="5670">
                  <c:v>0</c:v>
                </c:pt>
                <c:pt idx="5671">
                  <c:v>0</c:v>
                </c:pt>
                <c:pt idx="5672">
                  <c:v>0</c:v>
                </c:pt>
                <c:pt idx="5673">
                  <c:v>0</c:v>
                </c:pt>
                <c:pt idx="5674">
                  <c:v>0</c:v>
                </c:pt>
                <c:pt idx="5675">
                  <c:v>0</c:v>
                </c:pt>
                <c:pt idx="5676">
                  <c:v>0</c:v>
                </c:pt>
                <c:pt idx="5677">
                  <c:v>0</c:v>
                </c:pt>
                <c:pt idx="5678">
                  <c:v>0</c:v>
                </c:pt>
                <c:pt idx="5679">
                  <c:v>0</c:v>
                </c:pt>
                <c:pt idx="5680">
                  <c:v>0</c:v>
                </c:pt>
                <c:pt idx="5681">
                  <c:v>0</c:v>
                </c:pt>
                <c:pt idx="5682">
                  <c:v>0</c:v>
                </c:pt>
                <c:pt idx="5683">
                  <c:v>0</c:v>
                </c:pt>
                <c:pt idx="5684">
                  <c:v>0</c:v>
                </c:pt>
                <c:pt idx="5685">
                  <c:v>0</c:v>
                </c:pt>
                <c:pt idx="5686">
                  <c:v>0</c:v>
                </c:pt>
                <c:pt idx="5687">
                  <c:v>0</c:v>
                </c:pt>
                <c:pt idx="5688">
                  <c:v>0</c:v>
                </c:pt>
                <c:pt idx="5689">
                  <c:v>0</c:v>
                </c:pt>
                <c:pt idx="5690">
                  <c:v>0</c:v>
                </c:pt>
                <c:pt idx="5691">
                  <c:v>0</c:v>
                </c:pt>
                <c:pt idx="5692">
                  <c:v>0</c:v>
                </c:pt>
                <c:pt idx="5693">
                  <c:v>0</c:v>
                </c:pt>
                <c:pt idx="5694">
                  <c:v>0</c:v>
                </c:pt>
                <c:pt idx="5695">
                  <c:v>0</c:v>
                </c:pt>
                <c:pt idx="5696">
                  <c:v>0</c:v>
                </c:pt>
                <c:pt idx="5697">
                  <c:v>0</c:v>
                </c:pt>
                <c:pt idx="5698">
                  <c:v>0</c:v>
                </c:pt>
                <c:pt idx="5699">
                  <c:v>0</c:v>
                </c:pt>
                <c:pt idx="5700">
                  <c:v>0</c:v>
                </c:pt>
                <c:pt idx="5701">
                  <c:v>0</c:v>
                </c:pt>
                <c:pt idx="5702">
                  <c:v>0</c:v>
                </c:pt>
                <c:pt idx="5703">
                  <c:v>0</c:v>
                </c:pt>
                <c:pt idx="5704">
                  <c:v>0</c:v>
                </c:pt>
                <c:pt idx="5705">
                  <c:v>0</c:v>
                </c:pt>
                <c:pt idx="5706">
                  <c:v>0</c:v>
                </c:pt>
                <c:pt idx="5707">
                  <c:v>0</c:v>
                </c:pt>
                <c:pt idx="5708">
                  <c:v>0</c:v>
                </c:pt>
                <c:pt idx="5709">
                  <c:v>0</c:v>
                </c:pt>
                <c:pt idx="5710">
                  <c:v>0</c:v>
                </c:pt>
                <c:pt idx="5711">
                  <c:v>0</c:v>
                </c:pt>
                <c:pt idx="5712">
                  <c:v>0</c:v>
                </c:pt>
                <c:pt idx="5713">
                  <c:v>0</c:v>
                </c:pt>
                <c:pt idx="5714">
                  <c:v>0</c:v>
                </c:pt>
                <c:pt idx="5715">
                  <c:v>0</c:v>
                </c:pt>
                <c:pt idx="5716">
                  <c:v>0</c:v>
                </c:pt>
                <c:pt idx="5717">
                  <c:v>0</c:v>
                </c:pt>
                <c:pt idx="5718">
                  <c:v>0</c:v>
                </c:pt>
                <c:pt idx="5719">
                  <c:v>0</c:v>
                </c:pt>
                <c:pt idx="5720">
                  <c:v>0</c:v>
                </c:pt>
                <c:pt idx="5721">
                  <c:v>0</c:v>
                </c:pt>
                <c:pt idx="5722">
                  <c:v>0</c:v>
                </c:pt>
                <c:pt idx="5723">
                  <c:v>0</c:v>
                </c:pt>
                <c:pt idx="5724">
                  <c:v>0</c:v>
                </c:pt>
                <c:pt idx="5725">
                  <c:v>0</c:v>
                </c:pt>
                <c:pt idx="5726">
                  <c:v>0</c:v>
                </c:pt>
                <c:pt idx="5727">
                  <c:v>0</c:v>
                </c:pt>
                <c:pt idx="5728">
                  <c:v>0</c:v>
                </c:pt>
                <c:pt idx="5729">
                  <c:v>0</c:v>
                </c:pt>
                <c:pt idx="5730">
                  <c:v>0</c:v>
                </c:pt>
                <c:pt idx="5731">
                  <c:v>0</c:v>
                </c:pt>
                <c:pt idx="5732">
                  <c:v>0</c:v>
                </c:pt>
                <c:pt idx="5733">
                  <c:v>0</c:v>
                </c:pt>
                <c:pt idx="5734">
                  <c:v>0</c:v>
                </c:pt>
                <c:pt idx="5735">
                  <c:v>0</c:v>
                </c:pt>
                <c:pt idx="5736">
                  <c:v>0</c:v>
                </c:pt>
                <c:pt idx="5737">
                  <c:v>0</c:v>
                </c:pt>
                <c:pt idx="5738">
                  <c:v>0</c:v>
                </c:pt>
                <c:pt idx="5739">
                  <c:v>0</c:v>
                </c:pt>
                <c:pt idx="5740">
                  <c:v>0</c:v>
                </c:pt>
                <c:pt idx="5741">
                  <c:v>0</c:v>
                </c:pt>
                <c:pt idx="5742">
                  <c:v>0</c:v>
                </c:pt>
                <c:pt idx="5743">
                  <c:v>0</c:v>
                </c:pt>
                <c:pt idx="5744">
                  <c:v>0</c:v>
                </c:pt>
                <c:pt idx="5745">
                  <c:v>0</c:v>
                </c:pt>
                <c:pt idx="5746">
                  <c:v>0</c:v>
                </c:pt>
                <c:pt idx="5747">
                  <c:v>0</c:v>
                </c:pt>
                <c:pt idx="5748">
                  <c:v>0</c:v>
                </c:pt>
                <c:pt idx="5749">
                  <c:v>0</c:v>
                </c:pt>
                <c:pt idx="5750">
                  <c:v>0</c:v>
                </c:pt>
                <c:pt idx="5751">
                  <c:v>0</c:v>
                </c:pt>
                <c:pt idx="5752">
                  <c:v>0</c:v>
                </c:pt>
                <c:pt idx="5753">
                  <c:v>0</c:v>
                </c:pt>
                <c:pt idx="5754">
                  <c:v>0</c:v>
                </c:pt>
                <c:pt idx="5755">
                  <c:v>0</c:v>
                </c:pt>
                <c:pt idx="5756">
                  <c:v>0</c:v>
                </c:pt>
                <c:pt idx="5757">
                  <c:v>0</c:v>
                </c:pt>
                <c:pt idx="5758">
                  <c:v>0</c:v>
                </c:pt>
                <c:pt idx="5759">
                  <c:v>0</c:v>
                </c:pt>
                <c:pt idx="5760">
                  <c:v>0</c:v>
                </c:pt>
                <c:pt idx="5761">
                  <c:v>0</c:v>
                </c:pt>
                <c:pt idx="5762">
                  <c:v>0</c:v>
                </c:pt>
                <c:pt idx="5763">
                  <c:v>0</c:v>
                </c:pt>
                <c:pt idx="5764">
                  <c:v>0</c:v>
                </c:pt>
                <c:pt idx="5765">
                  <c:v>0</c:v>
                </c:pt>
                <c:pt idx="5766">
                  <c:v>0</c:v>
                </c:pt>
                <c:pt idx="5767">
                  <c:v>0</c:v>
                </c:pt>
                <c:pt idx="5768">
                  <c:v>0</c:v>
                </c:pt>
                <c:pt idx="5769">
                  <c:v>0</c:v>
                </c:pt>
                <c:pt idx="5770">
                  <c:v>0</c:v>
                </c:pt>
                <c:pt idx="5771">
                  <c:v>0</c:v>
                </c:pt>
                <c:pt idx="5772">
                  <c:v>0</c:v>
                </c:pt>
                <c:pt idx="5773">
                  <c:v>0</c:v>
                </c:pt>
                <c:pt idx="5774">
                  <c:v>0</c:v>
                </c:pt>
                <c:pt idx="5775">
                  <c:v>0</c:v>
                </c:pt>
                <c:pt idx="5776">
                  <c:v>0</c:v>
                </c:pt>
                <c:pt idx="5777">
                  <c:v>0</c:v>
                </c:pt>
                <c:pt idx="5778">
                  <c:v>0</c:v>
                </c:pt>
                <c:pt idx="5779">
                  <c:v>0</c:v>
                </c:pt>
                <c:pt idx="5780">
                  <c:v>0</c:v>
                </c:pt>
                <c:pt idx="5781">
                  <c:v>0</c:v>
                </c:pt>
                <c:pt idx="5782">
                  <c:v>0</c:v>
                </c:pt>
                <c:pt idx="5783">
                  <c:v>0</c:v>
                </c:pt>
                <c:pt idx="5784">
                  <c:v>0</c:v>
                </c:pt>
                <c:pt idx="5785">
                  <c:v>0</c:v>
                </c:pt>
                <c:pt idx="5786">
                  <c:v>0</c:v>
                </c:pt>
                <c:pt idx="5787">
                  <c:v>0</c:v>
                </c:pt>
                <c:pt idx="5788">
                  <c:v>0</c:v>
                </c:pt>
                <c:pt idx="5789">
                  <c:v>0</c:v>
                </c:pt>
                <c:pt idx="5790">
                  <c:v>0</c:v>
                </c:pt>
                <c:pt idx="5791">
                  <c:v>0</c:v>
                </c:pt>
                <c:pt idx="5792">
                  <c:v>0</c:v>
                </c:pt>
                <c:pt idx="5793">
                  <c:v>0</c:v>
                </c:pt>
                <c:pt idx="5794">
                  <c:v>0</c:v>
                </c:pt>
                <c:pt idx="5795">
                  <c:v>0</c:v>
                </c:pt>
                <c:pt idx="5796">
                  <c:v>0</c:v>
                </c:pt>
                <c:pt idx="5797">
                  <c:v>0</c:v>
                </c:pt>
                <c:pt idx="5798">
                  <c:v>0</c:v>
                </c:pt>
                <c:pt idx="5799">
                  <c:v>0</c:v>
                </c:pt>
                <c:pt idx="5800">
                  <c:v>0</c:v>
                </c:pt>
                <c:pt idx="5801">
                  <c:v>0</c:v>
                </c:pt>
                <c:pt idx="5802">
                  <c:v>0</c:v>
                </c:pt>
                <c:pt idx="5803">
                  <c:v>0</c:v>
                </c:pt>
                <c:pt idx="5804">
                  <c:v>0</c:v>
                </c:pt>
                <c:pt idx="5805">
                  <c:v>0</c:v>
                </c:pt>
                <c:pt idx="5806">
                  <c:v>0</c:v>
                </c:pt>
                <c:pt idx="5807">
                  <c:v>0</c:v>
                </c:pt>
                <c:pt idx="5808">
                  <c:v>0</c:v>
                </c:pt>
                <c:pt idx="5809">
                  <c:v>0</c:v>
                </c:pt>
                <c:pt idx="5810">
                  <c:v>0</c:v>
                </c:pt>
                <c:pt idx="5811">
                  <c:v>0</c:v>
                </c:pt>
                <c:pt idx="5812">
                  <c:v>0</c:v>
                </c:pt>
                <c:pt idx="5813">
                  <c:v>0</c:v>
                </c:pt>
                <c:pt idx="5814">
                  <c:v>0</c:v>
                </c:pt>
                <c:pt idx="5815">
                  <c:v>0</c:v>
                </c:pt>
                <c:pt idx="5816">
                  <c:v>0</c:v>
                </c:pt>
                <c:pt idx="5817">
                  <c:v>0</c:v>
                </c:pt>
                <c:pt idx="5818">
                  <c:v>0</c:v>
                </c:pt>
                <c:pt idx="5819">
                  <c:v>0</c:v>
                </c:pt>
                <c:pt idx="5820">
                  <c:v>0</c:v>
                </c:pt>
                <c:pt idx="5821">
                  <c:v>0</c:v>
                </c:pt>
                <c:pt idx="5822">
                  <c:v>0</c:v>
                </c:pt>
                <c:pt idx="5823">
                  <c:v>0</c:v>
                </c:pt>
                <c:pt idx="5824">
                  <c:v>0</c:v>
                </c:pt>
                <c:pt idx="5825">
                  <c:v>0</c:v>
                </c:pt>
                <c:pt idx="5826">
                  <c:v>0</c:v>
                </c:pt>
                <c:pt idx="5827">
                  <c:v>0</c:v>
                </c:pt>
                <c:pt idx="5828">
                  <c:v>0</c:v>
                </c:pt>
                <c:pt idx="5829">
                  <c:v>0</c:v>
                </c:pt>
                <c:pt idx="5830">
                  <c:v>0</c:v>
                </c:pt>
                <c:pt idx="5831">
                  <c:v>0</c:v>
                </c:pt>
                <c:pt idx="5832">
                  <c:v>0</c:v>
                </c:pt>
                <c:pt idx="5833">
                  <c:v>0</c:v>
                </c:pt>
                <c:pt idx="5834">
                  <c:v>0</c:v>
                </c:pt>
                <c:pt idx="5835">
                  <c:v>0</c:v>
                </c:pt>
                <c:pt idx="5836">
                  <c:v>0</c:v>
                </c:pt>
                <c:pt idx="5837">
                  <c:v>0</c:v>
                </c:pt>
                <c:pt idx="5838">
                  <c:v>0</c:v>
                </c:pt>
                <c:pt idx="5839">
                  <c:v>0</c:v>
                </c:pt>
                <c:pt idx="5840">
                  <c:v>0</c:v>
                </c:pt>
                <c:pt idx="5841">
                  <c:v>0</c:v>
                </c:pt>
                <c:pt idx="5842">
                  <c:v>0</c:v>
                </c:pt>
                <c:pt idx="5843">
                  <c:v>0</c:v>
                </c:pt>
                <c:pt idx="5844">
                  <c:v>0</c:v>
                </c:pt>
                <c:pt idx="5845">
                  <c:v>0</c:v>
                </c:pt>
                <c:pt idx="5846">
                  <c:v>0</c:v>
                </c:pt>
                <c:pt idx="5847">
                  <c:v>0</c:v>
                </c:pt>
                <c:pt idx="5848">
                  <c:v>0</c:v>
                </c:pt>
                <c:pt idx="5849">
                  <c:v>0</c:v>
                </c:pt>
                <c:pt idx="5850">
                  <c:v>0</c:v>
                </c:pt>
                <c:pt idx="5851">
                  <c:v>0</c:v>
                </c:pt>
                <c:pt idx="5852">
                  <c:v>0</c:v>
                </c:pt>
                <c:pt idx="5853">
                  <c:v>0</c:v>
                </c:pt>
                <c:pt idx="5854">
                  <c:v>0</c:v>
                </c:pt>
                <c:pt idx="5855">
                  <c:v>0</c:v>
                </c:pt>
                <c:pt idx="5856">
                  <c:v>0</c:v>
                </c:pt>
                <c:pt idx="5857">
                  <c:v>0</c:v>
                </c:pt>
                <c:pt idx="5858">
                  <c:v>0</c:v>
                </c:pt>
                <c:pt idx="5859">
                  <c:v>0</c:v>
                </c:pt>
                <c:pt idx="5860">
                  <c:v>0</c:v>
                </c:pt>
                <c:pt idx="5861">
                  <c:v>0</c:v>
                </c:pt>
                <c:pt idx="5862">
                  <c:v>0</c:v>
                </c:pt>
                <c:pt idx="5863">
                  <c:v>0</c:v>
                </c:pt>
                <c:pt idx="5864">
                  <c:v>0</c:v>
                </c:pt>
                <c:pt idx="5865">
                  <c:v>0</c:v>
                </c:pt>
                <c:pt idx="5866">
                  <c:v>0</c:v>
                </c:pt>
                <c:pt idx="5867">
                  <c:v>0</c:v>
                </c:pt>
                <c:pt idx="5868">
                  <c:v>0</c:v>
                </c:pt>
                <c:pt idx="5869">
                  <c:v>0</c:v>
                </c:pt>
                <c:pt idx="5870">
                  <c:v>0</c:v>
                </c:pt>
                <c:pt idx="5871">
                  <c:v>0</c:v>
                </c:pt>
                <c:pt idx="5872">
                  <c:v>0</c:v>
                </c:pt>
                <c:pt idx="5873">
                  <c:v>0</c:v>
                </c:pt>
                <c:pt idx="5874">
                  <c:v>0</c:v>
                </c:pt>
                <c:pt idx="5875">
                  <c:v>0</c:v>
                </c:pt>
                <c:pt idx="5876">
                  <c:v>0</c:v>
                </c:pt>
                <c:pt idx="5877">
                  <c:v>0</c:v>
                </c:pt>
                <c:pt idx="5878">
                  <c:v>0</c:v>
                </c:pt>
                <c:pt idx="5879">
                  <c:v>0</c:v>
                </c:pt>
                <c:pt idx="5880">
                  <c:v>0</c:v>
                </c:pt>
                <c:pt idx="5881">
                  <c:v>0</c:v>
                </c:pt>
                <c:pt idx="5882">
                  <c:v>0</c:v>
                </c:pt>
                <c:pt idx="5883">
                  <c:v>0</c:v>
                </c:pt>
                <c:pt idx="5884">
                  <c:v>0</c:v>
                </c:pt>
                <c:pt idx="5885">
                  <c:v>0</c:v>
                </c:pt>
                <c:pt idx="5886">
                  <c:v>0</c:v>
                </c:pt>
                <c:pt idx="5887">
                  <c:v>0</c:v>
                </c:pt>
                <c:pt idx="5888">
                  <c:v>0</c:v>
                </c:pt>
                <c:pt idx="5889">
                  <c:v>0</c:v>
                </c:pt>
                <c:pt idx="5890">
                  <c:v>0</c:v>
                </c:pt>
                <c:pt idx="5891">
                  <c:v>0</c:v>
                </c:pt>
                <c:pt idx="5892">
                  <c:v>0</c:v>
                </c:pt>
                <c:pt idx="5893">
                  <c:v>0</c:v>
                </c:pt>
                <c:pt idx="5894">
                  <c:v>0</c:v>
                </c:pt>
                <c:pt idx="5895">
                  <c:v>0</c:v>
                </c:pt>
                <c:pt idx="5896">
                  <c:v>0</c:v>
                </c:pt>
                <c:pt idx="5897">
                  <c:v>0</c:v>
                </c:pt>
                <c:pt idx="5898">
                  <c:v>0</c:v>
                </c:pt>
                <c:pt idx="5899">
                  <c:v>0</c:v>
                </c:pt>
                <c:pt idx="5900">
                  <c:v>0</c:v>
                </c:pt>
                <c:pt idx="5901">
                  <c:v>0</c:v>
                </c:pt>
                <c:pt idx="5902">
                  <c:v>0</c:v>
                </c:pt>
                <c:pt idx="5903">
                  <c:v>0</c:v>
                </c:pt>
                <c:pt idx="5904">
                  <c:v>0</c:v>
                </c:pt>
                <c:pt idx="5905">
                  <c:v>0</c:v>
                </c:pt>
                <c:pt idx="5906">
                  <c:v>0</c:v>
                </c:pt>
                <c:pt idx="5907">
                  <c:v>0</c:v>
                </c:pt>
                <c:pt idx="5908">
                  <c:v>0</c:v>
                </c:pt>
                <c:pt idx="5909">
                  <c:v>0</c:v>
                </c:pt>
                <c:pt idx="5910">
                  <c:v>0</c:v>
                </c:pt>
                <c:pt idx="5911">
                  <c:v>0</c:v>
                </c:pt>
                <c:pt idx="5912">
                  <c:v>0</c:v>
                </c:pt>
                <c:pt idx="5913">
                  <c:v>0</c:v>
                </c:pt>
                <c:pt idx="5914">
                  <c:v>0</c:v>
                </c:pt>
                <c:pt idx="5915">
                  <c:v>0</c:v>
                </c:pt>
                <c:pt idx="5916">
                  <c:v>0</c:v>
                </c:pt>
                <c:pt idx="5917">
                  <c:v>0</c:v>
                </c:pt>
                <c:pt idx="5918">
                  <c:v>0</c:v>
                </c:pt>
                <c:pt idx="5919">
                  <c:v>0</c:v>
                </c:pt>
                <c:pt idx="5920">
                  <c:v>0</c:v>
                </c:pt>
                <c:pt idx="5921">
                  <c:v>0</c:v>
                </c:pt>
                <c:pt idx="5922">
                  <c:v>0</c:v>
                </c:pt>
                <c:pt idx="5923">
                  <c:v>0</c:v>
                </c:pt>
                <c:pt idx="5924">
                  <c:v>0</c:v>
                </c:pt>
                <c:pt idx="5925">
                  <c:v>0</c:v>
                </c:pt>
                <c:pt idx="5926">
                  <c:v>0</c:v>
                </c:pt>
                <c:pt idx="5927">
                  <c:v>0</c:v>
                </c:pt>
                <c:pt idx="5928">
                  <c:v>0</c:v>
                </c:pt>
                <c:pt idx="5929">
                  <c:v>0</c:v>
                </c:pt>
                <c:pt idx="5930">
                  <c:v>0</c:v>
                </c:pt>
                <c:pt idx="5931">
                  <c:v>0</c:v>
                </c:pt>
                <c:pt idx="5932">
                  <c:v>0</c:v>
                </c:pt>
                <c:pt idx="5933">
                  <c:v>0</c:v>
                </c:pt>
                <c:pt idx="5934">
                  <c:v>0</c:v>
                </c:pt>
                <c:pt idx="5935">
                  <c:v>0</c:v>
                </c:pt>
                <c:pt idx="5936">
                  <c:v>0</c:v>
                </c:pt>
                <c:pt idx="5937">
                  <c:v>0</c:v>
                </c:pt>
                <c:pt idx="5938">
                  <c:v>0</c:v>
                </c:pt>
                <c:pt idx="5939">
                  <c:v>0</c:v>
                </c:pt>
                <c:pt idx="5940">
                  <c:v>0</c:v>
                </c:pt>
                <c:pt idx="5941">
                  <c:v>0</c:v>
                </c:pt>
                <c:pt idx="5942">
                  <c:v>0</c:v>
                </c:pt>
                <c:pt idx="5943">
                  <c:v>0</c:v>
                </c:pt>
                <c:pt idx="5944">
                  <c:v>0</c:v>
                </c:pt>
                <c:pt idx="5945">
                  <c:v>0</c:v>
                </c:pt>
                <c:pt idx="5946">
                  <c:v>0</c:v>
                </c:pt>
                <c:pt idx="5947">
                  <c:v>0</c:v>
                </c:pt>
                <c:pt idx="5948">
                  <c:v>0</c:v>
                </c:pt>
                <c:pt idx="5949">
                  <c:v>0</c:v>
                </c:pt>
                <c:pt idx="5950">
                  <c:v>0</c:v>
                </c:pt>
                <c:pt idx="5951">
                  <c:v>0</c:v>
                </c:pt>
                <c:pt idx="5952">
                  <c:v>0</c:v>
                </c:pt>
                <c:pt idx="5953">
                  <c:v>0</c:v>
                </c:pt>
                <c:pt idx="5954">
                  <c:v>0</c:v>
                </c:pt>
                <c:pt idx="5955">
                  <c:v>0</c:v>
                </c:pt>
                <c:pt idx="5956">
                  <c:v>0</c:v>
                </c:pt>
                <c:pt idx="5957">
                  <c:v>0</c:v>
                </c:pt>
                <c:pt idx="5958">
                  <c:v>0</c:v>
                </c:pt>
                <c:pt idx="5959">
                  <c:v>0</c:v>
                </c:pt>
                <c:pt idx="5960">
                  <c:v>0</c:v>
                </c:pt>
                <c:pt idx="5961">
                  <c:v>0</c:v>
                </c:pt>
                <c:pt idx="5962">
                  <c:v>0</c:v>
                </c:pt>
                <c:pt idx="5963">
                  <c:v>0</c:v>
                </c:pt>
                <c:pt idx="5964">
                  <c:v>0</c:v>
                </c:pt>
                <c:pt idx="5965">
                  <c:v>0</c:v>
                </c:pt>
                <c:pt idx="5966">
                  <c:v>0</c:v>
                </c:pt>
                <c:pt idx="5967">
                  <c:v>0</c:v>
                </c:pt>
                <c:pt idx="5968">
                  <c:v>0</c:v>
                </c:pt>
                <c:pt idx="5969">
                  <c:v>0</c:v>
                </c:pt>
                <c:pt idx="5970">
                  <c:v>0</c:v>
                </c:pt>
                <c:pt idx="5971">
                  <c:v>0</c:v>
                </c:pt>
                <c:pt idx="5972">
                  <c:v>0</c:v>
                </c:pt>
                <c:pt idx="5973">
                  <c:v>0</c:v>
                </c:pt>
                <c:pt idx="5974">
                  <c:v>0</c:v>
                </c:pt>
                <c:pt idx="5975">
                  <c:v>0</c:v>
                </c:pt>
                <c:pt idx="5976">
                  <c:v>0</c:v>
                </c:pt>
                <c:pt idx="5977">
                  <c:v>0</c:v>
                </c:pt>
                <c:pt idx="5978">
                  <c:v>0</c:v>
                </c:pt>
                <c:pt idx="5979">
                  <c:v>0</c:v>
                </c:pt>
                <c:pt idx="5980">
                  <c:v>0</c:v>
                </c:pt>
                <c:pt idx="5981">
                  <c:v>0</c:v>
                </c:pt>
                <c:pt idx="5982">
                  <c:v>0</c:v>
                </c:pt>
                <c:pt idx="5983">
                  <c:v>0</c:v>
                </c:pt>
                <c:pt idx="5984">
                  <c:v>0</c:v>
                </c:pt>
                <c:pt idx="5985">
                  <c:v>0</c:v>
                </c:pt>
                <c:pt idx="5986">
                  <c:v>0</c:v>
                </c:pt>
                <c:pt idx="5987">
                  <c:v>0</c:v>
                </c:pt>
                <c:pt idx="5988">
                  <c:v>0</c:v>
                </c:pt>
                <c:pt idx="5989">
                  <c:v>0</c:v>
                </c:pt>
                <c:pt idx="5990">
                  <c:v>0</c:v>
                </c:pt>
                <c:pt idx="5991">
                  <c:v>0</c:v>
                </c:pt>
                <c:pt idx="5992">
                  <c:v>0</c:v>
                </c:pt>
                <c:pt idx="5993">
                  <c:v>0</c:v>
                </c:pt>
                <c:pt idx="5994">
                  <c:v>0</c:v>
                </c:pt>
                <c:pt idx="5995">
                  <c:v>0</c:v>
                </c:pt>
                <c:pt idx="5996">
                  <c:v>0</c:v>
                </c:pt>
                <c:pt idx="5997">
                  <c:v>0</c:v>
                </c:pt>
                <c:pt idx="5998">
                  <c:v>0</c:v>
                </c:pt>
                <c:pt idx="5999">
                  <c:v>0</c:v>
                </c:pt>
                <c:pt idx="6000">
                  <c:v>0</c:v>
                </c:pt>
                <c:pt idx="6001">
                  <c:v>0</c:v>
                </c:pt>
                <c:pt idx="6002">
                  <c:v>0</c:v>
                </c:pt>
                <c:pt idx="6003">
                  <c:v>0</c:v>
                </c:pt>
                <c:pt idx="6004">
                  <c:v>0</c:v>
                </c:pt>
                <c:pt idx="6005">
                  <c:v>0</c:v>
                </c:pt>
                <c:pt idx="6006">
                  <c:v>0</c:v>
                </c:pt>
                <c:pt idx="6007">
                  <c:v>0</c:v>
                </c:pt>
                <c:pt idx="6008">
                  <c:v>0</c:v>
                </c:pt>
                <c:pt idx="6009">
                  <c:v>0</c:v>
                </c:pt>
                <c:pt idx="6010">
                  <c:v>0</c:v>
                </c:pt>
                <c:pt idx="6011">
                  <c:v>0</c:v>
                </c:pt>
                <c:pt idx="6012">
                  <c:v>0</c:v>
                </c:pt>
                <c:pt idx="6013">
                  <c:v>0</c:v>
                </c:pt>
                <c:pt idx="6014">
                  <c:v>0</c:v>
                </c:pt>
                <c:pt idx="6015">
                  <c:v>0</c:v>
                </c:pt>
                <c:pt idx="6016">
                  <c:v>0</c:v>
                </c:pt>
                <c:pt idx="6017">
                  <c:v>0</c:v>
                </c:pt>
                <c:pt idx="6018">
                  <c:v>0</c:v>
                </c:pt>
                <c:pt idx="6019">
                  <c:v>0</c:v>
                </c:pt>
                <c:pt idx="6020">
                  <c:v>0</c:v>
                </c:pt>
                <c:pt idx="6021">
                  <c:v>0</c:v>
                </c:pt>
                <c:pt idx="6022">
                  <c:v>0</c:v>
                </c:pt>
                <c:pt idx="6023">
                  <c:v>0</c:v>
                </c:pt>
                <c:pt idx="6024">
                  <c:v>0</c:v>
                </c:pt>
                <c:pt idx="6025">
                  <c:v>0</c:v>
                </c:pt>
                <c:pt idx="6026">
                  <c:v>0</c:v>
                </c:pt>
                <c:pt idx="6027">
                  <c:v>0</c:v>
                </c:pt>
                <c:pt idx="6028">
                  <c:v>0</c:v>
                </c:pt>
                <c:pt idx="6029">
                  <c:v>0</c:v>
                </c:pt>
                <c:pt idx="6030">
                  <c:v>0</c:v>
                </c:pt>
                <c:pt idx="6031">
                  <c:v>0</c:v>
                </c:pt>
                <c:pt idx="6032">
                  <c:v>0</c:v>
                </c:pt>
                <c:pt idx="6033">
                  <c:v>0</c:v>
                </c:pt>
                <c:pt idx="6034">
                  <c:v>0</c:v>
                </c:pt>
                <c:pt idx="6035">
                  <c:v>0</c:v>
                </c:pt>
                <c:pt idx="6036">
                  <c:v>0</c:v>
                </c:pt>
                <c:pt idx="6037">
                  <c:v>0</c:v>
                </c:pt>
                <c:pt idx="6038">
                  <c:v>0</c:v>
                </c:pt>
                <c:pt idx="6039">
                  <c:v>0</c:v>
                </c:pt>
                <c:pt idx="6040">
                  <c:v>0</c:v>
                </c:pt>
                <c:pt idx="6041">
                  <c:v>0</c:v>
                </c:pt>
                <c:pt idx="6042">
                  <c:v>0</c:v>
                </c:pt>
                <c:pt idx="6043">
                  <c:v>0</c:v>
                </c:pt>
                <c:pt idx="6044">
                  <c:v>0</c:v>
                </c:pt>
                <c:pt idx="6045">
                  <c:v>0</c:v>
                </c:pt>
                <c:pt idx="6046">
                  <c:v>0</c:v>
                </c:pt>
                <c:pt idx="6047">
                  <c:v>0</c:v>
                </c:pt>
                <c:pt idx="6048">
                  <c:v>0</c:v>
                </c:pt>
                <c:pt idx="6049">
                  <c:v>0</c:v>
                </c:pt>
                <c:pt idx="6050">
                  <c:v>0</c:v>
                </c:pt>
                <c:pt idx="6051">
                  <c:v>0</c:v>
                </c:pt>
                <c:pt idx="6052">
                  <c:v>0</c:v>
                </c:pt>
                <c:pt idx="6053">
                  <c:v>0</c:v>
                </c:pt>
                <c:pt idx="6054">
                  <c:v>0</c:v>
                </c:pt>
                <c:pt idx="6055">
                  <c:v>0</c:v>
                </c:pt>
                <c:pt idx="6056">
                  <c:v>0</c:v>
                </c:pt>
                <c:pt idx="6057">
                  <c:v>0</c:v>
                </c:pt>
                <c:pt idx="6058">
                  <c:v>0</c:v>
                </c:pt>
                <c:pt idx="6059">
                  <c:v>0</c:v>
                </c:pt>
                <c:pt idx="6060">
                  <c:v>0</c:v>
                </c:pt>
                <c:pt idx="6061">
                  <c:v>0</c:v>
                </c:pt>
                <c:pt idx="6062">
                  <c:v>0</c:v>
                </c:pt>
                <c:pt idx="6063">
                  <c:v>0</c:v>
                </c:pt>
                <c:pt idx="6064">
                  <c:v>0</c:v>
                </c:pt>
                <c:pt idx="6065">
                  <c:v>0</c:v>
                </c:pt>
                <c:pt idx="6066">
                  <c:v>0</c:v>
                </c:pt>
                <c:pt idx="6067">
                  <c:v>0</c:v>
                </c:pt>
                <c:pt idx="6068">
                  <c:v>0</c:v>
                </c:pt>
                <c:pt idx="6069">
                  <c:v>0</c:v>
                </c:pt>
                <c:pt idx="6070">
                  <c:v>0</c:v>
                </c:pt>
                <c:pt idx="6071">
                  <c:v>0</c:v>
                </c:pt>
                <c:pt idx="6072">
                  <c:v>0</c:v>
                </c:pt>
                <c:pt idx="6073">
                  <c:v>0</c:v>
                </c:pt>
                <c:pt idx="6074">
                  <c:v>0</c:v>
                </c:pt>
                <c:pt idx="6075">
                  <c:v>0</c:v>
                </c:pt>
                <c:pt idx="6076">
                  <c:v>0</c:v>
                </c:pt>
                <c:pt idx="6077">
                  <c:v>0</c:v>
                </c:pt>
                <c:pt idx="6078">
                  <c:v>0</c:v>
                </c:pt>
                <c:pt idx="6079">
                  <c:v>0</c:v>
                </c:pt>
                <c:pt idx="6080">
                  <c:v>0</c:v>
                </c:pt>
                <c:pt idx="6081">
                  <c:v>0</c:v>
                </c:pt>
                <c:pt idx="6082">
                  <c:v>0</c:v>
                </c:pt>
                <c:pt idx="6083">
                  <c:v>0</c:v>
                </c:pt>
                <c:pt idx="6084">
                  <c:v>0</c:v>
                </c:pt>
                <c:pt idx="6085">
                  <c:v>0</c:v>
                </c:pt>
                <c:pt idx="6086">
                  <c:v>0</c:v>
                </c:pt>
                <c:pt idx="6087">
                  <c:v>0</c:v>
                </c:pt>
                <c:pt idx="6088">
                  <c:v>0</c:v>
                </c:pt>
                <c:pt idx="6089">
                  <c:v>0</c:v>
                </c:pt>
                <c:pt idx="6090">
                  <c:v>0</c:v>
                </c:pt>
                <c:pt idx="6091">
                  <c:v>0</c:v>
                </c:pt>
                <c:pt idx="6092">
                  <c:v>0</c:v>
                </c:pt>
                <c:pt idx="6093">
                  <c:v>0</c:v>
                </c:pt>
                <c:pt idx="6094">
                  <c:v>0</c:v>
                </c:pt>
                <c:pt idx="6095">
                  <c:v>0</c:v>
                </c:pt>
                <c:pt idx="6096">
                  <c:v>0</c:v>
                </c:pt>
                <c:pt idx="6097">
                  <c:v>0</c:v>
                </c:pt>
                <c:pt idx="6098">
                  <c:v>0</c:v>
                </c:pt>
                <c:pt idx="6099">
                  <c:v>0</c:v>
                </c:pt>
                <c:pt idx="6100">
                  <c:v>0</c:v>
                </c:pt>
                <c:pt idx="6101">
                  <c:v>0</c:v>
                </c:pt>
                <c:pt idx="6102">
                  <c:v>0</c:v>
                </c:pt>
                <c:pt idx="6103">
                  <c:v>0</c:v>
                </c:pt>
                <c:pt idx="6104">
                  <c:v>0</c:v>
                </c:pt>
                <c:pt idx="6105">
                  <c:v>0</c:v>
                </c:pt>
                <c:pt idx="6106">
                  <c:v>0</c:v>
                </c:pt>
                <c:pt idx="6107">
                  <c:v>0</c:v>
                </c:pt>
                <c:pt idx="6108">
                  <c:v>0</c:v>
                </c:pt>
                <c:pt idx="6109">
                  <c:v>0</c:v>
                </c:pt>
                <c:pt idx="6110">
                  <c:v>0</c:v>
                </c:pt>
                <c:pt idx="6111">
                  <c:v>0</c:v>
                </c:pt>
                <c:pt idx="6112">
                  <c:v>0</c:v>
                </c:pt>
                <c:pt idx="6113">
                  <c:v>0</c:v>
                </c:pt>
                <c:pt idx="6114">
                  <c:v>0</c:v>
                </c:pt>
                <c:pt idx="6115">
                  <c:v>0</c:v>
                </c:pt>
                <c:pt idx="6116">
                  <c:v>0</c:v>
                </c:pt>
                <c:pt idx="6117">
                  <c:v>0</c:v>
                </c:pt>
                <c:pt idx="6118">
                  <c:v>0</c:v>
                </c:pt>
                <c:pt idx="6119">
                  <c:v>0</c:v>
                </c:pt>
                <c:pt idx="6120">
                  <c:v>0</c:v>
                </c:pt>
                <c:pt idx="6121">
                  <c:v>0</c:v>
                </c:pt>
                <c:pt idx="6122">
                  <c:v>0</c:v>
                </c:pt>
                <c:pt idx="6123">
                  <c:v>0</c:v>
                </c:pt>
                <c:pt idx="6124">
                  <c:v>0</c:v>
                </c:pt>
                <c:pt idx="6125">
                  <c:v>0</c:v>
                </c:pt>
                <c:pt idx="6126">
                  <c:v>0</c:v>
                </c:pt>
                <c:pt idx="6127">
                  <c:v>0</c:v>
                </c:pt>
                <c:pt idx="6128">
                  <c:v>0</c:v>
                </c:pt>
                <c:pt idx="6129">
                  <c:v>0</c:v>
                </c:pt>
                <c:pt idx="6130">
                  <c:v>0</c:v>
                </c:pt>
                <c:pt idx="6131">
                  <c:v>0</c:v>
                </c:pt>
                <c:pt idx="6132">
                  <c:v>0</c:v>
                </c:pt>
                <c:pt idx="6133">
                  <c:v>0</c:v>
                </c:pt>
                <c:pt idx="6134">
                  <c:v>0</c:v>
                </c:pt>
                <c:pt idx="6135">
                  <c:v>0</c:v>
                </c:pt>
                <c:pt idx="6136">
                  <c:v>0</c:v>
                </c:pt>
                <c:pt idx="6137">
                  <c:v>0</c:v>
                </c:pt>
                <c:pt idx="6138">
                  <c:v>0</c:v>
                </c:pt>
                <c:pt idx="6139">
                  <c:v>0</c:v>
                </c:pt>
                <c:pt idx="6140">
                  <c:v>0</c:v>
                </c:pt>
                <c:pt idx="6141">
                  <c:v>0</c:v>
                </c:pt>
                <c:pt idx="6142">
                  <c:v>0</c:v>
                </c:pt>
                <c:pt idx="6143">
                  <c:v>0</c:v>
                </c:pt>
                <c:pt idx="6144">
                  <c:v>0</c:v>
                </c:pt>
                <c:pt idx="6145">
                  <c:v>0</c:v>
                </c:pt>
                <c:pt idx="6146">
                  <c:v>0</c:v>
                </c:pt>
                <c:pt idx="6147">
                  <c:v>0</c:v>
                </c:pt>
                <c:pt idx="6148">
                  <c:v>0</c:v>
                </c:pt>
                <c:pt idx="6149">
                  <c:v>0</c:v>
                </c:pt>
                <c:pt idx="6150">
                  <c:v>0</c:v>
                </c:pt>
                <c:pt idx="6151">
                  <c:v>0</c:v>
                </c:pt>
                <c:pt idx="6152">
                  <c:v>0</c:v>
                </c:pt>
                <c:pt idx="6153">
                  <c:v>0</c:v>
                </c:pt>
                <c:pt idx="6154">
                  <c:v>0</c:v>
                </c:pt>
                <c:pt idx="6155">
                  <c:v>0</c:v>
                </c:pt>
                <c:pt idx="6156">
                  <c:v>0</c:v>
                </c:pt>
                <c:pt idx="6157">
                  <c:v>0</c:v>
                </c:pt>
                <c:pt idx="6158">
                  <c:v>0</c:v>
                </c:pt>
                <c:pt idx="6159">
                  <c:v>0</c:v>
                </c:pt>
                <c:pt idx="6160">
                  <c:v>0</c:v>
                </c:pt>
                <c:pt idx="6161">
                  <c:v>0</c:v>
                </c:pt>
                <c:pt idx="6162">
                  <c:v>0</c:v>
                </c:pt>
                <c:pt idx="6163">
                  <c:v>0</c:v>
                </c:pt>
                <c:pt idx="6164">
                  <c:v>0</c:v>
                </c:pt>
                <c:pt idx="6165">
                  <c:v>0</c:v>
                </c:pt>
                <c:pt idx="6166">
                  <c:v>0</c:v>
                </c:pt>
                <c:pt idx="6167">
                  <c:v>0</c:v>
                </c:pt>
                <c:pt idx="6168">
                  <c:v>0</c:v>
                </c:pt>
                <c:pt idx="6169">
                  <c:v>0</c:v>
                </c:pt>
                <c:pt idx="6170">
                  <c:v>0</c:v>
                </c:pt>
                <c:pt idx="6171">
                  <c:v>0</c:v>
                </c:pt>
                <c:pt idx="6172">
                  <c:v>0</c:v>
                </c:pt>
                <c:pt idx="6173">
                  <c:v>0</c:v>
                </c:pt>
                <c:pt idx="6174">
                  <c:v>0</c:v>
                </c:pt>
                <c:pt idx="6175">
                  <c:v>0</c:v>
                </c:pt>
                <c:pt idx="6176">
                  <c:v>0</c:v>
                </c:pt>
                <c:pt idx="6177">
                  <c:v>0</c:v>
                </c:pt>
                <c:pt idx="6178">
                  <c:v>0</c:v>
                </c:pt>
                <c:pt idx="6179">
                  <c:v>0</c:v>
                </c:pt>
                <c:pt idx="6180">
                  <c:v>0</c:v>
                </c:pt>
                <c:pt idx="6181">
                  <c:v>0</c:v>
                </c:pt>
                <c:pt idx="6182">
                  <c:v>0</c:v>
                </c:pt>
                <c:pt idx="6183">
                  <c:v>0</c:v>
                </c:pt>
                <c:pt idx="6184">
                  <c:v>0</c:v>
                </c:pt>
                <c:pt idx="6185">
                  <c:v>0</c:v>
                </c:pt>
                <c:pt idx="6186">
                  <c:v>0</c:v>
                </c:pt>
                <c:pt idx="6187">
                  <c:v>0</c:v>
                </c:pt>
                <c:pt idx="6188">
                  <c:v>0</c:v>
                </c:pt>
                <c:pt idx="6189">
                  <c:v>0</c:v>
                </c:pt>
                <c:pt idx="6190">
                  <c:v>0</c:v>
                </c:pt>
                <c:pt idx="6191">
                  <c:v>0</c:v>
                </c:pt>
                <c:pt idx="6192">
                  <c:v>0</c:v>
                </c:pt>
                <c:pt idx="6193">
                  <c:v>0</c:v>
                </c:pt>
                <c:pt idx="6194">
                  <c:v>0</c:v>
                </c:pt>
                <c:pt idx="6195">
                  <c:v>0</c:v>
                </c:pt>
                <c:pt idx="6196">
                  <c:v>0</c:v>
                </c:pt>
                <c:pt idx="6197">
                  <c:v>0</c:v>
                </c:pt>
                <c:pt idx="6198">
                  <c:v>0</c:v>
                </c:pt>
                <c:pt idx="6199">
                  <c:v>0</c:v>
                </c:pt>
                <c:pt idx="6200">
                  <c:v>0</c:v>
                </c:pt>
                <c:pt idx="6201">
                  <c:v>0</c:v>
                </c:pt>
                <c:pt idx="6202">
                  <c:v>0</c:v>
                </c:pt>
                <c:pt idx="6203">
                  <c:v>0</c:v>
                </c:pt>
                <c:pt idx="6204">
                  <c:v>0</c:v>
                </c:pt>
                <c:pt idx="6205">
                  <c:v>0</c:v>
                </c:pt>
                <c:pt idx="6206">
                  <c:v>0</c:v>
                </c:pt>
                <c:pt idx="6207">
                  <c:v>0</c:v>
                </c:pt>
                <c:pt idx="6208">
                  <c:v>0</c:v>
                </c:pt>
                <c:pt idx="6209">
                  <c:v>0</c:v>
                </c:pt>
                <c:pt idx="6210">
                  <c:v>0</c:v>
                </c:pt>
                <c:pt idx="6211">
                  <c:v>0</c:v>
                </c:pt>
                <c:pt idx="6212">
                  <c:v>0</c:v>
                </c:pt>
                <c:pt idx="6213">
                  <c:v>0</c:v>
                </c:pt>
                <c:pt idx="6214">
                  <c:v>0</c:v>
                </c:pt>
                <c:pt idx="6215">
                  <c:v>0</c:v>
                </c:pt>
                <c:pt idx="6216">
                  <c:v>0</c:v>
                </c:pt>
                <c:pt idx="6217">
                  <c:v>0</c:v>
                </c:pt>
                <c:pt idx="6218">
                  <c:v>0</c:v>
                </c:pt>
                <c:pt idx="6219">
                  <c:v>0</c:v>
                </c:pt>
                <c:pt idx="6220">
                  <c:v>0</c:v>
                </c:pt>
                <c:pt idx="6221">
                  <c:v>0</c:v>
                </c:pt>
                <c:pt idx="6222">
                  <c:v>0</c:v>
                </c:pt>
                <c:pt idx="6223">
                  <c:v>0</c:v>
                </c:pt>
                <c:pt idx="6224">
                  <c:v>0</c:v>
                </c:pt>
                <c:pt idx="6225">
                  <c:v>0</c:v>
                </c:pt>
                <c:pt idx="6226">
                  <c:v>0</c:v>
                </c:pt>
                <c:pt idx="6227">
                  <c:v>0</c:v>
                </c:pt>
                <c:pt idx="6228">
                  <c:v>0</c:v>
                </c:pt>
                <c:pt idx="6229">
                  <c:v>0</c:v>
                </c:pt>
                <c:pt idx="6230">
                  <c:v>0</c:v>
                </c:pt>
                <c:pt idx="6231">
                  <c:v>0</c:v>
                </c:pt>
                <c:pt idx="6232">
                  <c:v>0</c:v>
                </c:pt>
                <c:pt idx="6233">
                  <c:v>0</c:v>
                </c:pt>
                <c:pt idx="6234">
                  <c:v>0</c:v>
                </c:pt>
                <c:pt idx="6235">
                  <c:v>0</c:v>
                </c:pt>
                <c:pt idx="6236">
                  <c:v>0</c:v>
                </c:pt>
                <c:pt idx="6237">
                  <c:v>0</c:v>
                </c:pt>
                <c:pt idx="6238">
                  <c:v>0</c:v>
                </c:pt>
                <c:pt idx="6239">
                  <c:v>0</c:v>
                </c:pt>
                <c:pt idx="6240">
                  <c:v>0</c:v>
                </c:pt>
                <c:pt idx="6241">
                  <c:v>0</c:v>
                </c:pt>
                <c:pt idx="6242">
                  <c:v>0</c:v>
                </c:pt>
                <c:pt idx="6243">
                  <c:v>0</c:v>
                </c:pt>
                <c:pt idx="6244">
                  <c:v>0</c:v>
                </c:pt>
                <c:pt idx="6245">
                  <c:v>0</c:v>
                </c:pt>
                <c:pt idx="6246">
                  <c:v>0</c:v>
                </c:pt>
                <c:pt idx="6247">
                  <c:v>0</c:v>
                </c:pt>
                <c:pt idx="6248">
                  <c:v>0</c:v>
                </c:pt>
                <c:pt idx="6249">
                  <c:v>0</c:v>
                </c:pt>
                <c:pt idx="6250">
                  <c:v>0</c:v>
                </c:pt>
                <c:pt idx="6251">
                  <c:v>0</c:v>
                </c:pt>
                <c:pt idx="6252">
                  <c:v>0</c:v>
                </c:pt>
                <c:pt idx="6253">
                  <c:v>0</c:v>
                </c:pt>
                <c:pt idx="6254">
                  <c:v>0</c:v>
                </c:pt>
                <c:pt idx="6255">
                  <c:v>0</c:v>
                </c:pt>
                <c:pt idx="6256">
                  <c:v>0</c:v>
                </c:pt>
                <c:pt idx="6257">
                  <c:v>0</c:v>
                </c:pt>
                <c:pt idx="6258">
                  <c:v>0</c:v>
                </c:pt>
                <c:pt idx="6259">
                  <c:v>0</c:v>
                </c:pt>
                <c:pt idx="6260">
                  <c:v>0</c:v>
                </c:pt>
                <c:pt idx="6261">
                  <c:v>0</c:v>
                </c:pt>
                <c:pt idx="6262">
                  <c:v>0</c:v>
                </c:pt>
                <c:pt idx="6263">
                  <c:v>0</c:v>
                </c:pt>
                <c:pt idx="6264">
                  <c:v>0</c:v>
                </c:pt>
                <c:pt idx="6265">
                  <c:v>0</c:v>
                </c:pt>
                <c:pt idx="6266">
                  <c:v>0</c:v>
                </c:pt>
                <c:pt idx="6267">
                  <c:v>0</c:v>
                </c:pt>
                <c:pt idx="6268">
                  <c:v>0</c:v>
                </c:pt>
                <c:pt idx="6269">
                  <c:v>0</c:v>
                </c:pt>
                <c:pt idx="6270">
                  <c:v>0</c:v>
                </c:pt>
                <c:pt idx="6271">
                  <c:v>0</c:v>
                </c:pt>
                <c:pt idx="6272">
                  <c:v>0</c:v>
                </c:pt>
                <c:pt idx="6273">
                  <c:v>0</c:v>
                </c:pt>
                <c:pt idx="6274">
                  <c:v>0</c:v>
                </c:pt>
                <c:pt idx="6275">
                  <c:v>0</c:v>
                </c:pt>
                <c:pt idx="6276">
                  <c:v>0</c:v>
                </c:pt>
                <c:pt idx="6277">
                  <c:v>0</c:v>
                </c:pt>
                <c:pt idx="6278">
                  <c:v>0</c:v>
                </c:pt>
                <c:pt idx="6279">
                  <c:v>0</c:v>
                </c:pt>
                <c:pt idx="6280">
                  <c:v>0</c:v>
                </c:pt>
                <c:pt idx="6281">
                  <c:v>0</c:v>
                </c:pt>
                <c:pt idx="6282">
                  <c:v>0</c:v>
                </c:pt>
                <c:pt idx="6283">
                  <c:v>0</c:v>
                </c:pt>
                <c:pt idx="6284">
                  <c:v>0</c:v>
                </c:pt>
                <c:pt idx="6285">
                  <c:v>0</c:v>
                </c:pt>
                <c:pt idx="6286">
                  <c:v>0</c:v>
                </c:pt>
                <c:pt idx="6287">
                  <c:v>0</c:v>
                </c:pt>
                <c:pt idx="6288">
                  <c:v>0</c:v>
                </c:pt>
                <c:pt idx="6289">
                  <c:v>0</c:v>
                </c:pt>
                <c:pt idx="6290">
                  <c:v>0</c:v>
                </c:pt>
                <c:pt idx="6291">
                  <c:v>0</c:v>
                </c:pt>
                <c:pt idx="6292">
                  <c:v>0</c:v>
                </c:pt>
                <c:pt idx="6293">
                  <c:v>0</c:v>
                </c:pt>
                <c:pt idx="6294">
                  <c:v>0</c:v>
                </c:pt>
                <c:pt idx="6295">
                  <c:v>0</c:v>
                </c:pt>
                <c:pt idx="6296">
                  <c:v>0</c:v>
                </c:pt>
                <c:pt idx="6297">
                  <c:v>0</c:v>
                </c:pt>
                <c:pt idx="6298">
                  <c:v>0</c:v>
                </c:pt>
                <c:pt idx="6299">
                  <c:v>0</c:v>
                </c:pt>
                <c:pt idx="6300">
                  <c:v>0</c:v>
                </c:pt>
                <c:pt idx="6301">
                  <c:v>0</c:v>
                </c:pt>
                <c:pt idx="6302">
                  <c:v>0</c:v>
                </c:pt>
                <c:pt idx="6303">
                  <c:v>0</c:v>
                </c:pt>
                <c:pt idx="6304">
                  <c:v>0</c:v>
                </c:pt>
                <c:pt idx="6305">
                  <c:v>0</c:v>
                </c:pt>
                <c:pt idx="6306">
                  <c:v>0</c:v>
                </c:pt>
                <c:pt idx="6307">
                  <c:v>0</c:v>
                </c:pt>
                <c:pt idx="6308">
                  <c:v>0</c:v>
                </c:pt>
                <c:pt idx="6309">
                  <c:v>0</c:v>
                </c:pt>
                <c:pt idx="6310">
                  <c:v>0</c:v>
                </c:pt>
                <c:pt idx="6311">
                  <c:v>0</c:v>
                </c:pt>
                <c:pt idx="6312">
                  <c:v>0</c:v>
                </c:pt>
                <c:pt idx="6313">
                  <c:v>0</c:v>
                </c:pt>
                <c:pt idx="6314">
                  <c:v>0</c:v>
                </c:pt>
                <c:pt idx="6315">
                  <c:v>0</c:v>
                </c:pt>
                <c:pt idx="6316">
                  <c:v>0</c:v>
                </c:pt>
                <c:pt idx="6317">
                  <c:v>0</c:v>
                </c:pt>
                <c:pt idx="6318">
                  <c:v>0</c:v>
                </c:pt>
                <c:pt idx="6319">
                  <c:v>0</c:v>
                </c:pt>
                <c:pt idx="6320">
                  <c:v>0</c:v>
                </c:pt>
                <c:pt idx="6321">
                  <c:v>0</c:v>
                </c:pt>
                <c:pt idx="6322">
                  <c:v>0</c:v>
                </c:pt>
                <c:pt idx="6323">
                  <c:v>0</c:v>
                </c:pt>
                <c:pt idx="6324">
                  <c:v>0</c:v>
                </c:pt>
                <c:pt idx="6325">
                  <c:v>0</c:v>
                </c:pt>
                <c:pt idx="6326">
                  <c:v>0</c:v>
                </c:pt>
                <c:pt idx="6327">
                  <c:v>0</c:v>
                </c:pt>
                <c:pt idx="6328">
                  <c:v>0</c:v>
                </c:pt>
                <c:pt idx="6329">
                  <c:v>0</c:v>
                </c:pt>
                <c:pt idx="6330">
                  <c:v>0</c:v>
                </c:pt>
                <c:pt idx="6331">
                  <c:v>0</c:v>
                </c:pt>
                <c:pt idx="6332">
                  <c:v>0</c:v>
                </c:pt>
                <c:pt idx="6333">
                  <c:v>0</c:v>
                </c:pt>
                <c:pt idx="6334">
                  <c:v>0</c:v>
                </c:pt>
                <c:pt idx="6335">
                  <c:v>0</c:v>
                </c:pt>
                <c:pt idx="6336">
                  <c:v>0</c:v>
                </c:pt>
                <c:pt idx="6337">
                  <c:v>0</c:v>
                </c:pt>
                <c:pt idx="6338">
                  <c:v>0</c:v>
                </c:pt>
                <c:pt idx="6339">
                  <c:v>0</c:v>
                </c:pt>
                <c:pt idx="6340">
                  <c:v>0</c:v>
                </c:pt>
                <c:pt idx="6341">
                  <c:v>0</c:v>
                </c:pt>
                <c:pt idx="6342">
                  <c:v>0</c:v>
                </c:pt>
                <c:pt idx="6343">
                  <c:v>0</c:v>
                </c:pt>
                <c:pt idx="6344">
                  <c:v>0</c:v>
                </c:pt>
                <c:pt idx="6345">
                  <c:v>0</c:v>
                </c:pt>
                <c:pt idx="6346">
                  <c:v>0</c:v>
                </c:pt>
                <c:pt idx="6347">
                  <c:v>0</c:v>
                </c:pt>
                <c:pt idx="6348">
                  <c:v>0</c:v>
                </c:pt>
                <c:pt idx="6349">
                  <c:v>0</c:v>
                </c:pt>
                <c:pt idx="6350">
                  <c:v>0</c:v>
                </c:pt>
                <c:pt idx="6351">
                  <c:v>0</c:v>
                </c:pt>
                <c:pt idx="6352">
                  <c:v>0</c:v>
                </c:pt>
                <c:pt idx="6353">
                  <c:v>0</c:v>
                </c:pt>
                <c:pt idx="6354">
                  <c:v>0</c:v>
                </c:pt>
                <c:pt idx="6355">
                  <c:v>0</c:v>
                </c:pt>
                <c:pt idx="6356">
                  <c:v>0</c:v>
                </c:pt>
                <c:pt idx="6357">
                  <c:v>0</c:v>
                </c:pt>
                <c:pt idx="6358">
                  <c:v>0</c:v>
                </c:pt>
                <c:pt idx="6359">
                  <c:v>0</c:v>
                </c:pt>
                <c:pt idx="6360">
                  <c:v>0</c:v>
                </c:pt>
                <c:pt idx="6361">
                  <c:v>0</c:v>
                </c:pt>
                <c:pt idx="6362">
                  <c:v>0</c:v>
                </c:pt>
                <c:pt idx="6363">
                  <c:v>0</c:v>
                </c:pt>
                <c:pt idx="6364">
                  <c:v>0</c:v>
                </c:pt>
                <c:pt idx="6365">
                  <c:v>0</c:v>
                </c:pt>
                <c:pt idx="6366">
                  <c:v>0</c:v>
                </c:pt>
                <c:pt idx="6367">
                  <c:v>0</c:v>
                </c:pt>
                <c:pt idx="6368">
                  <c:v>0</c:v>
                </c:pt>
                <c:pt idx="6369">
                  <c:v>0</c:v>
                </c:pt>
                <c:pt idx="6370">
                  <c:v>0</c:v>
                </c:pt>
                <c:pt idx="6371">
                  <c:v>0</c:v>
                </c:pt>
                <c:pt idx="6372">
                  <c:v>0</c:v>
                </c:pt>
                <c:pt idx="6373">
                  <c:v>0</c:v>
                </c:pt>
                <c:pt idx="6374">
                  <c:v>0</c:v>
                </c:pt>
                <c:pt idx="6375">
                  <c:v>0</c:v>
                </c:pt>
                <c:pt idx="6376">
                  <c:v>0</c:v>
                </c:pt>
                <c:pt idx="6377">
                  <c:v>0</c:v>
                </c:pt>
                <c:pt idx="6378">
                  <c:v>0</c:v>
                </c:pt>
                <c:pt idx="6379">
                  <c:v>0</c:v>
                </c:pt>
                <c:pt idx="6380">
                  <c:v>0</c:v>
                </c:pt>
                <c:pt idx="6381">
                  <c:v>0</c:v>
                </c:pt>
                <c:pt idx="6382">
                  <c:v>0</c:v>
                </c:pt>
                <c:pt idx="6383">
                  <c:v>0</c:v>
                </c:pt>
                <c:pt idx="6384">
                  <c:v>0</c:v>
                </c:pt>
                <c:pt idx="6385">
                  <c:v>0</c:v>
                </c:pt>
                <c:pt idx="6386">
                  <c:v>0</c:v>
                </c:pt>
                <c:pt idx="6387">
                  <c:v>0</c:v>
                </c:pt>
                <c:pt idx="6388">
                  <c:v>0</c:v>
                </c:pt>
                <c:pt idx="6389">
                  <c:v>0</c:v>
                </c:pt>
                <c:pt idx="6390">
                  <c:v>0</c:v>
                </c:pt>
                <c:pt idx="6391">
                  <c:v>0</c:v>
                </c:pt>
                <c:pt idx="6392">
                  <c:v>0</c:v>
                </c:pt>
                <c:pt idx="6393">
                  <c:v>0</c:v>
                </c:pt>
                <c:pt idx="6394">
                  <c:v>0</c:v>
                </c:pt>
                <c:pt idx="6395">
                  <c:v>0</c:v>
                </c:pt>
                <c:pt idx="6396">
                  <c:v>0</c:v>
                </c:pt>
                <c:pt idx="6397">
                  <c:v>0</c:v>
                </c:pt>
                <c:pt idx="6398">
                  <c:v>0</c:v>
                </c:pt>
                <c:pt idx="6399">
                  <c:v>0</c:v>
                </c:pt>
                <c:pt idx="6400">
                  <c:v>0</c:v>
                </c:pt>
                <c:pt idx="6401">
                  <c:v>0</c:v>
                </c:pt>
                <c:pt idx="6402">
                  <c:v>0</c:v>
                </c:pt>
                <c:pt idx="6403">
                  <c:v>0</c:v>
                </c:pt>
                <c:pt idx="6404">
                  <c:v>0</c:v>
                </c:pt>
                <c:pt idx="6405">
                  <c:v>0</c:v>
                </c:pt>
                <c:pt idx="6406">
                  <c:v>0</c:v>
                </c:pt>
                <c:pt idx="6407">
                  <c:v>0</c:v>
                </c:pt>
                <c:pt idx="6408">
                  <c:v>0</c:v>
                </c:pt>
                <c:pt idx="6409">
                  <c:v>0</c:v>
                </c:pt>
                <c:pt idx="6410">
                  <c:v>0</c:v>
                </c:pt>
                <c:pt idx="6411">
                  <c:v>0</c:v>
                </c:pt>
                <c:pt idx="6412">
                  <c:v>0</c:v>
                </c:pt>
                <c:pt idx="6413">
                  <c:v>0</c:v>
                </c:pt>
                <c:pt idx="6414">
                  <c:v>0</c:v>
                </c:pt>
                <c:pt idx="6415">
                  <c:v>0</c:v>
                </c:pt>
                <c:pt idx="6416">
                  <c:v>0</c:v>
                </c:pt>
                <c:pt idx="6417">
                  <c:v>0</c:v>
                </c:pt>
                <c:pt idx="6418">
                  <c:v>0</c:v>
                </c:pt>
                <c:pt idx="6419">
                  <c:v>0</c:v>
                </c:pt>
                <c:pt idx="6420">
                  <c:v>0</c:v>
                </c:pt>
                <c:pt idx="6421">
                  <c:v>0</c:v>
                </c:pt>
                <c:pt idx="6422">
                  <c:v>0</c:v>
                </c:pt>
                <c:pt idx="6423">
                  <c:v>0</c:v>
                </c:pt>
                <c:pt idx="6424">
                  <c:v>0</c:v>
                </c:pt>
                <c:pt idx="6425">
                  <c:v>0</c:v>
                </c:pt>
                <c:pt idx="6426">
                  <c:v>0</c:v>
                </c:pt>
                <c:pt idx="6427">
                  <c:v>0</c:v>
                </c:pt>
                <c:pt idx="6428">
                  <c:v>0</c:v>
                </c:pt>
                <c:pt idx="6429">
                  <c:v>0</c:v>
                </c:pt>
                <c:pt idx="6430">
                  <c:v>0</c:v>
                </c:pt>
                <c:pt idx="6431">
                  <c:v>0</c:v>
                </c:pt>
                <c:pt idx="6432">
                  <c:v>0</c:v>
                </c:pt>
                <c:pt idx="6433">
                  <c:v>0</c:v>
                </c:pt>
                <c:pt idx="6434">
                  <c:v>0</c:v>
                </c:pt>
                <c:pt idx="6435">
                  <c:v>0</c:v>
                </c:pt>
                <c:pt idx="6436">
                  <c:v>0</c:v>
                </c:pt>
                <c:pt idx="6437">
                  <c:v>0</c:v>
                </c:pt>
                <c:pt idx="6438">
                  <c:v>0</c:v>
                </c:pt>
                <c:pt idx="6439">
                  <c:v>0</c:v>
                </c:pt>
                <c:pt idx="6440">
                  <c:v>0</c:v>
                </c:pt>
                <c:pt idx="6441">
                  <c:v>0</c:v>
                </c:pt>
                <c:pt idx="6442">
                  <c:v>0</c:v>
                </c:pt>
                <c:pt idx="6443">
                  <c:v>0</c:v>
                </c:pt>
                <c:pt idx="6444">
                  <c:v>0</c:v>
                </c:pt>
                <c:pt idx="6445">
                  <c:v>0</c:v>
                </c:pt>
                <c:pt idx="6446">
                  <c:v>0</c:v>
                </c:pt>
                <c:pt idx="6447">
                  <c:v>0</c:v>
                </c:pt>
                <c:pt idx="6448">
                  <c:v>0</c:v>
                </c:pt>
                <c:pt idx="6449">
                  <c:v>0</c:v>
                </c:pt>
                <c:pt idx="6450">
                  <c:v>0</c:v>
                </c:pt>
                <c:pt idx="6451">
                  <c:v>0</c:v>
                </c:pt>
                <c:pt idx="6452">
                  <c:v>0</c:v>
                </c:pt>
                <c:pt idx="6453">
                  <c:v>0</c:v>
                </c:pt>
                <c:pt idx="6454">
                  <c:v>0</c:v>
                </c:pt>
                <c:pt idx="6455">
                  <c:v>0</c:v>
                </c:pt>
                <c:pt idx="6456">
                  <c:v>0</c:v>
                </c:pt>
                <c:pt idx="6457">
                  <c:v>0</c:v>
                </c:pt>
                <c:pt idx="6458">
                  <c:v>0</c:v>
                </c:pt>
                <c:pt idx="6459">
                  <c:v>0</c:v>
                </c:pt>
                <c:pt idx="6460">
                  <c:v>0</c:v>
                </c:pt>
                <c:pt idx="6461">
                  <c:v>0</c:v>
                </c:pt>
                <c:pt idx="6462">
                  <c:v>0</c:v>
                </c:pt>
                <c:pt idx="6463">
                  <c:v>0</c:v>
                </c:pt>
                <c:pt idx="6464">
                  <c:v>0</c:v>
                </c:pt>
                <c:pt idx="6465">
                  <c:v>0</c:v>
                </c:pt>
                <c:pt idx="6466">
                  <c:v>0</c:v>
                </c:pt>
                <c:pt idx="6467">
                  <c:v>0</c:v>
                </c:pt>
                <c:pt idx="6468">
                  <c:v>0</c:v>
                </c:pt>
                <c:pt idx="6469">
                  <c:v>0</c:v>
                </c:pt>
                <c:pt idx="6470">
                  <c:v>0</c:v>
                </c:pt>
                <c:pt idx="6471">
                  <c:v>0</c:v>
                </c:pt>
                <c:pt idx="6472">
                  <c:v>0</c:v>
                </c:pt>
                <c:pt idx="6473">
                  <c:v>0</c:v>
                </c:pt>
                <c:pt idx="6474">
                  <c:v>0</c:v>
                </c:pt>
                <c:pt idx="6475">
                  <c:v>0</c:v>
                </c:pt>
                <c:pt idx="6476">
                  <c:v>0</c:v>
                </c:pt>
                <c:pt idx="6477">
                  <c:v>0</c:v>
                </c:pt>
                <c:pt idx="6478">
                  <c:v>0</c:v>
                </c:pt>
                <c:pt idx="6479">
                  <c:v>0</c:v>
                </c:pt>
                <c:pt idx="6480">
                  <c:v>0</c:v>
                </c:pt>
                <c:pt idx="6481">
                  <c:v>0</c:v>
                </c:pt>
                <c:pt idx="6482">
                  <c:v>0</c:v>
                </c:pt>
                <c:pt idx="6483">
                  <c:v>0</c:v>
                </c:pt>
                <c:pt idx="6484">
                  <c:v>0</c:v>
                </c:pt>
                <c:pt idx="6485">
                  <c:v>0</c:v>
                </c:pt>
                <c:pt idx="6486">
                  <c:v>0</c:v>
                </c:pt>
                <c:pt idx="6487">
                  <c:v>0</c:v>
                </c:pt>
                <c:pt idx="6488">
                  <c:v>0</c:v>
                </c:pt>
                <c:pt idx="6489">
                  <c:v>0</c:v>
                </c:pt>
                <c:pt idx="6490">
                  <c:v>0</c:v>
                </c:pt>
                <c:pt idx="6491">
                  <c:v>0</c:v>
                </c:pt>
                <c:pt idx="6492">
                  <c:v>0</c:v>
                </c:pt>
                <c:pt idx="6493">
                  <c:v>0</c:v>
                </c:pt>
                <c:pt idx="6494">
                  <c:v>0</c:v>
                </c:pt>
                <c:pt idx="6495">
                  <c:v>0</c:v>
                </c:pt>
                <c:pt idx="6496">
                  <c:v>0</c:v>
                </c:pt>
                <c:pt idx="6497">
                  <c:v>0</c:v>
                </c:pt>
                <c:pt idx="6498">
                  <c:v>0</c:v>
                </c:pt>
                <c:pt idx="6499">
                  <c:v>0</c:v>
                </c:pt>
                <c:pt idx="6500">
                  <c:v>0</c:v>
                </c:pt>
                <c:pt idx="6501">
                  <c:v>0</c:v>
                </c:pt>
                <c:pt idx="6502">
                  <c:v>0</c:v>
                </c:pt>
                <c:pt idx="6503">
                  <c:v>0</c:v>
                </c:pt>
                <c:pt idx="6504">
                  <c:v>0</c:v>
                </c:pt>
                <c:pt idx="6505">
                  <c:v>0</c:v>
                </c:pt>
                <c:pt idx="6506">
                  <c:v>0</c:v>
                </c:pt>
                <c:pt idx="6507">
                  <c:v>0</c:v>
                </c:pt>
                <c:pt idx="6508">
                  <c:v>0</c:v>
                </c:pt>
                <c:pt idx="6509">
                  <c:v>0</c:v>
                </c:pt>
                <c:pt idx="6510">
                  <c:v>0</c:v>
                </c:pt>
                <c:pt idx="6511">
                  <c:v>0</c:v>
                </c:pt>
                <c:pt idx="6512">
                  <c:v>0</c:v>
                </c:pt>
                <c:pt idx="6513">
                  <c:v>0</c:v>
                </c:pt>
                <c:pt idx="6514">
                  <c:v>0</c:v>
                </c:pt>
                <c:pt idx="6515">
                  <c:v>0</c:v>
                </c:pt>
                <c:pt idx="6516">
                  <c:v>0</c:v>
                </c:pt>
                <c:pt idx="6517">
                  <c:v>0</c:v>
                </c:pt>
                <c:pt idx="6518">
                  <c:v>0</c:v>
                </c:pt>
                <c:pt idx="6519">
                  <c:v>0</c:v>
                </c:pt>
                <c:pt idx="6520">
                  <c:v>0</c:v>
                </c:pt>
                <c:pt idx="6521">
                  <c:v>0</c:v>
                </c:pt>
                <c:pt idx="6522">
                  <c:v>0</c:v>
                </c:pt>
                <c:pt idx="6523">
                  <c:v>0</c:v>
                </c:pt>
                <c:pt idx="6524">
                  <c:v>0</c:v>
                </c:pt>
                <c:pt idx="6525">
                  <c:v>0</c:v>
                </c:pt>
                <c:pt idx="6526">
                  <c:v>0</c:v>
                </c:pt>
                <c:pt idx="6527">
                  <c:v>0</c:v>
                </c:pt>
                <c:pt idx="6528">
                  <c:v>0</c:v>
                </c:pt>
                <c:pt idx="6529">
                  <c:v>0</c:v>
                </c:pt>
                <c:pt idx="6530">
                  <c:v>0</c:v>
                </c:pt>
                <c:pt idx="6531">
                  <c:v>0</c:v>
                </c:pt>
                <c:pt idx="6532">
                  <c:v>0</c:v>
                </c:pt>
                <c:pt idx="6533">
                  <c:v>0</c:v>
                </c:pt>
                <c:pt idx="6534">
                  <c:v>0</c:v>
                </c:pt>
                <c:pt idx="6535">
                  <c:v>0</c:v>
                </c:pt>
                <c:pt idx="6536">
                  <c:v>0</c:v>
                </c:pt>
                <c:pt idx="6537">
                  <c:v>0</c:v>
                </c:pt>
                <c:pt idx="6538">
                  <c:v>0</c:v>
                </c:pt>
                <c:pt idx="6539">
                  <c:v>0</c:v>
                </c:pt>
                <c:pt idx="6540">
                  <c:v>0</c:v>
                </c:pt>
                <c:pt idx="6541">
                  <c:v>0</c:v>
                </c:pt>
                <c:pt idx="6542">
                  <c:v>0</c:v>
                </c:pt>
                <c:pt idx="6543">
                  <c:v>0</c:v>
                </c:pt>
                <c:pt idx="6544">
                  <c:v>0</c:v>
                </c:pt>
                <c:pt idx="6545">
                  <c:v>0</c:v>
                </c:pt>
                <c:pt idx="6546">
                  <c:v>0</c:v>
                </c:pt>
                <c:pt idx="6547">
                  <c:v>0</c:v>
                </c:pt>
                <c:pt idx="6548">
                  <c:v>0</c:v>
                </c:pt>
                <c:pt idx="6549">
                  <c:v>0</c:v>
                </c:pt>
                <c:pt idx="6550">
                  <c:v>0</c:v>
                </c:pt>
                <c:pt idx="6551">
                  <c:v>0</c:v>
                </c:pt>
                <c:pt idx="6552">
                  <c:v>0</c:v>
                </c:pt>
                <c:pt idx="6553">
                  <c:v>0</c:v>
                </c:pt>
                <c:pt idx="6554">
                  <c:v>0</c:v>
                </c:pt>
                <c:pt idx="6555">
                  <c:v>0</c:v>
                </c:pt>
                <c:pt idx="6556">
                  <c:v>0</c:v>
                </c:pt>
                <c:pt idx="6557">
                  <c:v>0</c:v>
                </c:pt>
                <c:pt idx="6558">
                  <c:v>0</c:v>
                </c:pt>
                <c:pt idx="6559">
                  <c:v>0</c:v>
                </c:pt>
                <c:pt idx="6560">
                  <c:v>0</c:v>
                </c:pt>
                <c:pt idx="6561">
                  <c:v>0</c:v>
                </c:pt>
                <c:pt idx="6562">
                  <c:v>0</c:v>
                </c:pt>
                <c:pt idx="6563">
                  <c:v>0</c:v>
                </c:pt>
                <c:pt idx="6564">
                  <c:v>0</c:v>
                </c:pt>
                <c:pt idx="6565">
                  <c:v>0</c:v>
                </c:pt>
                <c:pt idx="6566">
                  <c:v>0</c:v>
                </c:pt>
                <c:pt idx="6567">
                  <c:v>0</c:v>
                </c:pt>
                <c:pt idx="6568">
                  <c:v>0</c:v>
                </c:pt>
                <c:pt idx="6569">
                  <c:v>0</c:v>
                </c:pt>
                <c:pt idx="6570">
                  <c:v>0</c:v>
                </c:pt>
                <c:pt idx="6571">
                  <c:v>0</c:v>
                </c:pt>
                <c:pt idx="6572">
                  <c:v>0</c:v>
                </c:pt>
                <c:pt idx="6573">
                  <c:v>0</c:v>
                </c:pt>
                <c:pt idx="6574">
                  <c:v>0</c:v>
                </c:pt>
                <c:pt idx="6575">
                  <c:v>0</c:v>
                </c:pt>
                <c:pt idx="6576">
                  <c:v>0</c:v>
                </c:pt>
                <c:pt idx="6577">
                  <c:v>0</c:v>
                </c:pt>
                <c:pt idx="6578">
                  <c:v>0</c:v>
                </c:pt>
                <c:pt idx="6579">
                  <c:v>0</c:v>
                </c:pt>
                <c:pt idx="6580">
                  <c:v>0</c:v>
                </c:pt>
                <c:pt idx="6581">
                  <c:v>0</c:v>
                </c:pt>
                <c:pt idx="6582">
                  <c:v>0</c:v>
                </c:pt>
                <c:pt idx="6583">
                  <c:v>0</c:v>
                </c:pt>
                <c:pt idx="6584">
                  <c:v>0</c:v>
                </c:pt>
                <c:pt idx="6585">
                  <c:v>0</c:v>
                </c:pt>
                <c:pt idx="6586">
                  <c:v>0</c:v>
                </c:pt>
                <c:pt idx="6587">
                  <c:v>0</c:v>
                </c:pt>
                <c:pt idx="6588">
                  <c:v>0</c:v>
                </c:pt>
                <c:pt idx="6589">
                  <c:v>0</c:v>
                </c:pt>
                <c:pt idx="6590">
                  <c:v>0</c:v>
                </c:pt>
                <c:pt idx="6591">
                  <c:v>0</c:v>
                </c:pt>
                <c:pt idx="6592">
                  <c:v>0</c:v>
                </c:pt>
                <c:pt idx="6593">
                  <c:v>0</c:v>
                </c:pt>
                <c:pt idx="6594">
                  <c:v>0</c:v>
                </c:pt>
                <c:pt idx="6595">
                  <c:v>0</c:v>
                </c:pt>
                <c:pt idx="6596">
                  <c:v>0</c:v>
                </c:pt>
                <c:pt idx="6597">
                  <c:v>0</c:v>
                </c:pt>
                <c:pt idx="6598">
                  <c:v>0</c:v>
                </c:pt>
                <c:pt idx="6599">
                  <c:v>0</c:v>
                </c:pt>
                <c:pt idx="6600">
                  <c:v>0</c:v>
                </c:pt>
                <c:pt idx="6601">
                  <c:v>0</c:v>
                </c:pt>
                <c:pt idx="6602">
                  <c:v>0</c:v>
                </c:pt>
                <c:pt idx="6603">
                  <c:v>0</c:v>
                </c:pt>
                <c:pt idx="6604">
                  <c:v>0</c:v>
                </c:pt>
                <c:pt idx="6605">
                  <c:v>0</c:v>
                </c:pt>
                <c:pt idx="6606">
                  <c:v>0</c:v>
                </c:pt>
                <c:pt idx="6607">
                  <c:v>0</c:v>
                </c:pt>
                <c:pt idx="6608">
                  <c:v>0</c:v>
                </c:pt>
                <c:pt idx="6609">
                  <c:v>0</c:v>
                </c:pt>
                <c:pt idx="6610">
                  <c:v>0</c:v>
                </c:pt>
                <c:pt idx="6611">
                  <c:v>0</c:v>
                </c:pt>
                <c:pt idx="6612">
                  <c:v>0</c:v>
                </c:pt>
                <c:pt idx="6613">
                  <c:v>0</c:v>
                </c:pt>
                <c:pt idx="6614">
                  <c:v>0</c:v>
                </c:pt>
                <c:pt idx="6615">
                  <c:v>0</c:v>
                </c:pt>
                <c:pt idx="6616">
                  <c:v>0</c:v>
                </c:pt>
                <c:pt idx="6617">
                  <c:v>0</c:v>
                </c:pt>
                <c:pt idx="6618">
                  <c:v>0</c:v>
                </c:pt>
                <c:pt idx="6619">
                  <c:v>0</c:v>
                </c:pt>
                <c:pt idx="6620">
                  <c:v>0</c:v>
                </c:pt>
                <c:pt idx="6621">
                  <c:v>0</c:v>
                </c:pt>
                <c:pt idx="6622">
                  <c:v>0</c:v>
                </c:pt>
                <c:pt idx="6623">
                  <c:v>0</c:v>
                </c:pt>
                <c:pt idx="6624">
                  <c:v>0</c:v>
                </c:pt>
                <c:pt idx="6625">
                  <c:v>0</c:v>
                </c:pt>
                <c:pt idx="6626">
                  <c:v>0</c:v>
                </c:pt>
                <c:pt idx="6627">
                  <c:v>0</c:v>
                </c:pt>
                <c:pt idx="6628">
                  <c:v>0</c:v>
                </c:pt>
                <c:pt idx="6629">
                  <c:v>0</c:v>
                </c:pt>
                <c:pt idx="6630">
                  <c:v>0</c:v>
                </c:pt>
                <c:pt idx="6631">
                  <c:v>0</c:v>
                </c:pt>
                <c:pt idx="6632">
                  <c:v>0</c:v>
                </c:pt>
                <c:pt idx="6633">
                  <c:v>0</c:v>
                </c:pt>
                <c:pt idx="6634">
                  <c:v>0</c:v>
                </c:pt>
                <c:pt idx="6635">
                  <c:v>0</c:v>
                </c:pt>
                <c:pt idx="6636">
                  <c:v>0</c:v>
                </c:pt>
                <c:pt idx="6637">
                  <c:v>0</c:v>
                </c:pt>
                <c:pt idx="6638">
                  <c:v>0</c:v>
                </c:pt>
                <c:pt idx="6639">
                  <c:v>0</c:v>
                </c:pt>
                <c:pt idx="6640">
                  <c:v>0</c:v>
                </c:pt>
                <c:pt idx="6641">
                  <c:v>0</c:v>
                </c:pt>
                <c:pt idx="6642">
                  <c:v>0</c:v>
                </c:pt>
                <c:pt idx="6643">
                  <c:v>0</c:v>
                </c:pt>
                <c:pt idx="6644">
                  <c:v>0</c:v>
                </c:pt>
                <c:pt idx="6645">
                  <c:v>0</c:v>
                </c:pt>
                <c:pt idx="6646">
                  <c:v>0</c:v>
                </c:pt>
                <c:pt idx="6647">
                  <c:v>0</c:v>
                </c:pt>
                <c:pt idx="6648">
                  <c:v>0</c:v>
                </c:pt>
                <c:pt idx="6649">
                  <c:v>0</c:v>
                </c:pt>
                <c:pt idx="6650">
                  <c:v>0</c:v>
                </c:pt>
                <c:pt idx="6651">
                  <c:v>0</c:v>
                </c:pt>
                <c:pt idx="6652">
                  <c:v>0</c:v>
                </c:pt>
                <c:pt idx="6653">
                  <c:v>0</c:v>
                </c:pt>
                <c:pt idx="6654">
                  <c:v>0</c:v>
                </c:pt>
                <c:pt idx="6655">
                  <c:v>0</c:v>
                </c:pt>
                <c:pt idx="6656">
                  <c:v>0</c:v>
                </c:pt>
                <c:pt idx="6657">
                  <c:v>0</c:v>
                </c:pt>
                <c:pt idx="6658">
                  <c:v>0</c:v>
                </c:pt>
                <c:pt idx="6659">
                  <c:v>0</c:v>
                </c:pt>
                <c:pt idx="6660">
                  <c:v>0</c:v>
                </c:pt>
                <c:pt idx="6661">
                  <c:v>0</c:v>
                </c:pt>
                <c:pt idx="6662">
                  <c:v>0</c:v>
                </c:pt>
                <c:pt idx="6663">
                  <c:v>0</c:v>
                </c:pt>
                <c:pt idx="6664">
                  <c:v>0</c:v>
                </c:pt>
                <c:pt idx="6665">
                  <c:v>0</c:v>
                </c:pt>
                <c:pt idx="6666">
                  <c:v>0</c:v>
                </c:pt>
                <c:pt idx="6667">
                  <c:v>0</c:v>
                </c:pt>
                <c:pt idx="6668">
                  <c:v>0</c:v>
                </c:pt>
                <c:pt idx="6669">
                  <c:v>0</c:v>
                </c:pt>
                <c:pt idx="6670">
                  <c:v>0</c:v>
                </c:pt>
                <c:pt idx="6671">
                  <c:v>0</c:v>
                </c:pt>
                <c:pt idx="6672">
                  <c:v>0</c:v>
                </c:pt>
                <c:pt idx="6673">
                  <c:v>0</c:v>
                </c:pt>
                <c:pt idx="6674">
                  <c:v>0</c:v>
                </c:pt>
                <c:pt idx="6675">
                  <c:v>0</c:v>
                </c:pt>
                <c:pt idx="6676">
                  <c:v>0</c:v>
                </c:pt>
                <c:pt idx="6677">
                  <c:v>0</c:v>
                </c:pt>
                <c:pt idx="6678">
                  <c:v>0</c:v>
                </c:pt>
                <c:pt idx="6679">
                  <c:v>0</c:v>
                </c:pt>
              </c:numCache>
            </c:numRef>
          </c:val>
          <c:smooth val="0"/>
          <c:extLst>
            <c:ext xmlns:c16="http://schemas.microsoft.com/office/drawing/2014/chart" uri="{C3380CC4-5D6E-409C-BE32-E72D297353CC}">
              <c16:uniqueId val="{00000002-1CC4-4016-B337-C5AEC9CF91A2}"/>
            </c:ext>
          </c:extLst>
        </c:ser>
        <c:dLbls>
          <c:showLegendKey val="0"/>
          <c:showVal val="0"/>
          <c:showCatName val="0"/>
          <c:showSerName val="0"/>
          <c:showPercent val="0"/>
          <c:showBubbleSize val="0"/>
        </c:dLbls>
        <c:marker val="1"/>
        <c:smooth val="0"/>
        <c:axId val="715592992"/>
        <c:axId val="715600672"/>
      </c:lineChart>
      <c:dateAx>
        <c:axId val="892144640"/>
        <c:scaling>
          <c:orientation val="minMax"/>
          <c:min val="45295"/>
        </c:scaling>
        <c:delete val="0"/>
        <c:axPos val="b"/>
        <c:numFmt formatCode="yyyy\-mm" sourceLinked="0"/>
        <c:majorTickMark val="out"/>
        <c:minorTickMark val="none"/>
        <c:tickLblPos val="low"/>
        <c:spPr>
          <a:ln/>
        </c:spPr>
        <c:txPr>
          <a:bodyPr rot="-5400000"/>
          <a:lstStyle/>
          <a:p>
            <a:pPr>
              <a:defRPr/>
            </a:pPr>
            <a:endParaRPr lang="zh-CN"/>
          </a:p>
        </c:txPr>
        <c:crossAx val="892150528"/>
        <c:crosses val="autoZero"/>
        <c:auto val="1"/>
        <c:lblOffset val="100"/>
        <c:baseTimeUnit val="days"/>
      </c:dateAx>
      <c:valAx>
        <c:axId val="892150528"/>
        <c:scaling>
          <c:orientation val="minMax"/>
          <c:max val="200000"/>
        </c:scaling>
        <c:delete val="0"/>
        <c:axPos val="l"/>
        <c:numFmt formatCode="#,##0_ ;[Red]\-#,##0\ " sourceLinked="0"/>
        <c:majorTickMark val="out"/>
        <c:minorTickMark val="none"/>
        <c:tickLblPos val="nextTo"/>
        <c:spPr>
          <a:ln/>
        </c:spPr>
        <c:crossAx val="892144640"/>
        <c:crosses val="autoZero"/>
        <c:crossBetween val="between"/>
        <c:dispUnits>
          <c:builtInUnit val="thousands"/>
        </c:dispUnits>
      </c:valAx>
      <c:valAx>
        <c:axId val="715600672"/>
        <c:scaling>
          <c:orientation val="minMax"/>
          <c:max val="10"/>
        </c:scaling>
        <c:delete val="0"/>
        <c:axPos val="r"/>
        <c:numFmt formatCode="@" sourceLinked="1"/>
        <c:majorTickMark val="out"/>
        <c:minorTickMark val="none"/>
        <c:tickLblPos val="nextTo"/>
        <c:crossAx val="715592992"/>
        <c:crosses val="max"/>
        <c:crossBetween val="between"/>
      </c:valAx>
      <c:dateAx>
        <c:axId val="715592992"/>
        <c:scaling>
          <c:orientation val="minMax"/>
        </c:scaling>
        <c:delete val="1"/>
        <c:axPos val="b"/>
        <c:numFmt formatCode="m/d/yyyy" sourceLinked="1"/>
        <c:majorTickMark val="out"/>
        <c:minorTickMark val="none"/>
        <c:tickLblPos val="nextTo"/>
        <c:crossAx val="715600672"/>
        <c:crosses val="autoZero"/>
        <c:auto val="1"/>
        <c:lblOffset val="100"/>
        <c:baseTimeUnit val="days"/>
      </c:dateAx>
      <c:spPr>
        <a:noFill/>
        <a:ln>
          <a:noFill/>
        </a:ln>
      </c:spPr>
    </c:plotArea>
    <c:legend>
      <c:legendPos val="b"/>
      <c:layout>
        <c:manualLayout>
          <c:xMode val="edge"/>
          <c:yMode val="edge"/>
          <c:x val="0.11421036412269596"/>
          <c:y val="0.87145339183445458"/>
          <c:w val="0.81777777777777771"/>
          <c:h val="0.12843431029454652"/>
        </c:manualLayout>
      </c:layout>
      <c:overlay val="0"/>
      <c:txPr>
        <a:bodyPr/>
        <a:lstStyle/>
        <a:p>
          <a:pPr>
            <a:defRPr>
              <a:latin typeface="微软雅黑" panose="020B0503020204020204" pitchFamily="34" charset="-122"/>
              <a:ea typeface="微软雅黑" panose="020B0503020204020204" pitchFamily="34" charset="-122"/>
            </a:defRPr>
          </a:pPr>
          <a:endParaRPr lang="en-US"/>
        </a:p>
      </c:txPr>
    </c:legend>
    <c:plotVisOnly val="1"/>
    <c:dispBlanksAs val="gap"/>
    <c:showDLblsOverMax val="0"/>
  </c:chart>
  <c:spPr>
    <a:noFill/>
    <a:ln>
      <a:noFill/>
    </a:ln>
  </c:spPr>
  <c:txPr>
    <a:bodyPr/>
    <a:lstStyle/>
    <a:p>
      <a:pPr>
        <a:defRPr sz="700">
          <a:latin typeface="+mn-lt"/>
          <a:ea typeface="+mn-ea"/>
          <a:cs typeface="+mn-ea"/>
          <a:sym typeface="+mn-lt"/>
        </a:defRPr>
      </a:pPr>
      <a:endParaRPr lang="zh-CN"/>
    </a:p>
  </c:txPr>
  <c:externalData r:id="rId2">
    <c:autoUpdate val="0"/>
  </c:externalData>
  <c:userShapes r:id="rId3"/>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按公司总部地址，半导体出货量的区域份额</c:v>
                </c:pt>
              </c:strCache>
            </c:strRef>
          </c:tx>
          <c:spPr>
            <a:solidFill>
              <a:schemeClr val="accent1"/>
            </a:solidFill>
            <a:ln>
              <a:noFill/>
            </a:ln>
            <a:effectLst/>
          </c:spPr>
          <c:invertIfNegative val="0"/>
          <c:dPt>
            <c:idx val="0"/>
            <c:invertIfNegative val="0"/>
            <c:bubble3D val="0"/>
            <c:spPr>
              <a:solidFill>
                <a:schemeClr val="tx1">
                  <a:lumMod val="20000"/>
                  <a:lumOff val="80000"/>
                </a:schemeClr>
              </a:solidFill>
              <a:ln>
                <a:noFill/>
              </a:ln>
              <a:effectLst/>
            </c:spPr>
            <c:extLst>
              <c:ext xmlns:c16="http://schemas.microsoft.com/office/drawing/2014/chart" uri="{C3380CC4-5D6E-409C-BE32-E72D297353CC}">
                <c16:uniqueId val="{00000003-D69E-463C-9343-2CDDDE697631}"/>
              </c:ext>
            </c:extLst>
          </c:dPt>
          <c:dLbls>
            <c:numFmt formatCode="0.0%" sourceLinked="0"/>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美国</c:v>
                </c:pt>
                <c:pt idx="1">
                  <c:v>韩国</c:v>
                </c:pt>
                <c:pt idx="2">
                  <c:v>欧盟</c:v>
                </c:pt>
                <c:pt idx="3">
                  <c:v>日本</c:v>
                </c:pt>
                <c:pt idx="4">
                  <c:v>中国台湾</c:v>
                </c:pt>
                <c:pt idx="5">
                  <c:v>中国内地</c:v>
                </c:pt>
              </c:strCache>
            </c:strRef>
          </c:cat>
          <c:val>
            <c:numRef>
              <c:f>Sheet1!$B$2:$B$7</c:f>
              <c:numCache>
                <c:formatCode>0.00%</c:formatCode>
                <c:ptCount val="6"/>
                <c:pt idx="0">
                  <c:v>0.504</c:v>
                </c:pt>
                <c:pt idx="1">
                  <c:v>0.21099999999999999</c:v>
                </c:pt>
                <c:pt idx="2">
                  <c:v>9.1999999999999998E-2</c:v>
                </c:pt>
                <c:pt idx="3">
                  <c:v>8.2000000000000003E-2</c:v>
                </c:pt>
                <c:pt idx="4">
                  <c:v>6.5000000000000002E-2</c:v>
                </c:pt>
                <c:pt idx="5">
                  <c:v>4.4999999999999998E-2</c:v>
                </c:pt>
              </c:numCache>
            </c:numRef>
          </c:val>
          <c:extLst>
            <c:ext xmlns:c16="http://schemas.microsoft.com/office/drawing/2014/chart" uri="{C3380CC4-5D6E-409C-BE32-E72D297353CC}">
              <c16:uniqueId val="{00000000-D69E-463C-9343-2CDDDE697631}"/>
            </c:ext>
          </c:extLst>
        </c:ser>
        <c:ser>
          <c:idx val="1"/>
          <c:order val="1"/>
          <c:tx>
            <c:strRef>
              <c:f>Sheet1!$C$1</c:f>
              <c:strCache>
                <c:ptCount val="1"/>
                <c:pt idx="0">
                  <c:v>研发支出占销售额比例</c:v>
                </c:pt>
              </c:strCache>
            </c:strRef>
          </c:tx>
          <c:spPr>
            <a:solidFill>
              <a:schemeClr val="accent3"/>
            </a:solidFill>
            <a:ln>
              <a:noFill/>
            </a:ln>
            <a:effectLst/>
          </c:spPr>
          <c:invertIfNegative val="0"/>
          <c:dPt>
            <c:idx val="0"/>
            <c:invertIfNegative val="0"/>
            <c:bubble3D val="0"/>
            <c:spPr>
              <a:solidFill>
                <a:schemeClr val="accent4">
                  <a:lumMod val="20000"/>
                  <a:lumOff val="80000"/>
                </a:schemeClr>
              </a:solidFill>
              <a:ln>
                <a:noFill/>
              </a:ln>
              <a:effectLst/>
            </c:spPr>
            <c:extLst>
              <c:ext xmlns:c16="http://schemas.microsoft.com/office/drawing/2014/chart" uri="{C3380CC4-5D6E-409C-BE32-E72D297353CC}">
                <c16:uniqueId val="{00000001-8065-4719-A254-BC8B532D5B0E}"/>
              </c:ext>
            </c:extLst>
          </c:dPt>
          <c:dLbls>
            <c:numFmt formatCode="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美国</c:v>
                </c:pt>
                <c:pt idx="1">
                  <c:v>韩国</c:v>
                </c:pt>
                <c:pt idx="2">
                  <c:v>欧盟</c:v>
                </c:pt>
                <c:pt idx="3">
                  <c:v>日本</c:v>
                </c:pt>
                <c:pt idx="4">
                  <c:v>中国台湾</c:v>
                </c:pt>
                <c:pt idx="5">
                  <c:v>中国内地</c:v>
                </c:pt>
              </c:strCache>
            </c:strRef>
          </c:cat>
          <c:val>
            <c:numRef>
              <c:f>Sheet1!$C$2:$C$7</c:f>
              <c:numCache>
                <c:formatCode>0.00%</c:formatCode>
                <c:ptCount val="6"/>
                <c:pt idx="0">
                  <c:v>0.17699999999999999</c:v>
                </c:pt>
                <c:pt idx="1">
                  <c:v>0.11799999999999999</c:v>
                </c:pt>
                <c:pt idx="2">
                  <c:v>0.115</c:v>
                </c:pt>
                <c:pt idx="3">
                  <c:v>0.108</c:v>
                </c:pt>
                <c:pt idx="4">
                  <c:v>9.1999999999999998E-2</c:v>
                </c:pt>
                <c:pt idx="5">
                  <c:v>5.7000000000000002E-2</c:v>
                </c:pt>
              </c:numCache>
            </c:numRef>
          </c:val>
          <c:extLst>
            <c:ext xmlns:c16="http://schemas.microsoft.com/office/drawing/2014/chart" uri="{C3380CC4-5D6E-409C-BE32-E72D297353CC}">
              <c16:uniqueId val="{00000000-8065-4719-A254-BC8B532D5B0E}"/>
            </c:ext>
          </c:extLst>
        </c:ser>
        <c:dLbls>
          <c:dLblPos val="outEnd"/>
          <c:showLegendKey val="0"/>
          <c:showVal val="1"/>
          <c:showCatName val="0"/>
          <c:showSerName val="0"/>
          <c:showPercent val="0"/>
          <c:showBubbleSize val="0"/>
        </c:dLbls>
        <c:gapWidth val="52"/>
        <c:overlap val="-27"/>
        <c:axId val="1521507008"/>
        <c:axId val="1521500768"/>
      </c:barChart>
      <c:catAx>
        <c:axId val="15215070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1521500768"/>
        <c:crosses val="autoZero"/>
        <c:auto val="1"/>
        <c:lblAlgn val="ctr"/>
        <c:lblOffset val="100"/>
        <c:noMultiLvlLbl val="0"/>
      </c:catAx>
      <c:valAx>
        <c:axId val="1521500768"/>
        <c:scaling>
          <c:orientation val="minMax"/>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1521507008"/>
        <c:crosses val="autoZero"/>
        <c:crossBetween val="between"/>
      </c:valAx>
      <c:spPr>
        <a:noFill/>
        <a:ln>
          <a:noFill/>
        </a:ln>
        <a:effectLst/>
      </c:spPr>
    </c:plotArea>
    <c:legend>
      <c:legendPos val="t"/>
      <c:layout>
        <c:manualLayout>
          <c:xMode val="edge"/>
          <c:yMode val="edge"/>
          <c:x val="1.391799632148206E-2"/>
          <c:y val="2.2291560742747782E-2"/>
          <c:w val="0.98608200367851795"/>
          <c:h val="0.1333474142667159"/>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spPr>
              <a:solidFill>
                <a:schemeClr val="bg1">
                  <a:lumMod val="85000"/>
                </a:schemeClr>
              </a:solidFill>
              <a:ln>
                <a:noFill/>
              </a:ln>
              <a:effectLst/>
            </c:spPr>
            <c:extLst>
              <c:ext xmlns:c16="http://schemas.microsoft.com/office/drawing/2014/chart" uri="{C3380CC4-5D6E-409C-BE32-E72D297353CC}">
                <c16:uniqueId val="{00000005-3D11-4B28-903B-53531B8BC7A2}"/>
              </c:ext>
            </c:extLst>
          </c:dPt>
          <c:dPt>
            <c:idx val="2"/>
            <c:invertIfNegative val="0"/>
            <c:bubble3D val="0"/>
            <c:spPr>
              <a:solidFill>
                <a:schemeClr val="bg1">
                  <a:lumMod val="85000"/>
                </a:schemeClr>
              </a:solidFill>
              <a:ln>
                <a:noFill/>
              </a:ln>
              <a:effectLst/>
            </c:spPr>
            <c:extLst>
              <c:ext xmlns:c16="http://schemas.microsoft.com/office/drawing/2014/chart" uri="{C3380CC4-5D6E-409C-BE32-E72D297353CC}">
                <c16:uniqueId val="{00000004-3D11-4B28-903B-53531B8BC7A2}"/>
              </c:ext>
            </c:extLst>
          </c:dPt>
          <c:dPt>
            <c:idx val="3"/>
            <c:invertIfNegative val="0"/>
            <c:bubble3D val="0"/>
            <c:spPr>
              <a:solidFill>
                <a:schemeClr val="tx2"/>
              </a:solidFill>
              <a:ln>
                <a:noFill/>
              </a:ln>
              <a:effectLst/>
            </c:spPr>
            <c:extLst>
              <c:ext xmlns:c16="http://schemas.microsoft.com/office/drawing/2014/chart" uri="{C3380CC4-5D6E-409C-BE32-E72D297353CC}">
                <c16:uniqueId val="{00000003-3D11-4B28-903B-53531B8BC7A2}"/>
              </c:ext>
            </c:extLst>
          </c:dPt>
          <c:dPt>
            <c:idx val="4"/>
            <c:invertIfNegative val="0"/>
            <c:bubble3D val="0"/>
            <c:spPr>
              <a:solidFill>
                <a:schemeClr val="bg1">
                  <a:lumMod val="85000"/>
                </a:schemeClr>
              </a:solidFill>
              <a:ln>
                <a:noFill/>
              </a:ln>
              <a:effectLst/>
            </c:spPr>
            <c:extLst>
              <c:ext xmlns:c16="http://schemas.microsoft.com/office/drawing/2014/chart" uri="{C3380CC4-5D6E-409C-BE32-E72D297353CC}">
                <c16:uniqueId val="{00000006-A8FC-4C98-9202-7E02EB25DB1F}"/>
              </c:ext>
            </c:extLst>
          </c:dPt>
          <c:cat>
            <c:strRef>
              <c:f>Sheet1!$A$2:$A$6</c:f>
              <c:strCache>
                <c:ptCount val="5"/>
                <c:pt idx="0">
                  <c:v>高通</c:v>
                </c:pt>
                <c:pt idx="1">
                  <c:v>SK海力士</c:v>
                </c:pt>
                <c:pt idx="2">
                  <c:v>英特尔</c:v>
                </c:pt>
                <c:pt idx="3">
                  <c:v>三星</c:v>
                </c:pt>
                <c:pt idx="4">
                  <c:v>英伟达</c:v>
                </c:pt>
              </c:strCache>
            </c:strRef>
          </c:cat>
          <c:val>
            <c:numRef>
              <c:f>Sheet1!$B$2:$B$6</c:f>
              <c:numCache>
                <c:formatCode>General</c:formatCode>
                <c:ptCount val="5"/>
                <c:pt idx="0">
                  <c:v>32976</c:v>
                </c:pt>
                <c:pt idx="1">
                  <c:v>44186</c:v>
                </c:pt>
                <c:pt idx="2">
                  <c:v>49804</c:v>
                </c:pt>
                <c:pt idx="3">
                  <c:v>65697</c:v>
                </c:pt>
                <c:pt idx="4">
                  <c:v>76692</c:v>
                </c:pt>
              </c:numCache>
            </c:numRef>
          </c:val>
          <c:extLst>
            <c:ext xmlns:c16="http://schemas.microsoft.com/office/drawing/2014/chart" uri="{C3380CC4-5D6E-409C-BE32-E72D297353CC}">
              <c16:uniqueId val="{00000000-3D11-4B28-903B-53531B8BC7A2}"/>
            </c:ext>
          </c:extLst>
        </c:ser>
        <c:dLbls>
          <c:showLegendKey val="0"/>
          <c:showVal val="0"/>
          <c:showCatName val="0"/>
          <c:showSerName val="0"/>
          <c:showPercent val="0"/>
          <c:showBubbleSize val="0"/>
        </c:dLbls>
        <c:gapWidth val="182"/>
        <c:axId val="1057004448"/>
        <c:axId val="1057007808"/>
      </c:barChart>
      <c:catAx>
        <c:axId val="105700444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crossAx val="1057007808"/>
        <c:crosses val="autoZero"/>
        <c:auto val="1"/>
        <c:lblAlgn val="ctr"/>
        <c:lblOffset val="100"/>
        <c:noMultiLvlLbl val="0"/>
      </c:catAx>
      <c:valAx>
        <c:axId val="1057007808"/>
        <c:scaling>
          <c:orientation val="minMax"/>
        </c:scaling>
        <c:delete val="0"/>
        <c:axPos val="b"/>
        <c:title>
          <c:tx>
            <c:rich>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r>
                  <a:rPr lang="en-US" dirty="0"/>
                  <a:t>2024</a:t>
                </a:r>
                <a:r>
                  <a:rPr lang="zh-CN" altLang="en-US" dirty="0"/>
                  <a:t>年收入（百万美元）</a:t>
                </a:r>
                <a:endParaRPr lang="en-US" dirty="0"/>
              </a:p>
            </c:rich>
          </c:tx>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crossAx val="105700444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solidFill>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Sheet1!$C$93</c:f>
              <c:strCache>
                <c:ptCount val="1"/>
                <c:pt idx="0">
                  <c:v>Total (DRAM+NAND)</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Sheet1!$B$94:$B$105</c:f>
              <c:strCache>
                <c:ptCount val="12"/>
                <c:pt idx="0">
                  <c:v>2017</c:v>
                </c:pt>
                <c:pt idx="1">
                  <c:v>2018</c:v>
                </c:pt>
                <c:pt idx="2">
                  <c:v>2019</c:v>
                </c:pt>
                <c:pt idx="3">
                  <c:v>2020</c:v>
                </c:pt>
                <c:pt idx="4">
                  <c:v>2021</c:v>
                </c:pt>
                <c:pt idx="5">
                  <c:v>2022</c:v>
                </c:pt>
                <c:pt idx="6">
                  <c:v>2023</c:v>
                </c:pt>
                <c:pt idx="7">
                  <c:v>2024</c:v>
                </c:pt>
                <c:pt idx="8">
                  <c:v>2025</c:v>
                </c:pt>
                <c:pt idx="9">
                  <c:v>2026E</c:v>
                </c:pt>
                <c:pt idx="10">
                  <c:v>2027E</c:v>
                </c:pt>
                <c:pt idx="11">
                  <c:v>2028E</c:v>
                </c:pt>
              </c:strCache>
            </c:strRef>
          </c:cat>
          <c:val>
            <c:numRef>
              <c:f>Sheet1!$C$94:$C$105</c:f>
              <c:numCache>
                <c:formatCode>#,##0</c:formatCode>
                <c:ptCount val="12"/>
                <c:pt idx="0">
                  <c:v>121</c:v>
                </c:pt>
                <c:pt idx="1">
                  <c:v>155</c:v>
                </c:pt>
                <c:pt idx="2">
                  <c:v>97</c:v>
                </c:pt>
                <c:pt idx="3">
                  <c:v>113</c:v>
                </c:pt>
                <c:pt idx="4">
                  <c:v>153</c:v>
                </c:pt>
                <c:pt idx="5">
                  <c:v>132</c:v>
                </c:pt>
                <c:pt idx="6">
                  <c:v>84</c:v>
                </c:pt>
                <c:pt idx="7">
                  <c:v>164</c:v>
                </c:pt>
                <c:pt idx="8">
                  <c:v>210</c:v>
                </c:pt>
                <c:pt idx="9">
                  <c:v>683</c:v>
                </c:pt>
                <c:pt idx="10">
                  <c:v>908</c:v>
                </c:pt>
                <c:pt idx="11">
                  <c:v>1104</c:v>
                </c:pt>
              </c:numCache>
            </c:numRef>
          </c:val>
          <c:extLst>
            <c:ext xmlns:c16="http://schemas.microsoft.com/office/drawing/2014/chart" uri="{C3380CC4-5D6E-409C-BE32-E72D297353CC}">
              <c16:uniqueId val="{00000000-BCEC-45F1-8C5F-9D279340843D}"/>
            </c:ext>
          </c:extLst>
        </c:ser>
        <c:ser>
          <c:idx val="1"/>
          <c:order val="1"/>
          <c:tx>
            <c:strRef>
              <c:f>Sheet1!$D$93</c:f>
              <c:strCache>
                <c:ptCount val="1"/>
                <c:pt idx="0">
                  <c:v>Total (old)</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Sheet1!$B$94:$B$105</c:f>
              <c:strCache>
                <c:ptCount val="12"/>
                <c:pt idx="0">
                  <c:v>2017</c:v>
                </c:pt>
                <c:pt idx="1">
                  <c:v>2018</c:v>
                </c:pt>
                <c:pt idx="2">
                  <c:v>2019</c:v>
                </c:pt>
                <c:pt idx="3">
                  <c:v>2020</c:v>
                </c:pt>
                <c:pt idx="4">
                  <c:v>2021</c:v>
                </c:pt>
                <c:pt idx="5">
                  <c:v>2022</c:v>
                </c:pt>
                <c:pt idx="6">
                  <c:v>2023</c:v>
                </c:pt>
                <c:pt idx="7">
                  <c:v>2024</c:v>
                </c:pt>
                <c:pt idx="8">
                  <c:v>2025</c:v>
                </c:pt>
                <c:pt idx="9">
                  <c:v>2026E</c:v>
                </c:pt>
                <c:pt idx="10">
                  <c:v>2027E</c:v>
                </c:pt>
                <c:pt idx="11">
                  <c:v>2028E</c:v>
                </c:pt>
              </c:strCache>
            </c:strRef>
          </c:cat>
          <c:val>
            <c:numRef>
              <c:f>Sheet1!$D$94:$D$105</c:f>
              <c:numCache>
                <c:formatCode>General</c:formatCode>
                <c:ptCount val="12"/>
                <c:pt idx="8" formatCode="#,##0">
                  <c:v>211</c:v>
                </c:pt>
                <c:pt idx="9" formatCode="#,##0">
                  <c:v>516</c:v>
                </c:pt>
                <c:pt idx="10" formatCode="#,##0">
                  <c:v>616</c:v>
                </c:pt>
                <c:pt idx="11" formatCode="#,##0">
                  <c:v>783</c:v>
                </c:pt>
              </c:numCache>
            </c:numRef>
          </c:val>
          <c:extLst>
            <c:ext xmlns:c16="http://schemas.microsoft.com/office/drawing/2014/chart" uri="{C3380CC4-5D6E-409C-BE32-E72D297353CC}">
              <c16:uniqueId val="{00000001-BCEC-45F1-8C5F-9D279340843D}"/>
            </c:ext>
          </c:extLst>
        </c:ser>
        <c:dLbls>
          <c:showLegendKey val="0"/>
          <c:showVal val="0"/>
          <c:showCatName val="0"/>
          <c:showSerName val="0"/>
          <c:showPercent val="0"/>
          <c:showBubbleSize val="0"/>
        </c:dLbls>
        <c:gapWidth val="219"/>
        <c:overlap val="-27"/>
        <c:axId val="124280128"/>
        <c:axId val="124283488"/>
      </c:barChart>
      <c:lineChart>
        <c:grouping val="standard"/>
        <c:varyColors val="0"/>
        <c:ser>
          <c:idx val="2"/>
          <c:order val="2"/>
          <c:tx>
            <c:strRef>
              <c:f>Sheet1!$E$93</c:f>
              <c:strCache>
                <c:ptCount val="1"/>
                <c:pt idx="0">
                  <c:v>Change %</c:v>
                </c:pt>
              </c:strCache>
            </c:strRef>
          </c:tx>
          <c:spPr>
            <a:ln w="28575" cap="rnd">
              <a:solidFill>
                <a:srgbClr val="C00000"/>
              </a:solidFill>
              <a:round/>
            </a:ln>
            <a:effectLst/>
          </c:spPr>
          <c:marker>
            <c:symbol val="none"/>
          </c:marker>
          <c:dLbls>
            <c:dLbl>
              <c:idx val="9"/>
              <c:layout>
                <c:manualLayout>
                  <c:x val="-7.7096335209662137E-2"/>
                  <c:y val="-2.828058234618052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BCEC-45F1-8C5F-9D279340843D}"/>
                </c:ext>
              </c:extLst>
            </c:dLbl>
            <c:dLbl>
              <c:idx val="10"/>
              <c:layout>
                <c:manualLayout>
                  <c:x val="-4.6257801125797443E-2"/>
                  <c:y val="-2.121043675963537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CEC-45F1-8C5F-9D279340843D}"/>
                </c:ext>
              </c:extLst>
            </c:dLbl>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Sheet1!$B$94:$B$105</c:f>
              <c:strCache>
                <c:ptCount val="12"/>
                <c:pt idx="0">
                  <c:v>2017</c:v>
                </c:pt>
                <c:pt idx="1">
                  <c:v>2018</c:v>
                </c:pt>
                <c:pt idx="2">
                  <c:v>2019</c:v>
                </c:pt>
                <c:pt idx="3">
                  <c:v>2020</c:v>
                </c:pt>
                <c:pt idx="4">
                  <c:v>2021</c:v>
                </c:pt>
                <c:pt idx="5">
                  <c:v>2022</c:v>
                </c:pt>
                <c:pt idx="6">
                  <c:v>2023</c:v>
                </c:pt>
                <c:pt idx="7">
                  <c:v>2024</c:v>
                </c:pt>
                <c:pt idx="8">
                  <c:v>2025</c:v>
                </c:pt>
                <c:pt idx="9">
                  <c:v>2026E</c:v>
                </c:pt>
                <c:pt idx="10">
                  <c:v>2027E</c:v>
                </c:pt>
                <c:pt idx="11">
                  <c:v>2028E</c:v>
                </c:pt>
              </c:strCache>
            </c:strRef>
          </c:cat>
          <c:val>
            <c:numRef>
              <c:f>Sheet1!$E$94:$E$105</c:f>
              <c:numCache>
                <c:formatCode>General</c:formatCode>
                <c:ptCount val="12"/>
                <c:pt idx="9" formatCode="0%">
                  <c:v>0.32</c:v>
                </c:pt>
                <c:pt idx="10" formatCode="0%">
                  <c:v>0.47</c:v>
                </c:pt>
                <c:pt idx="11" formatCode="0%">
                  <c:v>0.41</c:v>
                </c:pt>
              </c:numCache>
            </c:numRef>
          </c:val>
          <c:smooth val="0"/>
          <c:extLst>
            <c:ext xmlns:c16="http://schemas.microsoft.com/office/drawing/2014/chart" uri="{C3380CC4-5D6E-409C-BE32-E72D297353CC}">
              <c16:uniqueId val="{00000002-BCEC-45F1-8C5F-9D279340843D}"/>
            </c:ext>
          </c:extLst>
        </c:ser>
        <c:dLbls>
          <c:showLegendKey val="0"/>
          <c:showVal val="0"/>
          <c:showCatName val="0"/>
          <c:showSerName val="0"/>
          <c:showPercent val="0"/>
          <c:showBubbleSize val="0"/>
        </c:dLbls>
        <c:marker val="1"/>
        <c:smooth val="0"/>
        <c:axId val="122492544"/>
        <c:axId val="122495904"/>
      </c:lineChart>
      <c:catAx>
        <c:axId val="124280128"/>
        <c:scaling>
          <c:orientation val="minMax"/>
        </c:scaling>
        <c:delete val="0"/>
        <c:axPos val="b"/>
        <c:numFmt formatCode="General" sourceLinked="1"/>
        <c:majorTickMark val="none"/>
        <c:minorTickMark val="none"/>
        <c:tickLblPos val="nextTo"/>
        <c:spPr>
          <a:noFill/>
          <a:ln w="9525" cap="flat" cmpd="sng" algn="ctr">
            <a:solidFill>
              <a:sysClr val="windowText" lastClr="000000"/>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24283488"/>
        <c:crosses val="autoZero"/>
        <c:auto val="1"/>
        <c:lblAlgn val="ctr"/>
        <c:lblOffset val="100"/>
        <c:noMultiLvlLbl val="0"/>
      </c:catAx>
      <c:valAx>
        <c:axId val="124283488"/>
        <c:scaling>
          <c:orientation val="minMax"/>
        </c:scaling>
        <c:delete val="0"/>
        <c:axPos val="l"/>
        <c:numFmt formatCode="#,##0" sourceLinked="1"/>
        <c:majorTickMark val="none"/>
        <c:minorTickMark val="none"/>
        <c:tickLblPos val="nextTo"/>
        <c:spPr>
          <a:noFill/>
          <a:ln>
            <a:solidFill>
              <a:sysClr val="windowText" lastClr="000000"/>
            </a:solid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24280128"/>
        <c:crosses val="autoZero"/>
        <c:crossBetween val="between"/>
      </c:valAx>
      <c:valAx>
        <c:axId val="122495904"/>
        <c:scaling>
          <c:orientation val="minMax"/>
        </c:scaling>
        <c:delete val="0"/>
        <c:axPos val="r"/>
        <c:numFmt formatCode="General" sourceLinked="1"/>
        <c:majorTickMark val="none"/>
        <c:minorTickMark val="none"/>
        <c:tickLblPos val="nextTo"/>
        <c:spPr>
          <a:noFill/>
          <a:ln>
            <a:solidFill>
              <a:sysClr val="windowText" lastClr="000000"/>
            </a:solid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22492544"/>
        <c:crosses val="max"/>
        <c:crossBetween val="between"/>
      </c:valAx>
      <c:catAx>
        <c:axId val="122492544"/>
        <c:scaling>
          <c:orientation val="minMax"/>
        </c:scaling>
        <c:delete val="1"/>
        <c:axPos val="b"/>
        <c:numFmt formatCode="General" sourceLinked="1"/>
        <c:majorTickMark val="none"/>
        <c:minorTickMark val="none"/>
        <c:tickLblPos val="nextTo"/>
        <c:crossAx val="122495904"/>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solidFill>
            <a:schemeClr val="tx1"/>
          </a:solidFill>
        </a:defRPr>
      </a:pPr>
      <a:endParaRPr lang="en-US"/>
    </a:p>
  </c:txPr>
  <c:externalData r:id="rId4">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tx>
            <c:strRef>
              <c:f>Sheet1!$C$116</c:f>
              <c:strCache>
                <c:ptCount val="1"/>
                <c:pt idx="0">
                  <c:v>AI value % within total DRAM TAM</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Sheet1!$B$117:$B$122</c:f>
              <c:strCache>
                <c:ptCount val="6"/>
                <c:pt idx="0">
                  <c:v>2023</c:v>
                </c:pt>
                <c:pt idx="1">
                  <c:v>2024</c:v>
                </c:pt>
                <c:pt idx="2">
                  <c:v>2025</c:v>
                </c:pt>
                <c:pt idx="3">
                  <c:v>2026E</c:v>
                </c:pt>
                <c:pt idx="4">
                  <c:v>2027E</c:v>
                </c:pt>
                <c:pt idx="5">
                  <c:v>2028E</c:v>
                </c:pt>
              </c:strCache>
            </c:strRef>
          </c:cat>
          <c:val>
            <c:numRef>
              <c:f>Sheet1!$C$117:$C$122</c:f>
              <c:numCache>
                <c:formatCode>0%</c:formatCode>
                <c:ptCount val="6"/>
                <c:pt idx="0">
                  <c:v>0.09</c:v>
                </c:pt>
                <c:pt idx="1">
                  <c:v>0.24</c:v>
                </c:pt>
                <c:pt idx="2">
                  <c:v>0.36</c:v>
                </c:pt>
                <c:pt idx="3">
                  <c:v>0.37</c:v>
                </c:pt>
                <c:pt idx="4">
                  <c:v>0.47</c:v>
                </c:pt>
                <c:pt idx="5">
                  <c:v>0.53</c:v>
                </c:pt>
              </c:numCache>
            </c:numRef>
          </c:val>
          <c:smooth val="0"/>
          <c:extLst>
            <c:ext xmlns:c16="http://schemas.microsoft.com/office/drawing/2014/chart" uri="{C3380CC4-5D6E-409C-BE32-E72D297353CC}">
              <c16:uniqueId val="{00000000-BE7A-4B34-874A-C66913DDEDB6}"/>
            </c:ext>
          </c:extLst>
        </c:ser>
        <c:ser>
          <c:idx val="1"/>
          <c:order val="1"/>
          <c:tx>
            <c:strRef>
              <c:f>Sheet1!$D$116</c:f>
              <c:strCache>
                <c:ptCount val="1"/>
                <c:pt idx="0">
                  <c:v>AI value % within total NAND TAM</c:v>
                </c:pt>
              </c:strCache>
            </c:strRef>
          </c:tx>
          <c:spPr>
            <a:ln w="28575" cap="rnd">
              <a:solidFill>
                <a:schemeClr val="accent3"/>
              </a:solidFill>
              <a:round/>
            </a:ln>
            <a:effectLst/>
          </c:spPr>
          <c:marker>
            <c:symbol val="none"/>
          </c:marker>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Sheet1!$B$117:$B$122</c:f>
              <c:strCache>
                <c:ptCount val="6"/>
                <c:pt idx="0">
                  <c:v>2023</c:v>
                </c:pt>
                <c:pt idx="1">
                  <c:v>2024</c:v>
                </c:pt>
                <c:pt idx="2">
                  <c:v>2025</c:v>
                </c:pt>
                <c:pt idx="3">
                  <c:v>2026E</c:v>
                </c:pt>
                <c:pt idx="4">
                  <c:v>2027E</c:v>
                </c:pt>
                <c:pt idx="5">
                  <c:v>2028E</c:v>
                </c:pt>
              </c:strCache>
            </c:strRef>
          </c:cat>
          <c:val>
            <c:numRef>
              <c:f>Sheet1!$D$117:$D$122</c:f>
              <c:numCache>
                <c:formatCode>0%</c:formatCode>
                <c:ptCount val="6"/>
                <c:pt idx="0">
                  <c:v>0.03</c:v>
                </c:pt>
                <c:pt idx="1">
                  <c:v>0.13</c:v>
                </c:pt>
                <c:pt idx="2">
                  <c:v>0.22</c:v>
                </c:pt>
                <c:pt idx="3">
                  <c:v>0.32</c:v>
                </c:pt>
                <c:pt idx="4">
                  <c:v>0.38</c:v>
                </c:pt>
                <c:pt idx="5">
                  <c:v>0.41</c:v>
                </c:pt>
              </c:numCache>
            </c:numRef>
          </c:val>
          <c:smooth val="0"/>
          <c:extLst>
            <c:ext xmlns:c16="http://schemas.microsoft.com/office/drawing/2014/chart" uri="{C3380CC4-5D6E-409C-BE32-E72D297353CC}">
              <c16:uniqueId val="{00000001-BE7A-4B34-874A-C66913DDEDB6}"/>
            </c:ext>
          </c:extLst>
        </c:ser>
        <c:dLbls>
          <c:showLegendKey val="0"/>
          <c:showVal val="0"/>
          <c:showCatName val="0"/>
          <c:showSerName val="0"/>
          <c:showPercent val="0"/>
          <c:showBubbleSize val="0"/>
        </c:dLbls>
        <c:smooth val="0"/>
        <c:axId val="215300576"/>
        <c:axId val="215301536"/>
      </c:lineChart>
      <c:catAx>
        <c:axId val="215300576"/>
        <c:scaling>
          <c:orientation val="minMax"/>
        </c:scaling>
        <c:delete val="0"/>
        <c:axPos val="b"/>
        <c:numFmt formatCode="General" sourceLinked="1"/>
        <c:majorTickMark val="none"/>
        <c:minorTickMark val="none"/>
        <c:tickLblPos val="nextTo"/>
        <c:spPr>
          <a:noFill/>
          <a:ln w="9525" cap="flat" cmpd="sng" algn="ctr">
            <a:solidFill>
              <a:sysClr val="windowText" lastClr="000000"/>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215301536"/>
        <c:crosses val="autoZero"/>
        <c:auto val="1"/>
        <c:lblAlgn val="ctr"/>
        <c:lblOffset val="100"/>
        <c:noMultiLvlLbl val="0"/>
      </c:catAx>
      <c:valAx>
        <c:axId val="215301536"/>
        <c:scaling>
          <c:orientation val="minMax"/>
        </c:scaling>
        <c:delete val="0"/>
        <c:axPos val="l"/>
        <c:numFmt formatCode="0%" sourceLinked="1"/>
        <c:majorTickMark val="none"/>
        <c:minorTickMark val="none"/>
        <c:tickLblPos val="nextTo"/>
        <c:spPr>
          <a:noFill/>
          <a:ln>
            <a:solidFill>
              <a:sysClr val="windowText" lastClr="000000"/>
            </a:solid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21530057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tx1"/>
          </a:solidFill>
        </a:defRPr>
      </a:pPr>
      <a:endParaRPr lang="en-US"/>
    </a:p>
  </c:txPr>
  <c:externalData r:id="rId4">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Sheet1!$I$26</c:f>
              <c:strCache>
                <c:ptCount val="1"/>
                <c:pt idx="0">
                  <c:v>2025</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Sheet1!$H$27:$H$31</c:f>
              <c:strCache>
                <c:ptCount val="5"/>
                <c:pt idx="0">
                  <c:v>Samsung</c:v>
                </c:pt>
                <c:pt idx="1">
                  <c:v>SK hynix</c:v>
                </c:pt>
                <c:pt idx="2">
                  <c:v>Micron</c:v>
                </c:pt>
                <c:pt idx="3">
                  <c:v>Nanya</c:v>
                </c:pt>
                <c:pt idx="4">
                  <c:v>Others
（incl.CXMT）</c:v>
                </c:pt>
              </c:strCache>
            </c:strRef>
          </c:cat>
          <c:val>
            <c:numRef>
              <c:f>Sheet1!$I$27:$I$31</c:f>
              <c:numCache>
                <c:formatCode>0%</c:formatCode>
                <c:ptCount val="5"/>
                <c:pt idx="0">
                  <c:v>0.39244800501030769</c:v>
                </c:pt>
                <c:pt idx="1">
                  <c:v>0.28905821873124399</c:v>
                </c:pt>
                <c:pt idx="2">
                  <c:v>0.23566712768455939</c:v>
                </c:pt>
                <c:pt idx="3">
                  <c:v>1.7014169776362831E-2</c:v>
                </c:pt>
                <c:pt idx="4">
                  <c:v>5.5322147125596931E-2</c:v>
                </c:pt>
              </c:numCache>
            </c:numRef>
          </c:val>
          <c:extLst>
            <c:ext xmlns:c16="http://schemas.microsoft.com/office/drawing/2014/chart" uri="{C3380CC4-5D6E-409C-BE32-E72D297353CC}">
              <c16:uniqueId val="{00000000-907D-4D3C-BFCA-489B0D8F2A88}"/>
            </c:ext>
          </c:extLst>
        </c:ser>
        <c:ser>
          <c:idx val="1"/>
          <c:order val="1"/>
          <c:tx>
            <c:strRef>
              <c:f>Sheet1!$J$26</c:f>
              <c:strCache>
                <c:ptCount val="1"/>
                <c:pt idx="0">
                  <c:v>2026E</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Sheet1!$H$27:$H$31</c:f>
              <c:strCache>
                <c:ptCount val="5"/>
                <c:pt idx="0">
                  <c:v>Samsung</c:v>
                </c:pt>
                <c:pt idx="1">
                  <c:v>SK hynix</c:v>
                </c:pt>
                <c:pt idx="2">
                  <c:v>Micron</c:v>
                </c:pt>
                <c:pt idx="3">
                  <c:v>Nanya</c:v>
                </c:pt>
                <c:pt idx="4">
                  <c:v>Others
（incl.CXMT）</c:v>
                </c:pt>
              </c:strCache>
            </c:strRef>
          </c:cat>
          <c:val>
            <c:numRef>
              <c:f>Sheet1!$J$27:$J$31</c:f>
              <c:numCache>
                <c:formatCode>0%</c:formatCode>
                <c:ptCount val="5"/>
                <c:pt idx="0">
                  <c:v>0.3902088772845953</c:v>
                </c:pt>
                <c:pt idx="1">
                  <c:v>0.28648825065274153</c:v>
                </c:pt>
                <c:pt idx="2">
                  <c:v>0.23448651000870321</c:v>
                </c:pt>
                <c:pt idx="3">
                  <c:v>1.7471714534377718E-2</c:v>
                </c:pt>
                <c:pt idx="4">
                  <c:v>6.1227154046997391E-2</c:v>
                </c:pt>
              </c:numCache>
            </c:numRef>
          </c:val>
          <c:extLst>
            <c:ext xmlns:c16="http://schemas.microsoft.com/office/drawing/2014/chart" uri="{C3380CC4-5D6E-409C-BE32-E72D297353CC}">
              <c16:uniqueId val="{00000001-907D-4D3C-BFCA-489B0D8F2A88}"/>
            </c:ext>
          </c:extLst>
        </c:ser>
        <c:ser>
          <c:idx val="2"/>
          <c:order val="2"/>
          <c:tx>
            <c:strRef>
              <c:f>Sheet1!$K$26</c:f>
              <c:strCache>
                <c:ptCount val="1"/>
                <c:pt idx="0">
                  <c:v>2027E</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Sheet1!$H$27:$H$31</c:f>
              <c:strCache>
                <c:ptCount val="5"/>
                <c:pt idx="0">
                  <c:v>Samsung</c:v>
                </c:pt>
                <c:pt idx="1">
                  <c:v>SK hynix</c:v>
                </c:pt>
                <c:pt idx="2">
                  <c:v>Micron</c:v>
                </c:pt>
                <c:pt idx="3">
                  <c:v>Nanya</c:v>
                </c:pt>
                <c:pt idx="4">
                  <c:v>Others
（incl.CXMT）</c:v>
                </c:pt>
              </c:strCache>
            </c:strRef>
          </c:cat>
          <c:val>
            <c:numRef>
              <c:f>Sheet1!$K$27:$K$31</c:f>
              <c:numCache>
                <c:formatCode>0%</c:formatCode>
                <c:ptCount val="5"/>
                <c:pt idx="0">
                  <c:v>0.38732457476744392</c:v>
                </c:pt>
                <c:pt idx="1">
                  <c:v>0.28293871991109998</c:v>
                </c:pt>
                <c:pt idx="2">
                  <c:v>0.23176742602118544</c:v>
                </c:pt>
                <c:pt idx="3">
                  <c:v>1.4912264979477712E-2</c:v>
                </c:pt>
                <c:pt idx="4">
                  <c:v>6.8951302134676387E-2</c:v>
                </c:pt>
              </c:numCache>
            </c:numRef>
          </c:val>
          <c:extLst>
            <c:ext xmlns:c16="http://schemas.microsoft.com/office/drawing/2014/chart" uri="{C3380CC4-5D6E-409C-BE32-E72D297353CC}">
              <c16:uniqueId val="{00000002-907D-4D3C-BFCA-489B0D8F2A88}"/>
            </c:ext>
          </c:extLst>
        </c:ser>
        <c:ser>
          <c:idx val="3"/>
          <c:order val="3"/>
          <c:tx>
            <c:strRef>
              <c:f>Sheet1!$L$26</c:f>
              <c:strCache>
                <c:ptCount val="1"/>
                <c:pt idx="0">
                  <c:v>2028E</c:v>
                </c:pt>
              </c:strCache>
            </c:strRef>
          </c:tx>
          <c:spPr>
            <a:solidFill>
              <a:schemeClr val="accent4"/>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Sheet1!$H$27:$H$31</c:f>
              <c:strCache>
                <c:ptCount val="5"/>
                <c:pt idx="0">
                  <c:v>Samsung</c:v>
                </c:pt>
                <c:pt idx="1">
                  <c:v>SK hynix</c:v>
                </c:pt>
                <c:pt idx="2">
                  <c:v>Micron</c:v>
                </c:pt>
                <c:pt idx="3">
                  <c:v>Nanya</c:v>
                </c:pt>
                <c:pt idx="4">
                  <c:v>Others
（incl.CXMT）</c:v>
                </c:pt>
              </c:strCache>
            </c:strRef>
          </c:cat>
          <c:val>
            <c:numRef>
              <c:f>Sheet1!$L$27:$L$31</c:f>
              <c:numCache>
                <c:formatCode>0%</c:formatCode>
                <c:ptCount val="5"/>
                <c:pt idx="0">
                  <c:v>0.39513097615411724</c:v>
                </c:pt>
                <c:pt idx="1">
                  <c:v>0.2764154822036885</c:v>
                </c:pt>
                <c:pt idx="2">
                  <c:v>0.2320274873722542</c:v>
                </c:pt>
                <c:pt idx="3">
                  <c:v>1.5814049101374367E-2</c:v>
                </c:pt>
                <c:pt idx="4">
                  <c:v>7.550217314695172E-2</c:v>
                </c:pt>
              </c:numCache>
            </c:numRef>
          </c:val>
          <c:extLst>
            <c:ext xmlns:c16="http://schemas.microsoft.com/office/drawing/2014/chart" uri="{C3380CC4-5D6E-409C-BE32-E72D297353CC}">
              <c16:uniqueId val="{00000003-907D-4D3C-BFCA-489B0D8F2A88}"/>
            </c:ext>
          </c:extLst>
        </c:ser>
        <c:dLbls>
          <c:dLblPos val="outEnd"/>
          <c:showLegendKey val="0"/>
          <c:showVal val="1"/>
          <c:showCatName val="0"/>
          <c:showSerName val="0"/>
          <c:showPercent val="0"/>
          <c:showBubbleSize val="0"/>
        </c:dLbls>
        <c:gapWidth val="219"/>
        <c:overlap val="-27"/>
        <c:axId val="117598592"/>
        <c:axId val="117599072"/>
      </c:barChart>
      <c:catAx>
        <c:axId val="1175985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17599072"/>
        <c:crosses val="autoZero"/>
        <c:auto val="1"/>
        <c:lblAlgn val="ctr"/>
        <c:lblOffset val="100"/>
        <c:noMultiLvlLbl val="0"/>
      </c:catAx>
      <c:valAx>
        <c:axId val="117599072"/>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1759859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tx1"/>
          </a:solidFill>
        </a:defRPr>
      </a:pPr>
      <a:endParaRPr lang="en-US"/>
    </a:p>
  </c:txPr>
  <c:externalData r:id="rId4">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Sheet1!$J$51</c:f>
              <c:strCache>
                <c:ptCount val="1"/>
                <c:pt idx="0">
                  <c:v>2025</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Sheet1!$I$52:$I$57</c:f>
              <c:strCache>
                <c:ptCount val="6"/>
                <c:pt idx="0">
                  <c:v>Samsung</c:v>
                </c:pt>
                <c:pt idx="1">
                  <c:v>Kioxia</c:v>
                </c:pt>
                <c:pt idx="2">
                  <c:v>SK hynix</c:v>
                </c:pt>
                <c:pt idx="3">
                  <c:v>WD</c:v>
                </c:pt>
                <c:pt idx="4">
                  <c:v>YMTC</c:v>
                </c:pt>
                <c:pt idx="5">
                  <c:v>Micron</c:v>
                </c:pt>
              </c:strCache>
            </c:strRef>
          </c:cat>
          <c:val>
            <c:numRef>
              <c:f>Sheet1!$J$52:$J$57</c:f>
              <c:numCache>
                <c:formatCode>0%</c:formatCode>
                <c:ptCount val="6"/>
                <c:pt idx="0">
                  <c:v>0.29250899574746486</c:v>
                </c:pt>
                <c:pt idx="1">
                  <c:v>0.17847562970232253</c:v>
                </c:pt>
                <c:pt idx="2">
                  <c:v>0.17127903173045469</c:v>
                </c:pt>
                <c:pt idx="3">
                  <c:v>0.13402028132155708</c:v>
                </c:pt>
                <c:pt idx="4">
                  <c:v>0.10493948315341839</c:v>
                </c:pt>
                <c:pt idx="5">
                  <c:v>0.11874386653581943</c:v>
                </c:pt>
              </c:numCache>
            </c:numRef>
          </c:val>
          <c:extLst>
            <c:ext xmlns:c16="http://schemas.microsoft.com/office/drawing/2014/chart" uri="{C3380CC4-5D6E-409C-BE32-E72D297353CC}">
              <c16:uniqueId val="{00000000-5FAD-4AF4-BC10-02D4AFBAD662}"/>
            </c:ext>
          </c:extLst>
        </c:ser>
        <c:ser>
          <c:idx val="1"/>
          <c:order val="1"/>
          <c:tx>
            <c:strRef>
              <c:f>Sheet1!$K$51</c:f>
              <c:strCache>
                <c:ptCount val="1"/>
                <c:pt idx="0">
                  <c:v>2026E</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Sheet1!$I$52:$I$57</c:f>
              <c:strCache>
                <c:ptCount val="6"/>
                <c:pt idx="0">
                  <c:v>Samsung</c:v>
                </c:pt>
                <c:pt idx="1">
                  <c:v>Kioxia</c:v>
                </c:pt>
                <c:pt idx="2">
                  <c:v>SK hynix</c:v>
                </c:pt>
                <c:pt idx="3">
                  <c:v>WD</c:v>
                </c:pt>
                <c:pt idx="4">
                  <c:v>YMTC</c:v>
                </c:pt>
                <c:pt idx="5">
                  <c:v>Micron</c:v>
                </c:pt>
              </c:strCache>
            </c:strRef>
          </c:cat>
          <c:val>
            <c:numRef>
              <c:f>Sheet1!$K$52:$K$57</c:f>
              <c:numCache>
                <c:formatCode>0%</c:formatCode>
                <c:ptCount val="6"/>
                <c:pt idx="0">
                  <c:v>0.28698077772867875</c:v>
                </c:pt>
                <c:pt idx="1">
                  <c:v>0.17924215642951835</c:v>
                </c:pt>
                <c:pt idx="2">
                  <c:v>0.17283473265576668</c:v>
                </c:pt>
                <c:pt idx="3">
                  <c:v>0.13491493592576226</c:v>
                </c:pt>
                <c:pt idx="4">
                  <c:v>0.10666151126822801</c:v>
                </c:pt>
                <c:pt idx="5">
                  <c:v>0.11933826778612461</c:v>
                </c:pt>
              </c:numCache>
            </c:numRef>
          </c:val>
          <c:extLst>
            <c:ext xmlns:c16="http://schemas.microsoft.com/office/drawing/2014/chart" uri="{C3380CC4-5D6E-409C-BE32-E72D297353CC}">
              <c16:uniqueId val="{00000001-5FAD-4AF4-BC10-02D4AFBAD662}"/>
            </c:ext>
          </c:extLst>
        </c:ser>
        <c:ser>
          <c:idx val="2"/>
          <c:order val="2"/>
          <c:tx>
            <c:strRef>
              <c:f>Sheet1!$L$51</c:f>
              <c:strCache>
                <c:ptCount val="1"/>
                <c:pt idx="0">
                  <c:v>2027E</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Sheet1!$I$52:$I$57</c:f>
              <c:strCache>
                <c:ptCount val="6"/>
                <c:pt idx="0">
                  <c:v>Samsung</c:v>
                </c:pt>
                <c:pt idx="1">
                  <c:v>Kioxia</c:v>
                </c:pt>
                <c:pt idx="2">
                  <c:v>SK hynix</c:v>
                </c:pt>
                <c:pt idx="3">
                  <c:v>WD</c:v>
                </c:pt>
                <c:pt idx="4">
                  <c:v>YMTC</c:v>
                </c:pt>
                <c:pt idx="5">
                  <c:v>Micron</c:v>
                </c:pt>
              </c:strCache>
            </c:strRef>
          </c:cat>
          <c:val>
            <c:numRef>
              <c:f>Sheet1!$L$52:$L$57</c:f>
              <c:numCache>
                <c:formatCode>0%</c:formatCode>
                <c:ptCount val="6"/>
                <c:pt idx="0">
                  <c:v>0.27805252579996836</c:v>
                </c:pt>
                <c:pt idx="1">
                  <c:v>0.17496556240543776</c:v>
                </c:pt>
                <c:pt idx="2">
                  <c:v>0.16755865682090193</c:v>
                </c:pt>
                <c:pt idx="3">
                  <c:v>0.1319016326807127</c:v>
                </c:pt>
                <c:pt idx="4">
                  <c:v>0.13275974979111624</c:v>
                </c:pt>
                <c:pt idx="5">
                  <c:v>0.11473929047264188</c:v>
                </c:pt>
              </c:numCache>
            </c:numRef>
          </c:val>
          <c:extLst>
            <c:ext xmlns:c16="http://schemas.microsoft.com/office/drawing/2014/chart" uri="{C3380CC4-5D6E-409C-BE32-E72D297353CC}">
              <c16:uniqueId val="{00000002-5FAD-4AF4-BC10-02D4AFBAD662}"/>
            </c:ext>
          </c:extLst>
        </c:ser>
        <c:ser>
          <c:idx val="3"/>
          <c:order val="3"/>
          <c:tx>
            <c:strRef>
              <c:f>Sheet1!$M$51</c:f>
              <c:strCache>
                <c:ptCount val="1"/>
                <c:pt idx="0">
                  <c:v>2028E</c:v>
                </c:pt>
              </c:strCache>
            </c:strRef>
          </c:tx>
          <c:spPr>
            <a:solidFill>
              <a:schemeClr val="accent4"/>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Sheet1!$I$52:$I$57</c:f>
              <c:strCache>
                <c:ptCount val="6"/>
                <c:pt idx="0">
                  <c:v>Samsung</c:v>
                </c:pt>
                <c:pt idx="1">
                  <c:v>Kioxia</c:v>
                </c:pt>
                <c:pt idx="2">
                  <c:v>SK hynix</c:v>
                </c:pt>
                <c:pt idx="3">
                  <c:v>WD</c:v>
                </c:pt>
                <c:pt idx="4">
                  <c:v>YMTC</c:v>
                </c:pt>
                <c:pt idx="5">
                  <c:v>Micron</c:v>
                </c:pt>
              </c:strCache>
            </c:strRef>
          </c:cat>
          <c:val>
            <c:numRef>
              <c:f>Sheet1!$M$52:$M$57</c:f>
              <c:numCache>
                <c:formatCode>0%</c:formatCode>
                <c:ptCount val="6"/>
                <c:pt idx="0">
                  <c:v>0.26897509489862048</c:v>
                </c:pt>
                <c:pt idx="1">
                  <c:v>0.17166928988056662</c:v>
                </c:pt>
                <c:pt idx="2">
                  <c:v>0.16242940468475142</c:v>
                </c:pt>
                <c:pt idx="3">
                  <c:v>0.12950652717340988</c:v>
                </c:pt>
                <c:pt idx="4">
                  <c:v>0.15439311174891213</c:v>
                </c:pt>
                <c:pt idx="5">
                  <c:v>0.11300805480973984</c:v>
                </c:pt>
              </c:numCache>
            </c:numRef>
          </c:val>
          <c:extLst>
            <c:ext xmlns:c16="http://schemas.microsoft.com/office/drawing/2014/chart" uri="{C3380CC4-5D6E-409C-BE32-E72D297353CC}">
              <c16:uniqueId val="{00000003-5FAD-4AF4-BC10-02D4AFBAD662}"/>
            </c:ext>
          </c:extLst>
        </c:ser>
        <c:dLbls>
          <c:dLblPos val="outEnd"/>
          <c:showLegendKey val="0"/>
          <c:showVal val="1"/>
          <c:showCatName val="0"/>
          <c:showSerName val="0"/>
          <c:showPercent val="0"/>
          <c:showBubbleSize val="0"/>
        </c:dLbls>
        <c:gapWidth val="219"/>
        <c:overlap val="-27"/>
        <c:axId val="124437632"/>
        <c:axId val="124439552"/>
      </c:barChart>
      <c:catAx>
        <c:axId val="1244376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24439552"/>
        <c:crosses val="autoZero"/>
        <c:auto val="1"/>
        <c:lblAlgn val="ctr"/>
        <c:lblOffset val="100"/>
        <c:noMultiLvlLbl val="0"/>
      </c:catAx>
      <c:valAx>
        <c:axId val="124439552"/>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2443763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tx1"/>
          </a:solidFill>
        </a:defRPr>
      </a:pPr>
      <a:endParaRPr lang="en-US"/>
    </a:p>
  </c:txPr>
  <c:externalData r:id="rId4">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Sheet1!$C$65</c:f>
              <c:strCache>
                <c:ptCount val="1"/>
                <c:pt idx="0">
                  <c:v>DRAM bit demand</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Sheet1!$B$66:$B$69</c:f>
              <c:strCache>
                <c:ptCount val="4"/>
                <c:pt idx="0">
                  <c:v>2025A</c:v>
                </c:pt>
                <c:pt idx="1">
                  <c:v>2026E</c:v>
                </c:pt>
                <c:pt idx="2">
                  <c:v>2027E</c:v>
                </c:pt>
                <c:pt idx="3">
                  <c:v>2028E</c:v>
                </c:pt>
              </c:strCache>
            </c:strRef>
          </c:cat>
          <c:val>
            <c:numRef>
              <c:f>Sheet1!$C$66:$C$69</c:f>
              <c:numCache>
                <c:formatCode>0%</c:formatCode>
                <c:ptCount val="4"/>
                <c:pt idx="0">
                  <c:v>0.20399999999999999</c:v>
                </c:pt>
                <c:pt idx="1">
                  <c:v>0.28399999999999997</c:v>
                </c:pt>
                <c:pt idx="2">
                  <c:v>0.251</c:v>
                </c:pt>
                <c:pt idx="3">
                  <c:v>0.19600000000000001</c:v>
                </c:pt>
              </c:numCache>
            </c:numRef>
          </c:val>
          <c:extLst>
            <c:ext xmlns:c16="http://schemas.microsoft.com/office/drawing/2014/chart" uri="{C3380CC4-5D6E-409C-BE32-E72D297353CC}">
              <c16:uniqueId val="{00000000-EBED-4159-B254-BC5DF4F0F5E8}"/>
            </c:ext>
          </c:extLst>
        </c:ser>
        <c:ser>
          <c:idx val="1"/>
          <c:order val="1"/>
          <c:tx>
            <c:strRef>
              <c:f>Sheet1!$D$65</c:f>
              <c:strCache>
                <c:ptCount val="1"/>
                <c:pt idx="0">
                  <c:v>DRAM bit shipment</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Sheet1!$B$66:$B$69</c:f>
              <c:strCache>
                <c:ptCount val="4"/>
                <c:pt idx="0">
                  <c:v>2025A</c:v>
                </c:pt>
                <c:pt idx="1">
                  <c:v>2026E</c:v>
                </c:pt>
                <c:pt idx="2">
                  <c:v>2027E</c:v>
                </c:pt>
                <c:pt idx="3">
                  <c:v>2028E</c:v>
                </c:pt>
              </c:strCache>
            </c:strRef>
          </c:cat>
          <c:val>
            <c:numRef>
              <c:f>Sheet1!$D$66:$D$69</c:f>
              <c:numCache>
                <c:formatCode>0%</c:formatCode>
                <c:ptCount val="4"/>
                <c:pt idx="0">
                  <c:v>0.193</c:v>
                </c:pt>
                <c:pt idx="1">
                  <c:v>0.20399999999999999</c:v>
                </c:pt>
                <c:pt idx="2">
                  <c:v>0.20899999999999999</c:v>
                </c:pt>
                <c:pt idx="3">
                  <c:v>0.222</c:v>
                </c:pt>
              </c:numCache>
            </c:numRef>
          </c:val>
          <c:extLst>
            <c:ext xmlns:c16="http://schemas.microsoft.com/office/drawing/2014/chart" uri="{C3380CC4-5D6E-409C-BE32-E72D297353CC}">
              <c16:uniqueId val="{00000001-EBED-4159-B254-BC5DF4F0F5E8}"/>
            </c:ext>
          </c:extLst>
        </c:ser>
        <c:dLbls>
          <c:dLblPos val="outEnd"/>
          <c:showLegendKey val="0"/>
          <c:showVal val="1"/>
          <c:showCatName val="0"/>
          <c:showSerName val="0"/>
          <c:showPercent val="0"/>
          <c:showBubbleSize val="0"/>
        </c:dLbls>
        <c:gapWidth val="219"/>
        <c:overlap val="-27"/>
        <c:axId val="211229344"/>
        <c:axId val="211230784"/>
      </c:barChart>
      <c:catAx>
        <c:axId val="2112293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211230784"/>
        <c:crosses val="autoZero"/>
        <c:auto val="1"/>
        <c:lblAlgn val="ctr"/>
        <c:lblOffset val="100"/>
        <c:noMultiLvlLbl val="0"/>
      </c:catAx>
      <c:valAx>
        <c:axId val="211230784"/>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21122934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solidFill>
            <a:schemeClr val="tx1"/>
          </a:solidFill>
        </a:defRPr>
      </a:pPr>
      <a:endParaRPr lang="en-US"/>
    </a:p>
  </c:txPr>
  <c:externalData r:id="rId4">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Sheet1!$C$74</c:f>
              <c:strCache>
                <c:ptCount val="1"/>
                <c:pt idx="0">
                  <c:v>NAND bit demand</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Sheet1!$B$75:$B$78</c:f>
              <c:strCache>
                <c:ptCount val="4"/>
                <c:pt idx="0">
                  <c:v>2025A</c:v>
                </c:pt>
                <c:pt idx="1">
                  <c:v>2026E</c:v>
                </c:pt>
                <c:pt idx="2">
                  <c:v>2027E</c:v>
                </c:pt>
                <c:pt idx="3">
                  <c:v>2028E</c:v>
                </c:pt>
              </c:strCache>
            </c:strRef>
          </c:cat>
          <c:val>
            <c:numRef>
              <c:f>Sheet1!$C$75:$C$78</c:f>
              <c:numCache>
                <c:formatCode>0%</c:formatCode>
                <c:ptCount val="4"/>
                <c:pt idx="0">
                  <c:v>0.17899999999999999</c:v>
                </c:pt>
                <c:pt idx="1">
                  <c:v>0.21099999999999999</c:v>
                </c:pt>
                <c:pt idx="2">
                  <c:v>0.26</c:v>
                </c:pt>
                <c:pt idx="3">
                  <c:v>0.20300000000000001</c:v>
                </c:pt>
              </c:numCache>
            </c:numRef>
          </c:val>
          <c:extLst>
            <c:ext xmlns:c16="http://schemas.microsoft.com/office/drawing/2014/chart" uri="{C3380CC4-5D6E-409C-BE32-E72D297353CC}">
              <c16:uniqueId val="{00000000-C6B5-43F1-A8DF-FD15B5BC4BF1}"/>
            </c:ext>
          </c:extLst>
        </c:ser>
        <c:ser>
          <c:idx val="1"/>
          <c:order val="1"/>
          <c:tx>
            <c:strRef>
              <c:f>Sheet1!$D$74</c:f>
              <c:strCache>
                <c:ptCount val="1"/>
                <c:pt idx="0">
                  <c:v>NAND bit shipment</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Sheet1!$B$75:$B$78</c:f>
              <c:strCache>
                <c:ptCount val="4"/>
                <c:pt idx="0">
                  <c:v>2025A</c:v>
                </c:pt>
                <c:pt idx="1">
                  <c:v>2026E</c:v>
                </c:pt>
                <c:pt idx="2">
                  <c:v>2027E</c:v>
                </c:pt>
                <c:pt idx="3">
                  <c:v>2028E</c:v>
                </c:pt>
              </c:strCache>
            </c:strRef>
          </c:cat>
          <c:val>
            <c:numRef>
              <c:f>Sheet1!$D$75:$D$78</c:f>
              <c:numCache>
                <c:formatCode>0%</c:formatCode>
                <c:ptCount val="4"/>
                <c:pt idx="0">
                  <c:v>0.14099999999999999</c:v>
                </c:pt>
                <c:pt idx="1">
                  <c:v>0.184</c:v>
                </c:pt>
                <c:pt idx="2">
                  <c:v>0.223</c:v>
                </c:pt>
                <c:pt idx="3">
                  <c:v>0.22</c:v>
                </c:pt>
              </c:numCache>
            </c:numRef>
          </c:val>
          <c:extLst>
            <c:ext xmlns:c16="http://schemas.microsoft.com/office/drawing/2014/chart" uri="{C3380CC4-5D6E-409C-BE32-E72D297353CC}">
              <c16:uniqueId val="{00000001-C6B5-43F1-A8DF-FD15B5BC4BF1}"/>
            </c:ext>
          </c:extLst>
        </c:ser>
        <c:dLbls>
          <c:dLblPos val="outEnd"/>
          <c:showLegendKey val="0"/>
          <c:showVal val="1"/>
          <c:showCatName val="0"/>
          <c:showSerName val="0"/>
          <c:showPercent val="0"/>
          <c:showBubbleSize val="0"/>
        </c:dLbls>
        <c:gapWidth val="219"/>
        <c:overlap val="-27"/>
        <c:axId val="1205416432"/>
        <c:axId val="1205433232"/>
      </c:barChart>
      <c:catAx>
        <c:axId val="12054164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205433232"/>
        <c:crosses val="autoZero"/>
        <c:auto val="1"/>
        <c:lblAlgn val="ctr"/>
        <c:lblOffset val="100"/>
        <c:noMultiLvlLbl val="0"/>
      </c:catAx>
      <c:valAx>
        <c:axId val="1205433232"/>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20541643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solidFill>
            <a:schemeClr val="tx1"/>
          </a:solidFill>
        </a:defRPr>
      </a:pPr>
      <a:endParaRPr lang="en-US"/>
    </a:p>
  </c:txPr>
  <c:externalData r:id="rId4">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DRAM市场份额!$C$30</c:f>
              <c:strCache>
                <c:ptCount val="1"/>
                <c:pt idx="0">
                  <c:v>2025</c:v>
                </c:pt>
              </c:strCache>
            </c:strRef>
          </c:tx>
          <c:spPr>
            <a:solidFill>
              <a:schemeClr val="accent1"/>
            </a:solidFill>
            <a:ln>
              <a:noFill/>
            </a:ln>
            <a:effectLst/>
          </c:spPr>
          <c:invertIfNegative val="0"/>
          <c:dLbls>
            <c:dLbl>
              <c:idx val="3"/>
              <c:layout>
                <c:manualLayout>
                  <c:x val="-1.94444444444444E-2"/>
                  <c:y val="-6.980802792321240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D71-4B6D-BA25-C76B41DF4321}"/>
                </c:ext>
              </c:extLst>
            </c:dLbl>
            <c:dLbl>
              <c:idx val="4"/>
              <c:layout>
                <c:manualLayout>
                  <c:x val="-2.5000000000000001E-2"/>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D71-4B6D-BA25-C76B41DF4321}"/>
                </c:ext>
              </c:extLst>
            </c:dLbl>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DRAM市场份额!$B$31:$B$35</c:f>
              <c:strCache>
                <c:ptCount val="5"/>
                <c:pt idx="0">
                  <c:v>Samsung</c:v>
                </c:pt>
                <c:pt idx="1">
                  <c:v>SK Hynix</c:v>
                </c:pt>
                <c:pt idx="2">
                  <c:v>Micron</c:v>
                </c:pt>
                <c:pt idx="3">
                  <c:v>CXMT</c:v>
                </c:pt>
                <c:pt idx="4">
                  <c:v>Nanya Tech</c:v>
                </c:pt>
              </c:strCache>
            </c:strRef>
          </c:cat>
          <c:val>
            <c:numRef>
              <c:f>DRAM市场份额!$C$31:$C$35</c:f>
              <c:numCache>
                <c:formatCode>0.0%</c:formatCode>
                <c:ptCount val="5"/>
                <c:pt idx="0">
                  <c:v>0.38200000000000001</c:v>
                </c:pt>
                <c:pt idx="1">
                  <c:v>0.29599999999999999</c:v>
                </c:pt>
                <c:pt idx="2">
                  <c:v>0.23400000000000001</c:v>
                </c:pt>
                <c:pt idx="3">
                  <c:v>7.0000000000000007E-2</c:v>
                </c:pt>
                <c:pt idx="4">
                  <c:v>1.4999999999999999E-2</c:v>
                </c:pt>
              </c:numCache>
            </c:numRef>
          </c:val>
          <c:extLst>
            <c:ext xmlns:c16="http://schemas.microsoft.com/office/drawing/2014/chart" uri="{C3380CC4-5D6E-409C-BE32-E72D297353CC}">
              <c16:uniqueId val="{00000002-5D71-4B6D-BA25-C76B41DF4321}"/>
            </c:ext>
          </c:extLst>
        </c:ser>
        <c:ser>
          <c:idx val="1"/>
          <c:order val="1"/>
          <c:tx>
            <c:strRef>
              <c:f>DRAM市场份额!$D$30</c:f>
              <c:strCache>
                <c:ptCount val="1"/>
                <c:pt idx="0">
                  <c:v>2026E</c:v>
                </c:pt>
              </c:strCache>
            </c:strRef>
          </c:tx>
          <c:spPr>
            <a:solidFill>
              <a:schemeClr val="accent2"/>
            </a:solidFill>
            <a:ln>
              <a:noFill/>
            </a:ln>
            <a:effectLst/>
          </c:spPr>
          <c:invertIfNegative val="0"/>
          <c:dLbls>
            <c:dLbl>
              <c:idx val="0"/>
              <c:layout>
                <c:manualLayout>
                  <c:x val="2.7777777777777801E-2"/>
                  <c:y val="-4.537521815008729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D71-4B6D-BA25-C76B41DF4321}"/>
                </c:ext>
              </c:extLst>
            </c:dLbl>
            <c:dLbl>
              <c:idx val="1"/>
              <c:layout>
                <c:manualLayout>
                  <c:x val="1.6666666666666701E-2"/>
                  <c:y val="-2.443280977312390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5D71-4B6D-BA25-C76B41DF4321}"/>
                </c:ext>
              </c:extLst>
            </c:dLbl>
            <c:dLbl>
              <c:idx val="2"/>
              <c:layout>
                <c:manualLayout>
                  <c:x val="3.05555555555556E-2"/>
                  <c:y val="-3.1413612565444997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5D71-4B6D-BA25-C76B41DF4321}"/>
                </c:ext>
              </c:extLst>
            </c:dLbl>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DRAM市场份额!$B$31:$B$35</c:f>
              <c:strCache>
                <c:ptCount val="5"/>
                <c:pt idx="0">
                  <c:v>Samsung</c:v>
                </c:pt>
                <c:pt idx="1">
                  <c:v>SK Hynix</c:v>
                </c:pt>
                <c:pt idx="2">
                  <c:v>Micron</c:v>
                </c:pt>
                <c:pt idx="3">
                  <c:v>CXMT</c:v>
                </c:pt>
                <c:pt idx="4">
                  <c:v>Nanya Tech</c:v>
                </c:pt>
              </c:strCache>
            </c:strRef>
          </c:cat>
          <c:val>
            <c:numRef>
              <c:f>DRAM市场份额!$D$31:$D$35</c:f>
              <c:numCache>
                <c:formatCode>0.0%</c:formatCode>
                <c:ptCount val="5"/>
                <c:pt idx="0">
                  <c:v>0.375</c:v>
                </c:pt>
                <c:pt idx="1">
                  <c:v>0.30199999999999999</c:v>
                </c:pt>
                <c:pt idx="2">
                  <c:v>0.23499999999999999</c:v>
                </c:pt>
                <c:pt idx="3">
                  <c:v>7.2999999999999995E-2</c:v>
                </c:pt>
                <c:pt idx="4">
                  <c:v>1.4E-2</c:v>
                </c:pt>
              </c:numCache>
            </c:numRef>
          </c:val>
          <c:extLst>
            <c:ext xmlns:c16="http://schemas.microsoft.com/office/drawing/2014/chart" uri="{C3380CC4-5D6E-409C-BE32-E72D297353CC}">
              <c16:uniqueId val="{00000006-5D71-4B6D-BA25-C76B41DF4321}"/>
            </c:ext>
          </c:extLst>
        </c:ser>
        <c:ser>
          <c:idx val="2"/>
          <c:order val="2"/>
          <c:tx>
            <c:strRef>
              <c:f>DRAM市场份额!$E$30</c:f>
              <c:strCache>
                <c:ptCount val="1"/>
                <c:pt idx="0">
                  <c:v>2027E</c:v>
                </c:pt>
              </c:strCache>
            </c:strRef>
          </c:tx>
          <c:spPr>
            <a:solidFill>
              <a:schemeClr val="accent3"/>
            </a:solidFill>
            <a:ln>
              <a:noFill/>
            </a:ln>
            <a:effectLst/>
          </c:spPr>
          <c:invertIfNegative val="0"/>
          <c:dLbls>
            <c:dLbl>
              <c:idx val="0"/>
              <c:layout>
                <c:manualLayout>
                  <c:x val="6.3888888888888898E-2"/>
                  <c:y val="-1.59974882613864E-1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5D71-4B6D-BA25-C76B41DF4321}"/>
                </c:ext>
              </c:extLst>
            </c:dLbl>
            <c:dLbl>
              <c:idx val="1"/>
              <c:layout>
                <c:manualLayout>
                  <c:x val="4.4444444444444398E-2"/>
                  <c:y val="-1.396160558464219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5D71-4B6D-BA25-C76B41DF4321}"/>
                </c:ext>
              </c:extLst>
            </c:dLbl>
            <c:dLbl>
              <c:idx val="2"/>
              <c:layout>
                <c:manualLayout>
                  <c:x val="6.9444444444444295E-2"/>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5D71-4B6D-BA25-C76B41DF4321}"/>
                </c:ext>
              </c:extLst>
            </c:dLbl>
            <c:dLbl>
              <c:idx val="3"/>
              <c:layout>
                <c:manualLayout>
                  <c:x val="3.6111111111111198E-2"/>
                  <c:y val="-1.396160558464219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5D71-4B6D-BA25-C76B41DF4321}"/>
                </c:ext>
              </c:extLst>
            </c:dLbl>
            <c:dLbl>
              <c:idx val="4"/>
              <c:layout>
                <c:manualLayout>
                  <c:x val="1.94444444444444E-2"/>
                  <c:y val="-3.8394415357766103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5D71-4B6D-BA25-C76B41DF4321}"/>
                </c:ext>
              </c:extLst>
            </c:dLbl>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DRAM市场份额!$B$31:$B$35</c:f>
              <c:strCache>
                <c:ptCount val="5"/>
                <c:pt idx="0">
                  <c:v>Samsung</c:v>
                </c:pt>
                <c:pt idx="1">
                  <c:v>SK Hynix</c:v>
                </c:pt>
                <c:pt idx="2">
                  <c:v>Micron</c:v>
                </c:pt>
                <c:pt idx="3">
                  <c:v>CXMT</c:v>
                </c:pt>
                <c:pt idx="4">
                  <c:v>Nanya Tech</c:v>
                </c:pt>
              </c:strCache>
            </c:strRef>
          </c:cat>
          <c:val>
            <c:numRef>
              <c:f>DRAM市场份额!$E$31:$E$35</c:f>
              <c:numCache>
                <c:formatCode>0.0%</c:formatCode>
                <c:ptCount val="5"/>
                <c:pt idx="0">
                  <c:v>0.373</c:v>
                </c:pt>
                <c:pt idx="1">
                  <c:v>0.29799999999999999</c:v>
                </c:pt>
                <c:pt idx="2">
                  <c:v>0.23</c:v>
                </c:pt>
                <c:pt idx="3">
                  <c:v>8.4000000000000005E-2</c:v>
                </c:pt>
                <c:pt idx="4">
                  <c:v>1.2E-2</c:v>
                </c:pt>
              </c:numCache>
            </c:numRef>
          </c:val>
          <c:extLst>
            <c:ext xmlns:c16="http://schemas.microsoft.com/office/drawing/2014/chart" uri="{C3380CC4-5D6E-409C-BE32-E72D297353CC}">
              <c16:uniqueId val="{0000000C-5D71-4B6D-BA25-C76B41DF4321}"/>
            </c:ext>
          </c:extLst>
        </c:ser>
        <c:dLbls>
          <c:showLegendKey val="0"/>
          <c:showVal val="0"/>
          <c:showCatName val="0"/>
          <c:showSerName val="0"/>
          <c:showPercent val="0"/>
          <c:showBubbleSize val="0"/>
        </c:dLbls>
        <c:gapWidth val="219"/>
        <c:overlap val="-27"/>
        <c:axId val="1997790336"/>
        <c:axId val="1997796576"/>
      </c:barChart>
      <c:catAx>
        <c:axId val="19977903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crossAx val="1997796576"/>
        <c:crosses val="autoZero"/>
        <c:auto val="1"/>
        <c:lblAlgn val="ctr"/>
        <c:lblOffset val="100"/>
        <c:noMultiLvlLbl val="0"/>
      </c:catAx>
      <c:valAx>
        <c:axId val="1997796576"/>
        <c:scaling>
          <c:orientation val="minMax"/>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crossAx val="199779033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uri="{0b15fc19-7d7d-44ad-8c2d-2c3a37ce22c3}">
        <chartProps xmlns="https://web.wps.cn/et/2018/main" chartId="{2622d925-e282-4d55-9bf0-1e6255de79b0}"/>
      </c:ext>
    </c:extLst>
  </c:chart>
  <c:spPr>
    <a:noFill/>
    <a:ln>
      <a:noFill/>
    </a:ln>
    <a:effectLst/>
  </c:spPr>
  <c:txPr>
    <a:bodyPr/>
    <a:lstStyle/>
    <a:p>
      <a:pPr>
        <a:defRPr lang="en-US"/>
      </a:pPr>
      <a:endParaRPr lang="en-US"/>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2218229610221183"/>
          <c:y val="4.4809147352812218E-2"/>
          <c:w val="0.61742261953010114"/>
          <c:h val="0.85314146764231069"/>
        </c:manualLayout>
      </c:layout>
      <c:barChart>
        <c:barDir val="bar"/>
        <c:grouping val="clustered"/>
        <c:varyColors val="0"/>
        <c:ser>
          <c:idx val="0"/>
          <c:order val="0"/>
          <c:tx>
            <c:strRef>
              <c:f>TBC市场占比!$D$1</c:f>
              <c:strCache>
                <c:ptCount val="1"/>
                <c:pt idx="0">
                  <c:v>市占率(%)</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accent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TBC市场占比!$C$2:$C$8</c:f>
              <c:strCache>
                <c:ptCount val="7"/>
                <c:pt idx="0">
                  <c:v>Besi</c:v>
                </c:pt>
                <c:pt idx="1">
                  <c:v>K&amp;S</c:v>
                </c:pt>
                <c:pt idx="2">
                  <c:v>韩华Semictech</c:v>
                </c:pt>
                <c:pt idx="3">
                  <c:v>Yamaha Robotics</c:v>
                </c:pt>
                <c:pt idx="4">
                  <c:v>ASMPT</c:v>
                </c:pt>
                <c:pt idx="5">
                  <c:v>SEMES</c:v>
                </c:pt>
                <c:pt idx="6">
                  <c:v>韩美半导体(Hanmi)</c:v>
                </c:pt>
              </c:strCache>
            </c:strRef>
          </c:cat>
          <c:val>
            <c:numRef>
              <c:f>TBC市场占比!$D$2:$D$8</c:f>
              <c:numCache>
                <c:formatCode>General</c:formatCode>
                <c:ptCount val="7"/>
                <c:pt idx="0">
                  <c:v>0.3</c:v>
                </c:pt>
                <c:pt idx="1">
                  <c:v>1.1000000000000001</c:v>
                </c:pt>
                <c:pt idx="2">
                  <c:v>3.2</c:v>
                </c:pt>
                <c:pt idx="3">
                  <c:v>5.6</c:v>
                </c:pt>
                <c:pt idx="4">
                  <c:v>5.6</c:v>
                </c:pt>
                <c:pt idx="5">
                  <c:v>13.1</c:v>
                </c:pt>
                <c:pt idx="6">
                  <c:v>71.2</c:v>
                </c:pt>
              </c:numCache>
            </c:numRef>
          </c:val>
          <c:extLst>
            <c:ext xmlns:c16="http://schemas.microsoft.com/office/drawing/2014/chart" uri="{C3380CC4-5D6E-409C-BE32-E72D297353CC}">
              <c16:uniqueId val="{00000000-D0D2-4B98-B89B-D07696742771}"/>
            </c:ext>
          </c:extLst>
        </c:ser>
        <c:dLbls>
          <c:showLegendKey val="0"/>
          <c:showVal val="0"/>
          <c:showCatName val="0"/>
          <c:showSerName val="0"/>
          <c:showPercent val="0"/>
          <c:showBubbleSize val="0"/>
        </c:dLbls>
        <c:gapWidth val="100"/>
        <c:axId val="1709563488"/>
        <c:axId val="1709564928"/>
      </c:barChart>
      <c:catAx>
        <c:axId val="170956348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50000"/>
                  </a:schemeClr>
                </a:solidFill>
                <a:latin typeface="+mj-lt"/>
                <a:ea typeface="+mn-ea"/>
                <a:cs typeface="+mn-cs"/>
              </a:defRPr>
            </a:pPr>
            <a:endParaRPr lang="en-US"/>
          </a:p>
        </c:txPr>
        <c:crossAx val="1709564928"/>
        <c:crosses val="autoZero"/>
        <c:auto val="1"/>
        <c:lblAlgn val="ctr"/>
        <c:lblOffset val="100"/>
        <c:noMultiLvlLbl val="0"/>
      </c:catAx>
      <c:valAx>
        <c:axId val="1709564928"/>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50000"/>
                  </a:schemeClr>
                </a:solidFill>
                <a:latin typeface="+mn-lt"/>
                <a:ea typeface="+mn-ea"/>
                <a:cs typeface="+mn-cs"/>
              </a:defRPr>
            </a:pPr>
            <a:endParaRPr lang="en-US"/>
          </a:p>
        </c:txPr>
        <c:crossAx val="170956348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6580927384076991E-2"/>
          <c:y val="0.18576552930883639"/>
          <c:w val="0.84021303587051621"/>
          <c:h val="0.70683508311461063"/>
        </c:manualLayout>
      </c:layout>
      <c:barChart>
        <c:barDir val="col"/>
        <c:grouping val="stacked"/>
        <c:varyColors val="0"/>
        <c:ser>
          <c:idx val="0"/>
          <c:order val="0"/>
          <c:tx>
            <c:strRef>
              <c:f>MLCC企业!$G$2</c:f>
              <c:strCache>
                <c:ptCount val="1"/>
                <c:pt idx="0">
                  <c:v>村田(Murata)</c:v>
                </c:pt>
              </c:strCache>
            </c:strRef>
          </c:tx>
          <c:spPr>
            <a:solidFill>
              <a:srgbClr val="C00000"/>
            </a:solidFill>
            <a:ln>
              <a:noFill/>
            </a:ln>
            <a:effectLst/>
          </c:spPr>
          <c:invertIfNegative val="0"/>
          <c:cat>
            <c:strRef>
              <c:f>MLCC企业!$H$1:$O$1</c:f>
              <c:strCache>
                <c:ptCount val="8"/>
                <c:pt idx="0">
                  <c:v>2020</c:v>
                </c:pt>
                <c:pt idx="1">
                  <c:v>2021</c:v>
                </c:pt>
                <c:pt idx="2">
                  <c:v>2022</c:v>
                </c:pt>
                <c:pt idx="3">
                  <c:v>2023</c:v>
                </c:pt>
                <c:pt idx="4">
                  <c:v>2024</c:v>
                </c:pt>
                <c:pt idx="5">
                  <c:v>2025</c:v>
                </c:pt>
                <c:pt idx="6">
                  <c:v>2026E</c:v>
                </c:pt>
                <c:pt idx="7">
                  <c:v>2027E</c:v>
                </c:pt>
              </c:strCache>
            </c:strRef>
          </c:cat>
          <c:val>
            <c:numRef>
              <c:f>MLCC企业!$H$2:$O$2</c:f>
              <c:numCache>
                <c:formatCode>General</c:formatCode>
                <c:ptCount val="8"/>
                <c:pt idx="0">
                  <c:v>5.6</c:v>
                </c:pt>
                <c:pt idx="1">
                  <c:v>7</c:v>
                </c:pt>
                <c:pt idx="2">
                  <c:v>6</c:v>
                </c:pt>
                <c:pt idx="3">
                  <c:v>5.2</c:v>
                </c:pt>
                <c:pt idx="4">
                  <c:v>5.5</c:v>
                </c:pt>
                <c:pt idx="5">
                  <c:v>6.3</c:v>
                </c:pt>
                <c:pt idx="6">
                  <c:v>6.7</c:v>
                </c:pt>
                <c:pt idx="7">
                  <c:v>7.7</c:v>
                </c:pt>
              </c:numCache>
            </c:numRef>
          </c:val>
          <c:extLst>
            <c:ext xmlns:c16="http://schemas.microsoft.com/office/drawing/2014/chart" uri="{C3380CC4-5D6E-409C-BE32-E72D297353CC}">
              <c16:uniqueId val="{00000000-9E67-41CA-9614-A5C536606617}"/>
            </c:ext>
          </c:extLst>
        </c:ser>
        <c:ser>
          <c:idx val="1"/>
          <c:order val="1"/>
          <c:tx>
            <c:strRef>
              <c:f>MLCC企业!$G$3</c:f>
              <c:strCache>
                <c:ptCount val="1"/>
                <c:pt idx="0">
                  <c:v>三星电机(SEMCO)</c:v>
                </c:pt>
              </c:strCache>
            </c:strRef>
          </c:tx>
          <c:spPr>
            <a:solidFill>
              <a:schemeClr val="accent1"/>
            </a:solidFill>
            <a:ln>
              <a:noFill/>
            </a:ln>
            <a:effectLst/>
          </c:spPr>
          <c:invertIfNegative val="0"/>
          <c:cat>
            <c:strRef>
              <c:f>MLCC企业!$H$1:$O$1</c:f>
              <c:strCache>
                <c:ptCount val="8"/>
                <c:pt idx="0">
                  <c:v>2020</c:v>
                </c:pt>
                <c:pt idx="1">
                  <c:v>2021</c:v>
                </c:pt>
                <c:pt idx="2">
                  <c:v>2022</c:v>
                </c:pt>
                <c:pt idx="3">
                  <c:v>2023</c:v>
                </c:pt>
                <c:pt idx="4">
                  <c:v>2024</c:v>
                </c:pt>
                <c:pt idx="5">
                  <c:v>2025</c:v>
                </c:pt>
                <c:pt idx="6">
                  <c:v>2026E</c:v>
                </c:pt>
                <c:pt idx="7">
                  <c:v>2027E</c:v>
                </c:pt>
              </c:strCache>
            </c:strRef>
          </c:cat>
          <c:val>
            <c:numRef>
              <c:f>MLCC企业!$H$3:$O$3</c:f>
              <c:numCache>
                <c:formatCode>General</c:formatCode>
                <c:ptCount val="8"/>
                <c:pt idx="0">
                  <c:v>2.8</c:v>
                </c:pt>
                <c:pt idx="1">
                  <c:v>3.9</c:v>
                </c:pt>
                <c:pt idx="2">
                  <c:v>2.9</c:v>
                </c:pt>
                <c:pt idx="3">
                  <c:v>2.7</c:v>
                </c:pt>
                <c:pt idx="4">
                  <c:v>2.9</c:v>
                </c:pt>
                <c:pt idx="5">
                  <c:v>3.3</c:v>
                </c:pt>
                <c:pt idx="6">
                  <c:v>4</c:v>
                </c:pt>
                <c:pt idx="7">
                  <c:v>5</c:v>
                </c:pt>
              </c:numCache>
            </c:numRef>
          </c:val>
          <c:extLst>
            <c:ext xmlns:c16="http://schemas.microsoft.com/office/drawing/2014/chart" uri="{C3380CC4-5D6E-409C-BE32-E72D297353CC}">
              <c16:uniqueId val="{00000001-9E67-41CA-9614-A5C536606617}"/>
            </c:ext>
          </c:extLst>
        </c:ser>
        <c:ser>
          <c:idx val="2"/>
          <c:order val="2"/>
          <c:tx>
            <c:strRef>
              <c:f>MLCC企业!$G$4</c:f>
              <c:strCache>
                <c:ptCount val="1"/>
                <c:pt idx="0">
                  <c:v>太阳诱电(Taiyo Yuden)</c:v>
                </c:pt>
              </c:strCache>
            </c:strRef>
          </c:tx>
          <c:spPr>
            <a:solidFill>
              <a:schemeClr val="accent3"/>
            </a:solidFill>
            <a:ln>
              <a:noFill/>
            </a:ln>
            <a:effectLst/>
          </c:spPr>
          <c:invertIfNegative val="0"/>
          <c:cat>
            <c:strRef>
              <c:f>MLCC企业!$H$1:$O$1</c:f>
              <c:strCache>
                <c:ptCount val="8"/>
                <c:pt idx="0">
                  <c:v>2020</c:v>
                </c:pt>
                <c:pt idx="1">
                  <c:v>2021</c:v>
                </c:pt>
                <c:pt idx="2">
                  <c:v>2022</c:v>
                </c:pt>
                <c:pt idx="3">
                  <c:v>2023</c:v>
                </c:pt>
                <c:pt idx="4">
                  <c:v>2024</c:v>
                </c:pt>
                <c:pt idx="5">
                  <c:v>2025</c:v>
                </c:pt>
                <c:pt idx="6">
                  <c:v>2026E</c:v>
                </c:pt>
                <c:pt idx="7">
                  <c:v>2027E</c:v>
                </c:pt>
              </c:strCache>
            </c:strRef>
          </c:cat>
          <c:val>
            <c:numRef>
              <c:f>MLCC企业!$H$4:$O$4</c:f>
              <c:numCache>
                <c:formatCode>General</c:formatCode>
                <c:ptCount val="8"/>
                <c:pt idx="0">
                  <c:v>1.8</c:v>
                </c:pt>
                <c:pt idx="1">
                  <c:v>2</c:v>
                </c:pt>
                <c:pt idx="2">
                  <c:v>1.7</c:v>
                </c:pt>
                <c:pt idx="3">
                  <c:v>1.4</c:v>
                </c:pt>
                <c:pt idx="4">
                  <c:v>1.5</c:v>
                </c:pt>
                <c:pt idx="5">
                  <c:v>1.7</c:v>
                </c:pt>
                <c:pt idx="6">
                  <c:v>1.8</c:v>
                </c:pt>
                <c:pt idx="7">
                  <c:v>2.1</c:v>
                </c:pt>
              </c:numCache>
            </c:numRef>
          </c:val>
          <c:extLst>
            <c:ext xmlns:c16="http://schemas.microsoft.com/office/drawing/2014/chart" uri="{C3380CC4-5D6E-409C-BE32-E72D297353CC}">
              <c16:uniqueId val="{00000002-9E67-41CA-9614-A5C536606617}"/>
            </c:ext>
          </c:extLst>
        </c:ser>
        <c:ser>
          <c:idx val="3"/>
          <c:order val="3"/>
          <c:tx>
            <c:strRef>
              <c:f>MLCC企业!$G$5</c:f>
              <c:strCache>
                <c:ptCount val="1"/>
                <c:pt idx="0">
                  <c:v>TDK</c:v>
                </c:pt>
              </c:strCache>
            </c:strRef>
          </c:tx>
          <c:spPr>
            <a:solidFill>
              <a:schemeClr val="accent4"/>
            </a:solidFill>
            <a:ln>
              <a:noFill/>
            </a:ln>
            <a:effectLst/>
          </c:spPr>
          <c:invertIfNegative val="0"/>
          <c:cat>
            <c:strRef>
              <c:f>MLCC企业!$H$1:$O$1</c:f>
              <c:strCache>
                <c:ptCount val="8"/>
                <c:pt idx="0">
                  <c:v>2020</c:v>
                </c:pt>
                <c:pt idx="1">
                  <c:v>2021</c:v>
                </c:pt>
                <c:pt idx="2">
                  <c:v>2022</c:v>
                </c:pt>
                <c:pt idx="3">
                  <c:v>2023</c:v>
                </c:pt>
                <c:pt idx="4">
                  <c:v>2024</c:v>
                </c:pt>
                <c:pt idx="5">
                  <c:v>2025</c:v>
                </c:pt>
                <c:pt idx="6">
                  <c:v>2026E</c:v>
                </c:pt>
                <c:pt idx="7">
                  <c:v>2027E</c:v>
                </c:pt>
              </c:strCache>
            </c:strRef>
          </c:cat>
          <c:val>
            <c:numRef>
              <c:f>MLCC企业!$H$5:$O$5</c:f>
              <c:numCache>
                <c:formatCode>General</c:formatCode>
                <c:ptCount val="8"/>
                <c:pt idx="0">
                  <c:v>1</c:v>
                </c:pt>
                <c:pt idx="1">
                  <c:v>1.1000000000000001</c:v>
                </c:pt>
                <c:pt idx="2">
                  <c:v>1.1000000000000001</c:v>
                </c:pt>
                <c:pt idx="3">
                  <c:v>1.7</c:v>
                </c:pt>
                <c:pt idx="4">
                  <c:v>1.5</c:v>
                </c:pt>
                <c:pt idx="5">
                  <c:v>1.7</c:v>
                </c:pt>
                <c:pt idx="6">
                  <c:v>1.9</c:v>
                </c:pt>
                <c:pt idx="7">
                  <c:v>2</c:v>
                </c:pt>
              </c:numCache>
            </c:numRef>
          </c:val>
          <c:extLst>
            <c:ext xmlns:c16="http://schemas.microsoft.com/office/drawing/2014/chart" uri="{C3380CC4-5D6E-409C-BE32-E72D297353CC}">
              <c16:uniqueId val="{00000003-9E67-41CA-9614-A5C536606617}"/>
            </c:ext>
          </c:extLst>
        </c:ser>
        <c:ser>
          <c:idx val="4"/>
          <c:order val="4"/>
          <c:tx>
            <c:strRef>
              <c:f>MLCC企业!$G$6</c:f>
              <c:strCache>
                <c:ptCount val="1"/>
                <c:pt idx="0">
                  <c:v>国巨(Yageo)</c:v>
                </c:pt>
              </c:strCache>
            </c:strRef>
          </c:tx>
          <c:spPr>
            <a:solidFill>
              <a:schemeClr val="accent5"/>
            </a:solidFill>
            <a:ln>
              <a:noFill/>
            </a:ln>
            <a:effectLst/>
          </c:spPr>
          <c:invertIfNegative val="0"/>
          <c:cat>
            <c:strRef>
              <c:f>MLCC企业!$H$1:$O$1</c:f>
              <c:strCache>
                <c:ptCount val="8"/>
                <c:pt idx="0">
                  <c:v>2020</c:v>
                </c:pt>
                <c:pt idx="1">
                  <c:v>2021</c:v>
                </c:pt>
                <c:pt idx="2">
                  <c:v>2022</c:v>
                </c:pt>
                <c:pt idx="3">
                  <c:v>2023</c:v>
                </c:pt>
                <c:pt idx="4">
                  <c:v>2024</c:v>
                </c:pt>
                <c:pt idx="5">
                  <c:v>2025</c:v>
                </c:pt>
                <c:pt idx="6">
                  <c:v>2026E</c:v>
                </c:pt>
                <c:pt idx="7">
                  <c:v>2027E</c:v>
                </c:pt>
              </c:strCache>
            </c:strRef>
          </c:cat>
          <c:val>
            <c:numRef>
              <c:f>MLCC企业!$H$6:$O$6</c:f>
              <c:numCache>
                <c:formatCode>General</c:formatCode>
                <c:ptCount val="8"/>
                <c:pt idx="0">
                  <c:v>0.5</c:v>
                </c:pt>
                <c:pt idx="1">
                  <c:v>0.6</c:v>
                </c:pt>
                <c:pt idx="2">
                  <c:v>0.4</c:v>
                </c:pt>
                <c:pt idx="3">
                  <c:v>0.3</c:v>
                </c:pt>
                <c:pt idx="4">
                  <c:v>0.3</c:v>
                </c:pt>
                <c:pt idx="5">
                  <c:v>0.3</c:v>
                </c:pt>
                <c:pt idx="6">
                  <c:v>0.3</c:v>
                </c:pt>
                <c:pt idx="7">
                  <c:v>0.4</c:v>
                </c:pt>
              </c:numCache>
            </c:numRef>
          </c:val>
          <c:extLst>
            <c:ext xmlns:c16="http://schemas.microsoft.com/office/drawing/2014/chart" uri="{C3380CC4-5D6E-409C-BE32-E72D297353CC}">
              <c16:uniqueId val="{00000004-9E67-41CA-9614-A5C536606617}"/>
            </c:ext>
          </c:extLst>
        </c:ser>
        <c:dLbls>
          <c:showLegendKey val="0"/>
          <c:showVal val="0"/>
          <c:showCatName val="0"/>
          <c:showSerName val="0"/>
          <c:showPercent val="0"/>
          <c:showBubbleSize val="0"/>
        </c:dLbls>
        <c:gapWidth val="219"/>
        <c:overlap val="100"/>
        <c:axId val="1675233440"/>
        <c:axId val="1675232000"/>
      </c:barChart>
      <c:lineChart>
        <c:grouping val="standard"/>
        <c:varyColors val="0"/>
        <c:ser>
          <c:idx val="5"/>
          <c:order val="5"/>
          <c:tx>
            <c:strRef>
              <c:f>MLCC企业!$G$7</c:f>
              <c:strCache>
                <c:ptCount val="1"/>
                <c:pt idx="0">
                  <c:v>YoY（右轴）</c:v>
                </c:pt>
              </c:strCache>
            </c:strRef>
          </c:tx>
          <c:spPr>
            <a:ln w="28575" cap="rnd">
              <a:solidFill>
                <a:schemeClr val="accent6"/>
              </a:solidFill>
              <a:round/>
            </a:ln>
            <a:effectLst/>
          </c:spPr>
          <c:marker>
            <c:symbol val="none"/>
          </c:marker>
          <c:cat>
            <c:strRef>
              <c:f>MLCC企业!$H$1:$O$1</c:f>
              <c:strCache>
                <c:ptCount val="8"/>
                <c:pt idx="0">
                  <c:v>2020</c:v>
                </c:pt>
                <c:pt idx="1">
                  <c:v>2021</c:v>
                </c:pt>
                <c:pt idx="2">
                  <c:v>2022</c:v>
                </c:pt>
                <c:pt idx="3">
                  <c:v>2023</c:v>
                </c:pt>
                <c:pt idx="4">
                  <c:v>2024</c:v>
                </c:pt>
                <c:pt idx="5">
                  <c:v>2025</c:v>
                </c:pt>
                <c:pt idx="6">
                  <c:v>2026E</c:v>
                </c:pt>
                <c:pt idx="7">
                  <c:v>2027E</c:v>
                </c:pt>
              </c:strCache>
            </c:strRef>
          </c:cat>
          <c:val>
            <c:numRef>
              <c:f>MLCC企业!$H$7:$O$7</c:f>
              <c:numCache>
                <c:formatCode>0%</c:formatCode>
                <c:ptCount val="8"/>
                <c:pt idx="1">
                  <c:v>0.24786324786324787</c:v>
                </c:pt>
                <c:pt idx="2">
                  <c:v>-0.13013698630136994</c:v>
                </c:pt>
                <c:pt idx="3">
                  <c:v>-0.13385826771653542</c:v>
                </c:pt>
                <c:pt idx="4">
                  <c:v>6.3636363636363491E-2</c:v>
                </c:pt>
                <c:pt idx="5">
                  <c:v>0.13675213675213693</c:v>
                </c:pt>
                <c:pt idx="6">
                  <c:v>0.10526315789473673</c:v>
                </c:pt>
                <c:pt idx="7">
                  <c:v>0.17006802721088432</c:v>
                </c:pt>
              </c:numCache>
            </c:numRef>
          </c:val>
          <c:smooth val="0"/>
          <c:extLst>
            <c:ext xmlns:c16="http://schemas.microsoft.com/office/drawing/2014/chart" uri="{C3380CC4-5D6E-409C-BE32-E72D297353CC}">
              <c16:uniqueId val="{00000005-9E67-41CA-9614-A5C536606617}"/>
            </c:ext>
          </c:extLst>
        </c:ser>
        <c:dLbls>
          <c:showLegendKey val="0"/>
          <c:showVal val="0"/>
          <c:showCatName val="0"/>
          <c:showSerName val="0"/>
          <c:showPercent val="0"/>
          <c:showBubbleSize val="0"/>
        </c:dLbls>
        <c:marker val="1"/>
        <c:smooth val="0"/>
        <c:axId val="204578783"/>
        <c:axId val="1675235840"/>
      </c:lineChart>
      <c:catAx>
        <c:axId val="16752334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n-US"/>
          </a:p>
        </c:txPr>
        <c:crossAx val="1675232000"/>
        <c:crosses val="autoZero"/>
        <c:auto val="1"/>
        <c:lblAlgn val="ctr"/>
        <c:lblOffset val="100"/>
        <c:noMultiLvlLbl val="0"/>
      </c:catAx>
      <c:valAx>
        <c:axId val="1675232000"/>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50000"/>
                  </a:schemeClr>
                </a:solidFill>
                <a:latin typeface="+mn-lt"/>
                <a:ea typeface="+mn-ea"/>
                <a:cs typeface="+mn-cs"/>
              </a:defRPr>
            </a:pPr>
            <a:endParaRPr lang="en-US"/>
          </a:p>
        </c:txPr>
        <c:crossAx val="1675233440"/>
        <c:crosses val="autoZero"/>
        <c:crossBetween val="between"/>
      </c:valAx>
      <c:valAx>
        <c:axId val="1675235840"/>
        <c:scaling>
          <c:orientation val="minMax"/>
        </c:scaling>
        <c:delete val="0"/>
        <c:axPos val="r"/>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50000"/>
                  </a:schemeClr>
                </a:solidFill>
                <a:latin typeface="+mn-lt"/>
                <a:ea typeface="+mn-ea"/>
                <a:cs typeface="+mn-cs"/>
              </a:defRPr>
            </a:pPr>
            <a:endParaRPr lang="en-US"/>
          </a:p>
        </c:txPr>
        <c:crossAx val="204578783"/>
        <c:crosses val="max"/>
        <c:crossBetween val="between"/>
      </c:valAx>
      <c:catAx>
        <c:axId val="204578783"/>
        <c:scaling>
          <c:orientation val="minMax"/>
        </c:scaling>
        <c:delete val="1"/>
        <c:axPos val="b"/>
        <c:numFmt formatCode="General" sourceLinked="1"/>
        <c:majorTickMark val="out"/>
        <c:minorTickMark val="none"/>
        <c:tickLblPos val="nextTo"/>
        <c:crossAx val="1675235840"/>
        <c:crosses val="autoZero"/>
        <c:auto val="1"/>
        <c:lblAlgn val="ctr"/>
        <c:lblOffset val="100"/>
        <c:noMultiLvlLbl val="0"/>
      </c:catAx>
      <c:spPr>
        <a:noFill/>
        <a:ln>
          <a:noFill/>
        </a:ln>
        <a:effectLst/>
      </c:spPr>
    </c:plotArea>
    <c:legend>
      <c:legendPos val="t"/>
      <c:layout>
        <c:manualLayout>
          <c:xMode val="edge"/>
          <c:yMode val="edge"/>
          <c:x val="4.7222222222222221E-2"/>
          <c:y val="2.7777777777777776E-2"/>
          <c:w val="0.9194444444444444"/>
          <c:h val="0.14428000168074398"/>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475798655241607E-2"/>
          <c:y val="4.3244605278055154E-2"/>
          <c:w val="0.83954576575729478"/>
          <c:h val="0.69148549475488907"/>
        </c:manualLayout>
      </c:layout>
      <c:barChart>
        <c:barDir val="col"/>
        <c:grouping val="clustered"/>
        <c:varyColors val="0"/>
        <c:ser>
          <c:idx val="0"/>
          <c:order val="0"/>
          <c:tx>
            <c:strRef>
              <c:f>Sheet9!$B$6</c:f>
              <c:strCache>
                <c:ptCount val="1"/>
                <c:pt idx="0">
                  <c:v>收入</c:v>
                </c:pt>
              </c:strCache>
            </c:strRef>
          </c:tx>
          <c:spPr>
            <a:solidFill>
              <a:schemeClr val="accent1"/>
            </a:solidFill>
            <a:ln>
              <a:noFill/>
            </a:ln>
            <a:effectLst/>
          </c:spPr>
          <c:invertIfNegative val="0"/>
          <c:cat>
            <c:numRef>
              <c:f>Sheet9!$A$7:$A$11</c:f>
              <c:numCache>
                <c:formatCode>General</c:formatCode>
                <c:ptCount val="5"/>
                <c:pt idx="0">
                  <c:v>2021</c:v>
                </c:pt>
                <c:pt idx="1">
                  <c:v>2022</c:v>
                </c:pt>
                <c:pt idx="2">
                  <c:v>2023</c:v>
                </c:pt>
                <c:pt idx="3">
                  <c:v>2024</c:v>
                </c:pt>
                <c:pt idx="4">
                  <c:v>2025</c:v>
                </c:pt>
              </c:numCache>
            </c:numRef>
          </c:cat>
          <c:val>
            <c:numRef>
              <c:f>Sheet9!$B$7:$B$11</c:f>
              <c:numCache>
                <c:formatCode>0.0</c:formatCode>
                <c:ptCount val="5"/>
                <c:pt idx="0">
                  <c:v>9.6750360000000004</c:v>
                </c:pt>
                <c:pt idx="1">
                  <c:v>9.4245520000000003</c:v>
                </c:pt>
                <c:pt idx="2">
                  <c:v>8.8924120000000002</c:v>
                </c:pt>
                <c:pt idx="3">
                  <c:v>10.294103</c:v>
                </c:pt>
                <c:pt idx="4">
                  <c:v>11.314458999999999</c:v>
                </c:pt>
              </c:numCache>
            </c:numRef>
          </c:val>
          <c:extLst>
            <c:ext xmlns:c16="http://schemas.microsoft.com/office/drawing/2014/chart" uri="{C3380CC4-5D6E-409C-BE32-E72D297353CC}">
              <c16:uniqueId val="{00000000-F6AB-4D73-8ABD-37C553C9169C}"/>
            </c:ext>
          </c:extLst>
        </c:ser>
        <c:ser>
          <c:idx val="1"/>
          <c:order val="1"/>
          <c:tx>
            <c:strRef>
              <c:f>Sheet9!$C$6</c:f>
              <c:strCache>
                <c:ptCount val="1"/>
                <c:pt idx="0">
                  <c:v>净利润</c:v>
                </c:pt>
              </c:strCache>
            </c:strRef>
          </c:tx>
          <c:spPr>
            <a:solidFill>
              <a:schemeClr val="accent6"/>
            </a:solidFill>
            <a:ln>
              <a:noFill/>
            </a:ln>
            <a:effectLst/>
          </c:spPr>
          <c:invertIfNegative val="0"/>
          <c:cat>
            <c:numRef>
              <c:f>Sheet9!$A$7:$A$11</c:f>
              <c:numCache>
                <c:formatCode>General</c:formatCode>
                <c:ptCount val="5"/>
                <c:pt idx="0">
                  <c:v>2021</c:v>
                </c:pt>
                <c:pt idx="1">
                  <c:v>2022</c:v>
                </c:pt>
                <c:pt idx="2">
                  <c:v>2023</c:v>
                </c:pt>
                <c:pt idx="3">
                  <c:v>2024</c:v>
                </c:pt>
                <c:pt idx="4">
                  <c:v>2025</c:v>
                </c:pt>
              </c:numCache>
            </c:numRef>
          </c:cat>
          <c:val>
            <c:numRef>
              <c:f>Sheet9!$C$7:$C$11</c:f>
              <c:numCache>
                <c:formatCode>0.0</c:formatCode>
                <c:ptCount val="5"/>
                <c:pt idx="0">
                  <c:v>0.8924451901999999</c:v>
                </c:pt>
                <c:pt idx="1">
                  <c:v>0.98055177320000009</c:v>
                </c:pt>
                <c:pt idx="2">
                  <c:v>0.42295676360000001</c:v>
                </c:pt>
                <c:pt idx="3">
                  <c:v>0.67913009310000005</c:v>
                </c:pt>
                <c:pt idx="4">
                  <c:v>0.70611292640000001</c:v>
                </c:pt>
              </c:numCache>
            </c:numRef>
          </c:val>
          <c:extLst>
            <c:ext xmlns:c16="http://schemas.microsoft.com/office/drawing/2014/chart" uri="{C3380CC4-5D6E-409C-BE32-E72D297353CC}">
              <c16:uniqueId val="{00000001-F6AB-4D73-8ABD-37C553C9169C}"/>
            </c:ext>
          </c:extLst>
        </c:ser>
        <c:dLbls>
          <c:showLegendKey val="0"/>
          <c:showVal val="0"/>
          <c:showCatName val="0"/>
          <c:showSerName val="0"/>
          <c:showPercent val="0"/>
          <c:showBubbleSize val="0"/>
        </c:dLbls>
        <c:gapWidth val="219"/>
        <c:overlap val="-27"/>
        <c:axId val="1366616816"/>
        <c:axId val="1366620656"/>
      </c:barChart>
      <c:lineChart>
        <c:grouping val="standard"/>
        <c:varyColors val="0"/>
        <c:ser>
          <c:idx val="2"/>
          <c:order val="2"/>
          <c:tx>
            <c:strRef>
              <c:f>Sheet9!$D$6</c:f>
              <c:strCache>
                <c:ptCount val="1"/>
                <c:pt idx="0">
                  <c:v>收入YoY（右轴）</c:v>
                </c:pt>
              </c:strCache>
            </c:strRef>
          </c:tx>
          <c:spPr>
            <a:ln w="28575" cap="rnd">
              <a:solidFill>
                <a:schemeClr val="accent1">
                  <a:lumMod val="75000"/>
                </a:schemeClr>
              </a:solidFill>
              <a:round/>
            </a:ln>
            <a:effectLst/>
          </c:spPr>
          <c:marker>
            <c:symbol val="none"/>
          </c:marker>
          <c:dLbls>
            <c:dLbl>
              <c:idx val="1"/>
              <c:layout>
                <c:manualLayout>
                  <c:x val="0"/>
                  <c:y val="-8.1083422078414041E-2"/>
                </c:manualLayout>
              </c:layout>
              <c:spPr>
                <a:noFill/>
                <a:ln>
                  <a:noFill/>
                </a:ln>
                <a:effectLst/>
              </c:spPr>
              <c:txPr>
                <a:bodyPr rot="0" spcFirstLastPara="1" vertOverflow="ellipsis" vert="horz" wrap="square" lIns="38100" tIns="19050" rIns="38100" bIns="19050" anchor="ctr" anchorCtr="1">
                  <a:noAutofit/>
                </a:bodyPr>
                <a:lstStyle/>
                <a:p>
                  <a:pPr>
                    <a:defRPr sz="1200" b="1" i="0" u="none" strike="noStrike" kern="1200" baseline="0">
                      <a:solidFill>
                        <a:schemeClr val="accent1">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8.7178373876651866E-2"/>
                      <c:h val="0.16749197463550669"/>
                    </c:manualLayout>
                  </c15:layout>
                </c:ext>
                <c:ext xmlns:c16="http://schemas.microsoft.com/office/drawing/2014/chart" uri="{C3380CC4-5D6E-409C-BE32-E72D297353CC}">
                  <c16:uniqueId val="{00000006-F6AB-4D73-8ABD-37C553C9169C}"/>
                </c:ext>
              </c:extLst>
            </c:dLbl>
            <c:dLbl>
              <c:idx val="2"/>
              <c:layout>
                <c:manualLayout>
                  <c:x val="2.508730183500773E-3"/>
                  <c:y val="-0.11351687603695541"/>
                </c:manualLayout>
              </c:layout>
              <c:spPr>
                <a:noFill/>
                <a:ln>
                  <a:noFill/>
                </a:ln>
                <a:effectLst/>
              </c:spPr>
              <c:txPr>
                <a:bodyPr rot="0" spcFirstLastPara="1" vertOverflow="ellipsis" vert="horz" wrap="square" lIns="38100" tIns="19050" rIns="38100" bIns="19050" anchor="ctr" anchorCtr="1">
                  <a:noAutofit/>
                </a:bodyPr>
                <a:lstStyle/>
                <a:p>
                  <a:pPr>
                    <a:defRPr sz="1200" b="1" i="0" u="none" strike="noStrike" kern="1200" baseline="0">
                      <a:solidFill>
                        <a:schemeClr val="accent1">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7.4634722959147998E-2"/>
                      <c:h val="0.16749197463550669"/>
                    </c:manualLayout>
                  </c15:layout>
                </c:ext>
                <c:ext xmlns:c16="http://schemas.microsoft.com/office/drawing/2014/chart" uri="{C3380CC4-5D6E-409C-BE32-E72D297353CC}">
                  <c16:uniqueId val="{00000005-F6AB-4D73-8ABD-37C553C9169C}"/>
                </c:ext>
              </c:extLst>
            </c:dLbl>
            <c:dLbl>
              <c:idx val="3"/>
              <c:layout>
                <c:manualLayout>
                  <c:x val="1.0034920734003092E-2"/>
                  <c:y val="0.12432845299234792"/>
                </c:manualLayout>
              </c:layout>
              <c:spPr>
                <a:noFill/>
                <a:ln>
                  <a:noFill/>
                </a:ln>
                <a:effectLst/>
              </c:spPr>
              <c:txPr>
                <a:bodyPr rot="0" spcFirstLastPara="1" vertOverflow="ellipsis" vert="horz" wrap="square" lIns="38100" tIns="19050" rIns="38100" bIns="19050" anchor="ctr" anchorCtr="1">
                  <a:noAutofit/>
                </a:bodyPr>
                <a:lstStyle/>
                <a:p>
                  <a:pPr>
                    <a:defRPr sz="1200" b="1" i="0" u="none" strike="noStrike" kern="1200" baseline="0">
                      <a:solidFill>
                        <a:schemeClr val="accent1">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8.1671809892772521E-2"/>
                      <c:h val="0.11884179369769464"/>
                    </c:manualLayout>
                  </c15:layout>
                </c:ext>
                <c:ext xmlns:c16="http://schemas.microsoft.com/office/drawing/2014/chart" uri="{C3380CC4-5D6E-409C-BE32-E72D297353CC}">
                  <c16:uniqueId val="{00000004-F6AB-4D73-8ABD-37C553C9169C}"/>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accent1">
                        <a:lumMod val="7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Sheet9!$A$7:$A$11</c:f>
              <c:numCache>
                <c:formatCode>General</c:formatCode>
                <c:ptCount val="5"/>
                <c:pt idx="0">
                  <c:v>2021</c:v>
                </c:pt>
                <c:pt idx="1">
                  <c:v>2022</c:v>
                </c:pt>
                <c:pt idx="2">
                  <c:v>2023</c:v>
                </c:pt>
                <c:pt idx="3">
                  <c:v>2024</c:v>
                </c:pt>
                <c:pt idx="4">
                  <c:v>2025</c:v>
                </c:pt>
              </c:numCache>
            </c:numRef>
          </c:cat>
          <c:val>
            <c:numRef>
              <c:f>Sheet9!$D$7:$D$11</c:f>
              <c:numCache>
                <c:formatCode>0%</c:formatCode>
                <c:ptCount val="5"/>
                <c:pt idx="1">
                  <c:v>-2.5889722787594827E-2</c:v>
                </c:pt>
                <c:pt idx="2">
                  <c:v>-5.6463161325864597E-2</c:v>
                </c:pt>
                <c:pt idx="3">
                  <c:v>0.15762776173663573</c:v>
                </c:pt>
                <c:pt idx="4">
                  <c:v>9.9120438177080494E-2</c:v>
                </c:pt>
              </c:numCache>
            </c:numRef>
          </c:val>
          <c:smooth val="0"/>
          <c:extLst>
            <c:ext xmlns:c16="http://schemas.microsoft.com/office/drawing/2014/chart" uri="{C3380CC4-5D6E-409C-BE32-E72D297353CC}">
              <c16:uniqueId val="{00000002-F6AB-4D73-8ABD-37C553C9169C}"/>
            </c:ext>
          </c:extLst>
        </c:ser>
        <c:ser>
          <c:idx val="3"/>
          <c:order val="3"/>
          <c:tx>
            <c:strRef>
              <c:f>Sheet9!$E$6</c:f>
              <c:strCache>
                <c:ptCount val="1"/>
                <c:pt idx="0">
                  <c:v>净利润YoY（右轴）</c:v>
                </c:pt>
              </c:strCache>
            </c:strRef>
          </c:tx>
          <c:spPr>
            <a:ln w="28575" cap="rnd">
              <a:solidFill>
                <a:schemeClr val="accent6">
                  <a:lumMod val="75000"/>
                </a:schemeClr>
              </a:solidFill>
              <a:round/>
            </a:ln>
            <a:effectLst/>
          </c:spPr>
          <c:marker>
            <c:symbol val="none"/>
          </c:marker>
          <c:dLbls>
            <c:dLbl>
              <c:idx val="1"/>
              <c:layout>
                <c:manualLayout>
                  <c:x val="-2.0069841468006184E-2"/>
                  <c:y val="0.18919514809149129"/>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F6AB-4D73-8ABD-37C553C9169C}"/>
                </c:ext>
              </c:extLst>
            </c:dLbl>
            <c:dLbl>
              <c:idx val="4"/>
              <c:layout>
                <c:manualLayout>
                  <c:x val="0"/>
                  <c:y val="0.12973381583416541"/>
                </c:manualLayout>
              </c:layout>
              <c:spPr>
                <a:noFill/>
                <a:ln>
                  <a:noFill/>
                </a:ln>
                <a:effectLst/>
              </c:spPr>
              <c:txPr>
                <a:bodyPr rot="0" spcFirstLastPara="1" vertOverflow="ellipsis" vert="horz" wrap="square" lIns="38100" tIns="19050" rIns="38100" bIns="19050" anchor="ctr" anchorCtr="1">
                  <a:noAutofit/>
                </a:bodyPr>
                <a:lstStyle/>
                <a:p>
                  <a:pPr>
                    <a:defRPr sz="1200" b="1" i="0" u="none" strike="noStrike" kern="1200" baseline="0">
                      <a:solidFill>
                        <a:schemeClr val="accent6">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6.7723270072508224E-2"/>
                      <c:h val="0.14046409633672224"/>
                    </c:manualLayout>
                  </c15:layout>
                </c:ext>
                <c:ext xmlns:c16="http://schemas.microsoft.com/office/drawing/2014/chart" uri="{C3380CC4-5D6E-409C-BE32-E72D297353CC}">
                  <c16:uniqueId val="{00000008-F6AB-4D73-8ABD-37C553C9169C}"/>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accent6">
                        <a:lumMod val="7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Sheet9!$A$7:$A$11</c:f>
              <c:numCache>
                <c:formatCode>General</c:formatCode>
                <c:ptCount val="5"/>
                <c:pt idx="0">
                  <c:v>2021</c:v>
                </c:pt>
                <c:pt idx="1">
                  <c:v>2022</c:v>
                </c:pt>
                <c:pt idx="2">
                  <c:v>2023</c:v>
                </c:pt>
                <c:pt idx="3">
                  <c:v>2024</c:v>
                </c:pt>
                <c:pt idx="4">
                  <c:v>2025</c:v>
                </c:pt>
              </c:numCache>
            </c:numRef>
          </c:cat>
          <c:val>
            <c:numRef>
              <c:f>Sheet9!$E$7:$E$11</c:f>
              <c:numCache>
                <c:formatCode>0%</c:formatCode>
                <c:ptCount val="5"/>
                <c:pt idx="1">
                  <c:v>9.8724923353842309E-2</c:v>
                </c:pt>
                <c:pt idx="2">
                  <c:v>-0.56865432794059023</c:v>
                </c:pt>
                <c:pt idx="3">
                  <c:v>0.60567261608391987</c:v>
                </c:pt>
                <c:pt idx="4">
                  <c:v>3.973146466950439E-2</c:v>
                </c:pt>
              </c:numCache>
            </c:numRef>
          </c:val>
          <c:smooth val="0"/>
          <c:extLst>
            <c:ext xmlns:c16="http://schemas.microsoft.com/office/drawing/2014/chart" uri="{C3380CC4-5D6E-409C-BE32-E72D297353CC}">
              <c16:uniqueId val="{00000003-F6AB-4D73-8ABD-37C553C9169C}"/>
            </c:ext>
          </c:extLst>
        </c:ser>
        <c:dLbls>
          <c:showLegendKey val="0"/>
          <c:showVal val="0"/>
          <c:showCatName val="0"/>
          <c:showSerName val="0"/>
          <c:showPercent val="0"/>
          <c:showBubbleSize val="0"/>
        </c:dLbls>
        <c:marker val="1"/>
        <c:smooth val="0"/>
        <c:axId val="1366624016"/>
        <c:axId val="1366626416"/>
      </c:lineChart>
      <c:catAx>
        <c:axId val="13666168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66620656"/>
        <c:crosses val="autoZero"/>
        <c:auto val="1"/>
        <c:lblAlgn val="ctr"/>
        <c:lblOffset val="100"/>
        <c:noMultiLvlLbl val="0"/>
      </c:catAx>
      <c:valAx>
        <c:axId val="1366620656"/>
        <c:scaling>
          <c:orientation val="minMax"/>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n-US"/>
          </a:p>
        </c:txPr>
        <c:crossAx val="1366616816"/>
        <c:crosses val="autoZero"/>
        <c:crossBetween val="between"/>
      </c:valAx>
      <c:valAx>
        <c:axId val="1366626416"/>
        <c:scaling>
          <c:orientation val="minMax"/>
        </c:scaling>
        <c:delete val="0"/>
        <c:axPos val="r"/>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n-US"/>
          </a:p>
        </c:txPr>
        <c:crossAx val="1366624016"/>
        <c:crosses val="max"/>
        <c:crossBetween val="between"/>
      </c:valAx>
      <c:catAx>
        <c:axId val="1366624016"/>
        <c:scaling>
          <c:orientation val="minMax"/>
        </c:scaling>
        <c:delete val="1"/>
        <c:axPos val="b"/>
        <c:numFmt formatCode="General" sourceLinked="1"/>
        <c:majorTickMark val="out"/>
        <c:minorTickMark val="none"/>
        <c:tickLblPos val="nextTo"/>
        <c:crossAx val="1366626416"/>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7.475798655241607E-2"/>
          <c:y val="4.3244605278055154E-2"/>
          <c:w val="0.83954576575729478"/>
          <c:h val="0.69148549475488907"/>
        </c:manualLayout>
      </c:layout>
      <c:barChart>
        <c:barDir val="col"/>
        <c:grouping val="clustered"/>
        <c:varyColors val="0"/>
        <c:ser>
          <c:idx val="0"/>
          <c:order val="0"/>
          <c:tx>
            <c:strRef>
              <c:f>Sheet9!$J$6</c:f>
              <c:strCache>
                <c:ptCount val="1"/>
                <c:pt idx="0">
                  <c:v>收入</c:v>
                </c:pt>
              </c:strCache>
            </c:strRef>
          </c:tx>
          <c:spPr>
            <a:solidFill>
              <a:schemeClr val="accent1"/>
            </a:solidFill>
            <a:ln>
              <a:noFill/>
            </a:ln>
            <a:effectLst/>
          </c:spPr>
          <c:invertIfNegative val="0"/>
          <c:cat>
            <c:numRef>
              <c:f>Sheet9!$I$7:$I$11</c:f>
              <c:numCache>
                <c:formatCode>General</c:formatCode>
                <c:ptCount val="5"/>
                <c:pt idx="0">
                  <c:v>2021</c:v>
                </c:pt>
                <c:pt idx="1">
                  <c:v>2022</c:v>
                </c:pt>
                <c:pt idx="2">
                  <c:v>2023</c:v>
                </c:pt>
                <c:pt idx="3">
                  <c:v>2024</c:v>
                </c:pt>
                <c:pt idx="4">
                  <c:v>2025</c:v>
                </c:pt>
              </c:numCache>
            </c:numRef>
          </c:cat>
          <c:val>
            <c:numRef>
              <c:f>Sheet9!$J$7:$J$11</c:f>
              <c:numCache>
                <c:formatCode>0.0</c:formatCode>
                <c:ptCount val="5"/>
                <c:pt idx="0">
                  <c:v>0.37316940199999998</c:v>
                </c:pt>
                <c:pt idx="1">
                  <c:v>0.32759205899999999</c:v>
                </c:pt>
                <c:pt idx="2">
                  <c:v>0.15900852799999998</c:v>
                </c:pt>
                <c:pt idx="3">
                  <c:v>0.55891719200000001</c:v>
                </c:pt>
                <c:pt idx="4">
                  <c:v>0.57668461999999998</c:v>
                </c:pt>
              </c:numCache>
            </c:numRef>
          </c:val>
          <c:extLst>
            <c:ext xmlns:c16="http://schemas.microsoft.com/office/drawing/2014/chart" uri="{C3380CC4-5D6E-409C-BE32-E72D297353CC}">
              <c16:uniqueId val="{00000000-9FBA-49BA-8F5D-5088B0E909DA}"/>
            </c:ext>
          </c:extLst>
        </c:ser>
        <c:ser>
          <c:idx val="1"/>
          <c:order val="1"/>
          <c:tx>
            <c:strRef>
              <c:f>Sheet9!$K$6</c:f>
              <c:strCache>
                <c:ptCount val="1"/>
                <c:pt idx="0">
                  <c:v>净利润</c:v>
                </c:pt>
              </c:strCache>
            </c:strRef>
          </c:tx>
          <c:spPr>
            <a:solidFill>
              <a:schemeClr val="accent6"/>
            </a:solidFill>
            <a:ln>
              <a:noFill/>
            </a:ln>
            <a:effectLst/>
          </c:spPr>
          <c:invertIfNegative val="0"/>
          <c:cat>
            <c:numRef>
              <c:f>Sheet9!$I$7:$I$11</c:f>
              <c:numCache>
                <c:formatCode>General</c:formatCode>
                <c:ptCount val="5"/>
                <c:pt idx="0">
                  <c:v>2021</c:v>
                </c:pt>
                <c:pt idx="1">
                  <c:v>2022</c:v>
                </c:pt>
                <c:pt idx="2">
                  <c:v>2023</c:v>
                </c:pt>
                <c:pt idx="3">
                  <c:v>2024</c:v>
                </c:pt>
                <c:pt idx="4">
                  <c:v>2025</c:v>
                </c:pt>
              </c:numCache>
            </c:numRef>
          </c:cat>
          <c:val>
            <c:numRef>
              <c:f>Sheet9!$K$7:$K$11</c:f>
              <c:numCache>
                <c:formatCode>0.0</c:formatCode>
                <c:ptCount val="5"/>
                <c:pt idx="0">
                  <c:v>0.10443830439999999</c:v>
                </c:pt>
                <c:pt idx="1">
                  <c:v>9.2259258499999997E-2</c:v>
                </c:pt>
                <c:pt idx="2">
                  <c:v>0.2671675167</c:v>
                </c:pt>
                <c:pt idx="3">
                  <c:v>0.15261449830000001</c:v>
                </c:pt>
                <c:pt idx="4">
                  <c:v>0.2140075494</c:v>
                </c:pt>
              </c:numCache>
            </c:numRef>
          </c:val>
          <c:extLst>
            <c:ext xmlns:c16="http://schemas.microsoft.com/office/drawing/2014/chart" uri="{C3380CC4-5D6E-409C-BE32-E72D297353CC}">
              <c16:uniqueId val="{00000001-9FBA-49BA-8F5D-5088B0E909DA}"/>
            </c:ext>
          </c:extLst>
        </c:ser>
        <c:dLbls>
          <c:showLegendKey val="0"/>
          <c:showVal val="0"/>
          <c:showCatName val="0"/>
          <c:showSerName val="0"/>
          <c:showPercent val="0"/>
          <c:showBubbleSize val="0"/>
        </c:dLbls>
        <c:gapWidth val="219"/>
        <c:overlap val="-27"/>
        <c:axId val="1366616816"/>
        <c:axId val="1366620656"/>
      </c:barChart>
      <c:lineChart>
        <c:grouping val="standard"/>
        <c:varyColors val="0"/>
        <c:ser>
          <c:idx val="2"/>
          <c:order val="2"/>
          <c:tx>
            <c:strRef>
              <c:f>Sheet9!$L$6</c:f>
              <c:strCache>
                <c:ptCount val="1"/>
                <c:pt idx="0">
                  <c:v>收入YoY（右轴）</c:v>
                </c:pt>
              </c:strCache>
            </c:strRef>
          </c:tx>
          <c:spPr>
            <a:ln w="28575" cap="rnd">
              <a:solidFill>
                <a:schemeClr val="accent1">
                  <a:lumMod val="75000"/>
                </a:schemeClr>
              </a:solidFill>
              <a:round/>
            </a:ln>
            <a:effectLst/>
          </c:spPr>
          <c:marker>
            <c:symbol val="none"/>
          </c:marker>
          <c:dLbls>
            <c:dLbl>
              <c:idx val="1"/>
              <c:layout>
                <c:manualLayout>
                  <c:x val="0"/>
                  <c:y val="-8.1083422078414041E-2"/>
                </c:manualLayout>
              </c:layout>
              <c:spPr>
                <a:noFill/>
                <a:ln>
                  <a:noFill/>
                </a:ln>
                <a:effectLst/>
              </c:spPr>
              <c:txPr>
                <a:bodyPr rot="0" spcFirstLastPara="1" vertOverflow="ellipsis" vert="horz" wrap="square" lIns="38100" tIns="19050" rIns="38100" bIns="19050" anchor="ctr" anchorCtr="1">
                  <a:noAutofit/>
                </a:bodyPr>
                <a:lstStyle/>
                <a:p>
                  <a:pPr>
                    <a:defRPr sz="1200" b="1" i="0" u="none" strike="noStrike" kern="1200" baseline="0">
                      <a:solidFill>
                        <a:schemeClr val="accent1">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8.7178373876651866E-2"/>
                      <c:h val="0.16749197463550669"/>
                    </c:manualLayout>
                  </c15:layout>
                </c:ext>
                <c:ext xmlns:c16="http://schemas.microsoft.com/office/drawing/2014/chart" uri="{C3380CC4-5D6E-409C-BE32-E72D297353CC}">
                  <c16:uniqueId val="{00000002-9FBA-49BA-8F5D-5088B0E909DA}"/>
                </c:ext>
              </c:extLst>
            </c:dLbl>
            <c:dLbl>
              <c:idx val="2"/>
              <c:layout>
                <c:manualLayout>
                  <c:x val="-7.5643019201048862E-3"/>
                  <c:y val="-5.2608861518338976E-2"/>
                </c:manualLayout>
              </c:layout>
              <c:spPr>
                <a:noFill/>
                <a:ln>
                  <a:noFill/>
                </a:ln>
                <a:effectLst/>
              </c:spPr>
              <c:txPr>
                <a:bodyPr rot="0" spcFirstLastPara="1" vertOverflow="ellipsis" vert="horz" wrap="square" lIns="38100" tIns="19050" rIns="38100" bIns="19050" anchor="ctr" anchorCtr="1">
                  <a:noAutofit/>
                </a:bodyPr>
                <a:lstStyle/>
                <a:p>
                  <a:pPr>
                    <a:defRPr sz="1200" b="1" i="0" u="none" strike="noStrike" kern="1200" baseline="0">
                      <a:solidFill>
                        <a:schemeClr val="accent1">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4010951859170892"/>
                      <c:h val="0.245011281268734"/>
                    </c:manualLayout>
                  </c15:layout>
                </c:ext>
                <c:ext xmlns:c16="http://schemas.microsoft.com/office/drawing/2014/chart" uri="{C3380CC4-5D6E-409C-BE32-E72D297353CC}">
                  <c16:uniqueId val="{00000003-9FBA-49BA-8F5D-5088B0E909DA}"/>
                </c:ext>
              </c:extLst>
            </c:dLbl>
            <c:dLbl>
              <c:idx val="3"/>
              <c:layout>
                <c:manualLayout>
                  <c:x val="1.0034974089668254E-2"/>
                  <c:y val="-1.4098642977818968E-2"/>
                </c:manualLayout>
              </c:layout>
              <c:spPr>
                <a:noFill/>
                <a:ln>
                  <a:noFill/>
                </a:ln>
                <a:effectLst/>
              </c:spPr>
              <c:txPr>
                <a:bodyPr rot="0" spcFirstLastPara="1" vertOverflow="ellipsis" vert="horz" wrap="square" lIns="38100" tIns="19050" rIns="38100" bIns="19050" anchor="ctr" anchorCtr="1">
                  <a:noAutofit/>
                </a:bodyPr>
                <a:lstStyle/>
                <a:p>
                  <a:pPr>
                    <a:defRPr sz="1200" b="1" i="0" u="none" strike="noStrike" kern="1200" baseline="0">
                      <a:solidFill>
                        <a:schemeClr val="accent1">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2700048104740638"/>
                      <c:h val="0.11884200773884135"/>
                    </c:manualLayout>
                  </c15:layout>
                </c:ext>
                <c:ext xmlns:c16="http://schemas.microsoft.com/office/drawing/2014/chart" uri="{C3380CC4-5D6E-409C-BE32-E72D297353CC}">
                  <c16:uniqueId val="{00000004-9FBA-49BA-8F5D-5088B0E909DA}"/>
                </c:ext>
              </c:extLst>
            </c:dLbl>
            <c:dLbl>
              <c:idx val="4"/>
              <c:layout>
                <c:manualLayout>
                  <c:x val="-2.518162216482437E-3"/>
                  <c:y val="-0.15503842171235491"/>
                </c:manualLayout>
              </c:layout>
              <c:spPr>
                <a:noFill/>
                <a:ln>
                  <a:noFill/>
                </a:ln>
                <a:effectLst/>
              </c:spPr>
              <c:txPr>
                <a:bodyPr rot="0" spcFirstLastPara="1" vertOverflow="ellipsis" vert="horz" wrap="square" lIns="38100" tIns="19050" rIns="38100" bIns="19050" anchor="ctr" anchorCtr="1">
                  <a:noAutofit/>
                </a:bodyPr>
                <a:lstStyle/>
                <a:p>
                  <a:pPr>
                    <a:defRPr sz="1200" b="1" i="0" u="none" strike="noStrike" kern="1200" baseline="0">
                      <a:solidFill>
                        <a:schemeClr val="accent1">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9.0229304551390568E-2"/>
                      <c:h val="0.15863752793067742"/>
                    </c:manualLayout>
                  </c15:layout>
                </c:ext>
                <c:ext xmlns:c16="http://schemas.microsoft.com/office/drawing/2014/chart" uri="{C3380CC4-5D6E-409C-BE32-E72D297353CC}">
                  <c16:uniqueId val="{00000009-9FBA-49BA-8F5D-5088B0E909DA}"/>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accent1">
                        <a:lumMod val="7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Sheet9!$I$7:$I$11</c:f>
              <c:numCache>
                <c:formatCode>General</c:formatCode>
                <c:ptCount val="5"/>
                <c:pt idx="0">
                  <c:v>2021</c:v>
                </c:pt>
                <c:pt idx="1">
                  <c:v>2022</c:v>
                </c:pt>
                <c:pt idx="2">
                  <c:v>2023</c:v>
                </c:pt>
                <c:pt idx="3">
                  <c:v>2024</c:v>
                </c:pt>
                <c:pt idx="4">
                  <c:v>2025</c:v>
                </c:pt>
              </c:numCache>
            </c:numRef>
          </c:cat>
          <c:val>
            <c:numRef>
              <c:f>Sheet9!$L$7:$L$11</c:f>
              <c:numCache>
                <c:formatCode>0%</c:formatCode>
                <c:ptCount val="5"/>
                <c:pt idx="1">
                  <c:v>-0.12213579879735159</c:v>
                </c:pt>
                <c:pt idx="2">
                  <c:v>-0.51461421719016709</c:v>
                </c:pt>
                <c:pt idx="3">
                  <c:v>2.5150139368625566</c:v>
                </c:pt>
                <c:pt idx="4">
                  <c:v>3.1789016788733804E-2</c:v>
                </c:pt>
              </c:numCache>
            </c:numRef>
          </c:val>
          <c:smooth val="0"/>
          <c:extLst>
            <c:ext xmlns:c16="http://schemas.microsoft.com/office/drawing/2014/chart" uri="{C3380CC4-5D6E-409C-BE32-E72D297353CC}">
              <c16:uniqueId val="{00000005-9FBA-49BA-8F5D-5088B0E909DA}"/>
            </c:ext>
          </c:extLst>
        </c:ser>
        <c:ser>
          <c:idx val="3"/>
          <c:order val="3"/>
          <c:tx>
            <c:strRef>
              <c:f>Sheet9!$M$6</c:f>
              <c:strCache>
                <c:ptCount val="1"/>
                <c:pt idx="0">
                  <c:v>净利润YoY（右轴）</c:v>
                </c:pt>
              </c:strCache>
            </c:strRef>
          </c:tx>
          <c:spPr>
            <a:ln w="28575" cap="rnd">
              <a:solidFill>
                <a:schemeClr val="accent6">
                  <a:lumMod val="75000"/>
                </a:schemeClr>
              </a:solidFill>
              <a:round/>
            </a:ln>
            <a:effectLst/>
          </c:spPr>
          <c:marker>
            <c:symbol val="none"/>
          </c:marker>
          <c:dLbls>
            <c:dLbl>
              <c:idx val="1"/>
              <c:layout>
                <c:manualLayout>
                  <c:x val="1.0149386436525293E-2"/>
                  <c:y val="9.506479917161697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9FBA-49BA-8F5D-5088B0E909DA}"/>
                </c:ext>
              </c:extLst>
            </c:dLbl>
            <c:dLbl>
              <c:idx val="4"/>
              <c:layout>
                <c:manualLayout>
                  <c:x val="-1.2591306803152466E-3"/>
                  <c:y val="0.143576434683089"/>
                </c:manualLayout>
              </c:layout>
              <c:spPr>
                <a:noFill/>
                <a:ln>
                  <a:noFill/>
                </a:ln>
                <a:effectLst/>
              </c:spPr>
              <c:txPr>
                <a:bodyPr rot="0" spcFirstLastPara="1" vertOverflow="ellipsis" vert="horz" wrap="square" lIns="38100" tIns="19050" rIns="38100" bIns="19050" anchor="ctr" anchorCtr="1">
                  <a:noAutofit/>
                </a:bodyPr>
                <a:lstStyle/>
                <a:p>
                  <a:pPr>
                    <a:defRPr sz="1200" b="1" i="0" u="none" strike="noStrike" kern="1200" baseline="0">
                      <a:solidFill>
                        <a:schemeClr val="accent6">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1053362949673241"/>
                      <c:h val="0.16814954493432882"/>
                    </c:manualLayout>
                  </c15:layout>
                </c:ext>
                <c:ext xmlns:c16="http://schemas.microsoft.com/office/drawing/2014/chart" uri="{C3380CC4-5D6E-409C-BE32-E72D297353CC}">
                  <c16:uniqueId val="{00000007-9FBA-49BA-8F5D-5088B0E909DA}"/>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accent6">
                        <a:lumMod val="7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Sheet9!$I$7:$I$11</c:f>
              <c:numCache>
                <c:formatCode>General</c:formatCode>
                <c:ptCount val="5"/>
                <c:pt idx="0">
                  <c:v>2021</c:v>
                </c:pt>
                <c:pt idx="1">
                  <c:v>2022</c:v>
                </c:pt>
                <c:pt idx="2">
                  <c:v>2023</c:v>
                </c:pt>
                <c:pt idx="3">
                  <c:v>2024</c:v>
                </c:pt>
                <c:pt idx="4">
                  <c:v>2025</c:v>
                </c:pt>
              </c:numCache>
            </c:numRef>
          </c:cat>
          <c:val>
            <c:numRef>
              <c:f>Sheet9!$M$7:$M$11</c:f>
              <c:numCache>
                <c:formatCode>0%</c:formatCode>
                <c:ptCount val="5"/>
                <c:pt idx="1">
                  <c:v>-0.11661474178433706</c:v>
                </c:pt>
                <c:pt idx="2">
                  <c:v>1.8958342072519474</c:v>
                </c:pt>
                <c:pt idx="3">
                  <c:v>-0.428768511288109</c:v>
                </c:pt>
                <c:pt idx="4">
                  <c:v>0.40227535249840662</c:v>
                </c:pt>
              </c:numCache>
            </c:numRef>
          </c:val>
          <c:smooth val="0"/>
          <c:extLst>
            <c:ext xmlns:c16="http://schemas.microsoft.com/office/drawing/2014/chart" uri="{C3380CC4-5D6E-409C-BE32-E72D297353CC}">
              <c16:uniqueId val="{00000008-9FBA-49BA-8F5D-5088B0E909DA}"/>
            </c:ext>
          </c:extLst>
        </c:ser>
        <c:dLbls>
          <c:showLegendKey val="0"/>
          <c:showVal val="0"/>
          <c:showCatName val="0"/>
          <c:showSerName val="0"/>
          <c:showPercent val="0"/>
          <c:showBubbleSize val="0"/>
        </c:dLbls>
        <c:marker val="1"/>
        <c:smooth val="0"/>
        <c:axId val="1366624016"/>
        <c:axId val="1366626416"/>
      </c:lineChart>
      <c:catAx>
        <c:axId val="13666168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66620656"/>
        <c:crosses val="autoZero"/>
        <c:auto val="1"/>
        <c:lblAlgn val="ctr"/>
        <c:lblOffset val="100"/>
        <c:noMultiLvlLbl val="0"/>
      </c:catAx>
      <c:valAx>
        <c:axId val="1366620656"/>
        <c:scaling>
          <c:orientation val="minMax"/>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n-US"/>
          </a:p>
        </c:txPr>
        <c:crossAx val="1366616816"/>
        <c:crosses val="autoZero"/>
        <c:crossBetween val="between"/>
      </c:valAx>
      <c:valAx>
        <c:axId val="1366626416"/>
        <c:scaling>
          <c:orientation val="minMax"/>
        </c:scaling>
        <c:delete val="0"/>
        <c:axPos val="r"/>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n-US"/>
          </a:p>
        </c:txPr>
        <c:crossAx val="1366624016"/>
        <c:crosses val="max"/>
        <c:crossBetween val="between"/>
      </c:valAx>
      <c:catAx>
        <c:axId val="1366624016"/>
        <c:scaling>
          <c:orientation val="minMax"/>
        </c:scaling>
        <c:delete val="1"/>
        <c:axPos val="b"/>
        <c:numFmt formatCode="General" sourceLinked="1"/>
        <c:majorTickMark val="out"/>
        <c:minorTickMark val="none"/>
        <c:tickLblPos val="nextTo"/>
        <c:crossAx val="1366626416"/>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chart>
  <c:spPr>
    <a:noFill/>
    <a:ln w="9525" cap="flat" cmpd="sng" algn="ctr">
      <a:noFill/>
      <a:round/>
    </a:ln>
    <a:effectLst/>
  </c:spPr>
  <c:txPr>
    <a:bodyPr/>
    <a:lstStyle/>
    <a:p>
      <a:pPr>
        <a:defRPr/>
      </a:pPr>
      <a:endParaRPr lang="en-US"/>
    </a:p>
  </c:txPr>
  <c:externalData r:id="rId4">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'AI DC需求'!$B$1</c:f>
              <c:strCache>
                <c:ptCount val="1"/>
                <c:pt idx="0">
                  <c:v>**隐形基底**</c:v>
                </c:pt>
              </c:strCache>
            </c:strRef>
          </c:tx>
          <c:spPr>
            <a:solidFill>
              <a:schemeClr val="accent1"/>
            </a:solidFill>
            <a:ln>
              <a:noFill/>
            </a:ln>
            <a:effectLst/>
          </c:spPr>
          <c:invertIfNegative val="0"/>
          <c:dPt>
            <c:idx val="1"/>
            <c:invertIfNegative val="0"/>
            <c:bubble3D val="0"/>
            <c:spPr>
              <a:solidFill>
                <a:schemeClr val="bg1"/>
              </a:solidFill>
              <a:ln>
                <a:noFill/>
              </a:ln>
              <a:effectLst/>
            </c:spPr>
            <c:extLst>
              <c:ext xmlns:c16="http://schemas.microsoft.com/office/drawing/2014/chart" uri="{C3380CC4-5D6E-409C-BE32-E72D297353CC}">
                <c16:uniqueId val="{00000001-D039-4BD4-8210-C4A913E8DE3A}"/>
              </c:ext>
            </c:extLst>
          </c:dPt>
          <c:dPt>
            <c:idx val="2"/>
            <c:invertIfNegative val="0"/>
            <c:bubble3D val="0"/>
            <c:spPr>
              <a:solidFill>
                <a:schemeClr val="bg1"/>
              </a:solidFill>
              <a:ln>
                <a:noFill/>
              </a:ln>
              <a:effectLst/>
            </c:spPr>
            <c:extLst>
              <c:ext xmlns:c16="http://schemas.microsoft.com/office/drawing/2014/chart" uri="{C3380CC4-5D6E-409C-BE32-E72D297353CC}">
                <c16:uniqueId val="{00000003-D039-4BD4-8210-C4A913E8DE3A}"/>
              </c:ext>
            </c:extLst>
          </c:dPt>
          <c:dPt>
            <c:idx val="5"/>
            <c:invertIfNegative val="0"/>
            <c:bubble3D val="0"/>
            <c:spPr>
              <a:solidFill>
                <a:schemeClr val="bg1"/>
              </a:solidFill>
              <a:ln>
                <a:noFill/>
              </a:ln>
              <a:effectLst/>
            </c:spPr>
            <c:extLst>
              <c:ext xmlns:c16="http://schemas.microsoft.com/office/drawing/2014/chart" uri="{C3380CC4-5D6E-409C-BE32-E72D297353CC}">
                <c16:uniqueId val="{00000005-D039-4BD4-8210-C4A913E8DE3A}"/>
              </c:ext>
            </c:extLst>
          </c:dPt>
          <c:dPt>
            <c:idx val="6"/>
            <c:invertIfNegative val="0"/>
            <c:bubble3D val="0"/>
            <c:spPr>
              <a:solidFill>
                <a:schemeClr val="bg1"/>
              </a:solidFill>
              <a:ln>
                <a:noFill/>
              </a:ln>
              <a:effectLst/>
            </c:spPr>
            <c:extLst>
              <c:ext xmlns:c16="http://schemas.microsoft.com/office/drawing/2014/chart" uri="{C3380CC4-5D6E-409C-BE32-E72D297353CC}">
                <c16:uniqueId val="{00000007-D039-4BD4-8210-C4A913E8DE3A}"/>
              </c:ext>
            </c:extLst>
          </c:dPt>
          <c:cat>
            <c:strRef>
              <c:f>'AI DC需求'!$A$2:$A$9</c:f>
              <c:strCache>
                <c:ptCount val="8"/>
                <c:pt idx="0">
                  <c:v>Asia 2023</c:v>
                </c:pt>
                <c:pt idx="1">
                  <c:v>AI DC增量</c:v>
                </c:pt>
                <c:pt idx="2">
                  <c:v>non-AI DC增量</c:v>
                </c:pt>
                <c:pt idx="3">
                  <c:v>Asia 2030</c:v>
                </c:pt>
                <c:pt idx="4">
                  <c:v>US 2023</c:v>
                </c:pt>
                <c:pt idx="5">
                  <c:v>AI DC增量</c:v>
                </c:pt>
                <c:pt idx="6">
                  <c:v>non-AI DC增量</c:v>
                </c:pt>
                <c:pt idx="7">
                  <c:v>US 2030</c:v>
                </c:pt>
              </c:strCache>
            </c:strRef>
          </c:cat>
          <c:val>
            <c:numRef>
              <c:f>'AI DC需求'!$B$2:$B$9</c:f>
              <c:numCache>
                <c:formatCode>General</c:formatCode>
                <c:ptCount val="8"/>
                <c:pt idx="0">
                  <c:v>0</c:v>
                </c:pt>
                <c:pt idx="1">
                  <c:v>194</c:v>
                </c:pt>
                <c:pt idx="2">
                  <c:v>500</c:v>
                </c:pt>
                <c:pt idx="3">
                  <c:v>0</c:v>
                </c:pt>
                <c:pt idx="4">
                  <c:v>0</c:v>
                </c:pt>
                <c:pt idx="5">
                  <c:v>188</c:v>
                </c:pt>
                <c:pt idx="6">
                  <c:v>646</c:v>
                </c:pt>
                <c:pt idx="7">
                  <c:v>0</c:v>
                </c:pt>
              </c:numCache>
            </c:numRef>
          </c:val>
          <c:extLst>
            <c:ext xmlns:c16="http://schemas.microsoft.com/office/drawing/2014/chart" uri="{C3380CC4-5D6E-409C-BE32-E72D297353CC}">
              <c16:uniqueId val="{00000008-D039-4BD4-8210-C4A913E8DE3A}"/>
            </c:ext>
          </c:extLst>
        </c:ser>
        <c:ser>
          <c:idx val="1"/>
          <c:order val="1"/>
          <c:tx>
            <c:strRef>
              <c:f>'AI DC需求'!$C$1</c:f>
              <c:strCache>
                <c:ptCount val="1"/>
                <c:pt idx="0">
                  <c:v>**基础值**</c:v>
                </c:pt>
              </c:strCache>
            </c:strRef>
          </c:tx>
          <c:spPr>
            <a:solidFill>
              <a:schemeClr val="accent4"/>
            </a:solidFill>
            <a:ln>
              <a:noFill/>
            </a:ln>
            <a:effectLst/>
          </c:spPr>
          <c:invertIfNegative val="0"/>
          <c:dLbls>
            <c:dLbl>
              <c:idx val="0"/>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D039-4BD4-8210-C4A913E8DE3A}"/>
                </c:ext>
              </c:extLst>
            </c:dLbl>
            <c:dLbl>
              <c:idx val="4"/>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D039-4BD4-8210-C4A913E8DE3A}"/>
                </c:ext>
              </c:extLst>
            </c:dLbl>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bg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'AI DC需求'!$A$2:$A$9</c:f>
              <c:strCache>
                <c:ptCount val="8"/>
                <c:pt idx="0">
                  <c:v>Asia 2023</c:v>
                </c:pt>
                <c:pt idx="1">
                  <c:v>AI DC增量</c:v>
                </c:pt>
                <c:pt idx="2">
                  <c:v>non-AI DC增量</c:v>
                </c:pt>
                <c:pt idx="3">
                  <c:v>Asia 2030</c:v>
                </c:pt>
                <c:pt idx="4">
                  <c:v>US 2023</c:v>
                </c:pt>
                <c:pt idx="5">
                  <c:v>AI DC增量</c:v>
                </c:pt>
                <c:pt idx="6">
                  <c:v>non-AI DC增量</c:v>
                </c:pt>
                <c:pt idx="7">
                  <c:v>US 2030</c:v>
                </c:pt>
              </c:strCache>
            </c:strRef>
          </c:cat>
          <c:val>
            <c:numRef>
              <c:f>'AI DC需求'!$C$2:$C$9</c:f>
              <c:numCache>
                <c:formatCode>General</c:formatCode>
                <c:ptCount val="8"/>
                <c:pt idx="0">
                  <c:v>194</c:v>
                </c:pt>
                <c:pt idx="1">
                  <c:v>0</c:v>
                </c:pt>
                <c:pt idx="2">
                  <c:v>0</c:v>
                </c:pt>
                <c:pt idx="3">
                  <c:v>0</c:v>
                </c:pt>
                <c:pt idx="4">
                  <c:v>188</c:v>
                </c:pt>
                <c:pt idx="5">
                  <c:v>0</c:v>
                </c:pt>
                <c:pt idx="6">
                  <c:v>0</c:v>
                </c:pt>
                <c:pt idx="7">
                  <c:v>0</c:v>
                </c:pt>
              </c:numCache>
            </c:numRef>
          </c:val>
          <c:extLst>
            <c:ext xmlns:c16="http://schemas.microsoft.com/office/drawing/2014/chart" uri="{C3380CC4-5D6E-409C-BE32-E72D297353CC}">
              <c16:uniqueId val="{00000009-D039-4BD4-8210-C4A913E8DE3A}"/>
            </c:ext>
          </c:extLst>
        </c:ser>
        <c:ser>
          <c:idx val="2"/>
          <c:order val="2"/>
          <c:tx>
            <c:strRef>
              <c:f>'AI DC需求'!$D$1</c:f>
              <c:strCache>
                <c:ptCount val="1"/>
                <c:pt idx="0">
                  <c:v>**AI增量**</c:v>
                </c:pt>
              </c:strCache>
            </c:strRef>
          </c:tx>
          <c:spPr>
            <a:solidFill>
              <a:schemeClr val="accent1"/>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12-D039-4BD4-8210-C4A913E8DE3A}"/>
                </c:ext>
              </c:extLst>
            </c:dLbl>
            <c:dLbl>
              <c:idx val="2"/>
              <c:delete val="1"/>
              <c:extLst>
                <c:ext xmlns:c15="http://schemas.microsoft.com/office/drawing/2012/chart" uri="{CE6537A1-D6FC-4f65-9D91-7224C49458BB}"/>
                <c:ext xmlns:c16="http://schemas.microsoft.com/office/drawing/2014/chart" uri="{C3380CC4-5D6E-409C-BE32-E72D297353CC}">
                  <c16:uniqueId val="{0000000F-D039-4BD4-8210-C4A913E8DE3A}"/>
                </c:ext>
              </c:extLst>
            </c:dLbl>
            <c:dLbl>
              <c:idx val="4"/>
              <c:delete val="1"/>
              <c:extLst>
                <c:ext xmlns:c15="http://schemas.microsoft.com/office/drawing/2012/chart" uri="{CE6537A1-D6FC-4f65-9D91-7224C49458BB}"/>
                <c:ext xmlns:c16="http://schemas.microsoft.com/office/drawing/2014/chart" uri="{C3380CC4-5D6E-409C-BE32-E72D297353CC}">
                  <c16:uniqueId val="{0000000E-D039-4BD4-8210-C4A913E8DE3A}"/>
                </c:ext>
              </c:extLst>
            </c:dLbl>
            <c:dLbl>
              <c:idx val="6"/>
              <c:delete val="1"/>
              <c:extLst>
                <c:ext xmlns:c15="http://schemas.microsoft.com/office/drawing/2012/chart" uri="{CE6537A1-D6FC-4f65-9D91-7224C49458BB}"/>
                <c:ext xmlns:c16="http://schemas.microsoft.com/office/drawing/2014/chart" uri="{C3380CC4-5D6E-409C-BE32-E72D297353CC}">
                  <c16:uniqueId val="{0000000D-D039-4BD4-8210-C4A913E8DE3A}"/>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'AI DC需求'!$A$2:$A$9</c:f>
              <c:strCache>
                <c:ptCount val="8"/>
                <c:pt idx="0">
                  <c:v>Asia 2023</c:v>
                </c:pt>
                <c:pt idx="1">
                  <c:v>AI DC增量</c:v>
                </c:pt>
                <c:pt idx="2">
                  <c:v>non-AI DC增量</c:v>
                </c:pt>
                <c:pt idx="3">
                  <c:v>Asia 2030</c:v>
                </c:pt>
                <c:pt idx="4">
                  <c:v>US 2023</c:v>
                </c:pt>
                <c:pt idx="5">
                  <c:v>AI DC增量</c:v>
                </c:pt>
                <c:pt idx="6">
                  <c:v>non-AI DC增量</c:v>
                </c:pt>
                <c:pt idx="7">
                  <c:v>US 2030</c:v>
                </c:pt>
              </c:strCache>
            </c:strRef>
          </c:cat>
          <c:val>
            <c:numRef>
              <c:f>'AI DC需求'!$D$2:$D$9</c:f>
              <c:numCache>
                <c:formatCode>General</c:formatCode>
                <c:ptCount val="8"/>
                <c:pt idx="0">
                  <c:v>0</c:v>
                </c:pt>
                <c:pt idx="1">
                  <c:v>306</c:v>
                </c:pt>
                <c:pt idx="2">
                  <c:v>0</c:v>
                </c:pt>
                <c:pt idx="3">
                  <c:v>308</c:v>
                </c:pt>
                <c:pt idx="4">
                  <c:v>0</c:v>
                </c:pt>
                <c:pt idx="5">
                  <c:v>458</c:v>
                </c:pt>
                <c:pt idx="6">
                  <c:v>0</c:v>
                </c:pt>
                <c:pt idx="7">
                  <c:v>464</c:v>
                </c:pt>
              </c:numCache>
            </c:numRef>
          </c:val>
          <c:extLst>
            <c:ext xmlns:c16="http://schemas.microsoft.com/office/drawing/2014/chart" uri="{C3380CC4-5D6E-409C-BE32-E72D297353CC}">
              <c16:uniqueId val="{0000000A-D039-4BD4-8210-C4A913E8DE3A}"/>
            </c:ext>
          </c:extLst>
        </c:ser>
        <c:ser>
          <c:idx val="3"/>
          <c:order val="3"/>
          <c:tx>
            <c:strRef>
              <c:f>'AI DC需求'!$E$1</c:f>
              <c:strCache>
                <c:ptCount val="1"/>
                <c:pt idx="0">
                  <c:v>**非AI增量**</c:v>
                </c:pt>
              </c:strCache>
            </c:strRef>
          </c:tx>
          <c:spPr>
            <a:solidFill>
              <a:schemeClr val="accent6"/>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13-D039-4BD4-8210-C4A913E8DE3A}"/>
                </c:ext>
              </c:extLst>
            </c:dLbl>
            <c:dLbl>
              <c:idx val="1"/>
              <c:delete val="1"/>
              <c:extLst>
                <c:ext xmlns:c15="http://schemas.microsoft.com/office/drawing/2012/chart" uri="{CE6537A1-D6FC-4f65-9D91-7224C49458BB}"/>
                <c:ext xmlns:c16="http://schemas.microsoft.com/office/drawing/2014/chart" uri="{C3380CC4-5D6E-409C-BE32-E72D297353CC}">
                  <c16:uniqueId val="{00000010-D039-4BD4-8210-C4A913E8DE3A}"/>
                </c:ext>
              </c:extLst>
            </c:dLbl>
            <c:dLbl>
              <c:idx val="4"/>
              <c:delete val="1"/>
              <c:extLst>
                <c:ext xmlns:c15="http://schemas.microsoft.com/office/drawing/2012/chart" uri="{CE6537A1-D6FC-4f65-9D91-7224C49458BB}"/>
                <c:ext xmlns:c16="http://schemas.microsoft.com/office/drawing/2014/chart" uri="{C3380CC4-5D6E-409C-BE32-E72D297353CC}">
                  <c16:uniqueId val="{00000011-D039-4BD4-8210-C4A913E8DE3A}"/>
                </c:ext>
              </c:extLst>
            </c:dLbl>
            <c:dLbl>
              <c:idx val="5"/>
              <c:delete val="1"/>
              <c:extLst>
                <c:ext xmlns:c15="http://schemas.microsoft.com/office/drawing/2012/chart" uri="{CE6537A1-D6FC-4f65-9D91-7224C49458BB}"/>
                <c:ext xmlns:c16="http://schemas.microsoft.com/office/drawing/2014/chart" uri="{C3380CC4-5D6E-409C-BE32-E72D297353CC}">
                  <c16:uniqueId val="{0000000C-D039-4BD4-8210-C4A913E8DE3A}"/>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'AI DC需求'!$A$2:$A$9</c:f>
              <c:strCache>
                <c:ptCount val="8"/>
                <c:pt idx="0">
                  <c:v>Asia 2023</c:v>
                </c:pt>
                <c:pt idx="1">
                  <c:v>AI DC增量</c:v>
                </c:pt>
                <c:pt idx="2">
                  <c:v>non-AI DC增量</c:v>
                </c:pt>
                <c:pt idx="3">
                  <c:v>Asia 2030</c:v>
                </c:pt>
                <c:pt idx="4">
                  <c:v>US 2023</c:v>
                </c:pt>
                <c:pt idx="5">
                  <c:v>AI DC增量</c:v>
                </c:pt>
                <c:pt idx="6">
                  <c:v>non-AI DC增量</c:v>
                </c:pt>
                <c:pt idx="7">
                  <c:v>US 2030</c:v>
                </c:pt>
              </c:strCache>
            </c:strRef>
          </c:cat>
          <c:val>
            <c:numRef>
              <c:f>'AI DC需求'!$E$2:$E$9</c:f>
              <c:numCache>
                <c:formatCode>General</c:formatCode>
                <c:ptCount val="8"/>
                <c:pt idx="0">
                  <c:v>0</c:v>
                </c:pt>
                <c:pt idx="1">
                  <c:v>0</c:v>
                </c:pt>
                <c:pt idx="2">
                  <c:v>340</c:v>
                </c:pt>
                <c:pt idx="3">
                  <c:v>534</c:v>
                </c:pt>
                <c:pt idx="4">
                  <c:v>0</c:v>
                </c:pt>
                <c:pt idx="5">
                  <c:v>0</c:v>
                </c:pt>
                <c:pt idx="6">
                  <c:v>172</c:v>
                </c:pt>
                <c:pt idx="7">
                  <c:v>360</c:v>
                </c:pt>
              </c:numCache>
            </c:numRef>
          </c:val>
          <c:extLst>
            <c:ext xmlns:c16="http://schemas.microsoft.com/office/drawing/2014/chart" uri="{C3380CC4-5D6E-409C-BE32-E72D297353CC}">
              <c16:uniqueId val="{0000000B-D039-4BD4-8210-C4A913E8DE3A}"/>
            </c:ext>
          </c:extLst>
        </c:ser>
        <c:dLbls>
          <c:showLegendKey val="0"/>
          <c:showVal val="0"/>
          <c:showCatName val="0"/>
          <c:showSerName val="0"/>
          <c:showPercent val="0"/>
          <c:showBubbleSize val="0"/>
        </c:dLbls>
        <c:gapWidth val="100"/>
        <c:overlap val="100"/>
        <c:axId val="1328273424"/>
        <c:axId val="1328271024"/>
      </c:barChart>
      <c:catAx>
        <c:axId val="13282734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n-US"/>
          </a:p>
        </c:txPr>
        <c:crossAx val="1328271024"/>
        <c:crosses val="autoZero"/>
        <c:auto val="1"/>
        <c:lblAlgn val="ctr"/>
        <c:lblOffset val="100"/>
        <c:noMultiLvlLbl val="0"/>
      </c:catAx>
      <c:valAx>
        <c:axId val="1328271024"/>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n-US"/>
          </a:p>
        </c:txPr>
        <c:crossAx val="132827342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624759405074366"/>
          <c:y val="6.6764542744024075E-2"/>
          <c:w val="0.67525940507436566"/>
          <c:h val="0.86526393307723215"/>
        </c:manualLayout>
      </c:layout>
      <c:barChart>
        <c:barDir val="bar"/>
        <c:grouping val="stacked"/>
        <c:varyColors val="0"/>
        <c:ser>
          <c:idx val="0"/>
          <c:order val="0"/>
          <c:tx>
            <c:strRef>
              <c:f>Sheet7!$B$1</c:f>
              <c:strCache>
                <c:ptCount val="1"/>
                <c:pt idx="0">
                  <c:v>极其重要</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Sheet7!$A$2:$A$9</c:f>
              <c:strCache>
                <c:ptCount val="8"/>
                <c:pt idx="0">
                  <c:v>公众反对</c:v>
                </c:pt>
                <c:pt idx="1">
                  <c:v>土地可用性</c:v>
                </c:pt>
                <c:pt idx="2">
                  <c:v>天然气可用性</c:v>
                </c:pt>
                <c:pt idx="3">
                  <c:v>水资源可用性</c:v>
                </c:pt>
                <c:pt idx="4">
                  <c:v>许可审批问题</c:v>
                </c:pt>
                <c:pt idx="5">
                  <c:v>光纤可用性</c:v>
                </c:pt>
                <c:pt idx="6">
                  <c:v>计算机芯片获取</c:v>
                </c:pt>
                <c:pt idx="7">
                  <c:v>电网容量或输电约束
（变压器相关）</c:v>
                </c:pt>
              </c:strCache>
            </c:strRef>
          </c:cat>
          <c:val>
            <c:numRef>
              <c:f>Sheet7!$B$2:$B$9</c:f>
              <c:numCache>
                <c:formatCode>0%</c:formatCode>
                <c:ptCount val="8"/>
                <c:pt idx="0">
                  <c:v>0.16</c:v>
                </c:pt>
                <c:pt idx="1">
                  <c:v>0.17</c:v>
                </c:pt>
                <c:pt idx="2">
                  <c:v>0.19</c:v>
                </c:pt>
                <c:pt idx="3">
                  <c:v>0.21</c:v>
                </c:pt>
                <c:pt idx="4">
                  <c:v>0.26</c:v>
                </c:pt>
                <c:pt idx="5">
                  <c:v>0.26</c:v>
                </c:pt>
                <c:pt idx="6">
                  <c:v>0.32</c:v>
                </c:pt>
                <c:pt idx="7">
                  <c:v>0.4</c:v>
                </c:pt>
              </c:numCache>
            </c:numRef>
          </c:val>
          <c:extLst>
            <c:ext xmlns:c16="http://schemas.microsoft.com/office/drawing/2014/chart" uri="{C3380CC4-5D6E-409C-BE32-E72D297353CC}">
              <c16:uniqueId val="{00000000-8F9B-4DAA-B8E6-18A51846D24A}"/>
            </c:ext>
          </c:extLst>
        </c:ser>
        <c:ser>
          <c:idx val="1"/>
          <c:order val="1"/>
          <c:tx>
            <c:strRef>
              <c:f>Sheet7!$C$1</c:f>
              <c:strCache>
                <c:ptCount val="1"/>
                <c:pt idx="0">
                  <c:v>非常重要</c:v>
                </c:pt>
              </c:strCache>
            </c:strRef>
          </c:tx>
          <c:spPr>
            <a:solidFill>
              <a:schemeClr val="accent6"/>
            </a:solidFill>
            <a:ln>
              <a:noFill/>
            </a:ln>
            <a:effectLst/>
          </c:spPr>
          <c:invertIfNegative val="0"/>
          <c:cat>
            <c:strRef>
              <c:f>Sheet7!$A$2:$A$9</c:f>
              <c:strCache>
                <c:ptCount val="8"/>
                <c:pt idx="0">
                  <c:v>公众反对</c:v>
                </c:pt>
                <c:pt idx="1">
                  <c:v>土地可用性</c:v>
                </c:pt>
                <c:pt idx="2">
                  <c:v>天然气可用性</c:v>
                </c:pt>
                <c:pt idx="3">
                  <c:v>水资源可用性</c:v>
                </c:pt>
                <c:pt idx="4">
                  <c:v>许可审批问题</c:v>
                </c:pt>
                <c:pt idx="5">
                  <c:v>光纤可用性</c:v>
                </c:pt>
                <c:pt idx="6">
                  <c:v>计算机芯片获取</c:v>
                </c:pt>
                <c:pt idx="7">
                  <c:v>电网容量或输电约束
（变压器相关）</c:v>
                </c:pt>
              </c:strCache>
            </c:strRef>
          </c:cat>
          <c:val>
            <c:numRef>
              <c:f>Sheet7!$C$2:$C$9</c:f>
              <c:numCache>
                <c:formatCode>0%</c:formatCode>
                <c:ptCount val="8"/>
                <c:pt idx="0">
                  <c:v>0.25</c:v>
                </c:pt>
                <c:pt idx="1">
                  <c:v>0.3</c:v>
                </c:pt>
                <c:pt idx="2">
                  <c:v>0.23</c:v>
                </c:pt>
                <c:pt idx="3">
                  <c:v>0.2</c:v>
                </c:pt>
                <c:pt idx="4">
                  <c:v>0.3</c:v>
                </c:pt>
                <c:pt idx="5">
                  <c:v>0.33</c:v>
                </c:pt>
                <c:pt idx="6">
                  <c:v>0.34</c:v>
                </c:pt>
                <c:pt idx="7">
                  <c:v>0.33</c:v>
                </c:pt>
              </c:numCache>
            </c:numRef>
          </c:val>
          <c:extLst>
            <c:ext xmlns:c16="http://schemas.microsoft.com/office/drawing/2014/chart" uri="{C3380CC4-5D6E-409C-BE32-E72D297353CC}">
              <c16:uniqueId val="{00000001-8F9B-4DAA-B8E6-18A51846D24A}"/>
            </c:ext>
          </c:extLst>
        </c:ser>
        <c:ser>
          <c:idx val="2"/>
          <c:order val="2"/>
          <c:tx>
            <c:strRef>
              <c:f>Sheet7!$D$1</c:f>
              <c:strCache>
                <c:ptCount val="1"/>
                <c:pt idx="0">
                  <c:v>有些重要</c:v>
                </c:pt>
              </c:strCache>
            </c:strRef>
          </c:tx>
          <c:spPr>
            <a:solidFill>
              <a:schemeClr val="accent3"/>
            </a:solidFill>
            <a:ln>
              <a:noFill/>
            </a:ln>
            <a:effectLst/>
          </c:spPr>
          <c:invertIfNegative val="0"/>
          <c:cat>
            <c:strRef>
              <c:f>Sheet7!$A$2:$A$9</c:f>
              <c:strCache>
                <c:ptCount val="8"/>
                <c:pt idx="0">
                  <c:v>公众反对</c:v>
                </c:pt>
                <c:pt idx="1">
                  <c:v>土地可用性</c:v>
                </c:pt>
                <c:pt idx="2">
                  <c:v>天然气可用性</c:v>
                </c:pt>
                <c:pt idx="3">
                  <c:v>水资源可用性</c:v>
                </c:pt>
                <c:pt idx="4">
                  <c:v>许可审批问题</c:v>
                </c:pt>
                <c:pt idx="5">
                  <c:v>光纤可用性</c:v>
                </c:pt>
                <c:pt idx="6">
                  <c:v>计算机芯片获取</c:v>
                </c:pt>
                <c:pt idx="7">
                  <c:v>电网容量或输电约束
（变压器相关）</c:v>
                </c:pt>
              </c:strCache>
            </c:strRef>
          </c:cat>
          <c:val>
            <c:numRef>
              <c:f>Sheet7!$D$2:$D$9</c:f>
              <c:numCache>
                <c:formatCode>0%</c:formatCode>
                <c:ptCount val="8"/>
                <c:pt idx="0">
                  <c:v>0.33</c:v>
                </c:pt>
                <c:pt idx="1">
                  <c:v>0.27</c:v>
                </c:pt>
                <c:pt idx="2">
                  <c:v>0.34</c:v>
                </c:pt>
                <c:pt idx="3">
                  <c:v>0.32</c:v>
                </c:pt>
                <c:pt idx="4">
                  <c:v>0.3</c:v>
                </c:pt>
                <c:pt idx="5">
                  <c:v>0.26</c:v>
                </c:pt>
                <c:pt idx="6">
                  <c:v>0.15</c:v>
                </c:pt>
                <c:pt idx="7">
                  <c:v>0.19</c:v>
                </c:pt>
              </c:numCache>
            </c:numRef>
          </c:val>
          <c:extLst>
            <c:ext xmlns:c16="http://schemas.microsoft.com/office/drawing/2014/chart" uri="{C3380CC4-5D6E-409C-BE32-E72D297353CC}">
              <c16:uniqueId val="{00000002-8F9B-4DAA-B8E6-18A51846D24A}"/>
            </c:ext>
          </c:extLst>
        </c:ser>
        <c:ser>
          <c:idx val="3"/>
          <c:order val="3"/>
          <c:tx>
            <c:strRef>
              <c:f>Sheet7!$E$1</c:f>
              <c:strCache>
                <c:ptCount val="1"/>
                <c:pt idx="0">
                  <c:v>未提及</c:v>
                </c:pt>
              </c:strCache>
            </c:strRef>
          </c:tx>
          <c:spPr>
            <a:solidFill>
              <a:schemeClr val="accent4"/>
            </a:solidFill>
            <a:ln>
              <a:noFill/>
            </a:ln>
            <a:effectLst/>
          </c:spPr>
          <c:invertIfNegative val="0"/>
          <c:cat>
            <c:strRef>
              <c:f>Sheet7!$A$2:$A$9</c:f>
              <c:strCache>
                <c:ptCount val="8"/>
                <c:pt idx="0">
                  <c:v>公众反对</c:v>
                </c:pt>
                <c:pt idx="1">
                  <c:v>土地可用性</c:v>
                </c:pt>
                <c:pt idx="2">
                  <c:v>天然气可用性</c:v>
                </c:pt>
                <c:pt idx="3">
                  <c:v>水资源可用性</c:v>
                </c:pt>
                <c:pt idx="4">
                  <c:v>许可审批问题</c:v>
                </c:pt>
                <c:pt idx="5">
                  <c:v>光纤可用性</c:v>
                </c:pt>
                <c:pt idx="6">
                  <c:v>计算机芯片获取</c:v>
                </c:pt>
                <c:pt idx="7">
                  <c:v>电网容量或输电约束
（变压器相关）</c:v>
                </c:pt>
              </c:strCache>
            </c:strRef>
          </c:cat>
          <c:val>
            <c:numRef>
              <c:f>Sheet7!$E$2:$E$9</c:f>
              <c:numCache>
                <c:formatCode>0%</c:formatCode>
                <c:ptCount val="8"/>
                <c:pt idx="0">
                  <c:v>0.26</c:v>
                </c:pt>
                <c:pt idx="1">
                  <c:v>0.26</c:v>
                </c:pt>
                <c:pt idx="2">
                  <c:v>0.24</c:v>
                </c:pt>
                <c:pt idx="3">
                  <c:v>0.27</c:v>
                </c:pt>
                <c:pt idx="4">
                  <c:v>0.14000000000000001</c:v>
                </c:pt>
                <c:pt idx="5">
                  <c:v>0.15</c:v>
                </c:pt>
                <c:pt idx="6">
                  <c:v>0.19</c:v>
                </c:pt>
                <c:pt idx="7">
                  <c:v>0.08</c:v>
                </c:pt>
              </c:numCache>
            </c:numRef>
          </c:val>
          <c:extLst>
            <c:ext xmlns:c16="http://schemas.microsoft.com/office/drawing/2014/chart" uri="{C3380CC4-5D6E-409C-BE32-E72D297353CC}">
              <c16:uniqueId val="{00000003-8F9B-4DAA-B8E6-18A51846D24A}"/>
            </c:ext>
          </c:extLst>
        </c:ser>
        <c:dLbls>
          <c:showLegendKey val="0"/>
          <c:showVal val="0"/>
          <c:showCatName val="0"/>
          <c:showSerName val="0"/>
          <c:showPercent val="0"/>
          <c:showBubbleSize val="0"/>
        </c:dLbls>
        <c:gapWidth val="100"/>
        <c:overlap val="100"/>
        <c:axId val="798170015"/>
        <c:axId val="798166175"/>
      </c:barChart>
      <c:catAx>
        <c:axId val="798170015"/>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50000"/>
                  </a:schemeClr>
                </a:solidFill>
                <a:latin typeface="+mn-lt"/>
                <a:ea typeface="+mn-ea"/>
                <a:cs typeface="+mn-cs"/>
              </a:defRPr>
            </a:pPr>
            <a:endParaRPr lang="en-US"/>
          </a:p>
        </c:txPr>
        <c:crossAx val="798166175"/>
        <c:crosses val="autoZero"/>
        <c:auto val="1"/>
        <c:lblAlgn val="ctr"/>
        <c:lblOffset val="100"/>
        <c:noMultiLvlLbl val="0"/>
      </c:catAx>
      <c:valAx>
        <c:axId val="798166175"/>
        <c:scaling>
          <c:orientation val="minMax"/>
          <c:max val="1"/>
        </c:scaling>
        <c:delete val="0"/>
        <c:axPos val="b"/>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98170015"/>
        <c:crosses val="autoZero"/>
        <c:crossBetween val="between"/>
      </c:valAx>
      <c:spPr>
        <a:noFill/>
        <a:ln>
          <a:noFill/>
        </a:ln>
        <a:effectLst/>
      </c:spPr>
    </c:plotArea>
    <c:legend>
      <c:legendPos val="t"/>
      <c:layout>
        <c:manualLayout>
          <c:xMode val="edge"/>
          <c:yMode val="edge"/>
          <c:x val="0.21162901517098764"/>
          <c:y val="1.094177996626141E-2"/>
          <c:w val="0.66923862644315801"/>
          <c:h val="6.1547943088959264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Sheet8!$K$11</c:f>
              <c:strCache>
                <c:ptCount val="1"/>
                <c:pt idx="0">
                  <c:v>HD现代电气</c:v>
                </c:pt>
              </c:strCache>
            </c:strRef>
          </c:tx>
          <c:spPr>
            <a:solidFill>
              <a:schemeClr val="accent1"/>
            </a:solidFill>
            <a:ln>
              <a:noFill/>
            </a:ln>
            <a:effectLst/>
          </c:spPr>
          <c:invertIfNegative val="0"/>
          <c:cat>
            <c:numRef>
              <c:f>Sheet8!$J$12:$J$17</c:f>
              <c:numCache>
                <c:formatCode>m/d/yyyy</c:formatCode>
                <c:ptCount val="6"/>
                <c:pt idx="0">
                  <c:v>44196</c:v>
                </c:pt>
                <c:pt idx="1">
                  <c:v>44561</c:v>
                </c:pt>
                <c:pt idx="2">
                  <c:v>44926</c:v>
                </c:pt>
                <c:pt idx="3">
                  <c:v>45291</c:v>
                </c:pt>
                <c:pt idx="4">
                  <c:v>45657</c:v>
                </c:pt>
                <c:pt idx="5">
                  <c:v>46022</c:v>
                </c:pt>
              </c:numCache>
            </c:numRef>
          </c:cat>
          <c:val>
            <c:numRef>
              <c:f>Sheet8!$K$12:$K$17</c:f>
              <c:numCache>
                <c:formatCode>General</c:formatCode>
                <c:ptCount val="6"/>
                <c:pt idx="0">
                  <c:v>6.327</c:v>
                </c:pt>
                <c:pt idx="1">
                  <c:v>2.9098999999999999</c:v>
                </c:pt>
                <c:pt idx="2">
                  <c:v>8.548</c:v>
                </c:pt>
                <c:pt idx="3">
                  <c:v>13.599299999999999</c:v>
                </c:pt>
                <c:pt idx="4">
                  <c:v>22.095600000000001</c:v>
                </c:pt>
                <c:pt idx="5">
                  <c:v>26.201799999999999</c:v>
                </c:pt>
              </c:numCache>
            </c:numRef>
          </c:val>
          <c:extLst>
            <c:ext xmlns:c16="http://schemas.microsoft.com/office/drawing/2014/chart" uri="{C3380CC4-5D6E-409C-BE32-E72D297353CC}">
              <c16:uniqueId val="{00000000-42E4-40D3-85AA-659600CCE747}"/>
            </c:ext>
          </c:extLst>
        </c:ser>
        <c:ser>
          <c:idx val="1"/>
          <c:order val="1"/>
          <c:tx>
            <c:strRef>
              <c:f>Sheet8!$L$11</c:f>
              <c:strCache>
                <c:ptCount val="1"/>
                <c:pt idx="0">
                  <c:v>晓星重工</c:v>
                </c:pt>
              </c:strCache>
            </c:strRef>
          </c:tx>
          <c:spPr>
            <a:solidFill>
              <a:schemeClr val="accent2"/>
            </a:solidFill>
            <a:ln>
              <a:noFill/>
            </a:ln>
            <a:effectLst/>
          </c:spPr>
          <c:invertIfNegative val="0"/>
          <c:cat>
            <c:numRef>
              <c:f>Sheet8!$J$12:$J$17</c:f>
              <c:numCache>
                <c:formatCode>m/d/yyyy</c:formatCode>
                <c:ptCount val="6"/>
                <c:pt idx="0">
                  <c:v>44196</c:v>
                </c:pt>
                <c:pt idx="1">
                  <c:v>44561</c:v>
                </c:pt>
                <c:pt idx="2">
                  <c:v>44926</c:v>
                </c:pt>
                <c:pt idx="3">
                  <c:v>45291</c:v>
                </c:pt>
                <c:pt idx="4">
                  <c:v>45657</c:v>
                </c:pt>
                <c:pt idx="5">
                  <c:v>46022</c:v>
                </c:pt>
              </c:numCache>
            </c:numRef>
          </c:cat>
          <c:val>
            <c:numRef>
              <c:f>Sheet8!$L$12:$L$17</c:f>
              <c:numCache>
                <c:formatCode>General</c:formatCode>
                <c:ptCount val="6"/>
                <c:pt idx="0">
                  <c:v>3.839</c:v>
                </c:pt>
                <c:pt idx="1">
                  <c:v>5.9913999999999996</c:v>
                </c:pt>
                <c:pt idx="2">
                  <c:v>6.3006000000000002</c:v>
                </c:pt>
                <c:pt idx="3">
                  <c:v>7.8704000000000001</c:v>
                </c:pt>
                <c:pt idx="4">
                  <c:v>8.8042999999999996</c:v>
                </c:pt>
                <c:pt idx="5">
                  <c:v>13.8718</c:v>
                </c:pt>
              </c:numCache>
            </c:numRef>
          </c:val>
          <c:extLst>
            <c:ext xmlns:c16="http://schemas.microsoft.com/office/drawing/2014/chart" uri="{C3380CC4-5D6E-409C-BE32-E72D297353CC}">
              <c16:uniqueId val="{00000001-42E4-40D3-85AA-659600CCE747}"/>
            </c:ext>
          </c:extLst>
        </c:ser>
        <c:ser>
          <c:idx val="2"/>
          <c:order val="2"/>
          <c:tx>
            <c:strRef>
              <c:f>Sheet8!$M$11</c:f>
              <c:strCache>
                <c:ptCount val="1"/>
                <c:pt idx="0">
                  <c:v>LS Electric</c:v>
                </c:pt>
              </c:strCache>
            </c:strRef>
          </c:tx>
          <c:spPr>
            <a:solidFill>
              <a:schemeClr val="accent3"/>
            </a:solidFill>
            <a:ln>
              <a:noFill/>
            </a:ln>
            <a:effectLst/>
          </c:spPr>
          <c:invertIfNegative val="0"/>
          <c:cat>
            <c:numRef>
              <c:f>Sheet8!$J$12:$J$17</c:f>
              <c:numCache>
                <c:formatCode>m/d/yyyy</c:formatCode>
                <c:ptCount val="6"/>
                <c:pt idx="0">
                  <c:v>44196</c:v>
                </c:pt>
                <c:pt idx="1">
                  <c:v>44561</c:v>
                </c:pt>
                <c:pt idx="2">
                  <c:v>44926</c:v>
                </c:pt>
                <c:pt idx="3">
                  <c:v>45291</c:v>
                </c:pt>
                <c:pt idx="4">
                  <c:v>45657</c:v>
                </c:pt>
                <c:pt idx="5">
                  <c:v>46022</c:v>
                </c:pt>
              </c:numCache>
            </c:numRef>
          </c:cat>
          <c:val>
            <c:numRef>
              <c:f>Sheet8!$M$12:$M$17</c:f>
              <c:numCache>
                <c:formatCode>General</c:formatCode>
                <c:ptCount val="6"/>
                <c:pt idx="0">
                  <c:v>9.5913000000000004</c:v>
                </c:pt>
                <c:pt idx="1">
                  <c:v>9.6163000000000007</c:v>
                </c:pt>
                <c:pt idx="2">
                  <c:v>8.5785</c:v>
                </c:pt>
                <c:pt idx="3">
                  <c:v>10.092599999999999</c:v>
                </c:pt>
                <c:pt idx="4">
                  <c:v>11.060499999999999</c:v>
                </c:pt>
                <c:pt idx="5">
                  <c:v>11.249499999999999</c:v>
                </c:pt>
              </c:numCache>
            </c:numRef>
          </c:val>
          <c:extLst>
            <c:ext xmlns:c16="http://schemas.microsoft.com/office/drawing/2014/chart" uri="{C3380CC4-5D6E-409C-BE32-E72D297353CC}">
              <c16:uniqueId val="{00000002-42E4-40D3-85AA-659600CCE747}"/>
            </c:ext>
          </c:extLst>
        </c:ser>
        <c:dLbls>
          <c:showLegendKey val="0"/>
          <c:showVal val="0"/>
          <c:showCatName val="0"/>
          <c:showSerName val="0"/>
          <c:showPercent val="0"/>
          <c:showBubbleSize val="0"/>
        </c:dLbls>
        <c:gapWidth val="219"/>
        <c:overlap val="-27"/>
        <c:axId val="1817175824"/>
        <c:axId val="1817167184"/>
      </c:barChart>
      <c:dateAx>
        <c:axId val="1817175824"/>
        <c:scaling>
          <c:orientation val="minMax"/>
        </c:scaling>
        <c:delete val="0"/>
        <c:axPos val="b"/>
        <c:numFmt formatCode="yyyy"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n-US"/>
          </a:p>
        </c:txPr>
        <c:crossAx val="1817167184"/>
        <c:crosses val="autoZero"/>
        <c:auto val="1"/>
        <c:lblOffset val="100"/>
        <c:baseTimeUnit val="years"/>
      </c:dateAx>
      <c:valAx>
        <c:axId val="1817167184"/>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n-US"/>
          </a:p>
        </c:txPr>
        <c:crossAx val="1817175824"/>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userShapes r:id="rId4"/>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7.475798655241607E-2"/>
          <c:y val="4.3244605278055154E-2"/>
          <c:w val="0.83954576575729478"/>
          <c:h val="0.69148549475488907"/>
        </c:manualLayout>
      </c:layout>
      <c:barChart>
        <c:barDir val="col"/>
        <c:grouping val="clustered"/>
        <c:varyColors val="0"/>
        <c:ser>
          <c:idx val="0"/>
          <c:order val="0"/>
          <c:tx>
            <c:strRef>
              <c:f>Sheet9!$Q$6</c:f>
              <c:strCache>
                <c:ptCount val="1"/>
                <c:pt idx="0">
                  <c:v>收入</c:v>
                </c:pt>
              </c:strCache>
            </c:strRef>
          </c:tx>
          <c:spPr>
            <a:solidFill>
              <a:schemeClr val="accent1"/>
            </a:solidFill>
            <a:ln>
              <a:noFill/>
            </a:ln>
            <a:effectLst/>
          </c:spPr>
          <c:invertIfNegative val="0"/>
          <c:cat>
            <c:numRef>
              <c:f>Sheet9!$P$7:$P$11</c:f>
              <c:numCache>
                <c:formatCode>General</c:formatCode>
                <c:ptCount val="5"/>
                <c:pt idx="0">
                  <c:v>2021</c:v>
                </c:pt>
                <c:pt idx="1">
                  <c:v>2022</c:v>
                </c:pt>
                <c:pt idx="2">
                  <c:v>2023</c:v>
                </c:pt>
                <c:pt idx="3">
                  <c:v>2024</c:v>
                </c:pt>
                <c:pt idx="4">
                  <c:v>2025</c:v>
                </c:pt>
              </c:numCache>
            </c:numRef>
          </c:cat>
          <c:val>
            <c:numRef>
              <c:f>Sheet9!$Q$7:$Q$11</c:f>
              <c:numCache>
                <c:formatCode>0.0</c:formatCode>
                <c:ptCount val="5"/>
                <c:pt idx="0">
                  <c:v>3.0946980000000002</c:v>
                </c:pt>
                <c:pt idx="1">
                  <c:v>3.5101439999999999</c:v>
                </c:pt>
                <c:pt idx="2">
                  <c:v>4.3005715032999996</c:v>
                </c:pt>
                <c:pt idx="3">
                  <c:v>4.8949796122000002</c:v>
                </c:pt>
                <c:pt idx="4">
                  <c:v>5.9685116166000007</c:v>
                </c:pt>
              </c:numCache>
            </c:numRef>
          </c:val>
          <c:extLst>
            <c:ext xmlns:c16="http://schemas.microsoft.com/office/drawing/2014/chart" uri="{C3380CC4-5D6E-409C-BE32-E72D297353CC}">
              <c16:uniqueId val="{00000000-5C25-41E4-B9E2-F9576146FECA}"/>
            </c:ext>
          </c:extLst>
        </c:ser>
        <c:ser>
          <c:idx val="1"/>
          <c:order val="1"/>
          <c:tx>
            <c:strRef>
              <c:f>Sheet9!$R$6</c:f>
              <c:strCache>
                <c:ptCount val="1"/>
                <c:pt idx="0">
                  <c:v>净利润</c:v>
                </c:pt>
              </c:strCache>
            </c:strRef>
          </c:tx>
          <c:spPr>
            <a:solidFill>
              <a:schemeClr val="accent6"/>
            </a:solidFill>
            <a:ln>
              <a:noFill/>
            </a:ln>
            <a:effectLst/>
          </c:spPr>
          <c:invertIfNegative val="0"/>
          <c:cat>
            <c:numRef>
              <c:f>Sheet9!$P$7:$P$11</c:f>
              <c:numCache>
                <c:formatCode>General</c:formatCode>
                <c:ptCount val="5"/>
                <c:pt idx="0">
                  <c:v>2021</c:v>
                </c:pt>
                <c:pt idx="1">
                  <c:v>2022</c:v>
                </c:pt>
                <c:pt idx="2">
                  <c:v>2023</c:v>
                </c:pt>
                <c:pt idx="3">
                  <c:v>2024</c:v>
                </c:pt>
                <c:pt idx="4">
                  <c:v>2025</c:v>
                </c:pt>
              </c:numCache>
            </c:numRef>
          </c:cat>
          <c:val>
            <c:numRef>
              <c:f>Sheet9!$R$7:$R$11</c:f>
              <c:numCache>
                <c:formatCode>0.0</c:formatCode>
                <c:ptCount val="5"/>
                <c:pt idx="0">
                  <c:v>5.76052575E-2</c:v>
                </c:pt>
                <c:pt idx="1">
                  <c:v>1.02166911E-2</c:v>
                </c:pt>
                <c:pt idx="2">
                  <c:v>0.11598320080000001</c:v>
                </c:pt>
                <c:pt idx="3">
                  <c:v>0.22263448229999999</c:v>
                </c:pt>
                <c:pt idx="4">
                  <c:v>0.51989374119999998</c:v>
                </c:pt>
              </c:numCache>
            </c:numRef>
          </c:val>
          <c:extLst>
            <c:ext xmlns:c16="http://schemas.microsoft.com/office/drawing/2014/chart" uri="{C3380CC4-5D6E-409C-BE32-E72D297353CC}">
              <c16:uniqueId val="{00000001-5C25-41E4-B9E2-F9576146FECA}"/>
            </c:ext>
          </c:extLst>
        </c:ser>
        <c:dLbls>
          <c:showLegendKey val="0"/>
          <c:showVal val="0"/>
          <c:showCatName val="0"/>
          <c:showSerName val="0"/>
          <c:showPercent val="0"/>
          <c:showBubbleSize val="0"/>
        </c:dLbls>
        <c:gapWidth val="219"/>
        <c:overlap val="-27"/>
        <c:axId val="1366616816"/>
        <c:axId val="1366620656"/>
      </c:barChart>
      <c:lineChart>
        <c:grouping val="standard"/>
        <c:varyColors val="0"/>
        <c:ser>
          <c:idx val="2"/>
          <c:order val="2"/>
          <c:tx>
            <c:strRef>
              <c:f>Sheet9!$S$6</c:f>
              <c:strCache>
                <c:ptCount val="1"/>
                <c:pt idx="0">
                  <c:v>收入YoY（右轴）</c:v>
                </c:pt>
              </c:strCache>
            </c:strRef>
          </c:tx>
          <c:spPr>
            <a:ln w="28575" cap="rnd">
              <a:solidFill>
                <a:schemeClr val="accent1">
                  <a:lumMod val="75000"/>
                </a:schemeClr>
              </a:solidFill>
              <a:round/>
            </a:ln>
            <a:effectLst/>
          </c:spPr>
          <c:marker>
            <c:symbol val="none"/>
          </c:marker>
          <c:dLbls>
            <c:dLbl>
              <c:idx val="1"/>
              <c:layout>
                <c:manualLayout>
                  <c:x val="0"/>
                  <c:y val="-8.1083422078414041E-2"/>
                </c:manualLayout>
              </c:layout>
              <c:spPr>
                <a:noFill/>
                <a:ln>
                  <a:noFill/>
                </a:ln>
                <a:effectLst/>
              </c:spPr>
              <c:txPr>
                <a:bodyPr rot="0" spcFirstLastPara="1" vertOverflow="ellipsis" vert="horz" wrap="square" lIns="38100" tIns="19050" rIns="38100" bIns="19050" anchor="ctr" anchorCtr="1">
                  <a:noAutofit/>
                </a:bodyPr>
                <a:lstStyle/>
                <a:p>
                  <a:pPr>
                    <a:defRPr sz="1200" b="1" i="0" u="none" strike="noStrike" kern="1200" baseline="0">
                      <a:solidFill>
                        <a:schemeClr val="accent1">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8.7178373876651866E-2"/>
                      <c:h val="0.16749197463550669"/>
                    </c:manualLayout>
                  </c15:layout>
                </c:ext>
                <c:ext xmlns:c16="http://schemas.microsoft.com/office/drawing/2014/chart" uri="{C3380CC4-5D6E-409C-BE32-E72D297353CC}">
                  <c16:uniqueId val="{00000002-5C25-41E4-B9E2-F9576146FECA}"/>
                </c:ext>
              </c:extLst>
            </c:dLbl>
            <c:dLbl>
              <c:idx val="2"/>
              <c:layout>
                <c:manualLayout>
                  <c:x val="2.508730183500773E-3"/>
                  <c:y val="-0.11351687603695541"/>
                </c:manualLayout>
              </c:layout>
              <c:spPr>
                <a:noFill/>
                <a:ln>
                  <a:noFill/>
                </a:ln>
                <a:effectLst/>
              </c:spPr>
              <c:txPr>
                <a:bodyPr rot="0" spcFirstLastPara="1" vertOverflow="ellipsis" vert="horz" wrap="square" lIns="38100" tIns="19050" rIns="38100" bIns="19050" anchor="ctr" anchorCtr="1">
                  <a:noAutofit/>
                </a:bodyPr>
                <a:lstStyle/>
                <a:p>
                  <a:pPr>
                    <a:defRPr sz="1200" b="1" i="0" u="none" strike="noStrike" kern="1200" baseline="0">
                      <a:solidFill>
                        <a:schemeClr val="accent1">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7.4634722959147998E-2"/>
                      <c:h val="0.16749197463550669"/>
                    </c:manualLayout>
                  </c15:layout>
                </c:ext>
                <c:ext xmlns:c16="http://schemas.microsoft.com/office/drawing/2014/chart" uri="{C3380CC4-5D6E-409C-BE32-E72D297353CC}">
                  <c16:uniqueId val="{00000003-5C25-41E4-B9E2-F9576146FECA}"/>
                </c:ext>
              </c:extLst>
            </c:dLbl>
            <c:dLbl>
              <c:idx val="3"/>
              <c:layout>
                <c:manualLayout>
                  <c:x val="2.6701552930883537E-2"/>
                  <c:y val="6.4143153980752404E-2"/>
                </c:manualLayout>
              </c:layout>
              <c:spPr>
                <a:noFill/>
                <a:ln>
                  <a:noFill/>
                </a:ln>
                <a:effectLst/>
              </c:spPr>
              <c:txPr>
                <a:bodyPr rot="0" spcFirstLastPara="1" vertOverflow="ellipsis" vert="horz" wrap="square" lIns="38100" tIns="19050" rIns="38100" bIns="19050" anchor="ctr" anchorCtr="1">
                  <a:noAutofit/>
                </a:bodyPr>
                <a:lstStyle/>
                <a:p>
                  <a:pPr>
                    <a:defRPr sz="1200" b="1" i="0" u="none" strike="noStrike" kern="1200" baseline="0">
                      <a:solidFill>
                        <a:schemeClr val="accent1">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8.1671809892772521E-2"/>
                      <c:h val="0.11884179369769464"/>
                    </c:manualLayout>
                  </c15:layout>
                </c:ext>
                <c:ext xmlns:c16="http://schemas.microsoft.com/office/drawing/2014/chart" uri="{C3380CC4-5D6E-409C-BE32-E72D297353CC}">
                  <c16:uniqueId val="{00000004-5C25-41E4-B9E2-F9576146FECA}"/>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accent1">
                        <a:lumMod val="7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Sheet9!$P$7:$P$11</c:f>
              <c:numCache>
                <c:formatCode>General</c:formatCode>
                <c:ptCount val="5"/>
                <c:pt idx="0">
                  <c:v>2021</c:v>
                </c:pt>
                <c:pt idx="1">
                  <c:v>2022</c:v>
                </c:pt>
                <c:pt idx="2">
                  <c:v>2023</c:v>
                </c:pt>
                <c:pt idx="3">
                  <c:v>2024</c:v>
                </c:pt>
                <c:pt idx="4">
                  <c:v>2025</c:v>
                </c:pt>
              </c:numCache>
            </c:numRef>
          </c:cat>
          <c:val>
            <c:numRef>
              <c:f>Sheet9!$S$7:$S$11</c:f>
              <c:numCache>
                <c:formatCode>0%</c:formatCode>
                <c:ptCount val="5"/>
                <c:pt idx="1">
                  <c:v>0.13424444000674685</c:v>
                </c:pt>
                <c:pt idx="2">
                  <c:v>0.22518378257416205</c:v>
                </c:pt>
                <c:pt idx="3">
                  <c:v>0.13821607394363467</c:v>
                </c:pt>
                <c:pt idx="4">
                  <c:v>0.21931286531293881</c:v>
                </c:pt>
              </c:numCache>
            </c:numRef>
          </c:val>
          <c:smooth val="0"/>
          <c:extLst>
            <c:ext xmlns:c16="http://schemas.microsoft.com/office/drawing/2014/chart" uri="{C3380CC4-5D6E-409C-BE32-E72D297353CC}">
              <c16:uniqueId val="{00000005-5C25-41E4-B9E2-F9576146FECA}"/>
            </c:ext>
          </c:extLst>
        </c:ser>
        <c:ser>
          <c:idx val="3"/>
          <c:order val="3"/>
          <c:tx>
            <c:strRef>
              <c:f>Sheet9!$T$6</c:f>
              <c:strCache>
                <c:ptCount val="1"/>
                <c:pt idx="0">
                  <c:v>净利润YoY（右轴）</c:v>
                </c:pt>
              </c:strCache>
            </c:strRef>
          </c:tx>
          <c:spPr>
            <a:ln w="28575" cap="rnd">
              <a:solidFill>
                <a:schemeClr val="accent6">
                  <a:lumMod val="75000"/>
                </a:schemeClr>
              </a:solidFill>
              <a:round/>
            </a:ln>
            <a:effectLst/>
          </c:spPr>
          <c:marker>
            <c:symbol val="none"/>
          </c:marker>
          <c:dLbls>
            <c:dLbl>
              <c:idx val="1"/>
              <c:layout>
                <c:manualLayout>
                  <c:x val="4.9302274715660541E-3"/>
                  <c:y val="7.808398950131241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5C25-41E4-B9E2-F9576146FECA}"/>
                </c:ext>
              </c:extLst>
            </c:dLbl>
            <c:dLbl>
              <c:idx val="3"/>
              <c:layout>
                <c:manualLayout>
                  <c:x val="1.9444444444444445E-2"/>
                  <c:y val="-7.407407407407415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5C25-41E4-B9E2-F9576146FECA}"/>
                </c:ext>
              </c:extLst>
            </c:dLbl>
            <c:dLbl>
              <c:idx val="4"/>
              <c:layout>
                <c:manualLayout>
                  <c:x val="-1.2500000000000101E-2"/>
                  <c:y val="-2.7673519976669669E-2"/>
                </c:manualLayout>
              </c:layout>
              <c:spPr>
                <a:noFill/>
                <a:ln>
                  <a:noFill/>
                </a:ln>
                <a:effectLst/>
              </c:spPr>
              <c:txPr>
                <a:bodyPr rot="0" spcFirstLastPara="1" vertOverflow="ellipsis" vert="horz" wrap="square" lIns="38100" tIns="19050" rIns="38100" bIns="19050" anchor="ctr" anchorCtr="1">
                  <a:noAutofit/>
                </a:bodyPr>
                <a:lstStyle/>
                <a:p>
                  <a:pPr>
                    <a:defRPr sz="1200" b="1" i="0" u="none" strike="noStrike" kern="1200" baseline="0">
                      <a:solidFill>
                        <a:schemeClr val="accent6">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3161220472440946"/>
                      <c:h val="0.14046405657626129"/>
                    </c:manualLayout>
                  </c15:layout>
                </c:ext>
                <c:ext xmlns:c16="http://schemas.microsoft.com/office/drawing/2014/chart" uri="{C3380CC4-5D6E-409C-BE32-E72D297353CC}">
                  <c16:uniqueId val="{00000008-5C25-41E4-B9E2-F9576146FECA}"/>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accent6">
                        <a:lumMod val="7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Sheet9!$P$7:$P$11</c:f>
              <c:numCache>
                <c:formatCode>General</c:formatCode>
                <c:ptCount val="5"/>
                <c:pt idx="0">
                  <c:v>2021</c:v>
                </c:pt>
                <c:pt idx="1">
                  <c:v>2022</c:v>
                </c:pt>
                <c:pt idx="2">
                  <c:v>2023</c:v>
                </c:pt>
                <c:pt idx="3">
                  <c:v>2024</c:v>
                </c:pt>
                <c:pt idx="4">
                  <c:v>2025</c:v>
                </c:pt>
              </c:numCache>
            </c:numRef>
          </c:cat>
          <c:val>
            <c:numRef>
              <c:f>Sheet9!$T$7:$T$11</c:f>
              <c:numCache>
                <c:formatCode>0%</c:formatCode>
                <c:ptCount val="5"/>
                <c:pt idx="1">
                  <c:v>-0.82264307906270528</c:v>
                </c:pt>
                <c:pt idx="2">
                  <c:v>10.352325294439019</c:v>
                </c:pt>
                <c:pt idx="3">
                  <c:v>0.91954076766607029</c:v>
                </c:pt>
                <c:pt idx="4">
                  <c:v>1.3351896607796951</c:v>
                </c:pt>
              </c:numCache>
            </c:numRef>
          </c:val>
          <c:smooth val="0"/>
          <c:extLst>
            <c:ext xmlns:c16="http://schemas.microsoft.com/office/drawing/2014/chart" uri="{C3380CC4-5D6E-409C-BE32-E72D297353CC}">
              <c16:uniqueId val="{00000009-5C25-41E4-B9E2-F9576146FECA}"/>
            </c:ext>
          </c:extLst>
        </c:ser>
        <c:dLbls>
          <c:showLegendKey val="0"/>
          <c:showVal val="0"/>
          <c:showCatName val="0"/>
          <c:showSerName val="0"/>
          <c:showPercent val="0"/>
          <c:showBubbleSize val="0"/>
        </c:dLbls>
        <c:marker val="1"/>
        <c:smooth val="0"/>
        <c:axId val="1366624016"/>
        <c:axId val="1366626416"/>
      </c:lineChart>
      <c:catAx>
        <c:axId val="13666168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66620656"/>
        <c:crosses val="autoZero"/>
        <c:auto val="1"/>
        <c:lblAlgn val="ctr"/>
        <c:lblOffset val="100"/>
        <c:noMultiLvlLbl val="0"/>
      </c:catAx>
      <c:valAx>
        <c:axId val="1366620656"/>
        <c:scaling>
          <c:orientation val="minMax"/>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n-US"/>
          </a:p>
        </c:txPr>
        <c:crossAx val="1366616816"/>
        <c:crosses val="autoZero"/>
        <c:crossBetween val="between"/>
      </c:valAx>
      <c:valAx>
        <c:axId val="1366626416"/>
        <c:scaling>
          <c:orientation val="minMax"/>
        </c:scaling>
        <c:delete val="0"/>
        <c:axPos val="r"/>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n-US"/>
          </a:p>
        </c:txPr>
        <c:crossAx val="1366624016"/>
        <c:crosses val="max"/>
        <c:crossBetween val="between"/>
      </c:valAx>
      <c:catAx>
        <c:axId val="1366624016"/>
        <c:scaling>
          <c:orientation val="minMax"/>
        </c:scaling>
        <c:delete val="1"/>
        <c:axPos val="b"/>
        <c:numFmt formatCode="General" sourceLinked="1"/>
        <c:majorTickMark val="out"/>
        <c:minorTickMark val="none"/>
        <c:tickLblPos val="nextTo"/>
        <c:crossAx val="1366626416"/>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chart>
  <c:spPr>
    <a:noFill/>
    <a:ln w="9525" cap="flat" cmpd="sng" algn="ctr">
      <a:noFill/>
      <a:round/>
    </a:ln>
    <a:effectLst/>
  </c:spPr>
  <c:txPr>
    <a:bodyPr/>
    <a:lstStyle/>
    <a:p>
      <a:pPr>
        <a:defRPr/>
      </a:pPr>
      <a:endParaRPr lang="en-US"/>
    </a:p>
  </c:txPr>
  <c:externalData r:id="rId4">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7.475798655241607E-2"/>
          <c:y val="4.3244605278055154E-2"/>
          <c:w val="0.83954576575729478"/>
          <c:h val="0.69148549475488907"/>
        </c:manualLayout>
      </c:layout>
      <c:barChart>
        <c:barDir val="col"/>
        <c:grouping val="clustered"/>
        <c:varyColors val="0"/>
        <c:ser>
          <c:idx val="0"/>
          <c:order val="0"/>
          <c:tx>
            <c:strRef>
              <c:f>Sheet9!$W$6</c:f>
              <c:strCache>
                <c:ptCount val="1"/>
                <c:pt idx="0">
                  <c:v>收入</c:v>
                </c:pt>
              </c:strCache>
            </c:strRef>
          </c:tx>
          <c:spPr>
            <a:solidFill>
              <a:schemeClr val="accent1"/>
            </a:solidFill>
            <a:ln>
              <a:noFill/>
            </a:ln>
            <a:effectLst/>
          </c:spPr>
          <c:invertIfNegative val="0"/>
          <c:cat>
            <c:numRef>
              <c:f>Sheet9!$V$7:$V$11</c:f>
              <c:numCache>
                <c:formatCode>General</c:formatCode>
                <c:ptCount val="5"/>
                <c:pt idx="0">
                  <c:v>2021</c:v>
                </c:pt>
                <c:pt idx="1">
                  <c:v>2022</c:v>
                </c:pt>
                <c:pt idx="2">
                  <c:v>2023</c:v>
                </c:pt>
                <c:pt idx="3">
                  <c:v>2024</c:v>
                </c:pt>
                <c:pt idx="4">
                  <c:v>2025</c:v>
                </c:pt>
              </c:numCache>
            </c:numRef>
          </c:cat>
          <c:val>
            <c:numRef>
              <c:f>Sheet9!$W$7:$W$11</c:f>
              <c:numCache>
                <c:formatCode>0.0</c:formatCode>
                <c:ptCount val="5"/>
                <c:pt idx="0">
                  <c:v>2.6682649803</c:v>
                </c:pt>
                <c:pt idx="1">
                  <c:v>3.3770702157999999</c:v>
                </c:pt>
                <c:pt idx="2">
                  <c:v>4.2304830000000004</c:v>
                </c:pt>
                <c:pt idx="3">
                  <c:v>4.5518369999999999</c:v>
                </c:pt>
                <c:pt idx="4">
                  <c:v>4.9657989999999996</c:v>
                </c:pt>
              </c:numCache>
            </c:numRef>
          </c:val>
          <c:extLst>
            <c:ext xmlns:c16="http://schemas.microsoft.com/office/drawing/2014/chart" uri="{C3380CC4-5D6E-409C-BE32-E72D297353CC}">
              <c16:uniqueId val="{00000000-5F08-4D45-AF8D-CA7B453B837B}"/>
            </c:ext>
          </c:extLst>
        </c:ser>
        <c:ser>
          <c:idx val="1"/>
          <c:order val="1"/>
          <c:tx>
            <c:strRef>
              <c:f>Sheet9!$X$6</c:f>
              <c:strCache>
                <c:ptCount val="1"/>
                <c:pt idx="0">
                  <c:v>净利润</c:v>
                </c:pt>
              </c:strCache>
            </c:strRef>
          </c:tx>
          <c:spPr>
            <a:solidFill>
              <a:schemeClr val="accent6"/>
            </a:solidFill>
            <a:ln>
              <a:noFill/>
            </a:ln>
            <a:effectLst/>
          </c:spPr>
          <c:invertIfNegative val="0"/>
          <c:cat>
            <c:numRef>
              <c:f>Sheet9!$V$7:$V$11</c:f>
              <c:numCache>
                <c:formatCode>General</c:formatCode>
                <c:ptCount val="5"/>
                <c:pt idx="0">
                  <c:v>2021</c:v>
                </c:pt>
                <c:pt idx="1">
                  <c:v>2022</c:v>
                </c:pt>
                <c:pt idx="2">
                  <c:v>2023</c:v>
                </c:pt>
                <c:pt idx="3">
                  <c:v>2024</c:v>
                </c:pt>
                <c:pt idx="4">
                  <c:v>2025</c:v>
                </c:pt>
              </c:numCache>
            </c:numRef>
          </c:cat>
          <c:val>
            <c:numRef>
              <c:f>Sheet9!$X$7:$X$11</c:f>
              <c:numCache>
                <c:formatCode>0.0</c:formatCode>
                <c:ptCount val="5"/>
                <c:pt idx="0">
                  <c:v>8.4735407499999998E-2</c:v>
                </c:pt>
                <c:pt idx="1">
                  <c:v>9.0304143500000003E-2</c:v>
                </c:pt>
                <c:pt idx="2">
                  <c:v>0.2059619902</c:v>
                </c:pt>
                <c:pt idx="3">
                  <c:v>0.23871503129999999</c:v>
                </c:pt>
                <c:pt idx="4">
                  <c:v>0.28662188599999999</c:v>
                </c:pt>
              </c:numCache>
            </c:numRef>
          </c:val>
          <c:extLst>
            <c:ext xmlns:c16="http://schemas.microsoft.com/office/drawing/2014/chart" uri="{C3380CC4-5D6E-409C-BE32-E72D297353CC}">
              <c16:uniqueId val="{00000001-5F08-4D45-AF8D-CA7B453B837B}"/>
            </c:ext>
          </c:extLst>
        </c:ser>
        <c:dLbls>
          <c:showLegendKey val="0"/>
          <c:showVal val="0"/>
          <c:showCatName val="0"/>
          <c:showSerName val="0"/>
          <c:showPercent val="0"/>
          <c:showBubbleSize val="0"/>
        </c:dLbls>
        <c:gapWidth val="219"/>
        <c:overlap val="-27"/>
        <c:axId val="1366616816"/>
        <c:axId val="1366620656"/>
      </c:barChart>
      <c:lineChart>
        <c:grouping val="standard"/>
        <c:varyColors val="0"/>
        <c:ser>
          <c:idx val="2"/>
          <c:order val="2"/>
          <c:tx>
            <c:strRef>
              <c:f>Sheet9!$Y$6</c:f>
              <c:strCache>
                <c:ptCount val="1"/>
                <c:pt idx="0">
                  <c:v>收入YoY（右轴）</c:v>
                </c:pt>
              </c:strCache>
            </c:strRef>
          </c:tx>
          <c:spPr>
            <a:ln w="28575" cap="rnd">
              <a:solidFill>
                <a:schemeClr val="accent1">
                  <a:lumMod val="75000"/>
                </a:schemeClr>
              </a:solidFill>
              <a:round/>
            </a:ln>
            <a:effectLst/>
          </c:spPr>
          <c:marker>
            <c:symbol val="none"/>
          </c:marker>
          <c:dLbls>
            <c:dLbl>
              <c:idx val="1"/>
              <c:layout>
                <c:manualLayout>
                  <c:x val="1.6666776027996551E-2"/>
                  <c:y val="-3.015766258384377E-2"/>
                </c:manualLayout>
              </c:layout>
              <c:spPr>
                <a:noFill/>
                <a:ln>
                  <a:noFill/>
                </a:ln>
                <a:effectLst/>
              </c:spPr>
              <c:txPr>
                <a:bodyPr rot="0" spcFirstLastPara="1" vertOverflow="ellipsis" vert="horz" wrap="square" lIns="38100" tIns="19050" rIns="38100" bIns="19050" anchor="ctr" anchorCtr="1">
                  <a:noAutofit/>
                </a:bodyPr>
                <a:lstStyle/>
                <a:p>
                  <a:pPr>
                    <a:defRPr sz="1200" b="1" i="0" u="none" strike="noStrike" kern="1200" baseline="0">
                      <a:solidFill>
                        <a:schemeClr val="accent1">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8.7178373876651866E-2"/>
                      <c:h val="0.16749197463550669"/>
                    </c:manualLayout>
                  </c15:layout>
                </c:ext>
                <c:ext xmlns:c16="http://schemas.microsoft.com/office/drawing/2014/chart" uri="{C3380CC4-5D6E-409C-BE32-E72D297353CC}">
                  <c16:uniqueId val="{00000002-5F08-4D45-AF8D-CA7B453B837B}"/>
                </c:ext>
              </c:extLst>
            </c:dLbl>
            <c:dLbl>
              <c:idx val="2"/>
              <c:layout>
                <c:manualLayout>
                  <c:x val="3.8976377952755904E-3"/>
                  <c:y val="-3.4812992125984252E-2"/>
                </c:manualLayout>
              </c:layout>
              <c:spPr>
                <a:noFill/>
                <a:ln>
                  <a:noFill/>
                </a:ln>
                <a:effectLst/>
              </c:spPr>
              <c:txPr>
                <a:bodyPr rot="0" spcFirstLastPara="1" vertOverflow="ellipsis" vert="horz" wrap="square" lIns="38100" tIns="19050" rIns="38100" bIns="19050" anchor="ctr" anchorCtr="1">
                  <a:noAutofit/>
                </a:bodyPr>
                <a:lstStyle/>
                <a:p>
                  <a:pPr>
                    <a:defRPr sz="1200" b="1" i="0" u="none" strike="noStrike" kern="1200" baseline="0">
                      <a:solidFill>
                        <a:schemeClr val="accent1">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3296806649168855"/>
                      <c:h val="0.16749198016914552"/>
                    </c:manualLayout>
                  </c15:layout>
                </c:ext>
                <c:ext xmlns:c16="http://schemas.microsoft.com/office/drawing/2014/chart" uri="{C3380CC4-5D6E-409C-BE32-E72D297353CC}">
                  <c16:uniqueId val="{00000003-5F08-4D45-AF8D-CA7B453B837B}"/>
                </c:ext>
              </c:extLst>
            </c:dLbl>
            <c:dLbl>
              <c:idx val="3"/>
              <c:layout>
                <c:manualLayout>
                  <c:x val="3.5034886264216976E-2"/>
                  <c:y val="7.3402413240011663E-2"/>
                </c:manualLayout>
              </c:layout>
              <c:spPr>
                <a:noFill/>
                <a:ln>
                  <a:noFill/>
                </a:ln>
                <a:effectLst/>
              </c:spPr>
              <c:txPr>
                <a:bodyPr rot="0" spcFirstLastPara="1" vertOverflow="ellipsis" vert="horz" wrap="square" lIns="38100" tIns="19050" rIns="38100" bIns="19050" anchor="ctr" anchorCtr="1">
                  <a:noAutofit/>
                </a:bodyPr>
                <a:lstStyle/>
                <a:p>
                  <a:pPr>
                    <a:defRPr sz="1200" b="1" i="0" u="none" strike="noStrike" kern="1200" baseline="0">
                      <a:solidFill>
                        <a:schemeClr val="accent1">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8.1671809892772521E-2"/>
                      <c:h val="0.11884179369769464"/>
                    </c:manualLayout>
                  </c15:layout>
                </c:ext>
                <c:ext xmlns:c16="http://schemas.microsoft.com/office/drawing/2014/chart" uri="{C3380CC4-5D6E-409C-BE32-E72D297353CC}">
                  <c16:uniqueId val="{00000004-5F08-4D45-AF8D-CA7B453B837B}"/>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accent1">
                        <a:lumMod val="7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Sheet9!$V$7:$V$11</c:f>
              <c:numCache>
                <c:formatCode>General</c:formatCode>
                <c:ptCount val="5"/>
                <c:pt idx="0">
                  <c:v>2021</c:v>
                </c:pt>
                <c:pt idx="1">
                  <c:v>2022</c:v>
                </c:pt>
                <c:pt idx="2">
                  <c:v>2023</c:v>
                </c:pt>
                <c:pt idx="3">
                  <c:v>2024</c:v>
                </c:pt>
                <c:pt idx="4">
                  <c:v>2025</c:v>
                </c:pt>
              </c:numCache>
            </c:numRef>
          </c:cat>
          <c:val>
            <c:numRef>
              <c:f>Sheet9!$Y$7:$Y$11</c:f>
              <c:numCache>
                <c:formatCode>0%</c:formatCode>
                <c:ptCount val="5"/>
                <c:pt idx="1">
                  <c:v>0.26564274565425916</c:v>
                </c:pt>
                <c:pt idx="2">
                  <c:v>0.25270803674949183</c:v>
                </c:pt>
                <c:pt idx="3">
                  <c:v>7.5961539143402534E-2</c:v>
                </c:pt>
                <c:pt idx="4">
                  <c:v>9.0943941973317566E-2</c:v>
                </c:pt>
              </c:numCache>
            </c:numRef>
          </c:val>
          <c:smooth val="0"/>
          <c:extLst>
            <c:ext xmlns:c16="http://schemas.microsoft.com/office/drawing/2014/chart" uri="{C3380CC4-5D6E-409C-BE32-E72D297353CC}">
              <c16:uniqueId val="{00000005-5F08-4D45-AF8D-CA7B453B837B}"/>
            </c:ext>
          </c:extLst>
        </c:ser>
        <c:ser>
          <c:idx val="3"/>
          <c:order val="3"/>
          <c:tx>
            <c:strRef>
              <c:f>Sheet9!$Z$6</c:f>
              <c:strCache>
                <c:ptCount val="1"/>
                <c:pt idx="0">
                  <c:v>净利润YoY（右轴）</c:v>
                </c:pt>
              </c:strCache>
            </c:strRef>
          </c:tx>
          <c:spPr>
            <a:ln w="28575" cap="rnd">
              <a:solidFill>
                <a:schemeClr val="accent6">
                  <a:lumMod val="75000"/>
                </a:schemeClr>
              </a:solidFill>
              <a:round/>
            </a:ln>
            <a:effectLst/>
          </c:spPr>
          <c:marker>
            <c:symbol val="none"/>
          </c:marker>
          <c:dLbls>
            <c:dLbl>
              <c:idx val="1"/>
              <c:layout>
                <c:manualLayout>
                  <c:x val="4.1041338582677216E-2"/>
                  <c:y val="4.567658209390484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5F08-4D45-AF8D-CA7B453B837B}"/>
                </c:ext>
              </c:extLst>
            </c:dLbl>
            <c:dLbl>
              <c:idx val="3"/>
              <c:layout>
                <c:manualLayout>
                  <c:x val="1.6666666666666666E-2"/>
                  <c:y val="-9.259259259259258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5F08-4D45-AF8D-CA7B453B837B}"/>
                </c:ext>
              </c:extLst>
            </c:dLbl>
            <c:dLbl>
              <c:idx val="4"/>
              <c:layout>
                <c:manualLayout>
                  <c:x val="2.7777910020613677E-2"/>
                  <c:y val="-4.156242874578895E-2"/>
                </c:manualLayout>
              </c:layout>
              <c:spPr>
                <a:noFill/>
                <a:ln>
                  <a:noFill/>
                </a:ln>
                <a:effectLst/>
              </c:spPr>
              <c:txPr>
                <a:bodyPr rot="0" spcFirstLastPara="1" vertOverflow="ellipsis" vert="horz" wrap="square" lIns="38100" tIns="19050" rIns="38100" bIns="19050" anchor="ctr" anchorCtr="1">
                  <a:noAutofit/>
                </a:bodyPr>
                <a:lstStyle/>
                <a:p>
                  <a:pPr>
                    <a:defRPr sz="1200" b="1" i="0" u="none" strike="noStrike" kern="1200" baseline="0">
                      <a:solidFill>
                        <a:schemeClr val="accent6">
                          <a:lumMod val="7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12167760279965"/>
                      <c:h val="0.14046405657626129"/>
                    </c:manualLayout>
                  </c15:layout>
                </c:ext>
                <c:ext xmlns:c16="http://schemas.microsoft.com/office/drawing/2014/chart" uri="{C3380CC4-5D6E-409C-BE32-E72D297353CC}">
                  <c16:uniqueId val="{00000008-5F08-4D45-AF8D-CA7B453B837B}"/>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accent6">
                        <a:lumMod val="7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Sheet9!$V$7:$V$11</c:f>
              <c:numCache>
                <c:formatCode>General</c:formatCode>
                <c:ptCount val="5"/>
                <c:pt idx="0">
                  <c:v>2021</c:v>
                </c:pt>
                <c:pt idx="1">
                  <c:v>2022</c:v>
                </c:pt>
                <c:pt idx="2">
                  <c:v>2023</c:v>
                </c:pt>
                <c:pt idx="3">
                  <c:v>2024</c:v>
                </c:pt>
                <c:pt idx="4">
                  <c:v>2025</c:v>
                </c:pt>
              </c:numCache>
            </c:numRef>
          </c:cat>
          <c:val>
            <c:numRef>
              <c:f>Sheet9!$Z$7:$Z$11</c:f>
              <c:numCache>
                <c:formatCode>0%</c:formatCode>
                <c:ptCount val="5"/>
                <c:pt idx="1">
                  <c:v>6.5719115117254923E-2</c:v>
                </c:pt>
                <c:pt idx="2">
                  <c:v>1.2807590240861981</c:v>
                </c:pt>
                <c:pt idx="3">
                  <c:v>0.15902468736194986</c:v>
                </c:pt>
                <c:pt idx="4">
                  <c:v>0.20068637671916889</c:v>
                </c:pt>
              </c:numCache>
            </c:numRef>
          </c:val>
          <c:smooth val="0"/>
          <c:extLst>
            <c:ext xmlns:c16="http://schemas.microsoft.com/office/drawing/2014/chart" uri="{C3380CC4-5D6E-409C-BE32-E72D297353CC}">
              <c16:uniqueId val="{00000009-5F08-4D45-AF8D-CA7B453B837B}"/>
            </c:ext>
          </c:extLst>
        </c:ser>
        <c:dLbls>
          <c:showLegendKey val="0"/>
          <c:showVal val="0"/>
          <c:showCatName val="0"/>
          <c:showSerName val="0"/>
          <c:showPercent val="0"/>
          <c:showBubbleSize val="0"/>
        </c:dLbls>
        <c:marker val="1"/>
        <c:smooth val="0"/>
        <c:axId val="1366624016"/>
        <c:axId val="1366626416"/>
      </c:lineChart>
      <c:catAx>
        <c:axId val="13666168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66620656"/>
        <c:crosses val="autoZero"/>
        <c:auto val="1"/>
        <c:lblAlgn val="ctr"/>
        <c:lblOffset val="100"/>
        <c:noMultiLvlLbl val="0"/>
      </c:catAx>
      <c:valAx>
        <c:axId val="1366620656"/>
        <c:scaling>
          <c:orientation val="minMax"/>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n-US"/>
          </a:p>
        </c:txPr>
        <c:crossAx val="1366616816"/>
        <c:crosses val="autoZero"/>
        <c:crossBetween val="between"/>
      </c:valAx>
      <c:valAx>
        <c:axId val="1366626416"/>
        <c:scaling>
          <c:orientation val="minMax"/>
        </c:scaling>
        <c:delete val="0"/>
        <c:axPos val="r"/>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schemeClr>
                </a:solidFill>
                <a:latin typeface="+mn-lt"/>
                <a:ea typeface="+mn-ea"/>
                <a:cs typeface="+mn-cs"/>
              </a:defRPr>
            </a:pPr>
            <a:endParaRPr lang="en-US"/>
          </a:p>
        </c:txPr>
        <c:crossAx val="1366624016"/>
        <c:crosses val="max"/>
        <c:crossBetween val="between"/>
      </c:valAx>
      <c:catAx>
        <c:axId val="1366624016"/>
        <c:scaling>
          <c:orientation val="minMax"/>
        </c:scaling>
        <c:delete val="1"/>
        <c:axPos val="b"/>
        <c:numFmt formatCode="General" sourceLinked="1"/>
        <c:majorTickMark val="out"/>
        <c:minorTickMark val="none"/>
        <c:tickLblPos val="nextTo"/>
        <c:crossAx val="1366626416"/>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chart>
  <c:spPr>
    <a:noFill/>
    <a:ln w="9525" cap="flat" cmpd="sng" algn="ctr">
      <a:noFill/>
      <a:round/>
    </a:ln>
    <a:effectLst/>
  </c:spPr>
  <c:txPr>
    <a:bodyPr/>
    <a:lstStyle/>
    <a:p>
      <a:pPr>
        <a:defRPr/>
      </a:pPr>
      <a:endParaRPr lang="en-US"/>
    </a:p>
  </c:txPr>
  <c:externalData r:id="rId4">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TSMC!$A$23:$B$34</cx:f>
        <cx:lvl ptCount="12">
          <cx:pt idx="0">2nm</cx:pt>
          <cx:pt idx="1">3nm</cx:pt>
          <cx:pt idx="2">5nm</cx:pt>
          <cx:pt idx="3">7nm</cx:pt>
          <cx:pt idx="4">12/16nm</cx:pt>
          <cx:pt idx="5">2nm</cx:pt>
          <cx:pt idx="6">3nm</cx:pt>
          <cx:pt idx="7">4/5/7nm</cx:pt>
          <cx:pt idx="8">8/10nm</cx:pt>
          <cx:pt idx="9">11/14nm</cx:pt>
          <cx:pt idx="10">3/4nm</cx:pt>
          <cx:pt idx="11">12/16nm</cx:pt>
        </cx:lvl>
        <cx:lvl ptCount="12">
          <cx:pt idx="0">TSMC 68%</cx:pt>
          <cx:pt idx="5">Samsung 22%</cx:pt>
          <cx:pt idx="10">Intel 10%</cx:pt>
        </cx:lvl>
      </cx:strDim>
      <cx:numDim type="size">
        <cx:f>TSMC!$C$23:$C$34</cx:f>
        <cx:lvl ptCount="12" formatCode="0%">
          <cx:pt idx="0">0.040000000000000001</cx:pt>
          <cx:pt idx="1">0.13</cx:pt>
          <cx:pt idx="2">0.17000000000000001</cx:pt>
          <cx:pt idx="3">0.16</cx:pt>
          <cx:pt idx="4">0.17000000000000001</cx:pt>
          <cx:pt idx="5">0.01</cx:pt>
          <cx:pt idx="6">0.02</cx:pt>
          <cx:pt idx="7">0.059999999999999998</cx:pt>
          <cx:pt idx="8">0.050000000000000003</cx:pt>
          <cx:pt idx="9">0.089999999999999997</cx:pt>
          <cx:pt idx="10">0.080000000000000002</cx:pt>
          <cx:pt idx="11">0.02</cx:pt>
        </cx:lvl>
      </cx:numDim>
    </cx:data>
  </cx:chartData>
  <cx:chart>
    <cx:title pos="t" align="ctr" overlay="0">
      <cx:tx>
        <cx:txData>
          <cx:v/>
        </cx:txData>
      </cx:tx>
      <cx:txPr>
        <a:bodyPr rot="0" spcFirstLastPara="1" vertOverflow="ellipsis" vert="horz" wrap="square" lIns="38100" tIns="19050" rIns="38100" bIns="19050" anchor="ctr" anchorCtr="1" compatLnSpc="0"/>
        <a:lstStyle/>
        <a:p>
          <a:pPr algn="ctr" rtl="0">
            <a:defRPr sz="1400" b="0" i="0" u="none" strike="noStrike" kern="1200" spc="0" baseline="0">
              <a:solidFill>
                <a:sysClr val="windowText" lastClr="000000">
                  <a:lumMod val="65000"/>
                  <a:lumOff val="35000"/>
                </a:sysClr>
              </a:solidFill>
              <a:latin typeface="+mn-lt"/>
              <a:ea typeface="+mn-ea"/>
              <a:cs typeface="+mn-cs"/>
            </a:defRPr>
          </a:pPr>
          <a:endParaRPr kumimoji="0" lang="zh-CN" altLang="en-US" sz="1400" b="0" i="0" u="none" strike="noStrike" kern="1200" cap="none" spc="0" normalizeH="0" baseline="0" noProof="0" dirty="0">
            <a:ln>
              <a:noFill/>
            </a:ln>
            <a:solidFill>
              <a:sysClr val="windowText" lastClr="000000">
                <a:lumMod val="65000"/>
                <a:lumOff val="35000"/>
              </a:sysClr>
            </a:solidFill>
            <a:effectLst/>
            <a:uLnTx/>
            <a:uFillTx/>
            <a:latin typeface="Aptos Narrow" panose="02110004020202020204"/>
            <a:ea typeface="等线" panose="02010600030101010101" pitchFamily="2" charset="-122"/>
          </a:endParaRPr>
        </a:p>
      </cx:txPr>
    </cx:title>
    <cx:plotArea>
      <cx:plotAreaRegion>
        <cx:series layoutId="sunburst" uniqueId="{1961C9FC-07B8-4BFC-BB61-5456C02CB04B}">
          <cx:dataLabels>
            <cx:visibility seriesName="0" categoryName="1" value="1"/>
            <cx:separator>, </cx:separator>
          </cx:dataLabels>
          <cx:dataId val="0"/>
        </cx:series>
      </cx:plotAreaRegion>
    </cx:plotArea>
    <cx:legend pos="b" align="ctr" overlay="0"/>
  </cx:chart>
</cx:chartSpace>
</file>

<file path=ppt/charts/chartEx2.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Segment!$B$25:$B$31</cx:f>
        <cx:lvl ptCount="7">
          <cx:pt idx="0">AI芯片</cx:pt>
          <cx:pt idx="1">存儲</cx:pt>
          <cx:pt idx="2">代工廠</cx:pt>
          <cx:pt idx="3">前道設備</cx:pt>
          <cx:pt idx="4">前道材料</cx:pt>
          <cx:pt idx="5">後道材料</cx:pt>
          <cx:pt idx="6">後道設備</cx:pt>
        </cx:lvl>
      </cx:strDim>
      <cx:numDim type="size">
        <cx:f>Segment!$C$25:$C$31</cx:f>
        <cx:lvl ptCount="7" formatCode="General">
          <cx:pt idx="0">296</cx:pt>
          <cx:pt idx="1">212</cx:pt>
          <cx:pt idx="2">55</cx:pt>
          <cx:pt idx="3">125</cx:pt>
          <cx:pt idx="4">21</cx:pt>
          <cx:pt idx="5">16.399999999999999</cx:pt>
          <cx:pt idx="6">17</cx:pt>
        </cx:lvl>
      </cx:numDim>
    </cx:data>
  </cx:chartData>
  <cx:chart>
    <cx:plotArea>
      <cx:plotAreaRegion>
        <cx:series layoutId="treemap" uniqueId="{05C5690C-E772-4DF5-B4C0-0C6E60462BE8}">
          <cx:tx>
            <cx:txData>
              <cx:f>Segment!$C$24</cx:f>
              <cx:v>Revenue</cx:v>
            </cx:txData>
          </cx:tx>
          <cx:dataLabels pos="inEnd">
            <cx:visibility seriesName="0" categoryName="1" value="0"/>
          </cx:dataLabels>
          <cx:dataId val="0"/>
          <cx:layoutPr>
            <cx:parentLabelLayout val="overlapping"/>
          </cx:layoutPr>
        </cx:series>
      </cx:plotAreaRegion>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410">
  <cs:axisTitle>
    <cs:lnRef idx="0"/>
    <cs:fillRef idx="0"/>
    <cs:effectRef idx="0"/>
    <cs:fontRef idx="minor">
      <a:schemeClr val="tx1">
        <a:lumMod val="65000"/>
        <a:lumOff val="35000"/>
      </a:schemeClr>
    </cs:fontRef>
    <cs:spPr>
      <a:solidFill>
        <a:schemeClr val="bg1">
          <a:lumMod val="65000"/>
        </a:schemeClr>
      </a:solidFill>
      <a:ln w="19050">
        <a:solidFill>
          <a:schemeClr val="bg1"/>
        </a:solidFill>
      </a:ln>
    </cs:spPr>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lt1"/>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ln w="19050">
        <a:solidFill>
          <a:schemeClr val="lt1"/>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6.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1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F150BB7-8229-423C-A228-0B3A2269E48D}" type="doc">
      <dgm:prSet loTypeId="urn:microsoft.com/office/officeart/2005/8/layout/pyramid3" loCatId="pyramid" qsTypeId="urn:microsoft.com/office/officeart/2005/8/quickstyle/simple1" qsCatId="simple" csTypeId="urn:microsoft.com/office/officeart/2005/8/colors/colorful1" csCatId="colorful" phldr="1"/>
      <dgm:spPr/>
      <dgm:t>
        <a:bodyPr/>
        <a:lstStyle/>
        <a:p>
          <a:endParaRPr lang="en-US"/>
        </a:p>
      </dgm:t>
    </dgm:pt>
    <dgm:pt modelId="{C8F03288-0CDF-4496-BFE1-13AEB98A0E27}">
      <dgm:prSet phldrT="[Text]" custT="1"/>
      <dgm:spPr>
        <a:effectLst>
          <a:outerShdw blurRad="50800" dist="38100" algn="l" rotWithShape="0">
            <a:prstClr val="black">
              <a:alpha val="40000"/>
            </a:prstClr>
          </a:outerShdw>
        </a:effectLst>
      </dgm:spPr>
      <dgm:t>
        <a:bodyPr/>
        <a:lstStyle/>
        <a:p>
          <a:r>
            <a:rPr lang="zh-CN" altLang="en-US" sz="1500" b="1">
              <a:solidFill>
                <a:schemeClr val="bg1"/>
              </a:solidFill>
            </a:rPr>
            <a:t>半導體</a:t>
          </a:r>
          <a:endParaRPr lang="en-US" sz="1500" b="1" dirty="0">
            <a:solidFill>
              <a:schemeClr val="bg1"/>
            </a:solidFill>
          </a:endParaRPr>
        </a:p>
      </dgm:t>
    </dgm:pt>
    <dgm:pt modelId="{52CAA7B8-C7F5-4AB8-815B-D9A620D90B19}" type="parTrans" cxnId="{8469E1A9-180C-4E58-BA81-9115CC113C78}">
      <dgm:prSet/>
      <dgm:spPr/>
      <dgm:t>
        <a:bodyPr/>
        <a:lstStyle/>
        <a:p>
          <a:endParaRPr lang="en-US"/>
        </a:p>
      </dgm:t>
    </dgm:pt>
    <dgm:pt modelId="{65D29C91-9BDA-4AAC-82D8-EB17F45A0E1C}" type="sibTrans" cxnId="{8469E1A9-180C-4E58-BA81-9115CC113C78}">
      <dgm:prSet/>
      <dgm:spPr/>
      <dgm:t>
        <a:bodyPr/>
        <a:lstStyle/>
        <a:p>
          <a:endParaRPr lang="en-US"/>
        </a:p>
      </dgm:t>
    </dgm:pt>
    <dgm:pt modelId="{004A009B-4FBC-47C0-B15E-2C5629CBC3D4}">
      <dgm:prSet phldrT="[Text]" custT="1"/>
      <dgm:spPr>
        <a:effectLst>
          <a:outerShdw blurRad="50800" dist="38100" algn="l" rotWithShape="0">
            <a:prstClr val="black">
              <a:alpha val="40000"/>
            </a:prstClr>
          </a:outerShdw>
        </a:effectLst>
      </dgm:spPr>
      <dgm:t>
        <a:bodyPr/>
        <a:lstStyle/>
        <a:p>
          <a:r>
            <a:rPr lang="zh-CN" altLang="en-US" sz="1500" b="1">
              <a:solidFill>
                <a:schemeClr val="bg1"/>
              </a:solidFill>
            </a:rPr>
            <a:t>雲計算</a:t>
          </a:r>
          <a:endParaRPr lang="en-US" sz="1500" b="1" dirty="0">
            <a:solidFill>
              <a:schemeClr val="bg1"/>
            </a:solidFill>
          </a:endParaRPr>
        </a:p>
      </dgm:t>
    </dgm:pt>
    <dgm:pt modelId="{4DA5A3A8-2826-42B8-88D6-300E82D9713F}" type="parTrans" cxnId="{7CA27BEE-C5FF-4F88-BBA7-4C5636B07730}">
      <dgm:prSet/>
      <dgm:spPr/>
      <dgm:t>
        <a:bodyPr/>
        <a:lstStyle/>
        <a:p>
          <a:endParaRPr lang="en-US"/>
        </a:p>
      </dgm:t>
    </dgm:pt>
    <dgm:pt modelId="{93D0CA5D-0223-412D-A298-F0417DECB7E9}" type="sibTrans" cxnId="{7CA27BEE-C5FF-4F88-BBA7-4C5636B07730}">
      <dgm:prSet/>
      <dgm:spPr/>
      <dgm:t>
        <a:bodyPr/>
        <a:lstStyle/>
        <a:p>
          <a:endParaRPr lang="en-US"/>
        </a:p>
      </dgm:t>
    </dgm:pt>
    <dgm:pt modelId="{D04CC1F7-557C-45BC-90CA-D4E63552B060}">
      <dgm:prSet phldrT="[Text]" phldr="0" custT="1"/>
      <dgm:spPr>
        <a:effectLst>
          <a:outerShdw blurRad="50800" dist="38100" algn="l" rotWithShape="0">
            <a:prstClr val="black">
              <a:alpha val="40000"/>
            </a:prstClr>
          </a:outerShdw>
        </a:effectLst>
      </dgm:spPr>
      <dgm:t>
        <a:bodyPr/>
        <a:lstStyle/>
        <a:p>
          <a:r>
            <a:rPr lang="zh-CN" altLang="en-US" sz="1500" b="1">
              <a:solidFill>
                <a:schemeClr val="bg1"/>
              </a:solidFill>
            </a:rPr>
            <a:t>應用</a:t>
          </a:r>
          <a:endParaRPr lang="en-US" sz="1500" b="1" dirty="0">
            <a:solidFill>
              <a:schemeClr val="bg1"/>
            </a:solidFill>
          </a:endParaRPr>
        </a:p>
        <a:p>
          <a:endParaRPr lang="en-US" sz="1300" dirty="0"/>
        </a:p>
      </dgm:t>
    </dgm:pt>
    <dgm:pt modelId="{067EDD29-3752-46EB-8392-5330F60552BC}" type="parTrans" cxnId="{D3D268E1-05D9-42B2-8A7F-D9540B1A40F4}">
      <dgm:prSet/>
      <dgm:spPr/>
      <dgm:t>
        <a:bodyPr/>
        <a:lstStyle/>
        <a:p>
          <a:endParaRPr lang="en-US"/>
        </a:p>
      </dgm:t>
    </dgm:pt>
    <dgm:pt modelId="{A95757A2-0AB8-4757-B3D9-313D910DD05A}" type="sibTrans" cxnId="{D3D268E1-05D9-42B2-8A7F-D9540B1A40F4}">
      <dgm:prSet/>
      <dgm:spPr/>
      <dgm:t>
        <a:bodyPr/>
        <a:lstStyle/>
        <a:p>
          <a:endParaRPr lang="en-US"/>
        </a:p>
      </dgm:t>
    </dgm:pt>
    <dgm:pt modelId="{C47D84B5-538D-4094-B7A8-3D1C143BD932}" type="pres">
      <dgm:prSet presAssocID="{2F150BB7-8229-423C-A228-0B3A2269E48D}" presName="Name0" presStyleCnt="0">
        <dgm:presLayoutVars>
          <dgm:dir/>
          <dgm:animLvl val="lvl"/>
          <dgm:resizeHandles val="exact"/>
        </dgm:presLayoutVars>
      </dgm:prSet>
      <dgm:spPr/>
    </dgm:pt>
    <dgm:pt modelId="{C2B80294-559A-411F-9086-40DB52D8AA53}" type="pres">
      <dgm:prSet presAssocID="{C8F03288-0CDF-4496-BFE1-13AEB98A0E27}" presName="Name8" presStyleCnt="0"/>
      <dgm:spPr/>
    </dgm:pt>
    <dgm:pt modelId="{71E28059-C93D-4C53-BE6D-B9FDD923BF1D}" type="pres">
      <dgm:prSet presAssocID="{C8F03288-0CDF-4496-BFE1-13AEB98A0E27}" presName="level" presStyleLbl="node1" presStyleIdx="0" presStyleCnt="3">
        <dgm:presLayoutVars>
          <dgm:chMax val="1"/>
          <dgm:bulletEnabled val="1"/>
        </dgm:presLayoutVars>
      </dgm:prSet>
      <dgm:spPr/>
    </dgm:pt>
    <dgm:pt modelId="{3939970D-1B25-467E-B344-DDB393BF46CF}" type="pres">
      <dgm:prSet presAssocID="{C8F03288-0CDF-4496-BFE1-13AEB98A0E27}" presName="levelTx" presStyleLbl="revTx" presStyleIdx="0" presStyleCnt="0">
        <dgm:presLayoutVars>
          <dgm:chMax val="1"/>
          <dgm:bulletEnabled val="1"/>
        </dgm:presLayoutVars>
      </dgm:prSet>
      <dgm:spPr/>
    </dgm:pt>
    <dgm:pt modelId="{9A3DC05E-8783-43B6-8AC0-CC0EC0BA017A}" type="pres">
      <dgm:prSet presAssocID="{004A009B-4FBC-47C0-B15E-2C5629CBC3D4}" presName="Name8" presStyleCnt="0"/>
      <dgm:spPr/>
    </dgm:pt>
    <dgm:pt modelId="{8F2BF1DB-3008-4234-AC07-8D5A75CD6879}" type="pres">
      <dgm:prSet presAssocID="{004A009B-4FBC-47C0-B15E-2C5629CBC3D4}" presName="level" presStyleLbl="node1" presStyleIdx="1" presStyleCnt="3">
        <dgm:presLayoutVars>
          <dgm:chMax val="1"/>
          <dgm:bulletEnabled val="1"/>
        </dgm:presLayoutVars>
      </dgm:prSet>
      <dgm:spPr/>
    </dgm:pt>
    <dgm:pt modelId="{69C6DB5C-C7A8-4FDB-86D4-DF20E5D1683C}" type="pres">
      <dgm:prSet presAssocID="{004A009B-4FBC-47C0-B15E-2C5629CBC3D4}" presName="levelTx" presStyleLbl="revTx" presStyleIdx="0" presStyleCnt="0">
        <dgm:presLayoutVars>
          <dgm:chMax val="1"/>
          <dgm:bulletEnabled val="1"/>
        </dgm:presLayoutVars>
      </dgm:prSet>
      <dgm:spPr/>
    </dgm:pt>
    <dgm:pt modelId="{BCA698B5-8042-485A-AE3E-B17640D12D3C}" type="pres">
      <dgm:prSet presAssocID="{D04CC1F7-557C-45BC-90CA-D4E63552B060}" presName="Name8" presStyleCnt="0"/>
      <dgm:spPr/>
    </dgm:pt>
    <dgm:pt modelId="{D8728FF4-7F5B-422C-AEEC-38E2125AA9B1}" type="pres">
      <dgm:prSet presAssocID="{D04CC1F7-557C-45BC-90CA-D4E63552B060}" presName="level" presStyleLbl="node1" presStyleIdx="2" presStyleCnt="3">
        <dgm:presLayoutVars>
          <dgm:chMax val="1"/>
          <dgm:bulletEnabled val="1"/>
        </dgm:presLayoutVars>
      </dgm:prSet>
      <dgm:spPr/>
    </dgm:pt>
    <dgm:pt modelId="{7856C5CD-33B6-416A-863E-A714CB8F0024}" type="pres">
      <dgm:prSet presAssocID="{D04CC1F7-557C-45BC-90CA-D4E63552B060}" presName="levelTx" presStyleLbl="revTx" presStyleIdx="0" presStyleCnt="0">
        <dgm:presLayoutVars>
          <dgm:chMax val="1"/>
          <dgm:bulletEnabled val="1"/>
        </dgm:presLayoutVars>
      </dgm:prSet>
      <dgm:spPr/>
    </dgm:pt>
  </dgm:ptLst>
  <dgm:cxnLst>
    <dgm:cxn modelId="{1AB4F725-689C-4ADF-8FEB-A1944922F039}" type="presOf" srcId="{004A009B-4FBC-47C0-B15E-2C5629CBC3D4}" destId="{69C6DB5C-C7A8-4FDB-86D4-DF20E5D1683C}" srcOrd="1" destOrd="0" presId="urn:microsoft.com/office/officeart/2005/8/layout/pyramid3"/>
    <dgm:cxn modelId="{EBDAA577-1196-4BC5-B77A-A9CB3002EDB0}" type="presOf" srcId="{D04CC1F7-557C-45BC-90CA-D4E63552B060}" destId="{7856C5CD-33B6-416A-863E-A714CB8F0024}" srcOrd="1" destOrd="0" presId="urn:microsoft.com/office/officeart/2005/8/layout/pyramid3"/>
    <dgm:cxn modelId="{BE1B418B-82C9-4256-9EA1-5235D87CC713}" type="presOf" srcId="{D04CC1F7-557C-45BC-90CA-D4E63552B060}" destId="{D8728FF4-7F5B-422C-AEEC-38E2125AA9B1}" srcOrd="0" destOrd="0" presId="urn:microsoft.com/office/officeart/2005/8/layout/pyramid3"/>
    <dgm:cxn modelId="{8469E1A9-180C-4E58-BA81-9115CC113C78}" srcId="{2F150BB7-8229-423C-A228-0B3A2269E48D}" destId="{C8F03288-0CDF-4496-BFE1-13AEB98A0E27}" srcOrd="0" destOrd="0" parTransId="{52CAA7B8-C7F5-4AB8-815B-D9A620D90B19}" sibTransId="{65D29C91-9BDA-4AAC-82D8-EB17F45A0E1C}"/>
    <dgm:cxn modelId="{6549FBBF-8343-409F-B1A7-DEB8C9589E88}" type="presOf" srcId="{004A009B-4FBC-47C0-B15E-2C5629CBC3D4}" destId="{8F2BF1DB-3008-4234-AC07-8D5A75CD6879}" srcOrd="0" destOrd="0" presId="urn:microsoft.com/office/officeart/2005/8/layout/pyramid3"/>
    <dgm:cxn modelId="{182E24C0-3725-4B6C-BC17-BE25D5F2C3F4}" type="presOf" srcId="{C8F03288-0CDF-4496-BFE1-13AEB98A0E27}" destId="{71E28059-C93D-4C53-BE6D-B9FDD923BF1D}" srcOrd="0" destOrd="0" presId="urn:microsoft.com/office/officeart/2005/8/layout/pyramid3"/>
    <dgm:cxn modelId="{34538CD2-B286-4863-BC52-D8705CBE6F23}" type="presOf" srcId="{C8F03288-0CDF-4496-BFE1-13AEB98A0E27}" destId="{3939970D-1B25-467E-B344-DDB393BF46CF}" srcOrd="1" destOrd="0" presId="urn:microsoft.com/office/officeart/2005/8/layout/pyramid3"/>
    <dgm:cxn modelId="{D3D268E1-05D9-42B2-8A7F-D9540B1A40F4}" srcId="{2F150BB7-8229-423C-A228-0B3A2269E48D}" destId="{D04CC1F7-557C-45BC-90CA-D4E63552B060}" srcOrd="2" destOrd="0" parTransId="{067EDD29-3752-46EB-8392-5330F60552BC}" sibTransId="{A95757A2-0AB8-4757-B3D9-313D910DD05A}"/>
    <dgm:cxn modelId="{7CA27BEE-C5FF-4F88-BBA7-4C5636B07730}" srcId="{2F150BB7-8229-423C-A228-0B3A2269E48D}" destId="{004A009B-4FBC-47C0-B15E-2C5629CBC3D4}" srcOrd="1" destOrd="0" parTransId="{4DA5A3A8-2826-42B8-88D6-300E82D9713F}" sibTransId="{93D0CA5D-0223-412D-A298-F0417DECB7E9}"/>
    <dgm:cxn modelId="{2925EEEE-FFB8-4C9C-8546-592D1F38849F}" type="presOf" srcId="{2F150BB7-8229-423C-A228-0B3A2269E48D}" destId="{C47D84B5-538D-4094-B7A8-3D1C143BD932}" srcOrd="0" destOrd="0" presId="urn:microsoft.com/office/officeart/2005/8/layout/pyramid3"/>
    <dgm:cxn modelId="{FDCE1ADB-642F-4A55-93B2-D3DBAB36F56E}" type="presParOf" srcId="{C47D84B5-538D-4094-B7A8-3D1C143BD932}" destId="{C2B80294-559A-411F-9086-40DB52D8AA53}" srcOrd="0" destOrd="0" presId="urn:microsoft.com/office/officeart/2005/8/layout/pyramid3"/>
    <dgm:cxn modelId="{9E915EC6-00A8-4EDD-84BD-AD52DC374F79}" type="presParOf" srcId="{C2B80294-559A-411F-9086-40DB52D8AA53}" destId="{71E28059-C93D-4C53-BE6D-B9FDD923BF1D}" srcOrd="0" destOrd="0" presId="urn:microsoft.com/office/officeart/2005/8/layout/pyramid3"/>
    <dgm:cxn modelId="{669EDE0C-B23F-4198-B9D2-3953D70CE151}" type="presParOf" srcId="{C2B80294-559A-411F-9086-40DB52D8AA53}" destId="{3939970D-1B25-467E-B344-DDB393BF46CF}" srcOrd="1" destOrd="0" presId="urn:microsoft.com/office/officeart/2005/8/layout/pyramid3"/>
    <dgm:cxn modelId="{7275D235-DBD0-459E-AD8C-DC0E38B1FF26}" type="presParOf" srcId="{C47D84B5-538D-4094-B7A8-3D1C143BD932}" destId="{9A3DC05E-8783-43B6-8AC0-CC0EC0BA017A}" srcOrd="1" destOrd="0" presId="urn:microsoft.com/office/officeart/2005/8/layout/pyramid3"/>
    <dgm:cxn modelId="{3A4CDCEC-2F57-40D9-84DB-4CFD51030C30}" type="presParOf" srcId="{9A3DC05E-8783-43B6-8AC0-CC0EC0BA017A}" destId="{8F2BF1DB-3008-4234-AC07-8D5A75CD6879}" srcOrd="0" destOrd="0" presId="urn:microsoft.com/office/officeart/2005/8/layout/pyramid3"/>
    <dgm:cxn modelId="{667C6C7E-9A8F-4B7D-B1A4-C29D1884D144}" type="presParOf" srcId="{9A3DC05E-8783-43B6-8AC0-CC0EC0BA017A}" destId="{69C6DB5C-C7A8-4FDB-86D4-DF20E5D1683C}" srcOrd="1" destOrd="0" presId="urn:microsoft.com/office/officeart/2005/8/layout/pyramid3"/>
    <dgm:cxn modelId="{9F6749AD-F4D4-4C39-B22C-01E0F92FE878}" type="presParOf" srcId="{C47D84B5-538D-4094-B7A8-3D1C143BD932}" destId="{BCA698B5-8042-485A-AE3E-B17640D12D3C}" srcOrd="2" destOrd="0" presId="urn:microsoft.com/office/officeart/2005/8/layout/pyramid3"/>
    <dgm:cxn modelId="{75788F2D-12CD-470E-A23C-4247371CF6A3}" type="presParOf" srcId="{BCA698B5-8042-485A-AE3E-B17640D12D3C}" destId="{D8728FF4-7F5B-422C-AEEC-38E2125AA9B1}" srcOrd="0" destOrd="0" presId="urn:microsoft.com/office/officeart/2005/8/layout/pyramid3"/>
    <dgm:cxn modelId="{C24FDC61-17F1-4B67-8953-416156487B1C}" type="presParOf" srcId="{BCA698B5-8042-485A-AE3E-B17640D12D3C}" destId="{7856C5CD-33B6-416A-863E-A714CB8F0024}" srcOrd="1" destOrd="0" presId="urn:microsoft.com/office/officeart/2005/8/layout/pyramid3"/>
  </dgm:cxnLst>
  <dgm:bg>
    <a:effect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9CDC4CE-52F0-4EB7-BD34-F539F622607E}" type="doc">
      <dgm:prSet loTypeId="urn:microsoft.com/office/officeart/2005/8/layout/pyramid1" loCatId="pyramid" qsTypeId="urn:microsoft.com/office/officeart/2005/8/quickstyle/simple1" qsCatId="simple" csTypeId="urn:microsoft.com/office/officeart/2005/8/colors/colorful1" csCatId="colorful" phldr="1"/>
      <dgm:spPr/>
      <dgm:t>
        <a:bodyPr/>
        <a:lstStyle/>
        <a:p>
          <a:endParaRPr lang="en-US"/>
        </a:p>
      </dgm:t>
    </dgm:pt>
    <dgm:pt modelId="{623A8700-6DC7-43FF-BCEE-D45F66126FF5}">
      <dgm:prSet phldrT="[Text]" phldr="0" custT="1"/>
      <dgm:spPr>
        <a:effectLst>
          <a:outerShdw blurRad="50800" dist="38100" algn="l" rotWithShape="0">
            <a:prstClr val="black">
              <a:alpha val="40000"/>
            </a:prstClr>
          </a:outerShdw>
        </a:effectLst>
      </dgm:spPr>
      <dgm:t>
        <a:bodyPr/>
        <a:lstStyle/>
        <a:p>
          <a:endParaRPr lang="en-US" sz="1500" b="1" dirty="0">
            <a:solidFill>
              <a:schemeClr val="bg1"/>
            </a:solidFill>
          </a:endParaRPr>
        </a:p>
        <a:p>
          <a:r>
            <a:rPr lang="zh-CN" altLang="en-US" sz="1500" b="1">
              <a:solidFill>
                <a:schemeClr val="bg1"/>
              </a:solidFill>
            </a:rPr>
            <a:t>半導體</a:t>
          </a:r>
          <a:endParaRPr lang="en-US" sz="1500" b="1" dirty="0">
            <a:solidFill>
              <a:schemeClr val="bg1"/>
            </a:solidFill>
          </a:endParaRPr>
        </a:p>
      </dgm:t>
    </dgm:pt>
    <dgm:pt modelId="{ED87D807-EEFA-46B4-BEA6-703D445ADE4D}" type="parTrans" cxnId="{259385DA-63C0-451A-981D-D43668724736}">
      <dgm:prSet/>
      <dgm:spPr/>
      <dgm:t>
        <a:bodyPr/>
        <a:lstStyle/>
        <a:p>
          <a:endParaRPr lang="en-US"/>
        </a:p>
      </dgm:t>
    </dgm:pt>
    <dgm:pt modelId="{5DED30C5-E955-46D2-AE34-FB189651916B}" type="sibTrans" cxnId="{259385DA-63C0-451A-981D-D43668724736}">
      <dgm:prSet/>
      <dgm:spPr/>
      <dgm:t>
        <a:bodyPr/>
        <a:lstStyle/>
        <a:p>
          <a:endParaRPr lang="en-US"/>
        </a:p>
      </dgm:t>
    </dgm:pt>
    <dgm:pt modelId="{C8BE7334-D027-44C2-9063-1F22804CC008}">
      <dgm:prSet phldrT="[Text]" phldr="0" custT="1"/>
      <dgm:spPr>
        <a:effectLst>
          <a:outerShdw blurRad="50800" dist="38100" algn="l" rotWithShape="0">
            <a:prstClr val="black">
              <a:alpha val="40000"/>
            </a:prstClr>
          </a:outerShdw>
        </a:effectLst>
      </dgm:spPr>
      <dgm:t>
        <a:bodyPr/>
        <a:lstStyle/>
        <a:p>
          <a:r>
            <a:rPr lang="zh-CN" altLang="en-US" sz="1500" b="1">
              <a:solidFill>
                <a:schemeClr val="bg1"/>
              </a:solidFill>
            </a:rPr>
            <a:t>手機品牌</a:t>
          </a:r>
          <a:endParaRPr lang="en-US" sz="1500" b="1" dirty="0">
            <a:solidFill>
              <a:schemeClr val="bg1"/>
            </a:solidFill>
          </a:endParaRPr>
        </a:p>
      </dgm:t>
    </dgm:pt>
    <dgm:pt modelId="{F8B08C64-F08C-4AAC-8825-F43E4A074A52}" type="parTrans" cxnId="{32FD7381-A675-435E-82B2-2D1BFF11B9B1}">
      <dgm:prSet/>
      <dgm:spPr/>
      <dgm:t>
        <a:bodyPr/>
        <a:lstStyle/>
        <a:p>
          <a:endParaRPr lang="en-US"/>
        </a:p>
      </dgm:t>
    </dgm:pt>
    <dgm:pt modelId="{5FAC3AEF-3FAE-46A0-979B-1FDB12FF39B5}" type="sibTrans" cxnId="{32FD7381-A675-435E-82B2-2D1BFF11B9B1}">
      <dgm:prSet/>
      <dgm:spPr/>
      <dgm:t>
        <a:bodyPr/>
        <a:lstStyle/>
        <a:p>
          <a:endParaRPr lang="en-US"/>
        </a:p>
      </dgm:t>
    </dgm:pt>
    <dgm:pt modelId="{CF79574B-DEE8-4E9C-8590-6B06D8BF8971}">
      <dgm:prSet phldrT="[Text]" phldr="0" custT="1"/>
      <dgm:spPr>
        <a:effectLst>
          <a:outerShdw blurRad="50800" dist="38100" algn="l" rotWithShape="0">
            <a:prstClr val="black">
              <a:alpha val="40000"/>
            </a:prstClr>
          </a:outerShdw>
        </a:effectLst>
      </dgm:spPr>
      <dgm:t>
        <a:bodyPr/>
        <a:lstStyle/>
        <a:p>
          <a:r>
            <a:rPr lang="zh-CN" altLang="en-US" sz="1500" b="1">
              <a:solidFill>
                <a:schemeClr val="bg1"/>
              </a:solidFill>
            </a:rPr>
            <a:t>應用與廣告</a:t>
          </a:r>
          <a:endParaRPr lang="en-US" sz="1500" b="1" dirty="0">
            <a:solidFill>
              <a:schemeClr val="bg1"/>
            </a:solidFill>
          </a:endParaRPr>
        </a:p>
      </dgm:t>
    </dgm:pt>
    <dgm:pt modelId="{F1DF9343-E6F9-4249-822B-76C7FF1A640A}" type="parTrans" cxnId="{908F10EB-1E30-42DE-B3F2-C013A3663501}">
      <dgm:prSet/>
      <dgm:spPr/>
      <dgm:t>
        <a:bodyPr/>
        <a:lstStyle/>
        <a:p>
          <a:endParaRPr lang="en-US"/>
        </a:p>
      </dgm:t>
    </dgm:pt>
    <dgm:pt modelId="{3B6836B1-4162-4C4D-AA34-75516B100255}" type="sibTrans" cxnId="{908F10EB-1E30-42DE-B3F2-C013A3663501}">
      <dgm:prSet/>
      <dgm:spPr/>
      <dgm:t>
        <a:bodyPr/>
        <a:lstStyle/>
        <a:p>
          <a:endParaRPr lang="en-US"/>
        </a:p>
      </dgm:t>
    </dgm:pt>
    <dgm:pt modelId="{EA39BE74-CD6E-4B85-8574-2A2E31CDA98E}" type="pres">
      <dgm:prSet presAssocID="{19CDC4CE-52F0-4EB7-BD34-F539F622607E}" presName="Name0" presStyleCnt="0">
        <dgm:presLayoutVars>
          <dgm:dir/>
          <dgm:animLvl val="lvl"/>
          <dgm:resizeHandles val="exact"/>
        </dgm:presLayoutVars>
      </dgm:prSet>
      <dgm:spPr/>
    </dgm:pt>
    <dgm:pt modelId="{406BAAE1-AEB6-47AC-8410-57C22F0D70B1}" type="pres">
      <dgm:prSet presAssocID="{623A8700-6DC7-43FF-BCEE-D45F66126FF5}" presName="Name8" presStyleCnt="0"/>
      <dgm:spPr/>
    </dgm:pt>
    <dgm:pt modelId="{C85CC1E2-24B4-478E-8C21-3728B609A979}" type="pres">
      <dgm:prSet presAssocID="{623A8700-6DC7-43FF-BCEE-D45F66126FF5}" presName="level" presStyleLbl="node1" presStyleIdx="0" presStyleCnt="3">
        <dgm:presLayoutVars>
          <dgm:chMax val="1"/>
          <dgm:bulletEnabled val="1"/>
        </dgm:presLayoutVars>
      </dgm:prSet>
      <dgm:spPr/>
    </dgm:pt>
    <dgm:pt modelId="{CAF9EB54-C00F-4A8A-90B3-D5A339F995D0}" type="pres">
      <dgm:prSet presAssocID="{623A8700-6DC7-43FF-BCEE-D45F66126FF5}" presName="levelTx" presStyleLbl="revTx" presStyleIdx="0" presStyleCnt="0">
        <dgm:presLayoutVars>
          <dgm:chMax val="1"/>
          <dgm:bulletEnabled val="1"/>
        </dgm:presLayoutVars>
      </dgm:prSet>
      <dgm:spPr/>
    </dgm:pt>
    <dgm:pt modelId="{8EEA6D25-4906-4F5D-84EA-5991DEC6691D}" type="pres">
      <dgm:prSet presAssocID="{C8BE7334-D027-44C2-9063-1F22804CC008}" presName="Name8" presStyleCnt="0"/>
      <dgm:spPr/>
    </dgm:pt>
    <dgm:pt modelId="{5A8C3E75-C414-47F7-B77A-081EE92C9820}" type="pres">
      <dgm:prSet presAssocID="{C8BE7334-D027-44C2-9063-1F22804CC008}" presName="level" presStyleLbl="node1" presStyleIdx="1" presStyleCnt="3">
        <dgm:presLayoutVars>
          <dgm:chMax val="1"/>
          <dgm:bulletEnabled val="1"/>
        </dgm:presLayoutVars>
      </dgm:prSet>
      <dgm:spPr/>
    </dgm:pt>
    <dgm:pt modelId="{5B66F976-6206-4EEA-99F2-E10575C194CE}" type="pres">
      <dgm:prSet presAssocID="{C8BE7334-D027-44C2-9063-1F22804CC008}" presName="levelTx" presStyleLbl="revTx" presStyleIdx="0" presStyleCnt="0">
        <dgm:presLayoutVars>
          <dgm:chMax val="1"/>
          <dgm:bulletEnabled val="1"/>
        </dgm:presLayoutVars>
      </dgm:prSet>
      <dgm:spPr/>
    </dgm:pt>
    <dgm:pt modelId="{38B71E85-D578-4C48-A661-F83F4D7CB6DB}" type="pres">
      <dgm:prSet presAssocID="{CF79574B-DEE8-4E9C-8590-6B06D8BF8971}" presName="Name8" presStyleCnt="0"/>
      <dgm:spPr/>
    </dgm:pt>
    <dgm:pt modelId="{62582777-E73E-46A1-B845-F56B9C721CE6}" type="pres">
      <dgm:prSet presAssocID="{CF79574B-DEE8-4E9C-8590-6B06D8BF8971}" presName="level" presStyleLbl="node1" presStyleIdx="2" presStyleCnt="3">
        <dgm:presLayoutVars>
          <dgm:chMax val="1"/>
          <dgm:bulletEnabled val="1"/>
        </dgm:presLayoutVars>
      </dgm:prSet>
      <dgm:spPr/>
    </dgm:pt>
    <dgm:pt modelId="{3CB7D390-37B1-47AF-A01B-22DCEBD414C9}" type="pres">
      <dgm:prSet presAssocID="{CF79574B-DEE8-4E9C-8590-6B06D8BF8971}" presName="levelTx" presStyleLbl="revTx" presStyleIdx="0" presStyleCnt="0">
        <dgm:presLayoutVars>
          <dgm:chMax val="1"/>
          <dgm:bulletEnabled val="1"/>
        </dgm:presLayoutVars>
      </dgm:prSet>
      <dgm:spPr/>
    </dgm:pt>
  </dgm:ptLst>
  <dgm:cxnLst>
    <dgm:cxn modelId="{96EC5809-23A2-47CF-9A36-223BE5B07632}" type="presOf" srcId="{CF79574B-DEE8-4E9C-8590-6B06D8BF8971}" destId="{62582777-E73E-46A1-B845-F56B9C721CE6}" srcOrd="0" destOrd="0" presId="urn:microsoft.com/office/officeart/2005/8/layout/pyramid1"/>
    <dgm:cxn modelId="{3B2B0C49-DA3B-4ED3-A71B-B43E18E24D5D}" type="presOf" srcId="{C8BE7334-D027-44C2-9063-1F22804CC008}" destId="{5A8C3E75-C414-47F7-B77A-081EE92C9820}" srcOrd="0" destOrd="0" presId="urn:microsoft.com/office/officeart/2005/8/layout/pyramid1"/>
    <dgm:cxn modelId="{32FD7381-A675-435E-82B2-2D1BFF11B9B1}" srcId="{19CDC4CE-52F0-4EB7-BD34-F539F622607E}" destId="{C8BE7334-D027-44C2-9063-1F22804CC008}" srcOrd="1" destOrd="0" parTransId="{F8B08C64-F08C-4AAC-8825-F43E4A074A52}" sibTransId="{5FAC3AEF-3FAE-46A0-979B-1FDB12FF39B5}"/>
    <dgm:cxn modelId="{47ECFBAA-5870-40FF-AD2F-92DCB70421A0}" type="presOf" srcId="{19CDC4CE-52F0-4EB7-BD34-F539F622607E}" destId="{EA39BE74-CD6E-4B85-8574-2A2E31CDA98E}" srcOrd="0" destOrd="0" presId="urn:microsoft.com/office/officeart/2005/8/layout/pyramid1"/>
    <dgm:cxn modelId="{F4755EAE-10D5-497F-86F2-91994DEA7849}" type="presOf" srcId="{C8BE7334-D027-44C2-9063-1F22804CC008}" destId="{5B66F976-6206-4EEA-99F2-E10575C194CE}" srcOrd="1" destOrd="0" presId="urn:microsoft.com/office/officeart/2005/8/layout/pyramid1"/>
    <dgm:cxn modelId="{976C10C3-CCE6-4E5E-A659-2AD1D47170E4}" type="presOf" srcId="{CF79574B-DEE8-4E9C-8590-6B06D8BF8971}" destId="{3CB7D390-37B1-47AF-A01B-22DCEBD414C9}" srcOrd="1" destOrd="0" presId="urn:microsoft.com/office/officeart/2005/8/layout/pyramid1"/>
    <dgm:cxn modelId="{37E6D6CF-73FF-4A57-9309-8A7E2B489387}" type="presOf" srcId="{623A8700-6DC7-43FF-BCEE-D45F66126FF5}" destId="{CAF9EB54-C00F-4A8A-90B3-D5A339F995D0}" srcOrd="1" destOrd="0" presId="urn:microsoft.com/office/officeart/2005/8/layout/pyramid1"/>
    <dgm:cxn modelId="{259385DA-63C0-451A-981D-D43668724736}" srcId="{19CDC4CE-52F0-4EB7-BD34-F539F622607E}" destId="{623A8700-6DC7-43FF-BCEE-D45F66126FF5}" srcOrd="0" destOrd="0" parTransId="{ED87D807-EEFA-46B4-BEA6-703D445ADE4D}" sibTransId="{5DED30C5-E955-46D2-AE34-FB189651916B}"/>
    <dgm:cxn modelId="{761467DE-F7D1-491C-8FA2-AF5E6B66D3F6}" type="presOf" srcId="{623A8700-6DC7-43FF-BCEE-D45F66126FF5}" destId="{C85CC1E2-24B4-478E-8C21-3728B609A979}" srcOrd="0" destOrd="0" presId="urn:microsoft.com/office/officeart/2005/8/layout/pyramid1"/>
    <dgm:cxn modelId="{908F10EB-1E30-42DE-B3F2-C013A3663501}" srcId="{19CDC4CE-52F0-4EB7-BD34-F539F622607E}" destId="{CF79574B-DEE8-4E9C-8590-6B06D8BF8971}" srcOrd="2" destOrd="0" parTransId="{F1DF9343-E6F9-4249-822B-76C7FF1A640A}" sibTransId="{3B6836B1-4162-4C4D-AA34-75516B100255}"/>
    <dgm:cxn modelId="{B0DDE071-1CAF-4EF5-93D9-6430EA80DA15}" type="presParOf" srcId="{EA39BE74-CD6E-4B85-8574-2A2E31CDA98E}" destId="{406BAAE1-AEB6-47AC-8410-57C22F0D70B1}" srcOrd="0" destOrd="0" presId="urn:microsoft.com/office/officeart/2005/8/layout/pyramid1"/>
    <dgm:cxn modelId="{631222C1-7781-405E-997C-F5280A153B8B}" type="presParOf" srcId="{406BAAE1-AEB6-47AC-8410-57C22F0D70B1}" destId="{C85CC1E2-24B4-478E-8C21-3728B609A979}" srcOrd="0" destOrd="0" presId="urn:microsoft.com/office/officeart/2005/8/layout/pyramid1"/>
    <dgm:cxn modelId="{992E9D1C-0889-4CEC-A8B3-D79B8BDAD0B5}" type="presParOf" srcId="{406BAAE1-AEB6-47AC-8410-57C22F0D70B1}" destId="{CAF9EB54-C00F-4A8A-90B3-D5A339F995D0}" srcOrd="1" destOrd="0" presId="urn:microsoft.com/office/officeart/2005/8/layout/pyramid1"/>
    <dgm:cxn modelId="{651DBEF2-A592-4901-B981-F9E1EDA32275}" type="presParOf" srcId="{EA39BE74-CD6E-4B85-8574-2A2E31CDA98E}" destId="{8EEA6D25-4906-4F5D-84EA-5991DEC6691D}" srcOrd="1" destOrd="0" presId="urn:microsoft.com/office/officeart/2005/8/layout/pyramid1"/>
    <dgm:cxn modelId="{5A096A47-A065-48A6-816A-1ED0EA9E5098}" type="presParOf" srcId="{8EEA6D25-4906-4F5D-84EA-5991DEC6691D}" destId="{5A8C3E75-C414-47F7-B77A-081EE92C9820}" srcOrd="0" destOrd="0" presId="urn:microsoft.com/office/officeart/2005/8/layout/pyramid1"/>
    <dgm:cxn modelId="{B27BC608-E3D2-43A0-BBE0-C2C4E3C2BD0C}" type="presParOf" srcId="{8EEA6D25-4906-4F5D-84EA-5991DEC6691D}" destId="{5B66F976-6206-4EEA-99F2-E10575C194CE}" srcOrd="1" destOrd="0" presId="urn:microsoft.com/office/officeart/2005/8/layout/pyramid1"/>
    <dgm:cxn modelId="{B872EA16-7F3B-442A-8823-3CF4EB048376}" type="presParOf" srcId="{EA39BE74-CD6E-4B85-8574-2A2E31CDA98E}" destId="{38B71E85-D578-4C48-A661-F83F4D7CB6DB}" srcOrd="2" destOrd="0" presId="urn:microsoft.com/office/officeart/2005/8/layout/pyramid1"/>
    <dgm:cxn modelId="{C164D69E-45BC-4F2F-99EF-4D169E232827}" type="presParOf" srcId="{38B71E85-D578-4C48-A661-F83F4D7CB6DB}" destId="{62582777-E73E-46A1-B845-F56B9C721CE6}" srcOrd="0" destOrd="0" presId="urn:microsoft.com/office/officeart/2005/8/layout/pyramid1"/>
    <dgm:cxn modelId="{A7AB37C3-C3CC-4740-B305-B0A6E2256DE6}" type="presParOf" srcId="{38B71E85-D578-4C48-A661-F83F4D7CB6DB}" destId="{3CB7D390-37B1-47AF-A01B-22DCEBD414C9}" srcOrd="1" destOrd="0" presId="urn:microsoft.com/office/officeart/2005/8/layout/pyramid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E28059-C93D-4C53-BE6D-B9FDD923BF1D}">
      <dsp:nvSpPr>
        <dsp:cNvPr id="0" name=""/>
        <dsp:cNvSpPr/>
      </dsp:nvSpPr>
      <dsp:spPr>
        <a:xfrm rot="10800000">
          <a:off x="0" y="0"/>
          <a:ext cx="5383213" cy="1307571"/>
        </a:xfrm>
        <a:prstGeom prst="trapezoid">
          <a:avLst>
            <a:gd name="adj" fmla="val 68616"/>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a:outerShdw blurRad="50800" dist="38100" algn="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zh-CN" altLang="en-US" sz="1500" b="1" kern="1200">
              <a:solidFill>
                <a:schemeClr val="bg1"/>
              </a:solidFill>
            </a:rPr>
            <a:t>半導體</a:t>
          </a:r>
          <a:endParaRPr lang="en-US" sz="1500" b="1" kern="1200" dirty="0">
            <a:solidFill>
              <a:schemeClr val="bg1"/>
            </a:solidFill>
          </a:endParaRPr>
        </a:p>
      </dsp:txBody>
      <dsp:txXfrm rot="-10800000">
        <a:off x="942062" y="0"/>
        <a:ext cx="3499088" cy="1307571"/>
      </dsp:txXfrm>
    </dsp:sp>
    <dsp:sp modelId="{8F2BF1DB-3008-4234-AC07-8D5A75CD6879}">
      <dsp:nvSpPr>
        <dsp:cNvPr id="0" name=""/>
        <dsp:cNvSpPr/>
      </dsp:nvSpPr>
      <dsp:spPr>
        <a:xfrm rot="10800000">
          <a:off x="897202" y="1307571"/>
          <a:ext cx="3588808" cy="1307571"/>
        </a:xfrm>
        <a:prstGeom prst="trapezoid">
          <a:avLst>
            <a:gd name="adj" fmla="val 68616"/>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a:outerShdw blurRad="50800" dist="38100" algn="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zh-CN" altLang="en-US" sz="1500" b="1" kern="1200">
              <a:solidFill>
                <a:schemeClr val="bg1"/>
              </a:solidFill>
            </a:rPr>
            <a:t>雲計算</a:t>
          </a:r>
          <a:endParaRPr lang="en-US" sz="1500" b="1" kern="1200" dirty="0">
            <a:solidFill>
              <a:schemeClr val="bg1"/>
            </a:solidFill>
          </a:endParaRPr>
        </a:p>
      </dsp:txBody>
      <dsp:txXfrm rot="-10800000">
        <a:off x="1525243" y="1307571"/>
        <a:ext cx="2332725" cy="1307571"/>
      </dsp:txXfrm>
    </dsp:sp>
    <dsp:sp modelId="{D8728FF4-7F5B-422C-AEEC-38E2125AA9B1}">
      <dsp:nvSpPr>
        <dsp:cNvPr id="0" name=""/>
        <dsp:cNvSpPr/>
      </dsp:nvSpPr>
      <dsp:spPr>
        <a:xfrm rot="10800000">
          <a:off x="1794404" y="2615142"/>
          <a:ext cx="1794404" cy="1307571"/>
        </a:xfrm>
        <a:prstGeom prst="trapezoid">
          <a:avLst>
            <a:gd name="adj" fmla="val 68616"/>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a:outerShdw blurRad="50800" dist="38100" algn="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zh-CN" altLang="en-US" sz="1500" b="1" kern="1200">
              <a:solidFill>
                <a:schemeClr val="bg1"/>
              </a:solidFill>
            </a:rPr>
            <a:t>應用</a:t>
          </a:r>
          <a:endParaRPr lang="en-US" sz="1500" b="1" kern="1200" dirty="0">
            <a:solidFill>
              <a:schemeClr val="bg1"/>
            </a:solidFill>
          </a:endParaRPr>
        </a:p>
        <a:p>
          <a:pPr marL="0" lvl="0" indent="0" algn="ctr" defTabSz="666750">
            <a:lnSpc>
              <a:spcPct val="90000"/>
            </a:lnSpc>
            <a:spcBef>
              <a:spcPct val="0"/>
            </a:spcBef>
            <a:spcAft>
              <a:spcPct val="35000"/>
            </a:spcAft>
            <a:buNone/>
          </a:pPr>
          <a:endParaRPr lang="en-US" sz="1300" kern="1200" dirty="0"/>
        </a:p>
      </dsp:txBody>
      <dsp:txXfrm rot="-10800000">
        <a:off x="1794404" y="2615142"/>
        <a:ext cx="1794404" cy="130757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5CC1E2-24B4-478E-8C21-3728B609A979}">
      <dsp:nvSpPr>
        <dsp:cNvPr id="0" name=""/>
        <dsp:cNvSpPr/>
      </dsp:nvSpPr>
      <dsp:spPr>
        <a:xfrm>
          <a:off x="1794404" y="0"/>
          <a:ext cx="1794404" cy="1307571"/>
        </a:xfrm>
        <a:prstGeom prst="trapezoid">
          <a:avLst>
            <a:gd name="adj" fmla="val 68616"/>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a:outerShdw blurRad="50800" dist="38100" algn="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endParaRPr lang="en-US" sz="1500" b="1" kern="1200" dirty="0">
            <a:solidFill>
              <a:schemeClr val="bg1"/>
            </a:solidFill>
          </a:endParaRPr>
        </a:p>
        <a:p>
          <a:pPr marL="0" lvl="0" indent="0" algn="ctr" defTabSz="666750">
            <a:lnSpc>
              <a:spcPct val="90000"/>
            </a:lnSpc>
            <a:spcBef>
              <a:spcPct val="0"/>
            </a:spcBef>
            <a:spcAft>
              <a:spcPct val="35000"/>
            </a:spcAft>
            <a:buNone/>
          </a:pPr>
          <a:r>
            <a:rPr lang="zh-CN" altLang="en-US" sz="1500" b="1" kern="1200">
              <a:solidFill>
                <a:schemeClr val="bg1"/>
              </a:solidFill>
            </a:rPr>
            <a:t>半導體</a:t>
          </a:r>
          <a:endParaRPr lang="en-US" sz="1500" b="1" kern="1200" dirty="0">
            <a:solidFill>
              <a:schemeClr val="bg1"/>
            </a:solidFill>
          </a:endParaRPr>
        </a:p>
      </dsp:txBody>
      <dsp:txXfrm>
        <a:off x="1794404" y="0"/>
        <a:ext cx="1794404" cy="1307571"/>
      </dsp:txXfrm>
    </dsp:sp>
    <dsp:sp modelId="{5A8C3E75-C414-47F7-B77A-081EE92C9820}">
      <dsp:nvSpPr>
        <dsp:cNvPr id="0" name=""/>
        <dsp:cNvSpPr/>
      </dsp:nvSpPr>
      <dsp:spPr>
        <a:xfrm>
          <a:off x="897201" y="1307571"/>
          <a:ext cx="3588808" cy="1307571"/>
        </a:xfrm>
        <a:prstGeom prst="trapezoid">
          <a:avLst>
            <a:gd name="adj" fmla="val 68616"/>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a:outerShdw blurRad="50800" dist="38100" algn="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zh-CN" altLang="en-US" sz="1500" b="1" kern="1200">
              <a:solidFill>
                <a:schemeClr val="bg1"/>
              </a:solidFill>
            </a:rPr>
            <a:t>手機品牌</a:t>
          </a:r>
          <a:endParaRPr lang="en-US" sz="1500" b="1" kern="1200" dirty="0">
            <a:solidFill>
              <a:schemeClr val="bg1"/>
            </a:solidFill>
          </a:endParaRPr>
        </a:p>
      </dsp:txBody>
      <dsp:txXfrm>
        <a:off x="1525243" y="1307571"/>
        <a:ext cx="2332725" cy="1307571"/>
      </dsp:txXfrm>
    </dsp:sp>
    <dsp:sp modelId="{62582777-E73E-46A1-B845-F56B9C721CE6}">
      <dsp:nvSpPr>
        <dsp:cNvPr id="0" name=""/>
        <dsp:cNvSpPr/>
      </dsp:nvSpPr>
      <dsp:spPr>
        <a:xfrm>
          <a:off x="0" y="2615142"/>
          <a:ext cx="5383212" cy="1307571"/>
        </a:xfrm>
        <a:prstGeom prst="trapezoid">
          <a:avLst>
            <a:gd name="adj" fmla="val 68616"/>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a:outerShdw blurRad="50800" dist="38100" algn="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zh-CN" altLang="en-US" sz="1500" b="1" kern="1200">
              <a:solidFill>
                <a:schemeClr val="bg1"/>
              </a:solidFill>
            </a:rPr>
            <a:t>應用與廣告</a:t>
          </a:r>
          <a:endParaRPr lang="en-US" sz="1500" b="1" kern="1200" dirty="0">
            <a:solidFill>
              <a:schemeClr val="bg1"/>
            </a:solidFill>
          </a:endParaRPr>
        </a:p>
      </dsp:txBody>
      <dsp:txXfrm>
        <a:off x="942062" y="2615142"/>
        <a:ext cx="3499087" cy="1307571"/>
      </dsp:txXfrm>
    </dsp:sp>
  </dsp:spTree>
</dsp:drawing>
</file>

<file path=ppt/diagrams/layout1.xml><?xml version="1.0" encoding="utf-8"?>
<dgm:layoutDef xmlns:dgm="http://schemas.openxmlformats.org/drawingml/2006/diagram" xmlns:a="http://schemas.openxmlformats.org/drawingml/2006/main" uniqueId="urn:microsoft.com/office/officeart/2005/8/layout/pyramid3">
  <dgm:title val=""/>
  <dgm:desc val=""/>
  <dgm:catLst>
    <dgm:cat type="pyramid" pri="2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T"/>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T"/>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rev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t"/>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0.07671</cdr:x>
      <cdr:y>0.16372</cdr:y>
    </cdr:from>
    <cdr:to>
      <cdr:x>0.24479</cdr:x>
      <cdr:y>0.19865</cdr:y>
    </cdr:to>
    <cdr:sp macro="" textlink="">
      <cdr:nvSpPr>
        <cdr:cNvPr id="2" name="Parallelogram 1">
          <a:extLst xmlns:a="http://schemas.openxmlformats.org/drawingml/2006/main">
            <a:ext uri="{FF2B5EF4-FFF2-40B4-BE49-F238E27FC236}">
              <a16:creationId xmlns:a16="http://schemas.microsoft.com/office/drawing/2014/main" id="{C70084EF-17E3-5AA5-8FCD-67590B3F3074}"/>
            </a:ext>
          </a:extLst>
        </cdr:cNvPr>
        <cdr:cNvSpPr/>
      </cdr:nvSpPr>
      <cdr:spPr>
        <a:xfrm xmlns:a="http://schemas.openxmlformats.org/drawingml/2006/main" rot="3757230">
          <a:off x="798562" y="259018"/>
          <a:ext cx="137354" cy="906764"/>
        </a:xfrm>
        <a:prstGeom xmlns:a="http://schemas.openxmlformats.org/drawingml/2006/main" prst="parallelogram">
          <a:avLst/>
        </a:prstGeom>
        <a:solidFill xmlns:a="http://schemas.openxmlformats.org/drawingml/2006/main">
          <a:schemeClr val="bg1"/>
        </a:solidFill>
        <a:ln xmlns:a="http://schemas.openxmlformats.org/drawingml/2006/main">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rtlCol="0" anchor="ctr"/>
        <a:lstStyle xmlns:a="http://schemas.openxmlformats.org/drawingml/2006/main"/>
        <a:p xmlns:a="http://schemas.openxmlformats.org/drawingml/2006/main">
          <a:endParaRPr lang="en-US" kern="1200" dirty="0"/>
        </a:p>
      </cdr:txBody>
    </cdr:sp>
  </cdr:relSizeAnchor>
</c:userShapes>
</file>

<file path=ppt/drawings/drawing2.xml><?xml version="1.0" encoding="utf-8"?>
<c:userShapes xmlns:c="http://schemas.openxmlformats.org/drawingml/2006/chart">
  <cdr:relSizeAnchor xmlns:cdr="http://schemas.openxmlformats.org/drawingml/2006/chartDrawing">
    <cdr:from>
      <cdr:x>0</cdr:x>
      <cdr:y>0</cdr:y>
    </cdr:from>
    <cdr:to>
      <cdr:x>0.16525</cdr:x>
      <cdr:y>0.06348</cdr:y>
    </cdr:to>
    <cdr:sp macro="" textlink="">
      <cdr:nvSpPr>
        <cdr:cNvPr id="5" name="TextBox 1">
          <a:extLst xmlns:a="http://schemas.openxmlformats.org/drawingml/2006/main">
            <a:ext uri="{FF2B5EF4-FFF2-40B4-BE49-F238E27FC236}">
              <a16:creationId xmlns:a16="http://schemas.microsoft.com/office/drawing/2014/main" id="{E5E8F2F1-3337-4E86-A355-9AC00B845E19}"/>
            </a:ext>
          </a:extLst>
        </cdr:cNvPr>
        <cdr:cNvSpPr txBox="1"/>
      </cdr:nvSpPr>
      <cdr:spPr>
        <a:xfrm xmlns:a="http://schemas.openxmlformats.org/drawingml/2006/main">
          <a:off x="0" y="0"/>
          <a:ext cx="755523" cy="175751"/>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zh-CN" altLang="en-US" sz="900" dirty="0">
              <a:latin typeface="微软雅黑" panose="020B0503020204020204" pitchFamily="34" charset="-122"/>
              <a:ea typeface="微软雅黑" panose="020B0503020204020204" pitchFamily="34" charset="-122"/>
              <a:cs typeface="Arial" panose="020B0604020202020204" pitchFamily="34" charset="0"/>
            </a:rPr>
            <a:t>（萬億韓元）</a:t>
          </a:r>
        </a:p>
      </cdr:txBody>
    </cdr:sp>
  </cdr:relSizeAnchor>
</c:userShapes>
</file>

<file path=ppt/drawings/drawing3.xml><?xml version="1.0" encoding="utf-8"?>
<c:userShapes xmlns:c="http://schemas.openxmlformats.org/drawingml/2006/chart">
  <cdr:relSizeAnchor xmlns:cdr="http://schemas.openxmlformats.org/drawingml/2006/chartDrawing">
    <cdr:from>
      <cdr:x>0.00123</cdr:x>
      <cdr:y>0.06597</cdr:y>
    </cdr:from>
    <cdr:to>
      <cdr:x>0.16648</cdr:x>
      <cdr:y>0.12945</cdr:y>
    </cdr:to>
    <cdr:sp macro="" textlink="">
      <cdr:nvSpPr>
        <cdr:cNvPr id="5" name="TextBox 1">
          <a:extLst xmlns:a="http://schemas.openxmlformats.org/drawingml/2006/main">
            <a:ext uri="{FF2B5EF4-FFF2-40B4-BE49-F238E27FC236}">
              <a16:creationId xmlns:a16="http://schemas.microsoft.com/office/drawing/2014/main" id="{E5E8F2F1-3337-4E86-A355-9AC00B845E19}"/>
            </a:ext>
          </a:extLst>
        </cdr:cNvPr>
        <cdr:cNvSpPr txBox="1"/>
      </cdr:nvSpPr>
      <cdr:spPr>
        <a:xfrm xmlns:a="http://schemas.openxmlformats.org/drawingml/2006/main">
          <a:off x="5646" y="180974"/>
          <a:ext cx="755523" cy="174138"/>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zh-CN" altLang="en-US" sz="900" dirty="0">
              <a:latin typeface="微软雅黑" panose="020B0503020204020204" pitchFamily="34" charset="-122"/>
              <a:ea typeface="微软雅黑" panose="020B0503020204020204" pitchFamily="34" charset="-122"/>
              <a:cs typeface="Arial" panose="020B0604020202020204" pitchFamily="34" charset="0"/>
            </a:rPr>
            <a:t>（十億韓元）</a:t>
          </a:r>
        </a:p>
      </cdr:txBody>
    </cdr:sp>
  </cdr:relSizeAnchor>
  <cdr:relSizeAnchor xmlns:cdr="http://schemas.openxmlformats.org/drawingml/2006/chartDrawing">
    <cdr:from>
      <cdr:x>0.83475</cdr:x>
      <cdr:y>0.07581</cdr:y>
    </cdr:from>
    <cdr:to>
      <cdr:x>1</cdr:x>
      <cdr:y>0.13929</cdr:y>
    </cdr:to>
    <cdr:sp macro="" textlink="">
      <cdr:nvSpPr>
        <cdr:cNvPr id="2" name="TextBox 1">
          <a:extLst xmlns:a="http://schemas.openxmlformats.org/drawingml/2006/main">
            <a:ext uri="{FF2B5EF4-FFF2-40B4-BE49-F238E27FC236}">
              <a16:creationId xmlns:a16="http://schemas.microsoft.com/office/drawing/2014/main" id="{93EAD9D9-4D72-7844-B76B-53B5D81D5296}"/>
            </a:ext>
          </a:extLst>
        </cdr:cNvPr>
        <cdr:cNvSpPr txBox="1"/>
      </cdr:nvSpPr>
      <cdr:spPr>
        <a:xfrm xmlns:a="http://schemas.openxmlformats.org/drawingml/2006/main">
          <a:off x="3816477" y="207962"/>
          <a:ext cx="755523" cy="174138"/>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r"/>
          <a:r>
            <a:rPr lang="zh-CN" altLang="en-US" sz="700" dirty="0">
              <a:latin typeface="Arial" panose="020B0604020202020204" pitchFamily="34" charset="0"/>
              <a:ea typeface="楷体" panose="02010609060101010101" pitchFamily="49" charset="-122"/>
              <a:cs typeface="Arial" panose="020B0604020202020204" pitchFamily="34" charset="0"/>
            </a:rPr>
            <a:t>（</a:t>
          </a:r>
          <a:r>
            <a:rPr lang="en-US" altLang="zh-CN" sz="700" dirty="0">
              <a:latin typeface="Arial" panose="020B0604020202020204" pitchFamily="34" charset="0"/>
              <a:ea typeface="楷体" panose="02010609060101010101" pitchFamily="49" charset="-122"/>
              <a:cs typeface="Arial" panose="020B0604020202020204" pitchFamily="34" charset="0"/>
            </a:rPr>
            <a:t>%</a:t>
          </a:r>
          <a:r>
            <a:rPr lang="zh-CN" altLang="en-US" sz="700" dirty="0">
              <a:latin typeface="Arial" panose="020B0604020202020204" pitchFamily="34" charset="0"/>
              <a:ea typeface="楷体" panose="02010609060101010101" pitchFamily="49" charset="-122"/>
              <a:cs typeface="Arial" panose="020B0604020202020204" pitchFamily="34" charset="0"/>
            </a:rPr>
            <a:t>）</a:t>
          </a:r>
        </a:p>
      </cdr:txBody>
    </cdr:sp>
  </cdr:relSizeAnchor>
</c:userShapes>
</file>

<file path=ppt/drawings/drawing4.xml><?xml version="1.0" encoding="utf-8"?>
<c:userShapes xmlns:c="http://schemas.openxmlformats.org/drawingml/2006/chart">
  <cdr:relSizeAnchor xmlns:cdr="http://schemas.openxmlformats.org/drawingml/2006/chartDrawing">
    <cdr:from>
      <cdr:x>0.2431</cdr:x>
      <cdr:y>0.14035</cdr:y>
    </cdr:from>
    <cdr:to>
      <cdr:x>0.82323</cdr:x>
      <cdr:y>0.57977</cdr:y>
    </cdr:to>
    <cdr:cxnSp macro="">
      <cdr:nvCxnSpPr>
        <cdr:cNvPr id="3" name="Straight Arrow Connector 2">
          <a:extLst xmlns:a="http://schemas.openxmlformats.org/drawingml/2006/main">
            <a:ext uri="{FF2B5EF4-FFF2-40B4-BE49-F238E27FC236}">
              <a16:creationId xmlns:a16="http://schemas.microsoft.com/office/drawing/2014/main" id="{CCDD5F74-55DC-ACDF-D776-66A855349421}"/>
            </a:ext>
          </a:extLst>
        </cdr:cNvPr>
        <cdr:cNvCxnSpPr/>
      </cdr:nvCxnSpPr>
      <cdr:spPr>
        <a:xfrm xmlns:a="http://schemas.openxmlformats.org/drawingml/2006/main" flipV="1">
          <a:off x="902014" y="488720"/>
          <a:ext cx="2152594" cy="1530075"/>
        </a:xfrm>
        <a:prstGeom xmlns:a="http://schemas.openxmlformats.org/drawingml/2006/main" prst="straightConnector1">
          <a:avLst/>
        </a:prstGeom>
        <a:ln xmlns:a="http://schemas.openxmlformats.org/drawingml/2006/main" w="38100">
          <a:solidFill>
            <a:srgbClr val="C00000"/>
          </a:solidFill>
          <a:tailEnd type="triangle"/>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901B36-E8EC-416B-8D0A-908FD519CCA8}" type="datetimeFigureOut">
              <a:rPr lang="en-US" smtClean="0"/>
              <a:t>7/17/2026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CDC9FC-3CD8-4A9F-8A96-D24F07BB8E08}" type="slidenum">
              <a:rPr lang="en-US" smtClean="0"/>
              <a:t>‹#›</a:t>
            </a:fld>
            <a:endParaRPr lang="en-US"/>
          </a:p>
        </p:txBody>
      </p:sp>
    </p:spTree>
    <p:extLst>
      <p:ext uri="{BB962C8B-B14F-4D97-AF65-F5344CB8AC3E}">
        <p14:creationId xmlns:p14="http://schemas.microsoft.com/office/powerpoint/2010/main" val="15792327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4E4BC-8DFA-F886-C875-C22F94C29D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1E5C41-59F9-2B4D-CAA9-D6801101EE5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CE631EA-C8F0-76F2-CD23-1D982FAFBD7A}"/>
              </a:ext>
            </a:extLst>
          </p:cNvPr>
          <p:cNvSpPr>
            <a:spLocks noGrp="1"/>
          </p:cNvSpPr>
          <p:nvPr>
            <p:ph type="body" idx="1"/>
          </p:nvPr>
        </p:nvSpPr>
        <p:spPr/>
        <p:txBody>
          <a:bodyPr/>
          <a:lstStyle/>
          <a:p>
            <a:r>
              <a:rPr lang="en-US" altLang="zh-CN" b="0" i="0">
                <a:solidFill>
                  <a:srgbClr val="666666"/>
                </a:solidFill>
                <a:effectLst/>
                <a:latin typeface="adelle-sans"/>
              </a:rPr>
              <a:t>https://www.crfb.org/blogs/permanent-ways-means-bill-could-add-53-trillion-deficits</a:t>
            </a:r>
          </a:p>
          <a:p>
            <a:r>
              <a:rPr lang="en-US" altLang="zh-CN" b="0" i="0" dirty="0">
                <a:solidFill>
                  <a:srgbClr val="666666"/>
                </a:solidFill>
                <a:effectLst/>
                <a:latin typeface="adelle-sans"/>
              </a:rPr>
              <a:t>TCJA</a:t>
            </a:r>
            <a:r>
              <a:rPr lang="zh-CN" altLang="en-US" b="0" i="0" dirty="0">
                <a:solidFill>
                  <a:srgbClr val="666666"/>
                </a:solidFill>
                <a:effectLst/>
                <a:latin typeface="adelle-sans"/>
              </a:rPr>
              <a:t>个人法案：</a:t>
            </a:r>
            <a:endParaRPr lang="en-US" altLang="zh-CN" b="0" i="0" dirty="0">
              <a:solidFill>
                <a:srgbClr val="666666"/>
              </a:solidFill>
              <a:effectLst/>
              <a:latin typeface="adelle-sans"/>
            </a:endParaRPr>
          </a:p>
          <a:p>
            <a:r>
              <a:rPr lang="zh-CN" altLang="en-US" b="0" i="0" dirty="0">
                <a:solidFill>
                  <a:srgbClr val="666666"/>
                </a:solidFill>
                <a:effectLst/>
                <a:latin typeface="adelle-sans"/>
              </a:rPr>
              <a:t>延长并扩大降税范围、延长大多数纳税人的</a:t>
            </a:r>
            <a:r>
              <a:rPr lang="en-US" altLang="zh-CN" b="0" i="0" dirty="0">
                <a:solidFill>
                  <a:srgbClr val="666666"/>
                </a:solidFill>
                <a:effectLst/>
                <a:latin typeface="adelle-sans"/>
              </a:rPr>
              <a:t>AMT</a:t>
            </a:r>
            <a:r>
              <a:rPr lang="zh-CN" altLang="en-US" b="0" i="0" dirty="0">
                <a:solidFill>
                  <a:srgbClr val="666666"/>
                </a:solidFill>
                <a:effectLst/>
                <a:latin typeface="adelle-sans"/>
              </a:rPr>
              <a:t>废除期限、延长并扩大标准扣除额上调范围、废除个人</a:t>
            </a:r>
            <a:r>
              <a:rPr lang="en-US" altLang="zh-CN" b="0" i="0" dirty="0">
                <a:solidFill>
                  <a:srgbClr val="666666"/>
                </a:solidFill>
                <a:effectLst/>
                <a:latin typeface="adelle-sans"/>
              </a:rPr>
              <a:t>/</a:t>
            </a:r>
            <a:r>
              <a:rPr lang="zh-CN" altLang="en-US" b="0" i="0" dirty="0">
                <a:solidFill>
                  <a:srgbClr val="666666"/>
                </a:solidFill>
                <a:effectLst/>
                <a:latin typeface="adelle-sans"/>
              </a:rPr>
              <a:t>受抚养人免税、延长并扩大儿童税收抵免增加、延长并扩大</a:t>
            </a:r>
            <a:r>
              <a:rPr lang="en-US" altLang="zh-CN" b="0" i="0" dirty="0">
                <a:solidFill>
                  <a:srgbClr val="666666"/>
                </a:solidFill>
                <a:effectLst/>
                <a:latin typeface="adelle-sans"/>
              </a:rPr>
              <a:t>199A</a:t>
            </a:r>
            <a:r>
              <a:rPr lang="zh-CN" altLang="en-US" b="0" i="0" dirty="0">
                <a:solidFill>
                  <a:srgbClr val="666666"/>
                </a:solidFill>
                <a:effectLst/>
                <a:latin typeface="adelle-sans"/>
              </a:rPr>
              <a:t>直通抵扣、用分项扣除限额取代 </a:t>
            </a:r>
            <a:r>
              <a:rPr lang="en-US" altLang="zh-CN" b="0" i="0" dirty="0">
                <a:solidFill>
                  <a:srgbClr val="666666"/>
                </a:solidFill>
                <a:effectLst/>
                <a:latin typeface="adelle-sans"/>
              </a:rPr>
              <a:t>Pease</a:t>
            </a:r>
            <a:r>
              <a:rPr lang="zh-CN" altLang="en-US" b="0" i="0" dirty="0">
                <a:solidFill>
                  <a:srgbClr val="666666"/>
                </a:solidFill>
                <a:effectLst/>
                <a:latin typeface="adelle-sans"/>
              </a:rPr>
              <a:t>。</a:t>
            </a:r>
            <a:endParaRPr lang="en-US" altLang="zh-CN" b="0" i="0" dirty="0">
              <a:solidFill>
                <a:srgbClr val="666666"/>
              </a:solidFill>
              <a:effectLst/>
              <a:latin typeface="adelle-sans"/>
            </a:endParaRPr>
          </a:p>
          <a:p>
            <a:endParaRPr lang="en-US" altLang="zh-CN" b="0" i="0" dirty="0">
              <a:solidFill>
                <a:srgbClr val="666666"/>
              </a:solidFill>
              <a:effectLst/>
              <a:latin typeface="adelle-sans"/>
            </a:endParaRPr>
          </a:p>
          <a:p>
            <a:r>
              <a:rPr lang="en-US" altLang="zh-CN" dirty="0"/>
              <a:t>TCJA</a:t>
            </a:r>
            <a:r>
              <a:rPr lang="zh-CN" altLang="en-US" dirty="0"/>
              <a:t>企业税条款：</a:t>
            </a:r>
            <a:endParaRPr lang="en-US" altLang="zh-CN" dirty="0"/>
          </a:p>
          <a:p>
            <a:r>
              <a:rPr lang="zh-CN" altLang="en-US" b="0" i="0" dirty="0">
                <a:solidFill>
                  <a:srgbClr val="666666"/>
                </a:solidFill>
                <a:effectLst/>
                <a:latin typeface="adelle-sans"/>
              </a:rPr>
              <a:t>设备</a:t>
            </a:r>
            <a:r>
              <a:rPr lang="en-US" altLang="zh-CN" b="0" i="0" dirty="0">
                <a:solidFill>
                  <a:srgbClr val="666666"/>
                </a:solidFill>
                <a:effectLst/>
                <a:latin typeface="adelle-sans"/>
              </a:rPr>
              <a:t>100%</a:t>
            </a:r>
            <a:r>
              <a:rPr lang="zh-CN" altLang="en-US" b="0" i="0" dirty="0">
                <a:solidFill>
                  <a:srgbClr val="666666"/>
                </a:solidFill>
                <a:effectLst/>
                <a:latin typeface="adelle-sans"/>
              </a:rPr>
              <a:t>奖金折旧、国内研发与实验（</a:t>
            </a:r>
            <a:r>
              <a:rPr lang="en-US" altLang="zh-CN" b="0" i="0" dirty="0">
                <a:solidFill>
                  <a:srgbClr val="666666"/>
                </a:solidFill>
                <a:effectLst/>
                <a:latin typeface="adelle-sans"/>
              </a:rPr>
              <a:t>R&amp;E</a:t>
            </a:r>
            <a:r>
              <a:rPr lang="zh-CN" altLang="en-US" b="0" i="0" dirty="0">
                <a:solidFill>
                  <a:srgbClr val="666666"/>
                </a:solidFill>
                <a:effectLst/>
                <a:latin typeface="adelle-sans"/>
              </a:rPr>
              <a:t>）成本费用化、放宽企业利息抵扣限额、延长较低国际税率、扩大机会区。</a:t>
            </a:r>
            <a:endParaRPr lang="en-US" altLang="zh-CN" b="0" i="0" dirty="0">
              <a:solidFill>
                <a:srgbClr val="666666"/>
              </a:solidFill>
              <a:effectLst/>
              <a:latin typeface="adelle-sans"/>
            </a:endParaRPr>
          </a:p>
          <a:p>
            <a:endParaRPr lang="en-US" altLang="zh-CN" b="0" i="0" dirty="0">
              <a:solidFill>
                <a:srgbClr val="666666"/>
              </a:solidFill>
              <a:effectLst/>
              <a:latin typeface="adelle-sans"/>
            </a:endParaRPr>
          </a:p>
          <a:p>
            <a:r>
              <a:rPr lang="zh-CN" altLang="en-US" dirty="0"/>
              <a:t>新的税收减免：</a:t>
            </a:r>
            <a:endParaRPr lang="en-US" altLang="zh-CN" dirty="0"/>
          </a:p>
          <a:p>
            <a:r>
              <a:rPr lang="zh-CN" altLang="en-US" dirty="0"/>
              <a:t>免征小费和加班费所得税、</a:t>
            </a:r>
            <a:r>
              <a:rPr lang="zh-CN" altLang="en-US" b="0" i="0" dirty="0">
                <a:solidFill>
                  <a:srgbClr val="666666"/>
                </a:solidFill>
                <a:effectLst/>
                <a:latin typeface="adelle-sans"/>
              </a:rPr>
              <a:t>提高社会保障受益人的标准扣除额、允许纳税人扣除最高</a:t>
            </a:r>
            <a:r>
              <a:rPr lang="en-US" altLang="zh-CN" b="0" i="0" dirty="0">
                <a:solidFill>
                  <a:srgbClr val="666666"/>
                </a:solidFill>
                <a:effectLst/>
                <a:latin typeface="adelle-sans"/>
              </a:rPr>
              <a:t>1</a:t>
            </a:r>
            <a:r>
              <a:rPr lang="zh-CN" altLang="en-US" b="0" i="0" dirty="0">
                <a:solidFill>
                  <a:srgbClr val="666666"/>
                </a:solidFill>
                <a:effectLst/>
                <a:latin typeface="adelle-sans"/>
              </a:rPr>
              <a:t>万美元美国制造汽车的贷款利息、健康储蓄账户、新的“让美国再次伟大”（</a:t>
            </a:r>
            <a:r>
              <a:rPr lang="en-US" altLang="zh-CN" b="0" i="0" dirty="0">
                <a:solidFill>
                  <a:srgbClr val="666666"/>
                </a:solidFill>
                <a:effectLst/>
                <a:latin typeface="adelle-sans"/>
              </a:rPr>
              <a:t>MAGA</a:t>
            </a:r>
            <a:r>
              <a:rPr lang="zh-CN" altLang="en-US" b="0" i="0" dirty="0">
                <a:solidFill>
                  <a:srgbClr val="666666"/>
                </a:solidFill>
                <a:effectLst/>
                <a:latin typeface="adelle-sans"/>
              </a:rPr>
              <a:t>）账户。</a:t>
            </a:r>
            <a:endParaRPr lang="en-US" altLang="zh-CN" b="0" i="0" dirty="0">
              <a:solidFill>
                <a:srgbClr val="666666"/>
              </a:solidFill>
              <a:effectLst/>
              <a:latin typeface="adelle-sans"/>
            </a:endParaRPr>
          </a:p>
          <a:p>
            <a:endParaRPr lang="en-US" altLang="zh-CN" b="0" i="0" dirty="0">
              <a:solidFill>
                <a:srgbClr val="666666"/>
              </a:solidFill>
              <a:effectLst/>
              <a:latin typeface="adelle-sans"/>
            </a:endParaRPr>
          </a:p>
          <a:p>
            <a:r>
              <a:rPr lang="zh-CN" altLang="en-US" dirty="0"/>
              <a:t>增加收入的法案：</a:t>
            </a:r>
            <a:endParaRPr lang="en-US" altLang="zh-CN" dirty="0"/>
          </a:p>
          <a:p>
            <a:r>
              <a:rPr lang="zh-CN" altLang="en-US" b="0" i="0" dirty="0">
                <a:solidFill>
                  <a:srgbClr val="666666"/>
                </a:solidFill>
                <a:effectLst/>
                <a:latin typeface="adelle-sans"/>
              </a:rPr>
              <a:t>废除电动汽车税收抵免、逐步取消能源、生产和制造信贷、废除或改革其他 </a:t>
            </a:r>
            <a:r>
              <a:rPr lang="en-US" altLang="zh-CN" b="0" i="0" dirty="0">
                <a:solidFill>
                  <a:srgbClr val="666666"/>
                </a:solidFill>
                <a:effectLst/>
                <a:latin typeface="adelle-sans"/>
              </a:rPr>
              <a:t>IRA </a:t>
            </a:r>
            <a:r>
              <a:rPr lang="zh-CN" altLang="en-US" b="0" i="0" dirty="0">
                <a:solidFill>
                  <a:srgbClr val="666666"/>
                </a:solidFill>
                <a:effectLst/>
                <a:latin typeface="adelle-sans"/>
              </a:rPr>
              <a:t>抵免</a:t>
            </a:r>
            <a:endParaRPr lang="en-US" altLang="zh-CN" dirty="0"/>
          </a:p>
        </p:txBody>
      </p:sp>
      <p:sp>
        <p:nvSpPr>
          <p:cNvPr id="4" name="Slide Number Placeholder 3">
            <a:extLst>
              <a:ext uri="{FF2B5EF4-FFF2-40B4-BE49-F238E27FC236}">
                <a16:creationId xmlns:a16="http://schemas.microsoft.com/office/drawing/2014/main" id="{0DA01BF2-20DA-4119-342E-8D5DA577BCD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CDC9FC-3CD8-4A9F-8A96-D24F07BB8E0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81102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lang="en-US" dirty="0"/>
              <a:t>AI cloud: </a:t>
            </a:r>
          </a:p>
          <a:p>
            <a:r>
              <a:rPr lang="en-US" dirty="0"/>
              <a:t>- </a:t>
            </a:r>
            <a:r>
              <a:rPr lang="zh-CN" altLang="en-US" dirty="0"/>
              <a:t>巨头：</a:t>
            </a:r>
            <a:r>
              <a:rPr lang="en-US" altLang="zh-CN" dirty="0">
                <a:effectLst/>
              </a:rPr>
              <a:t>AWS</a:t>
            </a:r>
            <a:r>
              <a:rPr lang="zh-CN" altLang="en-US" dirty="0">
                <a:effectLst/>
              </a:rPr>
              <a:t>、</a:t>
            </a:r>
            <a:r>
              <a:rPr lang="en-US" altLang="zh-CN" dirty="0">
                <a:effectLst/>
              </a:rPr>
              <a:t>MS Azure</a:t>
            </a:r>
            <a:r>
              <a:rPr lang="zh-CN" altLang="en-US" dirty="0">
                <a:effectLst/>
              </a:rPr>
              <a:t>、</a:t>
            </a:r>
            <a:r>
              <a:rPr lang="en-US" altLang="zh-CN" dirty="0">
                <a:effectLst/>
              </a:rPr>
              <a:t>Google Cloud</a:t>
            </a:r>
            <a:endParaRPr lang="en-US" dirty="0"/>
          </a:p>
          <a:p>
            <a:r>
              <a:rPr lang="en-US" altLang="zh-CN" b="1" dirty="0">
                <a:effectLst/>
              </a:rPr>
              <a:t>- Neo clouds</a:t>
            </a:r>
            <a:r>
              <a:rPr lang="zh-CN" altLang="en-US" dirty="0">
                <a:effectLst/>
              </a:rPr>
              <a:t> 指 </a:t>
            </a:r>
            <a:r>
              <a:rPr lang="en-US" altLang="zh-CN" dirty="0" err="1">
                <a:effectLst/>
              </a:rPr>
              <a:t>CoreWeave</a:t>
            </a:r>
            <a:r>
              <a:rPr lang="zh-CN" altLang="en-US" dirty="0">
                <a:effectLst/>
              </a:rPr>
              <a:t>、</a:t>
            </a:r>
            <a:r>
              <a:rPr lang="en-US" altLang="zh-CN" dirty="0">
                <a:effectLst/>
              </a:rPr>
              <a:t>Lambda</a:t>
            </a:r>
            <a:r>
              <a:rPr lang="zh-CN" altLang="en-US" dirty="0">
                <a:effectLst/>
              </a:rPr>
              <a:t>、</a:t>
            </a:r>
            <a:r>
              <a:rPr lang="en-US" altLang="zh-CN" dirty="0">
                <a:effectLst/>
              </a:rPr>
              <a:t>Crusoe</a:t>
            </a:r>
            <a:r>
              <a:rPr lang="zh-CN" altLang="en-US" dirty="0">
                <a:effectLst/>
              </a:rPr>
              <a:t>、</a:t>
            </a:r>
            <a:r>
              <a:rPr lang="en-US" altLang="zh-CN" dirty="0" err="1">
                <a:effectLst/>
              </a:rPr>
              <a:t>Nebius</a:t>
            </a:r>
            <a:r>
              <a:rPr lang="en-US" altLang="zh-CN" dirty="0">
                <a:effectLst/>
              </a:rPr>
              <a:t> </a:t>
            </a:r>
            <a:r>
              <a:rPr lang="zh-CN" altLang="en-US" dirty="0">
                <a:effectLst/>
              </a:rPr>
              <a:t>等新兴的、专门为 </a:t>
            </a:r>
            <a:r>
              <a:rPr lang="en-US" altLang="zh-CN" dirty="0">
                <a:effectLst/>
              </a:rPr>
              <a:t>AI </a:t>
            </a:r>
            <a:r>
              <a:rPr lang="zh-CN" altLang="en-US" dirty="0">
                <a:effectLst/>
              </a:rPr>
              <a:t>训练</a:t>
            </a:r>
            <a:r>
              <a:rPr lang="en-US" altLang="zh-CN" dirty="0">
                <a:effectLst/>
              </a:rPr>
              <a:t>/</a:t>
            </a:r>
            <a:r>
              <a:rPr lang="zh-CN" altLang="en-US" dirty="0">
                <a:effectLst/>
              </a:rPr>
              <a:t>推理提供 </a:t>
            </a:r>
            <a:r>
              <a:rPr lang="en-US" altLang="zh-CN" dirty="0">
                <a:effectLst/>
              </a:rPr>
              <a:t>GPU </a:t>
            </a:r>
            <a:r>
              <a:rPr lang="zh-CN" altLang="en-US" dirty="0">
                <a:effectLst/>
              </a:rPr>
              <a:t>云服务的公司（区别于传统 </a:t>
            </a:r>
            <a:r>
              <a:rPr lang="en-US" altLang="zh-CN" dirty="0">
                <a:effectLst/>
              </a:rPr>
              <a:t>AWS</a:t>
            </a:r>
            <a:r>
              <a:rPr lang="zh-CN" altLang="en-US" dirty="0">
                <a:effectLst/>
              </a:rPr>
              <a:t>、</a:t>
            </a:r>
            <a:r>
              <a:rPr lang="en-US" altLang="zh-CN" dirty="0">
                <a:effectLst/>
              </a:rPr>
              <a:t>Azure</a:t>
            </a:r>
            <a:r>
              <a:rPr lang="zh-CN" altLang="en-US" dirty="0">
                <a:effectLst/>
              </a:rPr>
              <a:t>、</a:t>
            </a:r>
            <a:r>
              <a:rPr lang="en-US" altLang="zh-CN" dirty="0">
                <a:effectLst/>
              </a:rPr>
              <a:t>Google Cloud</a:t>
            </a:r>
            <a:r>
              <a:rPr lang="zh-CN" altLang="en-US" dirty="0">
                <a:effectLst/>
              </a:rPr>
              <a:t>）。</a:t>
            </a:r>
          </a:p>
          <a:p>
            <a:r>
              <a:rPr lang="zh-CN" altLang="en-US" dirty="0"/>
              <a:t>这些公司大量采购英伟达 </a:t>
            </a:r>
            <a:r>
              <a:rPr lang="en-US" altLang="zh-CN" dirty="0"/>
              <a:t>GPU</a:t>
            </a:r>
            <a:r>
              <a:rPr lang="zh-CN" altLang="en-US" dirty="0"/>
              <a:t>，租给 </a:t>
            </a:r>
            <a:r>
              <a:rPr lang="en-US" altLang="zh-CN" dirty="0"/>
              <a:t>AI </a:t>
            </a:r>
            <a:r>
              <a:rPr lang="zh-CN" altLang="en-US" dirty="0"/>
              <a:t>公司使用。</a:t>
            </a:r>
          </a:p>
          <a:p>
            <a:r>
              <a:rPr lang="zh-CN" altLang="en-US" dirty="0"/>
              <a:t>当前面临</a:t>
            </a:r>
            <a:r>
              <a:rPr lang="zh-CN" altLang="en-US" b="1" dirty="0"/>
              <a:t>光学器件（光模块</a:t>
            </a:r>
            <a:r>
              <a:rPr lang="en-US" altLang="zh-CN" b="1" dirty="0"/>
              <a:t>/CPO</a:t>
            </a:r>
            <a:r>
              <a:rPr lang="zh-CN" altLang="en-US" b="1" dirty="0"/>
              <a:t>）和 </a:t>
            </a:r>
            <a:r>
              <a:rPr lang="en-US" altLang="zh-CN" b="1" dirty="0"/>
              <a:t>HBM </a:t>
            </a:r>
            <a:r>
              <a:rPr lang="zh-CN" altLang="en-US" b="1" dirty="0"/>
              <a:t>内存</a:t>
            </a:r>
            <a:r>
              <a:rPr lang="zh-CN" altLang="en-US" dirty="0"/>
              <a:t>短缺，导致硬件成本上升。</a:t>
            </a:r>
          </a:p>
          <a:p>
            <a:r>
              <a:rPr lang="zh-CN" altLang="en-US" dirty="0"/>
              <a:t>很多公司签了长期租赁合同，如果成本上升却无法把涨价部分转嫁给客户，利润就会被严重压缩。</a:t>
            </a:r>
          </a:p>
          <a:p>
            <a:r>
              <a:rPr lang="en-US" altLang="zh-CN" dirty="0" err="1"/>
              <a:t>bubbleboi</a:t>
            </a:r>
            <a:r>
              <a:rPr lang="en-US" altLang="zh-CN" dirty="0"/>
              <a:t> </a:t>
            </a:r>
            <a:r>
              <a:rPr lang="zh-CN" altLang="en-US" dirty="0"/>
              <a:t>认为这是个“糟糕的生意”：高债务 </a:t>
            </a:r>
            <a:r>
              <a:rPr lang="en-US" altLang="zh-CN" dirty="0"/>
              <a:t>+ </a:t>
            </a:r>
            <a:r>
              <a:rPr lang="zh-CN" altLang="en-US" dirty="0"/>
              <a:t>硬件短缺 </a:t>
            </a:r>
            <a:r>
              <a:rPr lang="en-US" altLang="zh-CN" dirty="0"/>
              <a:t>+ </a:t>
            </a:r>
            <a:r>
              <a:rPr lang="zh-CN" altLang="en-US" dirty="0"/>
              <a:t>长期合同锁定价格，抗风险能力差。</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45395FF6-CA5A-47EA-BBA8-8AAFDEC8C1BE}"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微軟正黑體" panose="020B0604030504040204" pitchFamily="34" charset="-120"/>
                <a:cs typeface="+mn-cs"/>
              </a:rPr>
              <a:pPr marL="0" marR="0" lvl="0" indent="0" algn="r" defTabSz="914400" rtl="0" eaLnBrk="0" fontAlgn="base" latinLnBrk="0" hangingPunct="0">
                <a:lnSpc>
                  <a:spcPct val="100000"/>
                </a:lnSpc>
                <a:spcBef>
                  <a:spcPct val="0"/>
                </a:spcBef>
                <a:spcAft>
                  <a:spcPct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微軟正黑體" panose="020B0604030504040204" pitchFamily="34" charset="-120"/>
              <a:cs typeface="+mn-cs"/>
            </a:endParaRPr>
          </a:p>
        </p:txBody>
      </p:sp>
    </p:spTree>
    <p:extLst>
      <p:ext uri="{BB962C8B-B14F-4D97-AF65-F5344CB8AC3E}">
        <p14:creationId xmlns:p14="http://schemas.microsoft.com/office/powerpoint/2010/main" val="8159733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D83DB5E4-72B9-408D-8505-20215C8AB36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微軟正黑體" panose="020B0604030504040204" pitchFamily="34" charset="-120"/>
                <a:cs typeface="+mn-cs"/>
              </a:rPr>
              <a:pPr marL="0" marR="0" lvl="0" indent="0" algn="r" defTabSz="914400" rtl="0" eaLnBrk="0" fontAlgn="base" latinLnBrk="0" hangingPunct="0">
                <a:lnSpc>
                  <a:spcPct val="100000"/>
                </a:lnSpc>
                <a:spcBef>
                  <a:spcPct val="0"/>
                </a:spcBef>
                <a:spcAft>
                  <a:spcPct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微軟正黑體" panose="020B0604030504040204" pitchFamily="34" charset="-120"/>
              <a:cs typeface="+mn-cs"/>
            </a:endParaRPr>
          </a:p>
        </p:txBody>
      </p:sp>
    </p:spTree>
    <p:extLst>
      <p:ext uri="{BB962C8B-B14F-4D97-AF65-F5344CB8AC3E}">
        <p14:creationId xmlns:p14="http://schemas.microsoft.com/office/powerpoint/2010/main" val="14130965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zh-CN" altLang="en-US" dirty="0"/>
              <a:t>類似於商品房 </a:t>
            </a:r>
            <a:r>
              <a:rPr lang="en-US" altLang="zh-CN" dirty="0"/>
              <a:t>– </a:t>
            </a:r>
            <a:r>
              <a:rPr lang="zh-CN" altLang="en-US" dirty="0"/>
              <a:t>拉動產業鏈</a:t>
            </a:r>
            <a:endParaRPr lang="en-US" dirty="0"/>
          </a:p>
        </p:txBody>
      </p:sp>
      <p:sp>
        <p:nvSpPr>
          <p:cNvPr id="4" name="Slide Number Placeholder 3"/>
          <p:cNvSpPr>
            <a:spLocks noGrp="1"/>
          </p:cNvSpPr>
          <p:nvPr>
            <p:ph type="sldNum" sz="quarter" idx="5"/>
          </p:nvPr>
        </p:nvSpPr>
        <p:spPr/>
        <p:txBody>
          <a:bodyPr/>
          <a:lstStyle/>
          <a:p>
            <a:fld id="{45395FF6-CA5A-47EA-BBA8-8AAFDEC8C1BE}" type="slidenum">
              <a:rPr lang="en-US" smtClean="0"/>
              <a:t>12</a:t>
            </a:fld>
            <a:endParaRPr lang="en-US" dirty="0"/>
          </a:p>
        </p:txBody>
      </p:sp>
    </p:spTree>
    <p:extLst>
      <p:ext uri="{BB962C8B-B14F-4D97-AF65-F5344CB8AC3E}">
        <p14:creationId xmlns:p14="http://schemas.microsoft.com/office/powerpoint/2010/main" val="32019589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Calibri"/>
                <a:sym typeface="+mn-lt"/>
              </a:rPr>
              <a:t>多层陶瓷电容器</a:t>
            </a:r>
            <a:r>
              <a:rPr kumimoji="0" lang="en-US" altLang="zh-CN" sz="1200"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Calibri"/>
                <a:sym typeface="+mn-lt"/>
              </a:rPr>
              <a:t>(MLCC)</a:t>
            </a:r>
            <a:r>
              <a:rPr kumimoji="0" lang="zh-CN" altLang="en-US" sz="1200"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Calibri"/>
                <a:sym typeface="+mn-lt"/>
              </a:rPr>
              <a:t>，用于调节电子系统内部的功率；先进芯片基板，负责将半导体连接到其余硬件；以及热压焊接</a:t>
            </a:r>
            <a:r>
              <a:rPr kumimoji="0" lang="en-US" altLang="zh-CN" sz="1200"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Calibri"/>
                <a:sym typeface="+mn-lt"/>
              </a:rPr>
              <a:t>(TCB)</a:t>
            </a:r>
            <a:r>
              <a:rPr kumimoji="0" lang="zh-CN" altLang="en-US" sz="1200"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Calibri"/>
                <a:sym typeface="+mn-lt"/>
              </a:rPr>
              <a:t>，这是将所有部分熔合在一起的精密工艺</a:t>
            </a:r>
            <a:endParaRPr kumimoji="0" lang="en-US" altLang="zh-CN" sz="1200"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Calibri"/>
              <a:sym typeface="+mn-lt"/>
            </a:endParaRP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CDC9FC-3CD8-4A9F-8A96-D24F07BB8E0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566101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57B66-8EED-6DEB-1D99-5A0C593237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37F138-32E1-C014-9E2E-612DB25EA77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BE26185-38EB-B063-FF13-63E8AF085FEF}"/>
              </a:ext>
            </a:extLst>
          </p:cNvPr>
          <p:cNvSpPr>
            <a:spLocks noGrp="1"/>
          </p:cNvSpPr>
          <p:nvPr>
            <p:ph type="body" idx="1"/>
          </p:nvPr>
        </p:nvSpPr>
        <p:spPr/>
        <p:txBody>
          <a:bodyPr/>
          <a:lstStyle/>
          <a:p>
            <a:endParaRPr lang="zh-CN" altLang="en-US" dirty="0"/>
          </a:p>
        </p:txBody>
      </p:sp>
      <p:sp>
        <p:nvSpPr>
          <p:cNvPr id="4" name="Slide Number Placeholder 3">
            <a:extLst>
              <a:ext uri="{FF2B5EF4-FFF2-40B4-BE49-F238E27FC236}">
                <a16:creationId xmlns:a16="http://schemas.microsoft.com/office/drawing/2014/main" id="{9AA35DA9-2384-4CA6-9DD0-117764EDD9F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CDC9FC-3CD8-4A9F-8A96-D24F07BB8E0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030371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HK" dirty="0"/>
          </a:p>
        </p:txBody>
      </p:sp>
      <p:sp>
        <p:nvSpPr>
          <p:cNvPr id="4" name="Slide Number Placeholder 3"/>
          <p:cNvSpPr>
            <a:spLocks noGrp="1"/>
          </p:cNvSpPr>
          <p:nvPr>
            <p:ph type="sldNum" sz="quarter" idx="5"/>
          </p:nvPr>
        </p:nvSpPr>
        <p:spPr/>
        <p:txBody>
          <a:bodyPr/>
          <a:lstStyle/>
          <a:p>
            <a:fld id="{6F6F7459-873A-4F5F-A91C-FDF6200B382B}" type="slidenum">
              <a:rPr lang="en-HK" smtClean="0"/>
              <a:t>22</a:t>
            </a:fld>
            <a:endParaRPr lang="en-HK" dirty="0"/>
          </a:p>
        </p:txBody>
      </p:sp>
    </p:spTree>
    <p:extLst>
      <p:ext uri="{BB962C8B-B14F-4D97-AF65-F5344CB8AC3E}">
        <p14:creationId xmlns:p14="http://schemas.microsoft.com/office/powerpoint/2010/main" val="28358728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CDC9FC-3CD8-4A9F-8A96-D24F07BB8E0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00593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2B4A8-8C05-10F2-6021-F0C659FB27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929522-F92D-9225-DF8F-57C7D27B19A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505243D-75C0-79A6-E9FE-A7E4A9D72814}"/>
              </a:ext>
            </a:extLst>
          </p:cNvPr>
          <p:cNvSpPr>
            <a:spLocks noGrp="1"/>
          </p:cNvSpPr>
          <p:nvPr>
            <p:ph type="body" idx="1"/>
          </p:nvPr>
        </p:nvSpPr>
        <p:spPr/>
        <p:txBody>
          <a:bodyPr/>
          <a:lstStyle/>
          <a:p>
            <a:endParaRPr lang="zh-CN" altLang="en-US" dirty="0"/>
          </a:p>
        </p:txBody>
      </p:sp>
      <p:sp>
        <p:nvSpPr>
          <p:cNvPr id="4" name="Slide Number Placeholder 3">
            <a:extLst>
              <a:ext uri="{FF2B5EF4-FFF2-40B4-BE49-F238E27FC236}">
                <a16:creationId xmlns:a16="http://schemas.microsoft.com/office/drawing/2014/main" id="{76419E90-0036-A9D8-A449-BD8B4D55651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CDC9FC-3CD8-4A9F-8A96-D24F07BB8E0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234143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HK" dirty="0"/>
          </a:p>
        </p:txBody>
      </p:sp>
      <p:sp>
        <p:nvSpPr>
          <p:cNvPr id="4" name="Slide Number Placeholder 3"/>
          <p:cNvSpPr>
            <a:spLocks noGrp="1"/>
          </p:cNvSpPr>
          <p:nvPr>
            <p:ph type="sldNum" sz="quarter" idx="5"/>
          </p:nvPr>
        </p:nvSpPr>
        <p:spPr/>
        <p:txBody>
          <a:bodyPr/>
          <a:lstStyle/>
          <a:p>
            <a:fld id="{40CDC9FC-3CD8-4A9F-8A96-D24F07BB8E08}" type="slidenum">
              <a:rPr lang="en-US" smtClean="0"/>
              <a:t>28</a:t>
            </a:fld>
            <a:endParaRPr lang="en-US"/>
          </a:p>
        </p:txBody>
      </p:sp>
    </p:spTree>
    <p:extLst>
      <p:ext uri="{BB962C8B-B14F-4D97-AF65-F5344CB8AC3E}">
        <p14:creationId xmlns:p14="http://schemas.microsoft.com/office/powerpoint/2010/main" val="2021671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F9FF9-17F1-4241-5558-10CFABB4FF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E1E598-647C-F379-FC42-0E825C0705B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CA2C83A-1CF2-0FA3-7C01-874F3818CDC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6FB17FA-2338-5899-0383-6385CC654E6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CDC9FC-3CD8-4A9F-8A96-D24F07BB8E0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615959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HK"/>
          </a:p>
        </p:txBody>
      </p:sp>
      <p:sp>
        <p:nvSpPr>
          <p:cNvPr id="3" name="Notes Placeholder 2"/>
          <p:cNvSpPr>
            <a:spLocks noGrp="1"/>
          </p:cNvSpPr>
          <p:nvPr>
            <p:ph type="body" idx="1"/>
          </p:nvPr>
        </p:nvSpPr>
        <p:spPr/>
        <p:txBody>
          <a:bodyPr/>
          <a:lstStyle/>
          <a:p>
            <a:endParaRPr lang="en-HK" dirty="0"/>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D83DB5E4-72B9-408D-8505-20215C8AB36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微軟正黑體" panose="020B0604030504040204" pitchFamily="34" charset="-120"/>
                <a:cs typeface="+mn-cs"/>
              </a:rPr>
              <a:pPr marL="0" marR="0" lvl="0" indent="0" algn="r" defTabSz="914400" rtl="0" eaLnBrk="0" fontAlgn="base" latinLnBrk="0" hangingPunct="0">
                <a:lnSpc>
                  <a:spcPct val="100000"/>
                </a:lnSpc>
                <a:spcBef>
                  <a:spcPct val="0"/>
                </a:spcBef>
                <a:spcAft>
                  <a:spcPct val="0"/>
                </a:spcAft>
                <a:buClrTx/>
                <a:buSzTx/>
                <a:buFontTx/>
                <a:buNone/>
                <a:tabLst/>
                <a:defRPr/>
              </a:pPr>
              <a:t>39</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微軟正黑體" panose="020B0604030504040204" pitchFamily="34" charset="-120"/>
              <a:cs typeface="+mn-cs"/>
            </a:endParaRPr>
          </a:p>
        </p:txBody>
      </p:sp>
    </p:spTree>
    <p:extLst>
      <p:ext uri="{BB962C8B-B14F-4D97-AF65-F5344CB8AC3E}">
        <p14:creationId xmlns:p14="http://schemas.microsoft.com/office/powerpoint/2010/main" val="17706217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HK"/>
          </a:p>
        </p:txBody>
      </p:sp>
      <p:sp>
        <p:nvSpPr>
          <p:cNvPr id="3" name="Notes Placeholder 2"/>
          <p:cNvSpPr>
            <a:spLocks noGrp="1"/>
          </p:cNvSpPr>
          <p:nvPr>
            <p:ph type="body" idx="1"/>
          </p:nvPr>
        </p:nvSpPr>
        <p:spPr/>
        <p:txBody>
          <a:bodyPr/>
          <a:lstStyle/>
          <a:p>
            <a:endParaRPr lang="en-HK"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CB2F45-B469-4196-A07F-D41D49C6F6F5}" type="slidenum">
              <a:rPr kumimoji="0" lang="en-H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H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850715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0CDC9FC-3CD8-4A9F-8A96-D24F07BB8E0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t>41</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0CDC9FC-3CD8-4A9F-8A96-D24F07BB8E0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t>43</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0CDC9FC-3CD8-4A9F-8A96-D24F07BB8E0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t>44</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0CDC9FC-3CD8-4A9F-8A96-D24F07BB8E0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t>45</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slideMaster" Target="../slideMasters/slideMaster4.xml"/><Relationship Id="rId1" Type="http://schemas.openxmlformats.org/officeDocument/2006/relationships/tags" Target="../tags/tag6.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5.xml"/><Relationship Id="rId1" Type="http://schemas.openxmlformats.org/officeDocument/2006/relationships/tags" Target="../tags/tag8.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5.xml"/><Relationship Id="rId1" Type="http://schemas.openxmlformats.org/officeDocument/2006/relationships/tags" Target="../tags/tag9.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5.xml"/><Relationship Id="rId1" Type="http://schemas.openxmlformats.org/officeDocument/2006/relationships/tags" Target="../tags/tag10.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6.xml"/><Relationship Id="rId4" Type="http://schemas.openxmlformats.org/officeDocument/2006/relationships/hyperlink" Target="mailto:shujin.chen@jefferies.com" TargetMode="Externa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6.xml"/><Relationship Id="rId4" Type="http://schemas.openxmlformats.org/officeDocument/2006/relationships/hyperlink" Target="mailto:shujin.chen@jefferies.com" TargetMode="Externa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jpeg"/><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7.xml"/><Relationship Id="rId4" Type="http://schemas.openxmlformats.org/officeDocument/2006/relationships/hyperlink" Target="mailto:shujin.chen@jefferies.com" TargetMode="Externa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7.xml"/><Relationship Id="rId4" Type="http://schemas.openxmlformats.org/officeDocument/2006/relationships/hyperlink" Target="mailto:shujin.chen@jefferies.com" TargetMode="Externa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jpeg"/><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9.xml"/><Relationship Id="rId4" Type="http://schemas.openxmlformats.org/officeDocument/2006/relationships/hyperlink" Target="mailto:shujin.chen@jefferies.com" TargetMode="Externa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9.xml"/><Relationship Id="rId4" Type="http://schemas.openxmlformats.org/officeDocument/2006/relationships/hyperlink" Target="mailto:shujin.chen@jefferies.com" TargetMode="Externa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9.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jpeg"/><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9.xml"/><Relationship Id="rId1" Type="http://schemas.openxmlformats.org/officeDocument/2006/relationships/tags" Target="../tags/tag16.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tags" Target="../tags/tag18.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tags" Target="../tags/tag19.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41C07-56AB-4AD6-ACD0-02FB4A050EB4}"/>
              </a:ext>
            </a:extLst>
          </p:cNvPr>
          <p:cNvSpPr>
            <a:spLocks noGrp="1"/>
          </p:cNvSpPr>
          <p:nvPr>
            <p:ph type="title"/>
          </p:nvPr>
        </p:nvSpPr>
        <p:spPr>
          <a:xfrm>
            <a:off x="838200" y="787841"/>
            <a:ext cx="10515600" cy="480131"/>
          </a:xfrm>
        </p:spPr>
        <p:txBody>
          <a:bodyPr/>
          <a:lstStyle>
            <a:lvl1pPr>
              <a:defRPr sz="2800"/>
            </a:lvl1pPr>
          </a:lstStyle>
          <a:p>
            <a:r>
              <a:rPr lang="en-US"/>
              <a:t>Click to edit Master title style</a:t>
            </a:r>
          </a:p>
        </p:txBody>
      </p:sp>
      <p:sp>
        <p:nvSpPr>
          <p:cNvPr id="3" name="Date Placeholder 2">
            <a:extLst>
              <a:ext uri="{FF2B5EF4-FFF2-40B4-BE49-F238E27FC236}">
                <a16:creationId xmlns:a16="http://schemas.microsoft.com/office/drawing/2014/main" id="{39E7E9B8-6786-4BEB-A198-1D1F7DEACDFE}"/>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71F6CEEB-EEF8-44AB-B973-876828F9B9B6}"/>
              </a:ext>
            </a:extLst>
          </p:cNvPr>
          <p:cNvSpPr>
            <a:spLocks noGrp="1"/>
          </p:cNvSpPr>
          <p:nvPr>
            <p:ph type="ftr" sz="quarter" idx="11"/>
          </p:nvPr>
        </p:nvSpPr>
        <p:spPr/>
        <p:txBody>
          <a:bodyPr/>
          <a:lstStyle/>
          <a:p>
            <a:endParaRPr lang="en-US"/>
          </a:p>
        </p:txBody>
      </p:sp>
      <p:sp>
        <p:nvSpPr>
          <p:cNvPr id="6"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spTree>
    <p:extLst>
      <p:ext uri="{BB962C8B-B14F-4D97-AF65-F5344CB8AC3E}">
        <p14:creationId xmlns:p14="http://schemas.microsoft.com/office/powerpoint/2010/main" val="39350316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FA79139-24FB-960A-490F-1366A48A42E9}"/>
              </a:ext>
            </a:extLst>
          </p:cNvPr>
          <p:cNvSpPr/>
          <p:nvPr userDrawn="1"/>
        </p:nvSpPr>
        <p:spPr>
          <a:xfrm>
            <a:off x="0" y="6523038"/>
            <a:ext cx="12192000" cy="334962"/>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prstClr val="white"/>
              </a:solidFill>
            </a:endParaRPr>
          </a:p>
        </p:txBody>
      </p:sp>
      <p:pic>
        <p:nvPicPr>
          <p:cNvPr id="6" name="Graphic 11">
            <a:extLst>
              <a:ext uri="{FF2B5EF4-FFF2-40B4-BE49-F238E27FC236}">
                <a16:creationId xmlns:a16="http://schemas.microsoft.com/office/drawing/2014/main" id="{7982BD61-AA01-9FD6-8387-B5AA4F136656}"/>
              </a:ext>
            </a:extLst>
          </p:cNvPr>
          <p:cNvPicPr>
            <a:picLocks noChangeAspect="1"/>
          </p:cNvPicPr>
          <p:nvPr userDrawn="1"/>
        </p:nvPicPr>
        <p:blipFill>
          <a:blip r:embed="rId2">
            <a:extLst>
              <a:ext uri="{28A0092B-C50C-407E-A947-70E740481C1C}">
                <a14:useLocalDpi xmlns:a14="http://schemas.microsoft.com/office/drawing/2010/main" val="0"/>
              </a:ext>
            </a:extLst>
          </a:blip>
          <a:srcRect l="8591" t="32054" r="4677" b="40437"/>
          <a:stretch>
            <a:fillRect/>
          </a:stretch>
        </p:blipFill>
        <p:spPr bwMode="auto">
          <a:xfrm>
            <a:off x="0" y="6523038"/>
            <a:ext cx="7837488"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301FDB3C-3C0D-4A67-AA7D-A13C542778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6E357D-FEE2-4154-9C5F-580779336B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A27D22-26B1-48D7-B7AA-90279E0BFC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a:extLst>
              <a:ext uri="{FF2B5EF4-FFF2-40B4-BE49-F238E27FC236}">
                <a16:creationId xmlns:a16="http://schemas.microsoft.com/office/drawing/2014/main" id="{8DC31E1F-2888-0F1C-0596-7ADDFFACD934}"/>
              </a:ext>
            </a:extLst>
          </p:cNvPr>
          <p:cNvSpPr>
            <a:spLocks noGrp="1"/>
          </p:cNvSpPr>
          <p:nvPr>
            <p:ph type="dt" sz="half" idx="10"/>
          </p:nvPr>
        </p:nvSpPr>
        <p:spPr/>
        <p:txBody>
          <a:bodyPr/>
          <a:lstStyle>
            <a:lvl1pPr>
              <a:defRPr/>
            </a:lvl1pPr>
          </a:lstStyle>
          <a:p>
            <a:pPr>
              <a:defRPr/>
            </a:pPr>
            <a:fld id="{F79D291F-B8AB-460D-A19B-C43609D48CA6}" type="datetime1">
              <a:rPr lang="en-US"/>
              <a:pPr>
                <a:defRPr/>
              </a:pPr>
              <a:t>7/17/2026</a:t>
            </a:fld>
            <a:endParaRPr lang="en-US"/>
          </a:p>
        </p:txBody>
      </p:sp>
      <p:sp>
        <p:nvSpPr>
          <p:cNvPr id="8" name="Footer Placeholder 5">
            <a:extLst>
              <a:ext uri="{FF2B5EF4-FFF2-40B4-BE49-F238E27FC236}">
                <a16:creationId xmlns:a16="http://schemas.microsoft.com/office/drawing/2014/main" id="{CC571B56-1A74-4E5F-2676-8FBD029C673D}"/>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1">
            <a:extLst>
              <a:ext uri="{FF2B5EF4-FFF2-40B4-BE49-F238E27FC236}">
                <a16:creationId xmlns:a16="http://schemas.microsoft.com/office/drawing/2014/main" id="{8F406302-A11F-EC3A-FBDE-66CC0863A738}"/>
              </a:ext>
            </a:extLst>
          </p:cNvPr>
          <p:cNvSpPr>
            <a:spLocks noGrp="1"/>
          </p:cNvSpPr>
          <p:nvPr>
            <p:ph type="sldNum" sz="quarter" idx="12"/>
          </p:nvPr>
        </p:nvSpPr>
        <p:spPr/>
        <p:txBody>
          <a:bodyPr/>
          <a:lstStyle>
            <a:lvl1pPr>
              <a:defRPr/>
            </a:lvl1pPr>
          </a:lstStyle>
          <a:p>
            <a:fld id="{05621B9F-1970-48AD-B786-E3CEEEFD0D1A}" type="slidenum">
              <a:rPr lang="en-US" altLang="zh-CN"/>
              <a:pPr/>
              <a:t>‹#›</a:t>
            </a:fld>
            <a:endParaRPr lang="en-US" altLang="zh-CN"/>
          </a:p>
        </p:txBody>
      </p:sp>
    </p:spTree>
    <p:extLst>
      <p:ext uri="{BB962C8B-B14F-4D97-AF65-F5344CB8AC3E}">
        <p14:creationId xmlns:p14="http://schemas.microsoft.com/office/powerpoint/2010/main" val="20149524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96E6AE8E-2EB1-7121-4241-18D0A429D69F}"/>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2" name="Title 1">
            <a:extLst>
              <a:ext uri="{FF2B5EF4-FFF2-40B4-BE49-F238E27FC236}">
                <a16:creationId xmlns:a16="http://schemas.microsoft.com/office/drawing/2014/main" id="{BB041C07-56AB-4AD6-ACD0-02FB4A050EB4}"/>
              </a:ext>
            </a:extLst>
          </p:cNvPr>
          <p:cNvSpPr>
            <a:spLocks noGrp="1"/>
          </p:cNvSpPr>
          <p:nvPr>
            <p:ph type="title"/>
          </p:nvPr>
        </p:nvSpPr>
        <p:spPr>
          <a:xfrm>
            <a:off x="838200" y="787841"/>
            <a:ext cx="10515600" cy="480131"/>
          </a:xfrm>
        </p:spPr>
        <p:txBody>
          <a:bodyPr/>
          <a:lstStyle>
            <a:lvl1pPr>
              <a:defRPr sz="2800"/>
            </a:lvl1pPr>
          </a:lstStyle>
          <a:p>
            <a:r>
              <a:rPr lang="en-US"/>
              <a:t>Click to edit Master title style</a:t>
            </a:r>
          </a:p>
        </p:txBody>
      </p:sp>
      <p:sp>
        <p:nvSpPr>
          <p:cNvPr id="3" name="Date Placeholder 2">
            <a:extLst>
              <a:ext uri="{FF2B5EF4-FFF2-40B4-BE49-F238E27FC236}">
                <a16:creationId xmlns:a16="http://schemas.microsoft.com/office/drawing/2014/main" id="{39E7E9B8-6786-4BEB-A198-1D1F7DEACDFE}"/>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71F6CEEB-EEF8-44AB-B973-876828F9B9B6}"/>
              </a:ext>
            </a:extLst>
          </p:cNvPr>
          <p:cNvSpPr>
            <a:spLocks noGrp="1"/>
          </p:cNvSpPr>
          <p:nvPr>
            <p:ph type="ftr" sz="quarter" idx="11"/>
          </p:nvPr>
        </p:nvSpPr>
        <p:spPr/>
        <p:txBody>
          <a:bodyPr/>
          <a:lstStyle/>
          <a:p>
            <a:endParaRPr lang="en-US"/>
          </a:p>
        </p:txBody>
      </p:sp>
      <p:sp>
        <p:nvSpPr>
          <p:cNvPr id="6"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spTree>
    <p:extLst>
      <p:ext uri="{BB962C8B-B14F-4D97-AF65-F5344CB8AC3E}">
        <p14:creationId xmlns:p14="http://schemas.microsoft.com/office/powerpoint/2010/main" val="23383673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FA79139-24FB-960A-490F-1366A48A42E9}"/>
              </a:ext>
            </a:extLst>
          </p:cNvPr>
          <p:cNvSpPr/>
          <p:nvPr userDrawn="1"/>
        </p:nvSpPr>
        <p:spPr>
          <a:xfrm>
            <a:off x="0" y="6523038"/>
            <a:ext cx="12192000" cy="334962"/>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prstClr val="white"/>
              </a:solidFill>
            </a:endParaRPr>
          </a:p>
        </p:txBody>
      </p:sp>
      <p:pic>
        <p:nvPicPr>
          <p:cNvPr id="6" name="Graphic 11">
            <a:extLst>
              <a:ext uri="{FF2B5EF4-FFF2-40B4-BE49-F238E27FC236}">
                <a16:creationId xmlns:a16="http://schemas.microsoft.com/office/drawing/2014/main" id="{7982BD61-AA01-9FD6-8387-B5AA4F136656}"/>
              </a:ext>
            </a:extLst>
          </p:cNvPr>
          <p:cNvPicPr>
            <a:picLocks noChangeAspect="1"/>
          </p:cNvPicPr>
          <p:nvPr userDrawn="1"/>
        </p:nvPicPr>
        <p:blipFill>
          <a:blip r:embed="rId2">
            <a:extLst>
              <a:ext uri="{28A0092B-C50C-407E-A947-70E740481C1C}">
                <a14:useLocalDpi xmlns:a14="http://schemas.microsoft.com/office/drawing/2010/main" val="0"/>
              </a:ext>
            </a:extLst>
          </a:blip>
          <a:srcRect l="8591" t="32054" r="4677" b="40437"/>
          <a:stretch>
            <a:fillRect/>
          </a:stretch>
        </p:blipFill>
        <p:spPr bwMode="auto">
          <a:xfrm>
            <a:off x="0" y="6523038"/>
            <a:ext cx="7837488"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301FDB3C-3C0D-4A67-AA7D-A13C542778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6E357D-FEE2-4154-9C5F-580779336B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A27D22-26B1-48D7-B7AA-90279E0BFC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a:extLst>
              <a:ext uri="{FF2B5EF4-FFF2-40B4-BE49-F238E27FC236}">
                <a16:creationId xmlns:a16="http://schemas.microsoft.com/office/drawing/2014/main" id="{8DC31E1F-2888-0F1C-0596-7ADDFFACD934}"/>
              </a:ext>
            </a:extLst>
          </p:cNvPr>
          <p:cNvSpPr>
            <a:spLocks noGrp="1"/>
          </p:cNvSpPr>
          <p:nvPr>
            <p:ph type="dt" sz="half" idx="10"/>
          </p:nvPr>
        </p:nvSpPr>
        <p:spPr/>
        <p:txBody>
          <a:bodyPr/>
          <a:lstStyle>
            <a:lvl1pPr>
              <a:defRPr/>
            </a:lvl1pPr>
          </a:lstStyle>
          <a:p>
            <a:pPr>
              <a:defRPr/>
            </a:pPr>
            <a:fld id="{F79D291F-B8AB-460D-A19B-C43609D48CA6}" type="datetime1">
              <a:rPr lang="en-US"/>
              <a:pPr>
                <a:defRPr/>
              </a:pPr>
              <a:t>7/17/2026</a:t>
            </a:fld>
            <a:endParaRPr lang="en-US"/>
          </a:p>
        </p:txBody>
      </p:sp>
      <p:sp>
        <p:nvSpPr>
          <p:cNvPr id="8" name="Footer Placeholder 5">
            <a:extLst>
              <a:ext uri="{FF2B5EF4-FFF2-40B4-BE49-F238E27FC236}">
                <a16:creationId xmlns:a16="http://schemas.microsoft.com/office/drawing/2014/main" id="{CC571B56-1A74-4E5F-2676-8FBD029C673D}"/>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1">
            <a:extLst>
              <a:ext uri="{FF2B5EF4-FFF2-40B4-BE49-F238E27FC236}">
                <a16:creationId xmlns:a16="http://schemas.microsoft.com/office/drawing/2014/main" id="{8F406302-A11F-EC3A-FBDE-66CC0863A738}"/>
              </a:ext>
            </a:extLst>
          </p:cNvPr>
          <p:cNvSpPr>
            <a:spLocks noGrp="1"/>
          </p:cNvSpPr>
          <p:nvPr>
            <p:ph type="sldNum" sz="quarter" idx="12"/>
          </p:nvPr>
        </p:nvSpPr>
        <p:spPr/>
        <p:txBody>
          <a:bodyPr/>
          <a:lstStyle>
            <a:lvl1pPr>
              <a:defRPr/>
            </a:lvl1pPr>
          </a:lstStyle>
          <a:p>
            <a:fld id="{05621B9F-1970-48AD-B786-E3CEEEFD0D1A}" type="slidenum">
              <a:rPr lang="en-US" altLang="zh-CN"/>
              <a:pPr/>
              <a:t>‹#›</a:t>
            </a:fld>
            <a:endParaRPr lang="en-US" altLang="zh-CN"/>
          </a:p>
        </p:txBody>
      </p:sp>
    </p:spTree>
    <p:extLst>
      <p:ext uri="{BB962C8B-B14F-4D97-AF65-F5344CB8AC3E}">
        <p14:creationId xmlns:p14="http://schemas.microsoft.com/office/powerpoint/2010/main" val="304298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FA79139-24FB-960A-490F-1366A48A42E9}"/>
              </a:ext>
            </a:extLst>
          </p:cNvPr>
          <p:cNvSpPr/>
          <p:nvPr userDrawn="1"/>
        </p:nvSpPr>
        <p:spPr>
          <a:xfrm>
            <a:off x="0" y="6523038"/>
            <a:ext cx="12192000" cy="334962"/>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prstClr val="white"/>
              </a:solidFill>
            </a:endParaRPr>
          </a:p>
        </p:txBody>
      </p:sp>
      <p:pic>
        <p:nvPicPr>
          <p:cNvPr id="6" name="Graphic 11">
            <a:extLst>
              <a:ext uri="{FF2B5EF4-FFF2-40B4-BE49-F238E27FC236}">
                <a16:creationId xmlns:a16="http://schemas.microsoft.com/office/drawing/2014/main" id="{7982BD61-AA01-9FD6-8387-B5AA4F136656}"/>
              </a:ext>
            </a:extLst>
          </p:cNvPr>
          <p:cNvPicPr>
            <a:picLocks noChangeAspect="1"/>
          </p:cNvPicPr>
          <p:nvPr userDrawn="1"/>
        </p:nvPicPr>
        <p:blipFill>
          <a:blip r:embed="rId2">
            <a:extLst>
              <a:ext uri="{28A0092B-C50C-407E-A947-70E740481C1C}">
                <a14:useLocalDpi xmlns:a14="http://schemas.microsoft.com/office/drawing/2010/main" val="0"/>
              </a:ext>
            </a:extLst>
          </a:blip>
          <a:srcRect l="8591" t="32054" r="4677" b="40437"/>
          <a:stretch>
            <a:fillRect/>
          </a:stretch>
        </p:blipFill>
        <p:spPr bwMode="auto">
          <a:xfrm>
            <a:off x="0" y="6523038"/>
            <a:ext cx="7837488"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301FDB3C-3C0D-4A67-AA7D-A13C542778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6E357D-FEE2-4154-9C5F-580779336B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A27D22-26B1-48D7-B7AA-90279E0BFC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a:extLst>
              <a:ext uri="{FF2B5EF4-FFF2-40B4-BE49-F238E27FC236}">
                <a16:creationId xmlns:a16="http://schemas.microsoft.com/office/drawing/2014/main" id="{8DC31E1F-2888-0F1C-0596-7ADDFFACD934}"/>
              </a:ext>
            </a:extLst>
          </p:cNvPr>
          <p:cNvSpPr>
            <a:spLocks noGrp="1"/>
          </p:cNvSpPr>
          <p:nvPr>
            <p:ph type="dt" sz="half" idx="10"/>
          </p:nvPr>
        </p:nvSpPr>
        <p:spPr/>
        <p:txBody>
          <a:bodyPr/>
          <a:lstStyle>
            <a:lvl1pPr>
              <a:defRPr/>
            </a:lvl1pPr>
          </a:lstStyle>
          <a:p>
            <a:pPr>
              <a:defRPr/>
            </a:pPr>
            <a:fld id="{F79D291F-B8AB-460D-A19B-C43609D48CA6}" type="datetime1">
              <a:rPr lang="en-US"/>
              <a:pPr>
                <a:defRPr/>
              </a:pPr>
              <a:t>7/17/2026</a:t>
            </a:fld>
            <a:endParaRPr lang="en-US"/>
          </a:p>
        </p:txBody>
      </p:sp>
      <p:sp>
        <p:nvSpPr>
          <p:cNvPr id="8" name="Footer Placeholder 5">
            <a:extLst>
              <a:ext uri="{FF2B5EF4-FFF2-40B4-BE49-F238E27FC236}">
                <a16:creationId xmlns:a16="http://schemas.microsoft.com/office/drawing/2014/main" id="{CC571B56-1A74-4E5F-2676-8FBD029C673D}"/>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1">
            <a:extLst>
              <a:ext uri="{FF2B5EF4-FFF2-40B4-BE49-F238E27FC236}">
                <a16:creationId xmlns:a16="http://schemas.microsoft.com/office/drawing/2014/main" id="{8F406302-A11F-EC3A-FBDE-66CC0863A738}"/>
              </a:ext>
            </a:extLst>
          </p:cNvPr>
          <p:cNvSpPr>
            <a:spLocks noGrp="1"/>
          </p:cNvSpPr>
          <p:nvPr>
            <p:ph type="sldNum" sz="quarter" idx="12"/>
          </p:nvPr>
        </p:nvSpPr>
        <p:spPr/>
        <p:txBody>
          <a:bodyPr/>
          <a:lstStyle>
            <a:lvl1pPr>
              <a:defRPr/>
            </a:lvl1pPr>
          </a:lstStyle>
          <a:p>
            <a:fld id="{05621B9F-1970-48AD-B786-E3CEEEFD0D1A}" type="slidenum">
              <a:rPr lang="en-US" altLang="zh-CN"/>
              <a:pPr/>
              <a:t>‹#›</a:t>
            </a:fld>
            <a:endParaRPr lang="en-US" altLang="zh-CN"/>
          </a:p>
        </p:txBody>
      </p:sp>
    </p:spTree>
    <p:extLst>
      <p:ext uri="{BB962C8B-B14F-4D97-AF65-F5344CB8AC3E}">
        <p14:creationId xmlns:p14="http://schemas.microsoft.com/office/powerpoint/2010/main" val="3042980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2FA9D-9E4D-4AC5-A9E5-8688F5C3CA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A473365-D148-495C-BF8F-4AB3186CBB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F3AA1E6-AB54-4887-9760-5015DF9CC959}"/>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515052">
                  <a:tint val="75000"/>
                </a:srgbClr>
              </a:solidFill>
              <a:effectLst/>
              <a:uLnTx/>
              <a:uFillTx/>
              <a:latin typeface="Calibri Light"/>
              <a:ea typeface="+mn-ea"/>
              <a:cs typeface="+mn-cs"/>
            </a:endParaRPr>
          </a:p>
        </p:txBody>
      </p:sp>
      <p:sp>
        <p:nvSpPr>
          <p:cNvPr id="5" name="Footer Placeholder 4">
            <a:extLst>
              <a:ext uri="{FF2B5EF4-FFF2-40B4-BE49-F238E27FC236}">
                <a16:creationId xmlns:a16="http://schemas.microsoft.com/office/drawing/2014/main" id="{C29AE6FE-8AA8-470B-B8B2-8EB1E564EEA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515052">
                  <a:tint val="75000"/>
                </a:srgbClr>
              </a:solidFill>
              <a:effectLst/>
              <a:uLnTx/>
              <a:uFillTx/>
              <a:latin typeface="Calibri Light"/>
              <a:ea typeface="+mn-ea"/>
              <a:cs typeface="+mn-cs"/>
            </a:endParaRPr>
          </a:p>
        </p:txBody>
      </p:sp>
      <p:sp>
        <p:nvSpPr>
          <p:cNvPr id="8"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C7D48C0-AA79-46F3-BF6F-F82B468F2D98}" type="slidenum">
              <a:rPr kumimoji="0" lang="en-US" sz="1000" b="0" i="0" u="none" strike="noStrike" kern="1200" cap="none" spc="0" normalizeH="0" baseline="0" noProof="0" smtClean="0">
                <a:ln>
                  <a:noFill/>
                </a:ln>
                <a:solidFill>
                  <a:prstClr val="white"/>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white"/>
              </a:solidFill>
              <a:effectLst/>
              <a:uLnTx/>
              <a:uFillTx/>
              <a:latin typeface="Calibri Light"/>
              <a:ea typeface="+mn-ea"/>
              <a:cs typeface="+mn-cs"/>
            </a:endParaRPr>
          </a:p>
        </p:txBody>
      </p:sp>
    </p:spTree>
    <p:extLst>
      <p:ext uri="{BB962C8B-B14F-4D97-AF65-F5344CB8AC3E}">
        <p14:creationId xmlns:p14="http://schemas.microsoft.com/office/powerpoint/2010/main" val="209101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8"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r:embed="rId2"/>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BB041C07-56AB-4AD6-ACD0-02FB4A050E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9E7E9B8-6786-4BEB-A198-1D1F7DEACDFE}"/>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515052">
                  <a:tint val="75000"/>
                </a:srgbClr>
              </a:solidFill>
              <a:effectLst/>
              <a:uLnTx/>
              <a:uFillTx/>
              <a:latin typeface="Calibri Light"/>
              <a:ea typeface="+mn-ea"/>
              <a:cs typeface="+mn-cs"/>
            </a:endParaRPr>
          </a:p>
        </p:txBody>
      </p:sp>
      <p:sp>
        <p:nvSpPr>
          <p:cNvPr id="4" name="Footer Placeholder 3">
            <a:extLst>
              <a:ext uri="{FF2B5EF4-FFF2-40B4-BE49-F238E27FC236}">
                <a16:creationId xmlns:a16="http://schemas.microsoft.com/office/drawing/2014/main" id="{71F6CEEB-EEF8-44AB-B973-876828F9B9B6}"/>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515052">
                  <a:tint val="75000"/>
                </a:srgbClr>
              </a:solidFill>
              <a:effectLst/>
              <a:uLnTx/>
              <a:uFillTx/>
              <a:latin typeface="Calibri Light"/>
              <a:ea typeface="+mn-ea"/>
              <a:cs typeface="+mn-cs"/>
            </a:endParaRPr>
          </a:p>
        </p:txBody>
      </p:sp>
      <p:sp>
        <p:nvSpPr>
          <p:cNvPr id="7"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C7D48C0-AA79-46F3-BF6F-F82B468F2D98}" type="slidenum">
              <a:rPr kumimoji="0" lang="en-US" sz="1000" b="0" i="0" u="none" strike="noStrike" kern="1200" cap="none" spc="0" normalizeH="0" baseline="0" noProof="0" smtClean="0">
                <a:ln>
                  <a:noFill/>
                </a:ln>
                <a:solidFill>
                  <a:prstClr val="white"/>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white"/>
              </a:solidFill>
              <a:effectLst/>
              <a:uLnTx/>
              <a:uFillTx/>
              <a:latin typeface="Calibri Light"/>
              <a:ea typeface="+mn-ea"/>
              <a:cs typeface="+mn-cs"/>
            </a:endParaRPr>
          </a:p>
        </p:txBody>
      </p:sp>
    </p:spTree>
    <p:extLst>
      <p:ext uri="{BB962C8B-B14F-4D97-AF65-F5344CB8AC3E}">
        <p14:creationId xmlns:p14="http://schemas.microsoft.com/office/powerpoint/2010/main" val="12970187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2FA9D-9E4D-4AC5-A9E5-8688F5C3CA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A473365-D148-495C-BF8F-4AB3186CBB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F3AA1E6-AB54-4887-9760-5015DF9CC959}"/>
              </a:ext>
            </a:extLst>
          </p:cNvPr>
          <p:cNvSpPr>
            <a:spLocks noGrp="1"/>
          </p:cNvSpPr>
          <p:nvPr>
            <p:ph type="dt" sz="half" idx="10"/>
          </p:nvPr>
        </p:nvSpPr>
        <p:spPr/>
        <p:txBody>
          <a:bodyPr/>
          <a:lstStyle/>
          <a:p>
            <a:fld id="{473B5470-04B4-4713-9DAD-6A7C4628FB26}" type="datetime1">
              <a:rPr lang="en-US" smtClean="0"/>
              <a:t>7/17/2026</a:t>
            </a:fld>
            <a:endParaRPr lang="en-US"/>
          </a:p>
        </p:txBody>
      </p:sp>
      <p:sp>
        <p:nvSpPr>
          <p:cNvPr id="5" name="Footer Placeholder 4">
            <a:extLst>
              <a:ext uri="{FF2B5EF4-FFF2-40B4-BE49-F238E27FC236}">
                <a16:creationId xmlns:a16="http://schemas.microsoft.com/office/drawing/2014/main" id="{C29AE6FE-8AA8-470B-B8B2-8EB1E564EEA2}"/>
              </a:ext>
            </a:extLst>
          </p:cNvPr>
          <p:cNvSpPr>
            <a:spLocks noGrp="1"/>
          </p:cNvSpPr>
          <p:nvPr>
            <p:ph type="ftr" sz="quarter" idx="11"/>
          </p:nvPr>
        </p:nvSpPr>
        <p:spPr/>
        <p:txBody>
          <a:bodyPr/>
          <a:lstStyle/>
          <a:p>
            <a:endParaRPr lang="en-US"/>
          </a:p>
        </p:txBody>
      </p:sp>
      <p:sp>
        <p:nvSpPr>
          <p:cNvPr id="8"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spTree>
    <p:extLst>
      <p:ext uri="{BB962C8B-B14F-4D97-AF65-F5344CB8AC3E}">
        <p14:creationId xmlns:p14="http://schemas.microsoft.com/office/powerpoint/2010/main" val="819872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9"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75F39FC7-5D40-462A-AAB4-A9DC6AB7CED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ABE0AF-7B5A-44CA-9F9C-55A4128206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18B290-FB1F-442D-B218-B0E55B8F874C}"/>
              </a:ext>
            </a:extLst>
          </p:cNvPr>
          <p:cNvSpPr>
            <a:spLocks noGrp="1"/>
          </p:cNvSpPr>
          <p:nvPr>
            <p:ph type="dt" sz="half" idx="10"/>
          </p:nvPr>
        </p:nvSpPr>
        <p:spPr/>
        <p:txBody>
          <a:bodyPr/>
          <a:lstStyle/>
          <a:p>
            <a:fld id="{D19F4184-50DE-4593-A55C-102097AF577A}" type="datetime1">
              <a:rPr lang="en-US" smtClean="0"/>
              <a:t>7/17/2026</a:t>
            </a:fld>
            <a:endParaRPr lang="en-US"/>
          </a:p>
        </p:txBody>
      </p:sp>
      <p:sp>
        <p:nvSpPr>
          <p:cNvPr id="5" name="Footer Placeholder 4">
            <a:extLst>
              <a:ext uri="{FF2B5EF4-FFF2-40B4-BE49-F238E27FC236}">
                <a16:creationId xmlns:a16="http://schemas.microsoft.com/office/drawing/2014/main" id="{BB18DE60-482C-4610-9E91-20B7D516DAC0}"/>
              </a:ext>
            </a:extLst>
          </p:cNvPr>
          <p:cNvSpPr>
            <a:spLocks noGrp="1"/>
          </p:cNvSpPr>
          <p:nvPr>
            <p:ph type="ftr" sz="quarter" idx="11"/>
          </p:nvPr>
        </p:nvSpPr>
        <p:spPr/>
        <p:txBody>
          <a:bodyPr/>
          <a:lstStyle/>
          <a:p>
            <a:endParaRPr lang="en-US"/>
          </a:p>
        </p:txBody>
      </p:sp>
      <p:sp>
        <p:nvSpPr>
          <p:cNvPr id="8"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spTree>
    <p:extLst>
      <p:ext uri="{BB962C8B-B14F-4D97-AF65-F5344CB8AC3E}">
        <p14:creationId xmlns:p14="http://schemas.microsoft.com/office/powerpoint/2010/main" val="15650554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3071F-9589-49F7-91AB-8436568FB4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5240DCE-10B6-4EB3-BEF1-ECE0EEDBA8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ED936E-F08F-4207-95D0-913671708F65}"/>
              </a:ext>
            </a:extLst>
          </p:cNvPr>
          <p:cNvSpPr>
            <a:spLocks noGrp="1"/>
          </p:cNvSpPr>
          <p:nvPr>
            <p:ph type="dt" sz="half" idx="10"/>
          </p:nvPr>
        </p:nvSpPr>
        <p:spPr/>
        <p:txBody>
          <a:bodyPr/>
          <a:lstStyle/>
          <a:p>
            <a:fld id="{01295929-8D0A-444E-B4B3-C07EAFBCC243}" type="datetime1">
              <a:rPr lang="en-US" smtClean="0"/>
              <a:t>7/17/2026</a:t>
            </a:fld>
            <a:endParaRPr lang="en-US"/>
          </a:p>
        </p:txBody>
      </p:sp>
      <p:sp>
        <p:nvSpPr>
          <p:cNvPr id="5" name="Footer Placeholder 4">
            <a:extLst>
              <a:ext uri="{FF2B5EF4-FFF2-40B4-BE49-F238E27FC236}">
                <a16:creationId xmlns:a16="http://schemas.microsoft.com/office/drawing/2014/main" id="{F4DC22E0-4149-43E7-B10F-CDB81E73B965}"/>
              </a:ext>
            </a:extLst>
          </p:cNvPr>
          <p:cNvSpPr>
            <a:spLocks noGrp="1"/>
          </p:cNvSpPr>
          <p:nvPr>
            <p:ph type="ftr" sz="quarter" idx="11"/>
          </p:nvPr>
        </p:nvSpPr>
        <p:spPr/>
        <p:txBody>
          <a:bodyPr/>
          <a:lstStyle/>
          <a:p>
            <a:endParaRPr lang="en-US"/>
          </a:p>
        </p:txBody>
      </p:sp>
      <p:sp>
        <p:nvSpPr>
          <p:cNvPr id="8"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spTree>
    <p:extLst>
      <p:ext uri="{BB962C8B-B14F-4D97-AF65-F5344CB8AC3E}">
        <p14:creationId xmlns:p14="http://schemas.microsoft.com/office/powerpoint/2010/main" val="6581536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10"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301FDB3C-3C0D-4A67-AA7D-A13C542778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6E357D-FEE2-4154-9C5F-580779336B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A27D22-26B1-48D7-B7AA-90279E0BFC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E086002-385B-40C6-A8AA-D5DA4F6B4964}"/>
              </a:ext>
            </a:extLst>
          </p:cNvPr>
          <p:cNvSpPr>
            <a:spLocks noGrp="1"/>
          </p:cNvSpPr>
          <p:nvPr>
            <p:ph type="dt" sz="half" idx="10"/>
          </p:nvPr>
        </p:nvSpPr>
        <p:spPr/>
        <p:txBody>
          <a:bodyPr/>
          <a:lstStyle/>
          <a:p>
            <a:fld id="{65CB792C-F636-46FD-B14C-1367ECE109D5}" type="datetime1">
              <a:rPr lang="en-US" smtClean="0"/>
              <a:t>7/17/2026</a:t>
            </a:fld>
            <a:endParaRPr lang="en-US"/>
          </a:p>
        </p:txBody>
      </p:sp>
      <p:sp>
        <p:nvSpPr>
          <p:cNvPr id="6" name="Footer Placeholder 5">
            <a:extLst>
              <a:ext uri="{FF2B5EF4-FFF2-40B4-BE49-F238E27FC236}">
                <a16:creationId xmlns:a16="http://schemas.microsoft.com/office/drawing/2014/main" id="{253E54D9-2439-4AFC-8FED-8E1C18216247}"/>
              </a:ext>
            </a:extLst>
          </p:cNvPr>
          <p:cNvSpPr>
            <a:spLocks noGrp="1"/>
          </p:cNvSpPr>
          <p:nvPr>
            <p:ph type="ftr" sz="quarter" idx="11"/>
          </p:nvPr>
        </p:nvSpPr>
        <p:spPr/>
        <p:txBody>
          <a:bodyPr/>
          <a:lstStyle/>
          <a:p>
            <a:endParaRPr lang="en-US"/>
          </a:p>
        </p:txBody>
      </p:sp>
      <p:sp>
        <p:nvSpPr>
          <p:cNvPr id="9"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spTree>
    <p:extLst>
      <p:ext uri="{BB962C8B-B14F-4D97-AF65-F5344CB8AC3E}">
        <p14:creationId xmlns:p14="http://schemas.microsoft.com/office/powerpoint/2010/main" val="4224415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12"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933FF121-5058-4CFA-8178-6D1288C583F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4A136F1-1176-41AD-998E-C13A637441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340C1F0-BF85-446F-91F2-67A8F4C1B3F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5FD74D-7664-4CDF-9BBF-7168CACC8B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946B394-5E6F-40A5-A7F8-A2E5DF1FD28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FFE2A17-0A6C-477C-8FBC-FC63E7C9BEB8}"/>
              </a:ext>
            </a:extLst>
          </p:cNvPr>
          <p:cNvSpPr>
            <a:spLocks noGrp="1"/>
          </p:cNvSpPr>
          <p:nvPr>
            <p:ph type="dt" sz="half" idx="10"/>
          </p:nvPr>
        </p:nvSpPr>
        <p:spPr/>
        <p:txBody>
          <a:bodyPr/>
          <a:lstStyle/>
          <a:p>
            <a:fld id="{220F066A-90A2-4575-9742-9045E56E57CB}" type="datetime1">
              <a:rPr lang="en-US" smtClean="0"/>
              <a:t>7/17/2026</a:t>
            </a:fld>
            <a:endParaRPr lang="en-US"/>
          </a:p>
        </p:txBody>
      </p:sp>
      <p:sp>
        <p:nvSpPr>
          <p:cNvPr id="8" name="Footer Placeholder 7">
            <a:extLst>
              <a:ext uri="{FF2B5EF4-FFF2-40B4-BE49-F238E27FC236}">
                <a16:creationId xmlns:a16="http://schemas.microsoft.com/office/drawing/2014/main" id="{D87A8E6D-4D14-4F85-9108-096836A1AA04}"/>
              </a:ext>
            </a:extLst>
          </p:cNvPr>
          <p:cNvSpPr>
            <a:spLocks noGrp="1"/>
          </p:cNvSpPr>
          <p:nvPr>
            <p:ph type="ftr" sz="quarter" idx="11"/>
          </p:nvPr>
        </p:nvSpPr>
        <p:spPr/>
        <p:txBody>
          <a:bodyPr/>
          <a:lstStyle/>
          <a:p>
            <a:endParaRPr lang="en-US"/>
          </a:p>
        </p:txBody>
      </p:sp>
      <p:sp>
        <p:nvSpPr>
          <p:cNvPr id="11" name="Slide Number Placeholder 1"/>
          <p:cNvSpPr>
            <a:spLocks noGrp="1"/>
          </p:cNvSpPr>
          <p:nvPr>
            <p:ph type="sldNum" sz="quarter" idx="12"/>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spTree>
    <p:extLst>
      <p:ext uri="{BB962C8B-B14F-4D97-AF65-F5344CB8AC3E}">
        <p14:creationId xmlns:p14="http://schemas.microsoft.com/office/powerpoint/2010/main" val="18398180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8"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BB041C07-56AB-4AD6-ACD0-02FB4A050E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9E7E9B8-6786-4BEB-A198-1D1F7DEACDFE}"/>
              </a:ext>
            </a:extLst>
          </p:cNvPr>
          <p:cNvSpPr>
            <a:spLocks noGrp="1"/>
          </p:cNvSpPr>
          <p:nvPr>
            <p:ph type="dt" sz="half" idx="10"/>
          </p:nvPr>
        </p:nvSpPr>
        <p:spPr/>
        <p:txBody>
          <a:bodyPr/>
          <a:lstStyle/>
          <a:p>
            <a:fld id="{44362B1B-5CEA-4702-8C37-A12B945AE274}" type="datetime1">
              <a:rPr lang="en-US" smtClean="0"/>
              <a:t>7/17/2026</a:t>
            </a:fld>
            <a:endParaRPr lang="en-US"/>
          </a:p>
        </p:txBody>
      </p:sp>
      <p:sp>
        <p:nvSpPr>
          <p:cNvPr id="4" name="Footer Placeholder 3">
            <a:extLst>
              <a:ext uri="{FF2B5EF4-FFF2-40B4-BE49-F238E27FC236}">
                <a16:creationId xmlns:a16="http://schemas.microsoft.com/office/drawing/2014/main" id="{71F6CEEB-EEF8-44AB-B973-876828F9B9B6}"/>
              </a:ext>
            </a:extLst>
          </p:cNvPr>
          <p:cNvSpPr>
            <a:spLocks noGrp="1"/>
          </p:cNvSpPr>
          <p:nvPr>
            <p:ph type="ftr" sz="quarter" idx="11"/>
          </p:nvPr>
        </p:nvSpPr>
        <p:spPr/>
        <p:txBody>
          <a:bodyPr/>
          <a:lstStyle/>
          <a:p>
            <a:endParaRPr lang="en-US"/>
          </a:p>
        </p:txBody>
      </p:sp>
      <p:sp>
        <p:nvSpPr>
          <p:cNvPr id="7"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spTree>
    <p:extLst>
      <p:ext uri="{BB962C8B-B14F-4D97-AF65-F5344CB8AC3E}">
        <p14:creationId xmlns:p14="http://schemas.microsoft.com/office/powerpoint/2010/main" val="12251694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7"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Date Placeholder 1">
            <a:extLst>
              <a:ext uri="{FF2B5EF4-FFF2-40B4-BE49-F238E27FC236}">
                <a16:creationId xmlns:a16="http://schemas.microsoft.com/office/drawing/2014/main" id="{0642D6CC-44F9-41EA-A189-AB3804A0418F}"/>
              </a:ext>
            </a:extLst>
          </p:cNvPr>
          <p:cNvSpPr>
            <a:spLocks noGrp="1"/>
          </p:cNvSpPr>
          <p:nvPr>
            <p:ph type="dt" sz="half" idx="10"/>
          </p:nvPr>
        </p:nvSpPr>
        <p:spPr/>
        <p:txBody>
          <a:bodyPr/>
          <a:lstStyle/>
          <a:p>
            <a:fld id="{A5D14E78-706F-4625-BFD8-7CFFFB8EC967}" type="datetime1">
              <a:rPr lang="en-US" smtClean="0"/>
              <a:t>7/17/2026</a:t>
            </a:fld>
            <a:endParaRPr lang="en-US"/>
          </a:p>
        </p:txBody>
      </p:sp>
      <p:sp>
        <p:nvSpPr>
          <p:cNvPr id="3" name="Footer Placeholder 2">
            <a:extLst>
              <a:ext uri="{FF2B5EF4-FFF2-40B4-BE49-F238E27FC236}">
                <a16:creationId xmlns:a16="http://schemas.microsoft.com/office/drawing/2014/main" id="{86EEB58B-C8A0-44DA-9A35-332A56DE197C}"/>
              </a:ext>
            </a:extLst>
          </p:cNvPr>
          <p:cNvSpPr>
            <a:spLocks noGrp="1"/>
          </p:cNvSpPr>
          <p:nvPr>
            <p:ph type="ftr" sz="quarter" idx="11"/>
          </p:nvPr>
        </p:nvSpPr>
        <p:spPr/>
        <p:txBody>
          <a:bodyPr/>
          <a:lstStyle/>
          <a:p>
            <a:endParaRPr lang="en-US"/>
          </a:p>
        </p:txBody>
      </p:sp>
      <p:sp>
        <p:nvSpPr>
          <p:cNvPr id="6"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spTree>
    <p:extLst>
      <p:ext uri="{BB962C8B-B14F-4D97-AF65-F5344CB8AC3E}">
        <p14:creationId xmlns:p14="http://schemas.microsoft.com/office/powerpoint/2010/main" val="36576723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10"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CF70B80C-E6BC-4F50-88C5-12C91E875B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1064F85-9359-4123-B2BF-CD49C7E6C0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46FE82A-E818-451C-9994-E75026B873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716435-5F3D-4B91-A3C2-A26579F4192F}"/>
              </a:ext>
            </a:extLst>
          </p:cNvPr>
          <p:cNvSpPr>
            <a:spLocks noGrp="1"/>
          </p:cNvSpPr>
          <p:nvPr>
            <p:ph type="dt" sz="half" idx="10"/>
          </p:nvPr>
        </p:nvSpPr>
        <p:spPr/>
        <p:txBody>
          <a:bodyPr/>
          <a:lstStyle/>
          <a:p>
            <a:fld id="{368D1606-4BF0-4879-ADE3-29BC45AFAD95}" type="datetime1">
              <a:rPr lang="en-US" smtClean="0"/>
              <a:t>7/17/2026</a:t>
            </a:fld>
            <a:endParaRPr lang="en-US"/>
          </a:p>
        </p:txBody>
      </p:sp>
      <p:sp>
        <p:nvSpPr>
          <p:cNvPr id="6" name="Footer Placeholder 5">
            <a:extLst>
              <a:ext uri="{FF2B5EF4-FFF2-40B4-BE49-F238E27FC236}">
                <a16:creationId xmlns:a16="http://schemas.microsoft.com/office/drawing/2014/main" id="{AA1149A4-1BE8-45CC-814B-2A83ABFE0C35}"/>
              </a:ext>
            </a:extLst>
          </p:cNvPr>
          <p:cNvSpPr>
            <a:spLocks noGrp="1"/>
          </p:cNvSpPr>
          <p:nvPr>
            <p:ph type="ftr" sz="quarter" idx="11"/>
          </p:nvPr>
        </p:nvSpPr>
        <p:spPr/>
        <p:txBody>
          <a:bodyPr/>
          <a:lstStyle/>
          <a:p>
            <a:endParaRPr lang="en-US"/>
          </a:p>
        </p:txBody>
      </p:sp>
      <p:sp>
        <p:nvSpPr>
          <p:cNvPr id="9"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spTree>
    <p:extLst>
      <p:ext uri="{BB962C8B-B14F-4D97-AF65-F5344CB8AC3E}">
        <p14:creationId xmlns:p14="http://schemas.microsoft.com/office/powerpoint/2010/main" val="40140189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10"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C0DFABD9-8C51-4078-A106-3BBEF6974C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28E8C82-AB85-454E-890C-86CB68BD15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1B77540-6082-4295-94B1-869436ADC7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25B6A7-451B-4257-8A75-DC82424A70D9}"/>
              </a:ext>
            </a:extLst>
          </p:cNvPr>
          <p:cNvSpPr>
            <a:spLocks noGrp="1"/>
          </p:cNvSpPr>
          <p:nvPr>
            <p:ph type="dt" sz="half" idx="10"/>
          </p:nvPr>
        </p:nvSpPr>
        <p:spPr/>
        <p:txBody>
          <a:bodyPr/>
          <a:lstStyle/>
          <a:p>
            <a:fld id="{D2803E93-7DD5-4901-86AF-2283F238DE92}" type="datetime1">
              <a:rPr lang="en-US" smtClean="0"/>
              <a:t>7/17/2026</a:t>
            </a:fld>
            <a:endParaRPr lang="en-US"/>
          </a:p>
        </p:txBody>
      </p:sp>
      <p:sp>
        <p:nvSpPr>
          <p:cNvPr id="6" name="Footer Placeholder 5">
            <a:extLst>
              <a:ext uri="{FF2B5EF4-FFF2-40B4-BE49-F238E27FC236}">
                <a16:creationId xmlns:a16="http://schemas.microsoft.com/office/drawing/2014/main" id="{639D57F9-D75C-4107-BF6D-91847ABF93AF}"/>
              </a:ext>
            </a:extLst>
          </p:cNvPr>
          <p:cNvSpPr>
            <a:spLocks noGrp="1"/>
          </p:cNvSpPr>
          <p:nvPr>
            <p:ph type="ftr" sz="quarter" idx="11"/>
          </p:nvPr>
        </p:nvSpPr>
        <p:spPr/>
        <p:txBody>
          <a:bodyPr/>
          <a:lstStyle/>
          <a:p>
            <a:endParaRPr lang="en-US"/>
          </a:p>
        </p:txBody>
      </p:sp>
      <p:sp>
        <p:nvSpPr>
          <p:cNvPr id="9"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spTree>
    <p:extLst>
      <p:ext uri="{BB962C8B-B14F-4D97-AF65-F5344CB8AC3E}">
        <p14:creationId xmlns:p14="http://schemas.microsoft.com/office/powerpoint/2010/main" val="24793914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9"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EAC5AF9A-2C97-4FA1-B7E3-8B096E0F288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4552127-2DF7-49FC-87B8-A93A967296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CC6D91-B64C-44F6-90D7-CB19377C6FC3}"/>
              </a:ext>
            </a:extLst>
          </p:cNvPr>
          <p:cNvSpPr>
            <a:spLocks noGrp="1"/>
          </p:cNvSpPr>
          <p:nvPr>
            <p:ph type="dt" sz="half" idx="10"/>
          </p:nvPr>
        </p:nvSpPr>
        <p:spPr/>
        <p:txBody>
          <a:bodyPr/>
          <a:lstStyle/>
          <a:p>
            <a:fld id="{1955CE92-AA19-4377-81E2-1D4B088672AA}" type="datetime1">
              <a:rPr lang="en-US" smtClean="0"/>
              <a:t>7/17/2026</a:t>
            </a:fld>
            <a:endParaRPr lang="en-US"/>
          </a:p>
        </p:txBody>
      </p:sp>
      <p:sp>
        <p:nvSpPr>
          <p:cNvPr id="5" name="Footer Placeholder 4">
            <a:extLst>
              <a:ext uri="{FF2B5EF4-FFF2-40B4-BE49-F238E27FC236}">
                <a16:creationId xmlns:a16="http://schemas.microsoft.com/office/drawing/2014/main" id="{CCA74666-36FB-4026-B1C6-905288B1F703}"/>
              </a:ext>
            </a:extLst>
          </p:cNvPr>
          <p:cNvSpPr>
            <a:spLocks noGrp="1"/>
          </p:cNvSpPr>
          <p:nvPr>
            <p:ph type="ftr" sz="quarter" idx="11"/>
          </p:nvPr>
        </p:nvSpPr>
        <p:spPr/>
        <p:txBody>
          <a:bodyPr/>
          <a:lstStyle/>
          <a:p>
            <a:endParaRPr lang="en-US"/>
          </a:p>
        </p:txBody>
      </p:sp>
      <p:sp>
        <p:nvSpPr>
          <p:cNvPr id="8"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spTree>
    <p:extLst>
      <p:ext uri="{BB962C8B-B14F-4D97-AF65-F5344CB8AC3E}">
        <p14:creationId xmlns:p14="http://schemas.microsoft.com/office/powerpoint/2010/main" val="3707648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9"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Vertical Title 1">
            <a:extLst>
              <a:ext uri="{FF2B5EF4-FFF2-40B4-BE49-F238E27FC236}">
                <a16:creationId xmlns:a16="http://schemas.microsoft.com/office/drawing/2014/main" id="{FC3CFBF9-284F-4E21-9395-8C99E967807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EEB7618-9FFB-40DC-BF1B-8594C478BB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E73B9C-C168-4F62-8339-6D6C075FDD41}"/>
              </a:ext>
            </a:extLst>
          </p:cNvPr>
          <p:cNvSpPr>
            <a:spLocks noGrp="1"/>
          </p:cNvSpPr>
          <p:nvPr>
            <p:ph type="dt" sz="half" idx="10"/>
          </p:nvPr>
        </p:nvSpPr>
        <p:spPr/>
        <p:txBody>
          <a:bodyPr/>
          <a:lstStyle/>
          <a:p>
            <a:fld id="{7C952145-DF40-41B5-A853-8358D7B7D7E3}" type="datetime1">
              <a:rPr lang="en-US" smtClean="0"/>
              <a:t>7/17/2026</a:t>
            </a:fld>
            <a:endParaRPr lang="en-US"/>
          </a:p>
        </p:txBody>
      </p:sp>
      <p:sp>
        <p:nvSpPr>
          <p:cNvPr id="5" name="Footer Placeholder 4">
            <a:extLst>
              <a:ext uri="{FF2B5EF4-FFF2-40B4-BE49-F238E27FC236}">
                <a16:creationId xmlns:a16="http://schemas.microsoft.com/office/drawing/2014/main" id="{B98CDA9B-63C4-4F39-BEAD-13CCCFCDAA74}"/>
              </a:ext>
            </a:extLst>
          </p:cNvPr>
          <p:cNvSpPr>
            <a:spLocks noGrp="1"/>
          </p:cNvSpPr>
          <p:nvPr>
            <p:ph type="ftr" sz="quarter" idx="11"/>
          </p:nvPr>
        </p:nvSpPr>
        <p:spPr/>
        <p:txBody>
          <a:bodyPr/>
          <a:lstStyle/>
          <a:p>
            <a:endParaRPr lang="en-US"/>
          </a:p>
        </p:txBody>
      </p:sp>
      <p:sp>
        <p:nvSpPr>
          <p:cNvPr id="8"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a:p>
        </p:txBody>
      </p:sp>
    </p:spTree>
    <p:extLst>
      <p:ext uri="{BB962C8B-B14F-4D97-AF65-F5344CB8AC3E}">
        <p14:creationId xmlns:p14="http://schemas.microsoft.com/office/powerpoint/2010/main" val="6307687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2FA9D-9E4D-4AC5-A9E5-8688F5C3CA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A473365-D148-495C-BF8F-4AB3186CBB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F3AA1E6-AB54-4887-9760-5015DF9CC959}"/>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C29AE6FE-8AA8-470B-B8B2-8EB1E564EEA2}"/>
              </a:ext>
            </a:extLst>
          </p:cNvPr>
          <p:cNvSpPr>
            <a:spLocks noGrp="1"/>
          </p:cNvSpPr>
          <p:nvPr>
            <p:ph type="ftr" sz="quarter" idx="11"/>
          </p:nvPr>
        </p:nvSpPr>
        <p:spPr/>
        <p:txBody>
          <a:bodyPr/>
          <a:lstStyle/>
          <a:p>
            <a:endParaRPr lang="en-US"/>
          </a:p>
        </p:txBody>
      </p:sp>
      <p:sp>
        <p:nvSpPr>
          <p:cNvPr id="8"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dirty="0"/>
          </a:p>
        </p:txBody>
      </p:sp>
    </p:spTree>
    <p:extLst>
      <p:ext uri="{BB962C8B-B14F-4D97-AF65-F5344CB8AC3E}">
        <p14:creationId xmlns:p14="http://schemas.microsoft.com/office/powerpoint/2010/main" val="23598509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9"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75F39FC7-5D40-462A-AAB4-A9DC6AB7CED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ABE0AF-7B5A-44CA-9F9C-55A4128206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18B290-FB1F-442D-B218-B0E55B8F874C}"/>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BB18DE60-482C-4610-9E91-20B7D516DAC0}"/>
              </a:ext>
            </a:extLst>
          </p:cNvPr>
          <p:cNvSpPr>
            <a:spLocks noGrp="1"/>
          </p:cNvSpPr>
          <p:nvPr>
            <p:ph type="ftr" sz="quarter" idx="11"/>
          </p:nvPr>
        </p:nvSpPr>
        <p:spPr/>
        <p:txBody>
          <a:bodyPr/>
          <a:lstStyle/>
          <a:p>
            <a:endParaRPr lang="en-US"/>
          </a:p>
        </p:txBody>
      </p:sp>
      <p:sp>
        <p:nvSpPr>
          <p:cNvPr id="8"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dirty="0"/>
          </a:p>
        </p:txBody>
      </p:sp>
    </p:spTree>
    <p:extLst>
      <p:ext uri="{BB962C8B-B14F-4D97-AF65-F5344CB8AC3E}">
        <p14:creationId xmlns:p14="http://schemas.microsoft.com/office/powerpoint/2010/main" val="11545288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3071F-9589-49F7-91AB-8436568FB4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5240DCE-10B6-4EB3-BEF1-ECE0EEDBA8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ED936E-F08F-4207-95D0-913671708F65}"/>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F4DC22E0-4149-43E7-B10F-CDB81E73B965}"/>
              </a:ext>
            </a:extLst>
          </p:cNvPr>
          <p:cNvSpPr>
            <a:spLocks noGrp="1"/>
          </p:cNvSpPr>
          <p:nvPr>
            <p:ph type="ftr" sz="quarter" idx="11"/>
          </p:nvPr>
        </p:nvSpPr>
        <p:spPr/>
        <p:txBody>
          <a:bodyPr/>
          <a:lstStyle/>
          <a:p>
            <a:endParaRPr lang="en-US"/>
          </a:p>
        </p:txBody>
      </p:sp>
      <p:sp>
        <p:nvSpPr>
          <p:cNvPr id="8"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dirty="0"/>
          </a:p>
        </p:txBody>
      </p:sp>
    </p:spTree>
    <p:extLst>
      <p:ext uri="{BB962C8B-B14F-4D97-AF65-F5344CB8AC3E}">
        <p14:creationId xmlns:p14="http://schemas.microsoft.com/office/powerpoint/2010/main" val="296045383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10"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301FDB3C-3C0D-4A67-AA7D-A13C542778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6E357D-FEE2-4154-9C5F-580779336B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A27D22-26B1-48D7-B7AA-90279E0BFC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E086002-385B-40C6-A8AA-D5DA4F6B4964}"/>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253E54D9-2439-4AFC-8FED-8E1C18216247}"/>
              </a:ext>
            </a:extLst>
          </p:cNvPr>
          <p:cNvSpPr>
            <a:spLocks noGrp="1"/>
          </p:cNvSpPr>
          <p:nvPr>
            <p:ph type="ftr" sz="quarter" idx="11"/>
          </p:nvPr>
        </p:nvSpPr>
        <p:spPr/>
        <p:txBody>
          <a:bodyPr/>
          <a:lstStyle/>
          <a:p>
            <a:endParaRPr lang="en-US"/>
          </a:p>
        </p:txBody>
      </p:sp>
      <p:sp>
        <p:nvSpPr>
          <p:cNvPr id="9"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dirty="0"/>
          </a:p>
        </p:txBody>
      </p:sp>
    </p:spTree>
    <p:extLst>
      <p:ext uri="{BB962C8B-B14F-4D97-AF65-F5344CB8AC3E}">
        <p14:creationId xmlns:p14="http://schemas.microsoft.com/office/powerpoint/2010/main" val="37870742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12"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933FF121-5058-4CFA-8178-6D1288C583F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4A136F1-1176-41AD-998E-C13A637441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340C1F0-BF85-446F-91F2-67A8F4C1B3F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5FD74D-7664-4CDF-9BBF-7168CACC8B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946B394-5E6F-40A5-A7F8-A2E5DF1FD28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FFE2A17-0A6C-477C-8FBC-FC63E7C9BEB8}"/>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D87A8E6D-4D14-4F85-9108-096836A1AA04}"/>
              </a:ext>
            </a:extLst>
          </p:cNvPr>
          <p:cNvSpPr>
            <a:spLocks noGrp="1"/>
          </p:cNvSpPr>
          <p:nvPr>
            <p:ph type="ftr" sz="quarter" idx="11"/>
          </p:nvPr>
        </p:nvSpPr>
        <p:spPr/>
        <p:txBody>
          <a:bodyPr/>
          <a:lstStyle/>
          <a:p>
            <a:endParaRPr lang="en-US"/>
          </a:p>
        </p:txBody>
      </p:sp>
      <p:sp>
        <p:nvSpPr>
          <p:cNvPr id="11" name="Slide Number Placeholder 1"/>
          <p:cNvSpPr>
            <a:spLocks noGrp="1"/>
          </p:cNvSpPr>
          <p:nvPr>
            <p:ph type="sldNum" sz="quarter" idx="12"/>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dirty="0"/>
          </a:p>
        </p:txBody>
      </p:sp>
    </p:spTree>
    <p:extLst>
      <p:ext uri="{BB962C8B-B14F-4D97-AF65-F5344CB8AC3E}">
        <p14:creationId xmlns:p14="http://schemas.microsoft.com/office/powerpoint/2010/main" val="255960376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D0F6ECF6-45F0-E5E1-D8EC-5615F4EC15B3}"/>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6" name="Rectangle 5">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8"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BB041C07-56AB-4AD6-ACD0-02FB4A050EB4}"/>
              </a:ext>
            </a:extLst>
          </p:cNvPr>
          <p:cNvSpPr>
            <a:spLocks noGrp="1"/>
          </p:cNvSpPr>
          <p:nvPr>
            <p:ph type="title"/>
          </p:nvPr>
        </p:nvSpPr>
        <p:spPr>
          <a:xfrm>
            <a:off x="542925" y="331516"/>
            <a:ext cx="11145838" cy="535531"/>
          </a:xfrm>
        </p:spPr>
        <p:txBody>
          <a:bodyPr/>
          <a:lstStyle>
            <a:lvl1pPr>
              <a:defRPr sz="3200" b="1">
                <a:solidFill>
                  <a:srgbClr val="306AB2"/>
                </a:solidFill>
              </a:defRPr>
            </a:lvl1pPr>
          </a:lstStyle>
          <a:p>
            <a:r>
              <a:rPr lang="en-US"/>
              <a:t>Click to edit Master title style</a:t>
            </a:r>
          </a:p>
        </p:txBody>
      </p:sp>
    </p:spTree>
    <p:extLst>
      <p:ext uri="{BB962C8B-B14F-4D97-AF65-F5344CB8AC3E}">
        <p14:creationId xmlns:p14="http://schemas.microsoft.com/office/powerpoint/2010/main" val="2366428094"/>
      </p:ext>
    </p:extLst>
  </p:cSld>
  <p:clrMapOvr>
    <a:masterClrMapping/>
  </p:clrMapOvr>
  <p:extLst>
    <p:ext uri="{DCECCB84-F9BA-43D5-87BE-67443E8EF086}">
      <p15:sldGuideLst xmlns:p15="http://schemas.microsoft.com/office/powerpoint/2012/main">
        <p15:guide id="1" orient="horz" pos="663">
          <p15:clr>
            <a:srgbClr val="FBAE40"/>
          </p15:clr>
        </p15:guide>
        <p15:guide id="2" pos="347">
          <p15:clr>
            <a:srgbClr val="FBAE40"/>
          </p15:clr>
        </p15:guide>
        <p15:guide id="3" pos="7333">
          <p15:clr>
            <a:srgbClr val="FBAE40"/>
          </p15:clr>
        </p15:guide>
        <p15:guide id="4" orient="horz" pos="390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7"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Date Placeholder 1">
            <a:extLst>
              <a:ext uri="{FF2B5EF4-FFF2-40B4-BE49-F238E27FC236}">
                <a16:creationId xmlns:a16="http://schemas.microsoft.com/office/drawing/2014/main" id="{0642D6CC-44F9-41EA-A189-AB3804A0418F}"/>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86EEB58B-C8A0-44DA-9A35-332A56DE197C}"/>
              </a:ext>
            </a:extLst>
          </p:cNvPr>
          <p:cNvSpPr>
            <a:spLocks noGrp="1"/>
          </p:cNvSpPr>
          <p:nvPr>
            <p:ph type="ftr" sz="quarter" idx="11"/>
          </p:nvPr>
        </p:nvSpPr>
        <p:spPr/>
        <p:txBody>
          <a:bodyPr/>
          <a:lstStyle/>
          <a:p>
            <a:endParaRPr lang="en-US"/>
          </a:p>
        </p:txBody>
      </p:sp>
      <p:sp>
        <p:nvSpPr>
          <p:cNvPr id="6"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dirty="0"/>
          </a:p>
        </p:txBody>
      </p:sp>
    </p:spTree>
    <p:extLst>
      <p:ext uri="{BB962C8B-B14F-4D97-AF65-F5344CB8AC3E}">
        <p14:creationId xmlns:p14="http://schemas.microsoft.com/office/powerpoint/2010/main" val="29075736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10"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CF70B80C-E6BC-4F50-88C5-12C91E875B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1064F85-9359-4123-B2BF-CD49C7E6C0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46FE82A-E818-451C-9994-E75026B873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716435-5F3D-4B91-A3C2-A26579F4192F}"/>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AA1149A4-1BE8-45CC-814B-2A83ABFE0C35}"/>
              </a:ext>
            </a:extLst>
          </p:cNvPr>
          <p:cNvSpPr>
            <a:spLocks noGrp="1"/>
          </p:cNvSpPr>
          <p:nvPr>
            <p:ph type="ftr" sz="quarter" idx="11"/>
          </p:nvPr>
        </p:nvSpPr>
        <p:spPr/>
        <p:txBody>
          <a:bodyPr/>
          <a:lstStyle/>
          <a:p>
            <a:endParaRPr lang="en-US"/>
          </a:p>
        </p:txBody>
      </p:sp>
      <p:sp>
        <p:nvSpPr>
          <p:cNvPr id="9"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dirty="0"/>
          </a:p>
        </p:txBody>
      </p:sp>
    </p:spTree>
    <p:extLst>
      <p:ext uri="{BB962C8B-B14F-4D97-AF65-F5344CB8AC3E}">
        <p14:creationId xmlns:p14="http://schemas.microsoft.com/office/powerpoint/2010/main" val="31980917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10"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C0DFABD9-8C51-4078-A106-3BBEF6974C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28E8C82-AB85-454E-890C-86CB68BD15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1B77540-6082-4295-94B1-869436ADC7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25B6A7-451B-4257-8A75-DC82424A70D9}"/>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639D57F9-D75C-4107-BF6D-91847ABF93AF}"/>
              </a:ext>
            </a:extLst>
          </p:cNvPr>
          <p:cNvSpPr>
            <a:spLocks noGrp="1"/>
          </p:cNvSpPr>
          <p:nvPr>
            <p:ph type="ftr" sz="quarter" idx="11"/>
          </p:nvPr>
        </p:nvSpPr>
        <p:spPr/>
        <p:txBody>
          <a:bodyPr/>
          <a:lstStyle/>
          <a:p>
            <a:endParaRPr lang="en-US"/>
          </a:p>
        </p:txBody>
      </p:sp>
      <p:sp>
        <p:nvSpPr>
          <p:cNvPr id="9"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dirty="0"/>
          </a:p>
        </p:txBody>
      </p:sp>
    </p:spTree>
    <p:extLst>
      <p:ext uri="{BB962C8B-B14F-4D97-AF65-F5344CB8AC3E}">
        <p14:creationId xmlns:p14="http://schemas.microsoft.com/office/powerpoint/2010/main" val="70330910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9"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EAC5AF9A-2C97-4FA1-B7E3-8B096E0F288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4552127-2DF7-49FC-87B8-A93A967296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CC6D91-B64C-44F6-90D7-CB19377C6FC3}"/>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CCA74666-36FB-4026-B1C6-905288B1F703}"/>
              </a:ext>
            </a:extLst>
          </p:cNvPr>
          <p:cNvSpPr>
            <a:spLocks noGrp="1"/>
          </p:cNvSpPr>
          <p:nvPr>
            <p:ph type="ftr" sz="quarter" idx="11"/>
          </p:nvPr>
        </p:nvSpPr>
        <p:spPr/>
        <p:txBody>
          <a:bodyPr/>
          <a:lstStyle/>
          <a:p>
            <a:endParaRPr lang="en-US"/>
          </a:p>
        </p:txBody>
      </p:sp>
      <p:sp>
        <p:nvSpPr>
          <p:cNvPr id="8"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dirty="0"/>
          </a:p>
        </p:txBody>
      </p:sp>
    </p:spTree>
    <p:extLst>
      <p:ext uri="{BB962C8B-B14F-4D97-AF65-F5344CB8AC3E}">
        <p14:creationId xmlns:p14="http://schemas.microsoft.com/office/powerpoint/2010/main" val="115653677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9"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Vertical Title 1">
            <a:extLst>
              <a:ext uri="{FF2B5EF4-FFF2-40B4-BE49-F238E27FC236}">
                <a16:creationId xmlns:a16="http://schemas.microsoft.com/office/drawing/2014/main" id="{FC3CFBF9-284F-4E21-9395-8C99E967807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EEB7618-9FFB-40DC-BF1B-8594C478BB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E73B9C-C168-4F62-8339-6D6C075FDD41}"/>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B98CDA9B-63C4-4F39-BEAD-13CCCFCDAA74}"/>
              </a:ext>
            </a:extLst>
          </p:cNvPr>
          <p:cNvSpPr>
            <a:spLocks noGrp="1"/>
          </p:cNvSpPr>
          <p:nvPr>
            <p:ph type="ftr" sz="quarter" idx="11"/>
          </p:nvPr>
        </p:nvSpPr>
        <p:spPr/>
        <p:txBody>
          <a:bodyPr/>
          <a:lstStyle/>
          <a:p>
            <a:endParaRPr lang="en-US"/>
          </a:p>
        </p:txBody>
      </p:sp>
      <p:sp>
        <p:nvSpPr>
          <p:cNvPr id="8"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dirty="0"/>
          </a:p>
        </p:txBody>
      </p:sp>
    </p:spTree>
    <p:extLst>
      <p:ext uri="{BB962C8B-B14F-4D97-AF65-F5344CB8AC3E}">
        <p14:creationId xmlns:p14="http://schemas.microsoft.com/office/powerpoint/2010/main" val="52113263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9"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75F39FC7-5D40-462A-AAB4-A9DC6AB7CED7}"/>
              </a:ext>
            </a:extLst>
          </p:cNvPr>
          <p:cNvSpPr>
            <a:spLocks noGrp="1"/>
          </p:cNvSpPr>
          <p:nvPr>
            <p:ph type="title"/>
          </p:nvPr>
        </p:nvSpPr>
        <p:spPr>
          <a:xfrm>
            <a:off x="838200" y="344819"/>
            <a:ext cx="10515600" cy="535531"/>
          </a:xfrm>
        </p:spPr>
        <p:txBody>
          <a:bodyPr/>
          <a:lstStyle>
            <a:lvl1pPr>
              <a:defRPr sz="3200">
                <a:solidFill>
                  <a:srgbClr val="1D4882"/>
                </a:solidFill>
              </a:defRPr>
            </a:lvl1pPr>
          </a:lstStyle>
          <a:p>
            <a:r>
              <a:rPr lang="en-US"/>
              <a:t>Click to edit Master title style</a:t>
            </a:r>
          </a:p>
        </p:txBody>
      </p:sp>
    </p:spTree>
    <p:extLst>
      <p:ext uri="{BB962C8B-B14F-4D97-AF65-F5344CB8AC3E}">
        <p14:creationId xmlns:p14="http://schemas.microsoft.com/office/powerpoint/2010/main" val="2549785354"/>
      </p:ext>
    </p:extLst>
  </p:cSld>
  <p:clrMapOvr>
    <a:masterClrMapping/>
  </p:clrMapOvr>
  <p:extLst>
    <p:ext uri="{DCECCB84-F9BA-43D5-87BE-67443E8EF086}">
      <p15:sldGuideLst xmlns:p15="http://schemas.microsoft.com/office/powerpoint/2012/main">
        <p15:guide id="1" pos="3840">
          <p15:clr>
            <a:srgbClr val="FBAE40"/>
          </p15:clr>
        </p15:guide>
        <p15:guide id="2" pos="529">
          <p15:clr>
            <a:srgbClr val="FBAE40"/>
          </p15:clr>
        </p15:guide>
        <p15:guide id="3" pos="7151">
          <p15:clr>
            <a:srgbClr val="FBAE40"/>
          </p15:clr>
        </p15:guide>
        <p15:guide id="4" orient="horz" pos="572">
          <p15:clr>
            <a:srgbClr val="FBAE40"/>
          </p15:clr>
        </p15:guide>
        <p15:guide id="5" orient="horz" pos="686">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3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2FA9D-9E4D-4AC5-A9E5-8688F5C3CA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A473365-D148-495C-BF8F-4AB3186CBB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F3AA1E6-AB54-4887-9760-5015DF9CC959}"/>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C29AE6FE-8AA8-470B-B8B2-8EB1E564EEA2}"/>
              </a:ext>
            </a:extLst>
          </p:cNvPr>
          <p:cNvSpPr>
            <a:spLocks noGrp="1"/>
          </p:cNvSpPr>
          <p:nvPr>
            <p:ph type="ftr" sz="quarter" idx="11"/>
          </p:nvPr>
        </p:nvSpPr>
        <p:spPr/>
        <p:txBody>
          <a:bodyPr/>
          <a:lstStyle/>
          <a:p>
            <a:endParaRPr lang="en-US"/>
          </a:p>
        </p:txBody>
      </p:sp>
      <p:sp>
        <p:nvSpPr>
          <p:cNvPr id="8"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dirty="0"/>
          </a:p>
        </p:txBody>
      </p:sp>
    </p:spTree>
    <p:extLst>
      <p:ext uri="{BB962C8B-B14F-4D97-AF65-F5344CB8AC3E}">
        <p14:creationId xmlns:p14="http://schemas.microsoft.com/office/powerpoint/2010/main" val="87385259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7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9"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75F39FC7-5D40-462A-AAB4-A9DC6AB7CED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ABE0AF-7B5A-44CA-9F9C-55A4128206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18B290-FB1F-442D-B218-B0E55B8F874C}"/>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BB18DE60-482C-4610-9E91-20B7D516DAC0}"/>
              </a:ext>
            </a:extLst>
          </p:cNvPr>
          <p:cNvSpPr>
            <a:spLocks noGrp="1"/>
          </p:cNvSpPr>
          <p:nvPr>
            <p:ph type="ftr" sz="quarter" idx="11"/>
          </p:nvPr>
        </p:nvSpPr>
        <p:spPr/>
        <p:txBody>
          <a:bodyPr/>
          <a:lstStyle/>
          <a:p>
            <a:endParaRPr lang="en-US"/>
          </a:p>
        </p:txBody>
      </p:sp>
      <p:sp>
        <p:nvSpPr>
          <p:cNvPr id="8"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dirty="0"/>
          </a:p>
        </p:txBody>
      </p:sp>
    </p:spTree>
    <p:extLst>
      <p:ext uri="{BB962C8B-B14F-4D97-AF65-F5344CB8AC3E}">
        <p14:creationId xmlns:p14="http://schemas.microsoft.com/office/powerpoint/2010/main" val="59089635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3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3071F-9589-49F7-91AB-8436568FB4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5240DCE-10B6-4EB3-BEF1-ECE0EEDBA8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ED936E-F08F-4207-95D0-913671708F65}"/>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F4DC22E0-4149-43E7-B10F-CDB81E73B965}"/>
              </a:ext>
            </a:extLst>
          </p:cNvPr>
          <p:cNvSpPr>
            <a:spLocks noGrp="1"/>
          </p:cNvSpPr>
          <p:nvPr>
            <p:ph type="ftr" sz="quarter" idx="11"/>
          </p:nvPr>
        </p:nvSpPr>
        <p:spPr/>
        <p:txBody>
          <a:bodyPr/>
          <a:lstStyle/>
          <a:p>
            <a:endParaRPr lang="en-US"/>
          </a:p>
        </p:txBody>
      </p:sp>
      <p:sp>
        <p:nvSpPr>
          <p:cNvPr id="8"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dirty="0"/>
          </a:p>
        </p:txBody>
      </p:sp>
    </p:spTree>
    <p:extLst>
      <p:ext uri="{BB962C8B-B14F-4D97-AF65-F5344CB8AC3E}">
        <p14:creationId xmlns:p14="http://schemas.microsoft.com/office/powerpoint/2010/main" val="96774168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FS - Title and Content">
    <p:spTree>
      <p:nvGrpSpPr>
        <p:cNvPr id="1" name=""/>
        <p:cNvGrpSpPr/>
        <p:nvPr/>
      </p:nvGrpSpPr>
      <p:grpSpPr>
        <a:xfrm>
          <a:off x="0" y="0"/>
          <a:ext cx="0" cy="0"/>
          <a:chOff x="0" y="0"/>
          <a:chExt cx="0" cy="0"/>
        </a:xfrm>
      </p:grpSpPr>
      <p:sp>
        <p:nvSpPr>
          <p:cNvPr id="6" name="Do not remove" hidden="1">
            <a:extLst>
              <a:ext uri="{FF2B5EF4-FFF2-40B4-BE49-F238E27FC236}">
                <a16:creationId xmlns:a16="http://schemas.microsoft.com/office/drawing/2014/main" id="{1782588A-7E73-6720-0106-07B6B63E7BC6}"/>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7" name="Rectangle 6">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9"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r:embed="rId3"/>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75F39FC7-5D40-462A-AAB4-A9DC6AB7CED7}"/>
              </a:ext>
            </a:extLst>
          </p:cNvPr>
          <p:cNvSpPr>
            <a:spLocks noGrp="1"/>
          </p:cNvSpPr>
          <p:nvPr>
            <p:ph type="title"/>
          </p:nvPr>
        </p:nvSpPr>
        <p:spPr>
          <a:xfrm>
            <a:off x="597567" y="109670"/>
            <a:ext cx="11022003" cy="701731"/>
          </a:xfrm>
          <a:prstGeom prst="rect">
            <a:avLst/>
          </a:prstGeom>
        </p:spPr>
        <p:txBody>
          <a:bodyPr/>
          <a:lstStyle/>
          <a:p>
            <a:endParaRPr lang="en-US" dirty="0"/>
          </a:p>
        </p:txBody>
      </p:sp>
      <p:sp>
        <p:nvSpPr>
          <p:cNvPr id="3" name="Content Placeholder 2">
            <a:extLst>
              <a:ext uri="{FF2B5EF4-FFF2-40B4-BE49-F238E27FC236}">
                <a16:creationId xmlns:a16="http://schemas.microsoft.com/office/drawing/2014/main" id="{DBABE0AF-7B5A-44CA-9F9C-55A4128206CE}"/>
              </a:ext>
            </a:extLst>
          </p:cNvPr>
          <p:cNvSpPr>
            <a:spLocks noGrp="1"/>
          </p:cNvSpPr>
          <p:nvPr>
            <p:ph idx="1"/>
          </p:nvPr>
        </p:nvSpPr>
        <p:spPr>
          <a:xfrm>
            <a:off x="597567" y="1040780"/>
            <a:ext cx="11022003" cy="2234330"/>
          </a:xfrm>
        </p:spPr>
        <p:txBody>
          <a:bodyPr/>
          <a:lstStyle>
            <a:lvl1pPr marL="119063" indent="0">
              <a:lnSpc>
                <a:spcPct val="150000"/>
              </a:lnSpc>
              <a:spcAft>
                <a:spcPts val="600"/>
              </a:spcAft>
              <a:buNone/>
              <a:defRPr sz="1400">
                <a:latin typeface="微软雅黑" panose="020B0503020204020204" pitchFamily="34" charset="-122"/>
                <a:ea typeface="微软雅黑" panose="020B0503020204020204" pitchFamily="34" charset="-122"/>
              </a:defRPr>
            </a:lvl1pPr>
            <a:lvl2pPr marL="284163" indent="-165100">
              <a:lnSpc>
                <a:spcPct val="150000"/>
              </a:lnSpc>
              <a:spcAft>
                <a:spcPts val="600"/>
              </a:spcAft>
              <a:defRPr sz="1400">
                <a:latin typeface="微软雅黑" panose="020B0503020204020204" pitchFamily="34" charset="-122"/>
                <a:ea typeface="微软雅黑" panose="020B0503020204020204" pitchFamily="34" charset="-122"/>
              </a:defRPr>
            </a:lvl2pPr>
            <a:lvl3pPr marL="457200" indent="-173038">
              <a:lnSpc>
                <a:spcPct val="150000"/>
              </a:lnSpc>
              <a:spcAft>
                <a:spcPts val="600"/>
              </a:spcAft>
              <a:defRPr sz="1400">
                <a:latin typeface="微软雅黑" panose="020B0503020204020204" pitchFamily="34" charset="-122"/>
                <a:ea typeface="微软雅黑" panose="020B0503020204020204" pitchFamily="34" charset="-122"/>
              </a:defRPr>
            </a:lvl3pPr>
            <a:lvl4pPr marL="542925" indent="-180975">
              <a:lnSpc>
                <a:spcPct val="150000"/>
              </a:lnSpc>
              <a:spcAft>
                <a:spcPts val="600"/>
              </a:spcAft>
              <a:defRPr sz="1400">
                <a:latin typeface="微软雅黑" panose="020B0503020204020204" pitchFamily="34" charset="-122"/>
                <a:ea typeface="微软雅黑" panose="020B0503020204020204" pitchFamily="34" charset="-122"/>
              </a:defRPr>
            </a:lvl4pPr>
            <a:lvl5pPr marL="712788" indent="-169863">
              <a:lnSpc>
                <a:spcPct val="150000"/>
              </a:lnSpc>
              <a:spcAft>
                <a:spcPts val="600"/>
              </a:spcAft>
              <a:defRPr sz="1400">
                <a:latin typeface="微软雅黑" panose="020B0503020204020204" pitchFamily="34" charset="-122"/>
                <a:ea typeface="微软雅黑" panose="020B0503020204020204" pitchFamily="34" charset="-122"/>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C18B290-FB1F-442D-B218-B0E55B8F874C}"/>
              </a:ext>
            </a:extLst>
          </p:cNvPr>
          <p:cNvSpPr>
            <a:spLocks noGrp="1"/>
          </p:cNvSpPr>
          <p:nvPr>
            <p:ph type="dt" sz="half" idx="10"/>
          </p:nvPr>
        </p:nvSpPr>
        <p:spPr>
          <a:xfrm>
            <a:off x="177031" y="6551861"/>
            <a:ext cx="2743200" cy="276999"/>
          </a:xfrm>
        </p:spPr>
        <p:txBody>
          <a:bodyPr/>
          <a:lstStyle>
            <a:lvl1pPr>
              <a:defRPr>
                <a:solidFill>
                  <a:schemeClr val="bg1"/>
                </a:solidFill>
              </a:defRPr>
            </a:lvl1pPr>
          </a:lstStyle>
          <a:p>
            <a:pPr>
              <a:defRPr/>
            </a:pPr>
            <a:fld id="{52B96CAC-867B-4D3E-B3A9-77BCBD927423}" type="datetime1">
              <a:rPr lang="en-US" smtClean="0"/>
              <a:t>7/17/2026</a:t>
            </a:fld>
            <a:endParaRPr lang="en-US"/>
          </a:p>
        </p:txBody>
      </p:sp>
      <p:sp>
        <p:nvSpPr>
          <p:cNvPr id="5" name="Footer Placeholder 4">
            <a:extLst>
              <a:ext uri="{FF2B5EF4-FFF2-40B4-BE49-F238E27FC236}">
                <a16:creationId xmlns:a16="http://schemas.microsoft.com/office/drawing/2014/main" id="{BB18DE60-482C-4610-9E91-20B7D516DAC0}"/>
              </a:ext>
            </a:extLst>
          </p:cNvPr>
          <p:cNvSpPr>
            <a:spLocks noGrp="1"/>
          </p:cNvSpPr>
          <p:nvPr>
            <p:ph type="ftr" sz="quarter" idx="11"/>
          </p:nvPr>
        </p:nvSpPr>
        <p:spPr>
          <a:xfrm>
            <a:off x="4051168" y="6568668"/>
            <a:ext cx="4114800" cy="276999"/>
          </a:xfrm>
        </p:spPr>
        <p:txBody>
          <a:bodyPr/>
          <a:lstStyle>
            <a:lvl1pPr>
              <a:defRPr>
                <a:solidFill>
                  <a:schemeClr val="bg1"/>
                </a:solidFill>
              </a:defRPr>
            </a:lvl1pPr>
          </a:lstStyle>
          <a:p>
            <a:pPr>
              <a:defRPr/>
            </a:pPr>
            <a:endParaRPr lang="en-US" dirty="0"/>
          </a:p>
        </p:txBody>
      </p:sp>
      <p:sp>
        <p:nvSpPr>
          <p:cNvPr id="8"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C7D48C0-AA79-46F3-BF6F-F82B468F2D98}" type="slidenum">
              <a:rPr kumimoji="0" lang="en-US" sz="1000" b="0" i="0" u="none" strike="noStrike" kern="1200" cap="none" spc="0" normalizeH="0" baseline="0" noProof="0" smtClean="0">
                <a:ln>
                  <a:noFill/>
                </a:ln>
                <a:solidFill>
                  <a:prstClr val="white"/>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white"/>
              </a:solidFill>
              <a:effectLst/>
              <a:uLnTx/>
              <a:uFillTx/>
              <a:latin typeface="Calibri Light"/>
              <a:ea typeface="+mn-ea"/>
              <a:cs typeface="+mn-cs"/>
            </a:endParaRPr>
          </a:p>
        </p:txBody>
      </p:sp>
    </p:spTree>
    <p:extLst>
      <p:ext uri="{BB962C8B-B14F-4D97-AF65-F5344CB8AC3E}">
        <p14:creationId xmlns:p14="http://schemas.microsoft.com/office/powerpoint/2010/main" val="217796809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10"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r:embed="rId2"/>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301FDB3C-3C0D-4A67-AA7D-A13C54277859}"/>
              </a:ext>
            </a:extLst>
          </p:cNvPr>
          <p:cNvSpPr>
            <a:spLocks noGrp="1"/>
          </p:cNvSpPr>
          <p:nvPr>
            <p:ph type="title"/>
          </p:nvPr>
        </p:nvSpPr>
        <p:spPr>
          <a:xfrm>
            <a:off x="838200" y="677041"/>
            <a:ext cx="10515600" cy="701731"/>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E6E357D-FEE2-4154-9C5F-580779336B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A27D22-26B1-48D7-B7AA-90279E0BFC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E086002-385B-40C6-A8AA-D5DA4F6B496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6191507-CBDB-48CD-95C8-68D5D37F0A61}" type="datetime1">
              <a:rPr kumimoji="0" lang="en-US" sz="1200" b="0" i="0" u="none" strike="noStrike" kern="1200" cap="none" spc="0" normalizeH="0" baseline="0" noProof="0" smtClean="0">
                <a:ln>
                  <a:noFill/>
                </a:ln>
                <a:solidFill>
                  <a:srgbClr val="515052">
                    <a:tint val="75000"/>
                  </a:srgbClr>
                </a:solidFill>
                <a:effectLst/>
                <a:uLnTx/>
                <a:uFillTx/>
                <a:latin typeface="Calibri Light"/>
                <a:ea typeface="+mn-ea"/>
                <a:cs typeface="+mn-cs"/>
              </a:rPr>
              <a:t>7/17/2026</a:t>
            </a:fld>
            <a:endParaRPr kumimoji="0" lang="en-US" sz="1200" b="0" i="0" u="none" strike="noStrike" kern="1200" cap="none" spc="0" normalizeH="0" baseline="0" noProof="0">
              <a:ln>
                <a:noFill/>
              </a:ln>
              <a:solidFill>
                <a:srgbClr val="515052">
                  <a:tint val="75000"/>
                </a:srgbClr>
              </a:solidFill>
              <a:effectLst/>
              <a:uLnTx/>
              <a:uFillTx/>
              <a:latin typeface="Calibri Light"/>
              <a:ea typeface="+mn-ea"/>
              <a:cs typeface="+mn-cs"/>
            </a:endParaRPr>
          </a:p>
        </p:txBody>
      </p:sp>
      <p:sp>
        <p:nvSpPr>
          <p:cNvPr id="6" name="Footer Placeholder 5">
            <a:extLst>
              <a:ext uri="{FF2B5EF4-FFF2-40B4-BE49-F238E27FC236}">
                <a16:creationId xmlns:a16="http://schemas.microsoft.com/office/drawing/2014/main" id="{253E54D9-2439-4AFC-8FED-8E1C18216247}"/>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515052">
                  <a:tint val="75000"/>
                </a:srgbClr>
              </a:solidFill>
              <a:effectLst/>
              <a:uLnTx/>
              <a:uFillTx/>
              <a:latin typeface="Calibri Light"/>
              <a:ea typeface="+mn-ea"/>
              <a:cs typeface="+mn-cs"/>
            </a:endParaRPr>
          </a:p>
        </p:txBody>
      </p:sp>
      <p:sp>
        <p:nvSpPr>
          <p:cNvPr id="9"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C7D48C0-AA79-46F3-BF6F-F82B468F2D98}" type="slidenum">
              <a:rPr kumimoji="0" lang="en-US" sz="1000" b="0" i="0" u="none" strike="noStrike" kern="1200" cap="none" spc="0" normalizeH="0" baseline="0" noProof="0" smtClean="0">
                <a:ln>
                  <a:noFill/>
                </a:ln>
                <a:solidFill>
                  <a:prstClr val="white"/>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white"/>
              </a:solidFill>
              <a:effectLst/>
              <a:uLnTx/>
              <a:uFillTx/>
              <a:latin typeface="Calibri Light"/>
              <a:ea typeface="+mn-ea"/>
              <a:cs typeface="+mn-cs"/>
            </a:endParaRPr>
          </a:p>
        </p:txBody>
      </p:sp>
    </p:spTree>
    <p:extLst>
      <p:ext uri="{BB962C8B-B14F-4D97-AF65-F5344CB8AC3E}">
        <p14:creationId xmlns:p14="http://schemas.microsoft.com/office/powerpoint/2010/main" val="38457248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12"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r:embed="rId2"/>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933FF121-5058-4CFA-8178-6D1288C583F2}"/>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04A136F1-1176-41AD-998E-C13A637441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340C1F0-BF85-446F-91F2-67A8F4C1B3F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5FD74D-7664-4CDF-9BBF-7168CACC8B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946B394-5E6F-40A5-A7F8-A2E5DF1FD28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FFE2A17-0A6C-477C-8FBC-FC63E7C9BEB8}"/>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B71FB08-9DE2-4AD1-9C5F-8E98CF513B04}" type="datetime1">
              <a:rPr kumimoji="0" lang="en-US" sz="1200" b="0" i="0" u="none" strike="noStrike" kern="1200" cap="none" spc="0" normalizeH="0" baseline="0" noProof="0" smtClean="0">
                <a:ln>
                  <a:noFill/>
                </a:ln>
                <a:solidFill>
                  <a:srgbClr val="515052">
                    <a:tint val="75000"/>
                  </a:srgbClr>
                </a:solidFill>
                <a:effectLst/>
                <a:uLnTx/>
                <a:uFillTx/>
                <a:latin typeface="Calibri Light"/>
                <a:ea typeface="+mn-ea"/>
                <a:cs typeface="+mn-cs"/>
              </a:rPr>
              <a:t>7/17/2026</a:t>
            </a:fld>
            <a:endParaRPr kumimoji="0" lang="en-US" sz="1200" b="0" i="0" u="none" strike="noStrike" kern="1200" cap="none" spc="0" normalizeH="0" baseline="0" noProof="0">
              <a:ln>
                <a:noFill/>
              </a:ln>
              <a:solidFill>
                <a:srgbClr val="515052">
                  <a:tint val="75000"/>
                </a:srgbClr>
              </a:solidFill>
              <a:effectLst/>
              <a:uLnTx/>
              <a:uFillTx/>
              <a:latin typeface="Calibri Light"/>
              <a:ea typeface="+mn-ea"/>
              <a:cs typeface="+mn-cs"/>
            </a:endParaRPr>
          </a:p>
        </p:txBody>
      </p:sp>
      <p:sp>
        <p:nvSpPr>
          <p:cNvPr id="8" name="Footer Placeholder 7">
            <a:extLst>
              <a:ext uri="{FF2B5EF4-FFF2-40B4-BE49-F238E27FC236}">
                <a16:creationId xmlns:a16="http://schemas.microsoft.com/office/drawing/2014/main" id="{D87A8E6D-4D14-4F85-9108-096836A1AA04}"/>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515052">
                  <a:tint val="75000"/>
                </a:srgbClr>
              </a:solidFill>
              <a:effectLst/>
              <a:uLnTx/>
              <a:uFillTx/>
              <a:latin typeface="Calibri Light"/>
              <a:ea typeface="+mn-ea"/>
              <a:cs typeface="+mn-cs"/>
            </a:endParaRPr>
          </a:p>
        </p:txBody>
      </p:sp>
      <p:sp>
        <p:nvSpPr>
          <p:cNvPr id="11" name="Slide Number Placeholder 1"/>
          <p:cNvSpPr>
            <a:spLocks noGrp="1"/>
          </p:cNvSpPr>
          <p:nvPr>
            <p:ph type="sldNum" sz="quarter" idx="12"/>
          </p:nvPr>
        </p:nvSpPr>
        <p:spPr>
          <a:xfrm>
            <a:off x="9296905" y="6557574"/>
            <a:ext cx="2743200" cy="276999"/>
          </a:xfrm>
          <a:prstGeom prst="rect">
            <a:avLst/>
          </a:prstGeom>
        </p:spPr>
        <p:txBody>
          <a:bodyPr/>
          <a:lstStyle>
            <a:lvl1pPr algn="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C7D48C0-AA79-46F3-BF6F-F82B468F2D98}" type="slidenum">
              <a:rPr kumimoji="0" lang="en-US" sz="1000" b="0" i="0" u="none" strike="noStrike" kern="1200" cap="none" spc="0" normalizeH="0" baseline="0" noProof="0" smtClean="0">
                <a:ln>
                  <a:noFill/>
                </a:ln>
                <a:solidFill>
                  <a:prstClr val="white"/>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white"/>
              </a:solidFill>
              <a:effectLst/>
              <a:uLnTx/>
              <a:uFillTx/>
              <a:latin typeface="Calibri Light"/>
              <a:ea typeface="+mn-ea"/>
              <a:cs typeface="+mn-cs"/>
            </a:endParaRPr>
          </a:p>
        </p:txBody>
      </p:sp>
    </p:spTree>
    <p:extLst>
      <p:ext uri="{BB962C8B-B14F-4D97-AF65-F5344CB8AC3E}">
        <p14:creationId xmlns:p14="http://schemas.microsoft.com/office/powerpoint/2010/main" val="148783926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Only" preserve="1">
  <p:cSld name="FS - Title Only">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236D479E-EAFD-CC37-A676-00A4E6B6D4A0}"/>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6" name="Rectangle 5">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8"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r:embed="rId3"/>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BB041C07-56AB-4AD6-ACD0-02FB4A050EB4}"/>
              </a:ext>
            </a:extLst>
          </p:cNvPr>
          <p:cNvSpPr>
            <a:spLocks noGrp="1"/>
          </p:cNvSpPr>
          <p:nvPr>
            <p:ph type="title"/>
          </p:nvPr>
        </p:nvSpPr>
        <p:spPr>
          <a:xfrm>
            <a:off x="530352" y="397867"/>
            <a:ext cx="11192256" cy="509308"/>
          </a:xfrm>
          <a:prstGeom prst="rect">
            <a:avLst/>
          </a:prstGeom>
        </p:spPr>
        <p:txBody>
          <a:bodyPr/>
          <a:lstStyle>
            <a:lvl1pPr>
              <a:defRPr>
                <a:latin typeface="+mj-lt"/>
              </a:defRPr>
            </a:lvl1pPr>
          </a:lstStyle>
          <a:p>
            <a:r>
              <a:rPr lang="en-US" dirty="0"/>
              <a:t>Click to edit Master title style</a:t>
            </a:r>
          </a:p>
        </p:txBody>
      </p:sp>
      <p:sp>
        <p:nvSpPr>
          <p:cNvPr id="3" name="Date Placeholder 2">
            <a:extLst>
              <a:ext uri="{FF2B5EF4-FFF2-40B4-BE49-F238E27FC236}">
                <a16:creationId xmlns:a16="http://schemas.microsoft.com/office/drawing/2014/main" id="{39E7E9B8-6786-4BEB-A198-1D1F7DEACDFE}"/>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F24CB26-DC6B-4E69-B8DA-6C6B63DF70A5}" type="datetime1">
              <a:rPr kumimoji="0" lang="en-US" sz="1200" b="0" i="0" u="none" strike="noStrike" kern="1200" cap="none" spc="0" normalizeH="0" baseline="0" noProof="0" smtClean="0">
                <a:ln>
                  <a:noFill/>
                </a:ln>
                <a:solidFill>
                  <a:srgbClr val="515052">
                    <a:tint val="75000"/>
                  </a:srgbClr>
                </a:solidFill>
                <a:effectLst/>
                <a:uLnTx/>
                <a:uFillTx/>
                <a:latin typeface="Calibri Light"/>
                <a:ea typeface="+mn-ea"/>
                <a:cs typeface="+mn-cs"/>
              </a:rPr>
              <a:t>7/17/2026</a:t>
            </a:fld>
            <a:endParaRPr kumimoji="0" lang="en-US" sz="1200" b="0" i="0" u="none" strike="noStrike" kern="1200" cap="none" spc="0" normalizeH="0" baseline="0" noProof="0">
              <a:ln>
                <a:noFill/>
              </a:ln>
              <a:solidFill>
                <a:srgbClr val="515052">
                  <a:tint val="75000"/>
                </a:srgbClr>
              </a:solidFill>
              <a:effectLst/>
              <a:uLnTx/>
              <a:uFillTx/>
              <a:latin typeface="Calibri Light"/>
              <a:ea typeface="+mn-ea"/>
              <a:cs typeface="+mn-cs"/>
            </a:endParaRPr>
          </a:p>
        </p:txBody>
      </p:sp>
      <p:sp>
        <p:nvSpPr>
          <p:cNvPr id="4" name="Footer Placeholder 3">
            <a:extLst>
              <a:ext uri="{FF2B5EF4-FFF2-40B4-BE49-F238E27FC236}">
                <a16:creationId xmlns:a16="http://schemas.microsoft.com/office/drawing/2014/main" id="{71F6CEEB-EEF8-44AB-B973-876828F9B9B6}"/>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515052">
                  <a:tint val="75000"/>
                </a:srgbClr>
              </a:solidFill>
              <a:effectLst/>
              <a:uLnTx/>
              <a:uFillTx/>
              <a:latin typeface="Calibri Light"/>
              <a:ea typeface="+mn-ea"/>
              <a:cs typeface="+mn-cs"/>
            </a:endParaRPr>
          </a:p>
        </p:txBody>
      </p:sp>
      <p:sp>
        <p:nvSpPr>
          <p:cNvPr id="7"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C7D48C0-AA79-46F3-BF6F-F82B468F2D98}" type="slidenum">
              <a:rPr kumimoji="0" lang="en-US" sz="1000" b="0" i="0" u="none" strike="noStrike" kern="1200" cap="none" spc="0" normalizeH="0" baseline="0" noProof="0" smtClean="0">
                <a:ln>
                  <a:noFill/>
                </a:ln>
                <a:solidFill>
                  <a:prstClr val="white"/>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white"/>
              </a:solidFill>
              <a:effectLst/>
              <a:uLnTx/>
              <a:uFillTx/>
              <a:latin typeface="Calibri Light"/>
              <a:ea typeface="+mn-ea"/>
              <a:cs typeface="+mn-cs"/>
            </a:endParaRPr>
          </a:p>
        </p:txBody>
      </p:sp>
    </p:spTree>
    <p:extLst>
      <p:ext uri="{BB962C8B-B14F-4D97-AF65-F5344CB8AC3E}">
        <p14:creationId xmlns:p14="http://schemas.microsoft.com/office/powerpoint/2010/main" val="39226493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7"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r:embed="rId2"/>
          <a:srcRect l="8591" t="32054" r="4677" b="40437"/>
          <a:stretch/>
        </p:blipFill>
        <p:spPr>
          <a:xfrm>
            <a:off x="0" y="6522721"/>
            <a:ext cx="7837402" cy="335280"/>
          </a:xfrm>
          <a:prstGeom prst="rect">
            <a:avLst/>
          </a:prstGeom>
        </p:spPr>
      </p:pic>
      <p:sp>
        <p:nvSpPr>
          <p:cNvPr id="2" name="Date Placeholder 1">
            <a:extLst>
              <a:ext uri="{FF2B5EF4-FFF2-40B4-BE49-F238E27FC236}">
                <a16:creationId xmlns:a16="http://schemas.microsoft.com/office/drawing/2014/main" id="{0642D6CC-44F9-41EA-A189-AB3804A0418F}"/>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2F5ED9B-DC32-400F-B5FD-5C91E5E7F6EF}" type="datetime1">
              <a:rPr kumimoji="0" lang="en-US" sz="1200" b="0" i="0" u="none" strike="noStrike" kern="1200" cap="none" spc="0" normalizeH="0" baseline="0" noProof="0" smtClean="0">
                <a:ln>
                  <a:noFill/>
                </a:ln>
                <a:solidFill>
                  <a:srgbClr val="515052">
                    <a:tint val="75000"/>
                  </a:srgbClr>
                </a:solidFill>
                <a:effectLst/>
                <a:uLnTx/>
                <a:uFillTx/>
                <a:latin typeface="Calibri Light"/>
                <a:ea typeface="+mn-ea"/>
                <a:cs typeface="+mn-cs"/>
              </a:rPr>
              <a:t>7/17/2026</a:t>
            </a:fld>
            <a:endParaRPr kumimoji="0" lang="en-US" sz="1200" b="0" i="0" u="none" strike="noStrike" kern="1200" cap="none" spc="0" normalizeH="0" baseline="0" noProof="0">
              <a:ln>
                <a:noFill/>
              </a:ln>
              <a:solidFill>
                <a:srgbClr val="515052">
                  <a:tint val="75000"/>
                </a:srgbClr>
              </a:solidFill>
              <a:effectLst/>
              <a:uLnTx/>
              <a:uFillTx/>
              <a:latin typeface="Calibri Light"/>
              <a:ea typeface="+mn-ea"/>
              <a:cs typeface="+mn-cs"/>
            </a:endParaRPr>
          </a:p>
        </p:txBody>
      </p:sp>
      <p:sp>
        <p:nvSpPr>
          <p:cNvPr id="3" name="Footer Placeholder 2">
            <a:extLst>
              <a:ext uri="{FF2B5EF4-FFF2-40B4-BE49-F238E27FC236}">
                <a16:creationId xmlns:a16="http://schemas.microsoft.com/office/drawing/2014/main" id="{86EEB58B-C8A0-44DA-9A35-332A56DE197C}"/>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515052">
                  <a:tint val="75000"/>
                </a:srgbClr>
              </a:solidFill>
              <a:effectLst/>
              <a:uLnTx/>
              <a:uFillTx/>
              <a:latin typeface="Calibri Light"/>
              <a:ea typeface="+mn-ea"/>
              <a:cs typeface="+mn-cs"/>
            </a:endParaRPr>
          </a:p>
        </p:txBody>
      </p:sp>
      <p:sp>
        <p:nvSpPr>
          <p:cNvPr id="6"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C7D48C0-AA79-46F3-BF6F-F82B468F2D98}" type="slidenum">
              <a:rPr kumimoji="0" lang="en-US" sz="1000" b="0" i="0" u="none" strike="noStrike" kern="1200" cap="none" spc="0" normalizeH="0" baseline="0" noProof="0" smtClean="0">
                <a:ln>
                  <a:noFill/>
                </a:ln>
                <a:solidFill>
                  <a:prstClr val="white"/>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white"/>
              </a:solidFill>
              <a:effectLst/>
              <a:uLnTx/>
              <a:uFillTx/>
              <a:latin typeface="Calibri Light"/>
              <a:ea typeface="+mn-ea"/>
              <a:cs typeface="+mn-cs"/>
            </a:endParaRPr>
          </a:p>
        </p:txBody>
      </p:sp>
    </p:spTree>
    <p:extLst>
      <p:ext uri="{BB962C8B-B14F-4D97-AF65-F5344CB8AC3E}">
        <p14:creationId xmlns:p14="http://schemas.microsoft.com/office/powerpoint/2010/main" val="90264746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_FS - Title and Content">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11A1F62D-167C-6830-8DEA-F8E494590D88}"/>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7" name="Rectangle 6">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9"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r:embed="rId3"/>
          <a:srcRect l="8591" t="32054" r="4677" b="40437"/>
          <a:stretch/>
        </p:blipFill>
        <p:spPr>
          <a:xfrm>
            <a:off x="0" y="6522721"/>
            <a:ext cx="7837402" cy="335280"/>
          </a:xfrm>
          <a:prstGeom prst="rect">
            <a:avLst/>
          </a:prstGeom>
        </p:spPr>
      </p:pic>
      <p:sp>
        <p:nvSpPr>
          <p:cNvPr id="4" name="Date Placeholder 3">
            <a:extLst>
              <a:ext uri="{FF2B5EF4-FFF2-40B4-BE49-F238E27FC236}">
                <a16:creationId xmlns:a16="http://schemas.microsoft.com/office/drawing/2014/main" id="{1C18B290-FB1F-442D-B218-B0E55B8F874C}"/>
              </a:ext>
            </a:extLst>
          </p:cNvPr>
          <p:cNvSpPr>
            <a:spLocks noGrp="1"/>
          </p:cNvSpPr>
          <p:nvPr>
            <p:ph type="dt" sz="half" idx="10"/>
          </p:nvPr>
        </p:nvSpPr>
        <p:spPr>
          <a:xfrm>
            <a:off x="177031" y="6551861"/>
            <a:ext cx="2743200" cy="276999"/>
          </a:xfrm>
        </p:spPr>
        <p:txBody>
          <a:bodyPr/>
          <a:lstStyle>
            <a:lvl1pPr>
              <a:defRPr>
                <a:solidFill>
                  <a:schemeClr val="bg1"/>
                </a:solidFill>
              </a:defRPr>
            </a:lvl1pPr>
          </a:lstStyle>
          <a:p>
            <a:pPr>
              <a:defRPr/>
            </a:pPr>
            <a:fld id="{FB84B76D-44AA-447C-B9E8-EE07FE4C8365}" type="datetime1">
              <a:rPr lang="en-US" smtClean="0"/>
              <a:t>7/17/2026</a:t>
            </a:fld>
            <a:endParaRPr lang="en-US"/>
          </a:p>
        </p:txBody>
      </p:sp>
      <p:sp>
        <p:nvSpPr>
          <p:cNvPr id="5" name="Footer Placeholder 4">
            <a:extLst>
              <a:ext uri="{FF2B5EF4-FFF2-40B4-BE49-F238E27FC236}">
                <a16:creationId xmlns:a16="http://schemas.microsoft.com/office/drawing/2014/main" id="{BB18DE60-482C-4610-9E91-20B7D516DAC0}"/>
              </a:ext>
            </a:extLst>
          </p:cNvPr>
          <p:cNvSpPr>
            <a:spLocks noGrp="1"/>
          </p:cNvSpPr>
          <p:nvPr>
            <p:ph type="ftr" sz="quarter" idx="11"/>
          </p:nvPr>
        </p:nvSpPr>
        <p:spPr>
          <a:xfrm>
            <a:off x="4051168" y="6568668"/>
            <a:ext cx="4114800" cy="276999"/>
          </a:xfrm>
        </p:spPr>
        <p:txBody>
          <a:bodyPr/>
          <a:lstStyle>
            <a:lvl1pPr>
              <a:defRPr>
                <a:solidFill>
                  <a:schemeClr val="bg1"/>
                </a:solidFill>
              </a:defRPr>
            </a:lvl1pPr>
          </a:lstStyle>
          <a:p>
            <a:pPr>
              <a:defRPr/>
            </a:pPr>
            <a:endParaRPr lang="en-US"/>
          </a:p>
        </p:txBody>
      </p:sp>
      <p:sp>
        <p:nvSpPr>
          <p:cNvPr id="8"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C7D48C0-AA79-46F3-BF6F-F82B468F2D98}" type="slidenum">
              <a:rPr kumimoji="0" lang="en-US" sz="1000" b="0" i="0" u="none" strike="noStrike" kern="1200" cap="none" spc="0" normalizeH="0" baseline="0" noProof="0" smtClean="0">
                <a:ln>
                  <a:noFill/>
                </a:ln>
                <a:solidFill>
                  <a:prstClr val="white"/>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white"/>
              </a:solidFill>
              <a:effectLst/>
              <a:uLnTx/>
              <a:uFillTx/>
              <a:latin typeface="Calibri Light"/>
              <a:ea typeface="+mn-ea"/>
              <a:cs typeface="+mn-cs"/>
            </a:endParaRPr>
          </a:p>
        </p:txBody>
      </p:sp>
      <p:sp>
        <p:nvSpPr>
          <p:cNvPr id="15" name="Text Placeholder 14">
            <a:extLst>
              <a:ext uri="{FF2B5EF4-FFF2-40B4-BE49-F238E27FC236}">
                <a16:creationId xmlns:a16="http://schemas.microsoft.com/office/drawing/2014/main" id="{9189733D-669C-998E-A18A-610913324455}"/>
              </a:ext>
            </a:extLst>
          </p:cNvPr>
          <p:cNvSpPr>
            <a:spLocks noGrp="1"/>
          </p:cNvSpPr>
          <p:nvPr>
            <p:ph type="body" sz="quarter" idx="12"/>
          </p:nvPr>
        </p:nvSpPr>
        <p:spPr>
          <a:xfrm>
            <a:off x="597567" y="1047967"/>
            <a:ext cx="11022003" cy="1926553"/>
          </a:xfrm>
          <a:prstGeom prst="rect">
            <a:avLst/>
          </a:prstGeom>
        </p:spPr>
        <p:txBody>
          <a:bodyPr/>
          <a:lstStyle>
            <a:lvl1pPr>
              <a:lnSpc>
                <a:spcPct val="150000"/>
              </a:lnSpc>
              <a:spcAft>
                <a:spcPts val="0"/>
              </a:spcAft>
              <a:defRPr sz="1400"/>
            </a:lvl1pPr>
            <a:lvl2pPr>
              <a:lnSpc>
                <a:spcPct val="150000"/>
              </a:lnSpc>
              <a:spcAft>
                <a:spcPts val="0"/>
              </a:spcAft>
              <a:defRPr sz="1400"/>
            </a:lvl2pPr>
            <a:lvl3pPr>
              <a:lnSpc>
                <a:spcPct val="150000"/>
              </a:lnSpc>
              <a:spcAft>
                <a:spcPts val="0"/>
              </a:spcAft>
              <a:defRPr sz="1400"/>
            </a:lvl3pPr>
            <a:lvl4pPr>
              <a:lnSpc>
                <a:spcPct val="150000"/>
              </a:lnSpc>
              <a:spcAft>
                <a:spcPts val="0"/>
              </a:spcAft>
              <a:defRPr sz="1400"/>
            </a:lvl4pPr>
            <a:lvl5pPr>
              <a:lnSpc>
                <a:spcPct val="150000"/>
              </a:lnSpc>
              <a:spcAft>
                <a:spcPts val="0"/>
              </a:spcAf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HK" dirty="0"/>
          </a:p>
        </p:txBody>
      </p:sp>
      <p:sp>
        <p:nvSpPr>
          <p:cNvPr id="6" name="Title 1">
            <a:extLst>
              <a:ext uri="{FF2B5EF4-FFF2-40B4-BE49-F238E27FC236}">
                <a16:creationId xmlns:a16="http://schemas.microsoft.com/office/drawing/2014/main" id="{0F1B1AD8-868A-8291-9E08-32877542770C}"/>
              </a:ext>
            </a:extLst>
          </p:cNvPr>
          <p:cNvSpPr>
            <a:spLocks noGrp="1"/>
          </p:cNvSpPr>
          <p:nvPr>
            <p:ph type="title"/>
          </p:nvPr>
        </p:nvSpPr>
        <p:spPr>
          <a:xfrm>
            <a:off x="533400" y="172835"/>
            <a:ext cx="11125200" cy="701731"/>
          </a:xfrm>
          <a:prstGeom prst="rect">
            <a:avLst/>
          </a:prstGeom>
        </p:spPr>
        <p:txBody>
          <a:bodyPr/>
          <a:lstStyle/>
          <a:p>
            <a:r>
              <a:rPr lang="en-US" dirty="0"/>
              <a:t>Click to edit Master title style</a:t>
            </a:r>
          </a:p>
        </p:txBody>
      </p:sp>
    </p:spTree>
    <p:extLst>
      <p:ext uri="{BB962C8B-B14F-4D97-AF65-F5344CB8AC3E}">
        <p14:creationId xmlns:p14="http://schemas.microsoft.com/office/powerpoint/2010/main" val="1791263071"/>
      </p:ext>
    </p:extLst>
  </p:cSld>
  <p:clrMapOvr>
    <a:masterClrMapping/>
  </p:clrMapOvr>
  <p:extLst>
    <p:ext uri="{DCECCB84-F9BA-43D5-87BE-67443E8EF086}">
      <p15:sldGuideLst xmlns:p15="http://schemas.microsoft.com/office/powerpoint/2012/main">
        <p15:guide id="5" pos="7344">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3_Two Content">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B3535D5E-C187-5151-8428-33D500D9E6D3}"/>
              </a:ext>
            </a:extLst>
          </p:cNvPr>
          <p:cNvSpPr>
            <a:spLocks noGrp="1"/>
          </p:cNvSpPr>
          <p:nvPr>
            <p:ph idx="1"/>
          </p:nvPr>
        </p:nvSpPr>
        <p:spPr>
          <a:xfrm>
            <a:off x="636291" y="2178050"/>
            <a:ext cx="5383509" cy="3978092"/>
          </a:xfrm>
          <a:prstGeom prst="rect">
            <a:avLst/>
          </a:prstGeom>
        </p:spPr>
        <p:txBody>
          <a:bodyPr/>
          <a:lstStyle>
            <a:lvl1pPr marL="227013" indent="-169863">
              <a:buFont typeface="Wingdings" panose="05000000000000000000" pitchFamily="2" charset="2"/>
              <a:buChar char="§"/>
              <a:defRPr sz="1400"/>
            </a:lvl1pPr>
            <a:lvl2pPr marL="574675" indent="-179388">
              <a:buFont typeface="Courier New" panose="02070309020205020404" pitchFamily="49" charset="0"/>
              <a:buChar char="o"/>
              <a:defRPr sz="1400"/>
            </a:lvl2pPr>
            <a:lvl3pPr marL="857250" indent="-169863">
              <a:buFont typeface="Calibri Light" panose="020F0302020204030204" pitchFamily="34" charset="0"/>
              <a:buChar char="-"/>
              <a:defRPr sz="1400"/>
            </a:lvl3pPr>
            <a:lvl4pPr marL="1084263" indent="-169863">
              <a:buFont typeface="Wingdings" panose="05000000000000000000" pitchFamily="2" charset="2"/>
              <a:buChar char="§"/>
              <a:defRPr sz="1300"/>
            </a:lvl4pPr>
            <a:lvl5pPr marL="1309688" indent="-168275">
              <a:defRPr sz="13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7">
            <a:extLst>
              <a:ext uri="{FF2B5EF4-FFF2-40B4-BE49-F238E27FC236}">
                <a16:creationId xmlns:a16="http://schemas.microsoft.com/office/drawing/2014/main" id="{CFA79139-24FB-960A-490F-1366A48A42E9}"/>
              </a:ext>
            </a:extLst>
          </p:cNvPr>
          <p:cNvSpPr/>
          <p:nvPr userDrawn="1"/>
        </p:nvSpPr>
        <p:spPr>
          <a:xfrm>
            <a:off x="0" y="6523038"/>
            <a:ext cx="12192000" cy="334962"/>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endParaRPr>
          </a:p>
        </p:txBody>
      </p:sp>
      <p:pic>
        <p:nvPicPr>
          <p:cNvPr id="6" name="Graphic 11">
            <a:extLst>
              <a:ext uri="{FF2B5EF4-FFF2-40B4-BE49-F238E27FC236}">
                <a16:creationId xmlns:a16="http://schemas.microsoft.com/office/drawing/2014/main" id="{7982BD61-AA01-9FD6-8387-B5AA4F136656}"/>
              </a:ext>
            </a:extLst>
          </p:cNvPr>
          <p:cNvPicPr>
            <a:picLocks noChangeAspect="1"/>
          </p:cNvPicPr>
          <p:nvPr userDrawn="1"/>
        </p:nvPicPr>
        <p:blipFill>
          <a:blip r:embed="rId2">
            <a:extLst>
              <a:ext uri="{28A0092B-C50C-407E-A947-70E740481C1C}">
                <a14:useLocalDpi xmlns:a14="http://schemas.microsoft.com/office/drawing/2010/main" val="0"/>
              </a:ext>
            </a:extLst>
          </a:blip>
          <a:srcRect l="8591" t="32054" r="4677" b="40437"/>
          <a:stretch>
            <a:fillRect/>
          </a:stretch>
        </p:blipFill>
        <p:spPr bwMode="auto">
          <a:xfrm>
            <a:off x="0" y="6523038"/>
            <a:ext cx="7837488"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301FDB3C-3C0D-4A67-AA7D-A13C54277859}"/>
              </a:ext>
            </a:extLst>
          </p:cNvPr>
          <p:cNvSpPr>
            <a:spLocks noGrp="1"/>
          </p:cNvSpPr>
          <p:nvPr>
            <p:ph type="title"/>
          </p:nvPr>
        </p:nvSpPr>
        <p:spPr/>
        <p:txBody>
          <a:bodyPr/>
          <a:lstStyle>
            <a:lvl1pPr>
              <a:defRPr>
                <a:latin typeface="Microsoft YaHei UI" panose="020B0503020204020204" pitchFamily="34" charset="-122"/>
                <a:ea typeface="Microsoft YaHei UI" panose="020B0503020204020204" pitchFamily="34" charset="-122"/>
              </a:defRPr>
            </a:lvl1pPr>
          </a:lstStyle>
          <a:p>
            <a:r>
              <a:rPr lang="en-US"/>
              <a:t>Click to edit Master title style</a:t>
            </a:r>
            <a:endParaRPr lang="en-US" dirty="0"/>
          </a:p>
        </p:txBody>
      </p:sp>
      <p:sp>
        <p:nvSpPr>
          <p:cNvPr id="12" name="Content Placeholder 2">
            <a:extLst>
              <a:ext uri="{FF2B5EF4-FFF2-40B4-BE49-F238E27FC236}">
                <a16:creationId xmlns:a16="http://schemas.microsoft.com/office/drawing/2014/main" id="{3D4CC140-3EF0-E1E8-8614-5E2D9B70BE32}"/>
              </a:ext>
            </a:extLst>
          </p:cNvPr>
          <p:cNvSpPr>
            <a:spLocks noGrp="1"/>
          </p:cNvSpPr>
          <p:nvPr>
            <p:ph idx="17"/>
          </p:nvPr>
        </p:nvSpPr>
        <p:spPr>
          <a:xfrm>
            <a:off x="6124998" y="2178050"/>
            <a:ext cx="5383509" cy="3978092"/>
          </a:xfrm>
          <a:prstGeom prst="rect">
            <a:avLst/>
          </a:prstGeom>
        </p:spPr>
        <p:txBody>
          <a:bodyPr/>
          <a:lstStyle>
            <a:lvl1pPr marL="227013" indent="-169863">
              <a:buFont typeface="Wingdings" panose="05000000000000000000" pitchFamily="2" charset="2"/>
              <a:buChar char="§"/>
              <a:defRPr sz="1400"/>
            </a:lvl1pPr>
            <a:lvl2pPr marL="574675" indent="-179388">
              <a:buFont typeface="Courier New" panose="02070309020205020404" pitchFamily="49" charset="0"/>
              <a:buChar char="o"/>
              <a:defRPr sz="1400"/>
            </a:lvl2pPr>
            <a:lvl3pPr marL="857250" indent="-169863">
              <a:buFont typeface="Calibri Light" panose="020F0302020204030204" pitchFamily="34" charset="0"/>
              <a:buChar char="-"/>
              <a:defRPr sz="1400"/>
            </a:lvl3pPr>
            <a:lvl4pPr marL="1084263" indent="-169863">
              <a:buFont typeface="Wingdings" panose="05000000000000000000" pitchFamily="2" charset="2"/>
              <a:buChar char="§"/>
              <a:defRPr sz="1300"/>
            </a:lvl4pPr>
            <a:lvl5pPr marL="1309688" indent="-168275">
              <a:defRPr sz="13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16">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825625"/>
            <a:ext cx="5384800"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en-US" dirty="0"/>
              <a:t>Click to edit Master text styles</a:t>
            </a:r>
          </a:p>
        </p:txBody>
      </p:sp>
      <p:sp>
        <p:nvSpPr>
          <p:cNvPr id="18" name="Text Placeholder 16">
            <a:extLst>
              <a:ext uri="{FF2B5EF4-FFF2-40B4-BE49-F238E27FC236}">
                <a16:creationId xmlns:a16="http://schemas.microsoft.com/office/drawing/2014/main" id="{CDAA384F-CE84-F69E-6C77-E26501E0D0FD}"/>
              </a:ext>
            </a:extLst>
          </p:cNvPr>
          <p:cNvSpPr>
            <a:spLocks noGrp="1"/>
          </p:cNvSpPr>
          <p:nvPr>
            <p:ph type="body" sz="quarter" idx="19"/>
          </p:nvPr>
        </p:nvSpPr>
        <p:spPr>
          <a:xfrm>
            <a:off x="6124998" y="1825625"/>
            <a:ext cx="53858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en-US" dirty="0"/>
              <a:t>Click to edit Master text styles</a:t>
            </a:r>
          </a:p>
        </p:txBody>
      </p:sp>
      <p:sp>
        <p:nvSpPr>
          <p:cNvPr id="7" name="Slide Number Placeholder 2">
            <a:extLst>
              <a:ext uri="{FF2B5EF4-FFF2-40B4-BE49-F238E27FC236}">
                <a16:creationId xmlns:a16="http://schemas.microsoft.com/office/drawing/2014/main" id="{ABCDC995-5202-CC38-DF42-32D919976704}"/>
              </a:ext>
            </a:extLst>
          </p:cNvPr>
          <p:cNvSpPr txBox="1">
            <a:spLocks/>
          </p:cNvSpPr>
          <p:nvPr userDrawn="1"/>
        </p:nvSpPr>
        <p:spPr>
          <a:xfrm>
            <a:off x="9296905" y="6557574"/>
            <a:ext cx="2743200" cy="276999"/>
          </a:xfrm>
          <a:prstGeom prst="rect">
            <a:avLst/>
          </a:prstGeom>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5pPr>
            <a:lvl6pPr marL="2286000" algn="l" defTabSz="914400" rtl="0" eaLnBrk="1" latinLnBrk="0" hangingPunct="1">
              <a:defRPr kern="1200">
                <a:solidFill>
                  <a:schemeClr val="tx1"/>
                </a:solidFill>
                <a:latin typeface="Calibri" panose="020F0502020204030204" pitchFamily="34" charset="0"/>
                <a:ea typeface="微軟正黑體" panose="020B0604030504040204" pitchFamily="34" charset="-120"/>
                <a:cs typeface="+mn-cs"/>
              </a:defRPr>
            </a:lvl6pPr>
            <a:lvl7pPr marL="2743200" algn="l" defTabSz="914400" rtl="0" eaLnBrk="1" latinLnBrk="0" hangingPunct="1">
              <a:defRPr kern="1200">
                <a:solidFill>
                  <a:schemeClr val="tx1"/>
                </a:solidFill>
                <a:latin typeface="Calibri" panose="020F0502020204030204" pitchFamily="34" charset="0"/>
                <a:ea typeface="微軟正黑體" panose="020B0604030504040204" pitchFamily="34" charset="-120"/>
                <a:cs typeface="+mn-cs"/>
              </a:defRPr>
            </a:lvl7pPr>
            <a:lvl8pPr marL="3200400" algn="l" defTabSz="914400" rtl="0" eaLnBrk="1" latinLnBrk="0" hangingPunct="1">
              <a:defRPr kern="1200">
                <a:solidFill>
                  <a:schemeClr val="tx1"/>
                </a:solidFill>
                <a:latin typeface="Calibri" panose="020F0502020204030204" pitchFamily="34" charset="0"/>
                <a:ea typeface="微軟正黑體" panose="020B0604030504040204" pitchFamily="34" charset="-120"/>
                <a:cs typeface="+mn-cs"/>
              </a:defRPr>
            </a:lvl8pPr>
            <a:lvl9pPr marL="3657600" algn="l" defTabSz="914400" rtl="0" eaLnBrk="1" latinLnBrk="0" hangingPunct="1">
              <a:defRPr kern="1200">
                <a:solidFill>
                  <a:schemeClr val="tx1"/>
                </a:solidFill>
                <a:latin typeface="Calibri" panose="020F0502020204030204" pitchFamily="34" charset="0"/>
                <a:ea typeface="微軟正黑體" panose="020B0604030504040204" pitchFamily="34" charset="-120"/>
                <a:cs typeface="+mn-cs"/>
              </a:defRPr>
            </a:lvl9pPr>
          </a:lstStyle>
          <a:p>
            <a:pPr algn="r" eaLnBrk="1" fontAlgn="auto" hangingPunct="1">
              <a:spcBef>
                <a:spcPts val="0"/>
              </a:spcBef>
              <a:spcAft>
                <a:spcPts val="0"/>
              </a:spcAft>
              <a:defRPr/>
            </a:pPr>
            <a:fld id="{CC7D48C0-AA79-46F3-BF6F-F82B468F2D98}" type="slidenum">
              <a:rPr lang="en-US" sz="1000" smtClean="0">
                <a:solidFill>
                  <a:prstClr val="white"/>
                </a:solidFill>
                <a:latin typeface="Calibri"/>
                <a:ea typeface="Microsoft JhengHei"/>
                <a:cs typeface="+mn-ea"/>
                <a:sym typeface="+mn-lt"/>
              </a:rPr>
              <a:pPr algn="r" eaLnBrk="1" fontAlgn="auto" hangingPunct="1">
                <a:spcBef>
                  <a:spcPts val="0"/>
                </a:spcBef>
                <a:spcAft>
                  <a:spcPts val="0"/>
                </a:spcAft>
                <a:defRPr/>
              </a:pPr>
              <a:t>‹#›</a:t>
            </a:fld>
            <a:endParaRPr lang="en-US" sz="1000" dirty="0">
              <a:solidFill>
                <a:prstClr val="white"/>
              </a:solidFill>
              <a:latin typeface="Calibri"/>
              <a:ea typeface="Microsoft JhengHei"/>
              <a:cs typeface="+mn-ea"/>
              <a:sym typeface="+mn-lt"/>
            </a:endParaRPr>
          </a:p>
        </p:txBody>
      </p:sp>
      <p:grpSp>
        <p:nvGrpSpPr>
          <p:cNvPr id="8" name="Group 7">
            <a:extLst>
              <a:ext uri="{FF2B5EF4-FFF2-40B4-BE49-F238E27FC236}">
                <a16:creationId xmlns:a16="http://schemas.microsoft.com/office/drawing/2014/main" id="{A9215A60-2CA0-F9AA-3532-974351BACB2A}"/>
              </a:ext>
            </a:extLst>
          </p:cNvPr>
          <p:cNvGrpSpPr/>
          <p:nvPr userDrawn="1"/>
        </p:nvGrpSpPr>
        <p:grpSpPr>
          <a:xfrm>
            <a:off x="9160590" y="6562572"/>
            <a:ext cx="2550106" cy="255578"/>
            <a:chOff x="9160590" y="6563831"/>
            <a:chExt cx="2550106" cy="255578"/>
          </a:xfrm>
        </p:grpSpPr>
        <p:pic>
          <p:nvPicPr>
            <p:cNvPr id="10" name="Picture 9" descr="Logo&#10;&#10;Description automatically generated">
              <a:extLst>
                <a:ext uri="{FF2B5EF4-FFF2-40B4-BE49-F238E27FC236}">
                  <a16:creationId xmlns:a16="http://schemas.microsoft.com/office/drawing/2014/main" id="{CD2B1FE0-1FDA-EE4B-F197-1687CD439EB8}"/>
                </a:ext>
              </a:extLst>
            </p:cNvPr>
            <p:cNvPicPr>
              <a:picLocks noChangeAspect="1"/>
            </p:cNvPicPr>
            <p:nvPr/>
          </p:nvPicPr>
          <p:blipFill rotWithShape="1">
            <a:blip r:embed="rId3" cstate="hqprint">
              <a:extLst>
                <a:ext uri="{28A0092B-C50C-407E-A947-70E740481C1C}">
                  <a14:useLocalDpi xmlns:a14="http://schemas.microsoft.com/office/drawing/2010/main" val="0"/>
                </a:ext>
              </a:extLst>
            </a:blip>
            <a:srcRect r="76699"/>
            <a:stretch/>
          </p:blipFill>
          <p:spPr>
            <a:xfrm>
              <a:off x="11468126" y="6563831"/>
              <a:ext cx="242570" cy="255578"/>
            </a:xfrm>
            <a:prstGeom prst="rect">
              <a:avLst/>
            </a:prstGeom>
          </p:spPr>
        </p:pic>
        <p:sp>
          <p:nvSpPr>
            <p:cNvPr id="13" name="Rectangle 19">
              <a:extLst>
                <a:ext uri="{FF2B5EF4-FFF2-40B4-BE49-F238E27FC236}">
                  <a16:creationId xmlns:a16="http://schemas.microsoft.com/office/drawing/2014/main" id="{4EFA0CAC-0B6A-FD16-6561-967C9304C482}"/>
                </a:ext>
              </a:extLst>
            </p:cNvPr>
            <p:cNvSpPr/>
            <p:nvPr/>
          </p:nvSpPr>
          <p:spPr>
            <a:xfrm>
              <a:off x="9160590" y="6614676"/>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30" normalizeH="0" baseline="0" noProof="0" dirty="0">
                  <a:ln>
                    <a:noFill/>
                  </a:ln>
                  <a:solidFill>
                    <a:prstClr val="white"/>
                  </a:solidFill>
                  <a:effectLst/>
                  <a:uLnTx/>
                  <a:uFillTx/>
                  <a:latin typeface="Calibri"/>
                  <a:ea typeface="Microsoft JhengHei"/>
                  <a:cs typeface="+mn-ea"/>
                  <a:sym typeface="+mn-lt"/>
                </a:rPr>
                <a:t>CSOP Asset Management Limited</a:t>
              </a:r>
              <a:endParaRPr kumimoji="0" lang="zh-CN" altLang="en-US" sz="1000" b="0" i="0" u="none" strike="noStrike" kern="1200" cap="none" spc="0" normalizeH="0" baseline="0" noProof="0" dirty="0">
                <a:ln>
                  <a:noFill/>
                </a:ln>
                <a:solidFill>
                  <a:prstClr val="white"/>
                </a:solidFill>
                <a:effectLst/>
                <a:uLnTx/>
                <a:uFillTx/>
                <a:latin typeface="Calibri"/>
                <a:ea typeface="Microsoft JhengHei"/>
                <a:cs typeface="+mn-ea"/>
                <a:sym typeface="+mn-lt"/>
              </a:endParaRPr>
            </a:p>
          </p:txBody>
        </p:sp>
      </p:grpSp>
      <p:sp>
        <p:nvSpPr>
          <p:cNvPr id="14" name="Text Placeholder 5">
            <a:extLst>
              <a:ext uri="{FF2B5EF4-FFF2-40B4-BE49-F238E27FC236}">
                <a16:creationId xmlns:a16="http://schemas.microsoft.com/office/drawing/2014/main" id="{28652A16-37BE-6639-1A0A-17AA9DC490A7}"/>
              </a:ext>
            </a:extLst>
          </p:cNvPr>
          <p:cNvSpPr>
            <a:spLocks noGrp="1"/>
          </p:cNvSpPr>
          <p:nvPr>
            <p:ph type="body" sz="quarter" idx="10"/>
          </p:nvPr>
        </p:nvSpPr>
        <p:spPr>
          <a:xfrm>
            <a:off x="635000" y="6184605"/>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Calibri"/>
                <a:ea typeface="Microsoft JhengHei"/>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Click to edit Master text styles</a:t>
            </a:r>
          </a:p>
        </p:txBody>
      </p:sp>
      <p:sp>
        <p:nvSpPr>
          <p:cNvPr id="15" name="Text Placeholder 5">
            <a:extLst>
              <a:ext uri="{FF2B5EF4-FFF2-40B4-BE49-F238E27FC236}">
                <a16:creationId xmlns:a16="http://schemas.microsoft.com/office/drawing/2014/main" id="{5F783FB2-C133-2E15-FE98-3293C8D1EE41}"/>
              </a:ext>
            </a:extLst>
          </p:cNvPr>
          <p:cNvSpPr>
            <a:spLocks noGrp="1"/>
          </p:cNvSpPr>
          <p:nvPr>
            <p:ph type="body" sz="quarter" idx="20"/>
          </p:nvPr>
        </p:nvSpPr>
        <p:spPr>
          <a:xfrm>
            <a:off x="6124997" y="6184604"/>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Calibri"/>
                <a:ea typeface="Microsoft JhengHei"/>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Click to edit Master text styles</a:t>
            </a:r>
          </a:p>
        </p:txBody>
      </p:sp>
      <p:sp>
        <p:nvSpPr>
          <p:cNvPr id="4" name="Content Placeholder 2">
            <a:extLst>
              <a:ext uri="{FF2B5EF4-FFF2-40B4-BE49-F238E27FC236}">
                <a16:creationId xmlns:a16="http://schemas.microsoft.com/office/drawing/2014/main" id="{C83CC5A7-702E-E438-206A-835C96B7C474}"/>
              </a:ext>
            </a:extLst>
          </p:cNvPr>
          <p:cNvSpPr>
            <a:spLocks noGrp="1"/>
          </p:cNvSpPr>
          <p:nvPr>
            <p:ph idx="13"/>
          </p:nvPr>
        </p:nvSpPr>
        <p:spPr>
          <a:xfrm>
            <a:off x="636291" y="1092507"/>
            <a:ext cx="10872216" cy="719171"/>
          </a:xfrm>
          <a:prstGeom prst="rect">
            <a:avLst/>
          </a:prstGeom>
        </p:spPr>
        <p:txBody>
          <a:bodyPr>
            <a:noAutofit/>
          </a:bodyPr>
          <a:lstStyle>
            <a:lvl1pPr marL="227013" indent="-169863">
              <a:lnSpc>
                <a:spcPct val="90000"/>
              </a:lnSpc>
              <a:spcBef>
                <a:spcPts val="0"/>
              </a:spcBef>
              <a:spcAft>
                <a:spcPts val="300"/>
              </a:spcAft>
              <a:buFont typeface="Wingdings" panose="05000000000000000000" pitchFamily="2" charset="2"/>
              <a:buChar char="§"/>
              <a:defRPr lang="en-US" sz="1400" kern="1200" dirty="0">
                <a:solidFill>
                  <a:srgbClr val="000000"/>
                </a:solidFill>
                <a:latin typeface="Microsoft YaHei UI" panose="020B0503020204020204" pitchFamily="34" charset="-122"/>
                <a:ea typeface="Microsoft YaHei UI" panose="020B0503020204020204" pitchFamily="34" charset="-122"/>
                <a:cs typeface="+mn-ea"/>
              </a:defRPr>
            </a:lvl1pPr>
            <a:lvl2pPr marL="574675" indent="-179388">
              <a:lnSpc>
                <a:spcPct val="90000"/>
              </a:lnSpc>
              <a:spcBef>
                <a:spcPts val="0"/>
              </a:spcBef>
              <a:spcAft>
                <a:spcPts val="300"/>
              </a:spcAft>
              <a:buFont typeface="Courier New" panose="02070309020205020404" pitchFamily="49" charset="0"/>
              <a:buChar char="o"/>
              <a:defRPr sz="1300">
                <a:solidFill>
                  <a:srgbClr val="000000"/>
                </a:solidFill>
                <a:latin typeface="Microsoft YaHei UI" panose="020B0503020204020204" pitchFamily="34" charset="-122"/>
                <a:ea typeface="Microsoft YaHei UI" panose="020B0503020204020204" pitchFamily="34" charset="-122"/>
              </a:defRPr>
            </a:lvl2pPr>
            <a:lvl3pPr marL="857250" indent="-168275">
              <a:lnSpc>
                <a:spcPct val="90000"/>
              </a:lnSpc>
              <a:spcBef>
                <a:spcPts val="0"/>
              </a:spcBef>
              <a:spcAft>
                <a:spcPts val="300"/>
              </a:spcAft>
              <a:buFont typeface="Calibri Light" panose="020F0302020204030204" pitchFamily="34" charset="0"/>
              <a:buChar char="-"/>
              <a:defRPr sz="1200">
                <a:solidFill>
                  <a:srgbClr val="000000"/>
                </a:solidFill>
                <a:latin typeface="Microsoft YaHei UI" panose="020B0503020204020204" pitchFamily="34" charset="-122"/>
                <a:ea typeface="Microsoft YaHei UI" panose="020B0503020204020204" pitchFamily="34" charset="-122"/>
              </a:defRPr>
            </a:lvl3pPr>
            <a:lvl4pPr>
              <a:defRPr sz="1300">
                <a:solidFill>
                  <a:srgbClr val="000000"/>
                </a:solidFill>
              </a:defRPr>
            </a:lvl4pPr>
            <a:lvl5pPr>
              <a:defRPr sz="1300">
                <a:solidFill>
                  <a:srgbClr val="000000"/>
                </a:solidFill>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54151160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_Title Slide">
    <p:bg>
      <p:bgPr>
        <a:solidFill>
          <a:schemeClr val="bg1"/>
        </a:solidFill>
        <a:effectLst/>
      </p:bgPr>
    </p:bg>
    <p:spTree>
      <p:nvGrpSpPr>
        <p:cNvPr id="1" name=""/>
        <p:cNvGrpSpPr/>
        <p:nvPr/>
      </p:nvGrpSpPr>
      <p:grpSpPr>
        <a:xfrm>
          <a:off x="0" y="0"/>
          <a:ext cx="0" cy="0"/>
          <a:chOff x="0" y="0"/>
          <a:chExt cx="0" cy="0"/>
        </a:xfrm>
      </p:grpSpPr>
      <p:sp>
        <p:nvSpPr>
          <p:cNvPr id="15" name="Slide Number Placeholder 5"/>
          <p:cNvSpPr>
            <a:spLocks noGrp="1"/>
          </p:cNvSpPr>
          <p:nvPr>
            <p:ph type="sldNum" sz="quarter" idx="12"/>
          </p:nvPr>
        </p:nvSpPr>
        <p:spPr>
          <a:xfrm>
            <a:off x="11339945" y="6185813"/>
            <a:ext cx="371833" cy="365125"/>
          </a:xfrm>
        </p:spPr>
        <p:txBody>
          <a:bodyPr/>
          <a:lstStyle>
            <a:lvl1pPr algn="ctr">
              <a:defRPr sz="800">
                <a:solidFill>
                  <a:schemeClr val="bg2">
                    <a:lumMod val="25000"/>
                  </a:schemeClr>
                </a:solidFill>
              </a:defRPr>
            </a:lvl1pPr>
          </a:lstStyle>
          <a:p>
            <a:fld id="{63490F10-EF7F-4B21-BC75-6E67116F5CF6}" type="slidenum">
              <a:rPr lang="en-US" smtClean="0"/>
              <a:pPr/>
              <a:t>‹#›</a:t>
            </a:fld>
            <a:endParaRPr lang="en-US"/>
          </a:p>
        </p:txBody>
      </p:sp>
      <p:pic>
        <p:nvPicPr>
          <p:cNvPr id="2" name="Picture 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49287" y="178191"/>
            <a:ext cx="1440000" cy="353533"/>
          </a:xfrm>
          <a:prstGeom prst="rect">
            <a:avLst/>
          </a:prstGeom>
        </p:spPr>
      </p:pic>
    </p:spTree>
    <p:extLst>
      <p:ext uri="{BB962C8B-B14F-4D97-AF65-F5344CB8AC3E}">
        <p14:creationId xmlns:p14="http://schemas.microsoft.com/office/powerpoint/2010/main" val="156583696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1_Two Content 2">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C22FC364-E2E9-1068-BDB0-43CBE425453B}"/>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6" name="Comment top 1">
            <a:extLst>
              <a:ext uri="{FF2B5EF4-FFF2-40B4-BE49-F238E27FC236}">
                <a16:creationId xmlns:a16="http://schemas.microsoft.com/office/drawing/2014/main" id="{C5FDF62F-462E-9E1E-2FF0-C559F44D5865}"/>
              </a:ext>
            </a:extLst>
          </p:cNvPr>
          <p:cNvSpPr>
            <a:spLocks noGrp="1"/>
          </p:cNvSpPr>
          <p:nvPr>
            <p:ph sz="quarter" idx="23"/>
          </p:nvPr>
        </p:nvSpPr>
        <p:spPr>
          <a:xfrm>
            <a:off x="640080" y="1097280"/>
            <a:ext cx="10872788" cy="694944"/>
          </a:xfrm>
          <a:noFill/>
        </p:spPr>
        <p:txBody>
          <a:bodyPr vert="horz" wrap="square" lIns="73152" tIns="0" rIns="91439" bIns="0" rtlCol="0" anchor="t" anchorCtr="0">
            <a:noAutofit/>
          </a:bodyPr>
          <a:lstStyle>
            <a:lvl1pPr>
              <a:spcBef>
                <a:spcPts val="400"/>
              </a:spcBef>
              <a:spcAft>
                <a:spcPts val="0"/>
              </a:spcAft>
              <a:defRPr lang="en-US" sz="1400" dirty="0">
                <a:solidFill>
                  <a:schemeClr val="tx2"/>
                </a:solidFill>
                <a:cs typeface="+mn-ea"/>
              </a:defRPr>
            </a:lvl1pPr>
            <a:lvl2pPr>
              <a:spcBef>
                <a:spcPts val="400"/>
              </a:spcBef>
              <a:spcAft>
                <a:spcPts val="0"/>
              </a:spcAft>
              <a:defRPr lang="en-US" sz="1300" dirty="0">
                <a:solidFill>
                  <a:schemeClr val="tx2"/>
                </a:solidFill>
                <a:latin typeface="Microsoft YaHei UI" panose="020B0503020204020204" pitchFamily="34" charset="-122"/>
                <a:ea typeface="Microsoft YaHei UI" panose="020B0503020204020204" pitchFamily="34" charset="-122"/>
              </a:defRPr>
            </a:lvl2pPr>
            <a:lvl3pPr>
              <a:spcBef>
                <a:spcPts val="400"/>
              </a:spcBef>
              <a:spcAft>
                <a:spcPts val="0"/>
              </a:spcAft>
              <a:defRPr lang="en-US" sz="1200" dirty="0">
                <a:solidFill>
                  <a:schemeClr val="tx2"/>
                </a:solidFill>
                <a:latin typeface="Microsoft YaHei UI" panose="020B0503020204020204" pitchFamily="34" charset="-122"/>
                <a:ea typeface="Microsoft YaHei UI" panose="020B0503020204020204" pitchFamily="34" charset="-122"/>
              </a:defRPr>
            </a:lvl3pPr>
            <a:lvl4pPr>
              <a:defRPr lang="en-US" smtClean="0">
                <a:solidFill>
                  <a:srgbClr val="000000"/>
                </a:solidFill>
              </a:defRPr>
            </a:lvl4pPr>
            <a:lvl5pPr>
              <a:defRPr lang="en-US">
                <a:solidFill>
                  <a:srgbClr val="000000"/>
                </a:solidFill>
              </a:defRPr>
            </a:lvl5pPr>
          </a:lstStyle>
          <a:p>
            <a:pPr marL="227013" lvl="0" indent="-169863">
              <a:lnSpc>
                <a:spcPct val="100000"/>
              </a:lnSpc>
              <a:spcBef>
                <a:spcPts val="0"/>
              </a:spcBef>
              <a:spcAft>
                <a:spcPts val="300"/>
              </a:spcAft>
              <a:buFont typeface="Wingdings" panose="05000000000000000000" pitchFamily="2" charset="2"/>
              <a:buChar char="§"/>
            </a:pPr>
            <a:r>
              <a:rPr lang="en-US"/>
              <a:t>Click to edit Master text styles</a:t>
            </a:r>
          </a:p>
          <a:p>
            <a:pPr marL="227013" lvl="1" indent="-169863">
              <a:lnSpc>
                <a:spcPct val="100000"/>
              </a:lnSpc>
              <a:spcBef>
                <a:spcPts val="0"/>
              </a:spcBef>
              <a:spcAft>
                <a:spcPts val="300"/>
              </a:spcAft>
              <a:buFont typeface="Wingdings" panose="05000000000000000000" pitchFamily="2" charset="2"/>
              <a:buChar char="§"/>
            </a:pPr>
            <a:r>
              <a:rPr lang="en-US"/>
              <a:t>Second level</a:t>
            </a:r>
          </a:p>
          <a:p>
            <a:pPr marL="227013" lvl="2" indent="-169863">
              <a:lnSpc>
                <a:spcPct val="100000"/>
              </a:lnSpc>
              <a:spcBef>
                <a:spcPts val="0"/>
              </a:spcBef>
              <a:spcAft>
                <a:spcPts val="300"/>
              </a:spcAft>
              <a:buFont typeface="Wingdings" panose="05000000000000000000" pitchFamily="2" charset="2"/>
              <a:buChar char="§"/>
            </a:pPr>
            <a:r>
              <a:rPr lang="en-US"/>
              <a:t>Third level</a:t>
            </a:r>
          </a:p>
        </p:txBody>
      </p:sp>
      <p:sp>
        <p:nvSpPr>
          <p:cNvPr id="9" name="Note 2">
            <a:extLst>
              <a:ext uri="{FF2B5EF4-FFF2-40B4-BE49-F238E27FC236}">
                <a16:creationId xmlns:a16="http://schemas.microsoft.com/office/drawing/2014/main" id="{FDF05ECA-3909-1D22-9C9F-11C8133C7426}"/>
              </a:ext>
            </a:extLst>
          </p:cNvPr>
          <p:cNvSpPr>
            <a:spLocks noGrp="1"/>
          </p:cNvSpPr>
          <p:nvPr>
            <p:ph type="body" sz="quarter" idx="20"/>
          </p:nvPr>
        </p:nvSpPr>
        <p:spPr>
          <a:xfrm>
            <a:off x="6124997" y="6184604"/>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Calibri"/>
                <a:ea typeface="Microsoft JhengHei"/>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Click to edit Master text styles</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5000" y="6184605"/>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Calibri"/>
                <a:ea typeface="Microsoft JhengHei"/>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Click to edit Master text styles</a:t>
            </a:r>
          </a:p>
        </p:txBody>
      </p:sp>
      <p:sp>
        <p:nvSpPr>
          <p:cNvPr id="5" name="Content 2">
            <a:extLst>
              <a:ext uri="{FF2B5EF4-FFF2-40B4-BE49-F238E27FC236}">
                <a16:creationId xmlns:a16="http://schemas.microsoft.com/office/drawing/2014/main" id="{995EADF6-FBEB-F510-F2F7-77A6CB266ABD}"/>
              </a:ext>
            </a:extLst>
          </p:cNvPr>
          <p:cNvSpPr>
            <a:spLocks noGrp="1"/>
          </p:cNvSpPr>
          <p:nvPr>
            <p:ph idx="21"/>
          </p:nvPr>
        </p:nvSpPr>
        <p:spPr>
          <a:xfrm>
            <a:off x="6124997" y="2212848"/>
            <a:ext cx="5383509" cy="3922776"/>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defRPr>
            </a:lvl1pPr>
            <a:lvl2pPr marL="574675" indent="-179388">
              <a:buFont typeface="Courier New" panose="02070309020205020404" pitchFamily="49" charset="0"/>
              <a:buChar char="o"/>
              <a:defRPr lang="en-US" sz="1300" dirty="0">
                <a:solidFill>
                  <a:schemeClr val="bg2">
                    <a:lumMod val="50000"/>
                  </a:schemeClr>
                </a:solidFill>
                <a:latin typeface="Microsoft YaHei UI" panose="020B0503020204020204" pitchFamily="34" charset="-122"/>
                <a:ea typeface="Microsoft YaHei UI" panose="020B0503020204020204"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Microsoft YaHei UI" panose="020B0503020204020204" pitchFamily="34" charset="-122"/>
                <a:ea typeface="Microsoft YaHei UI" panose="020B0503020204020204" pitchFamily="34" charset="-122"/>
              </a:defRPr>
            </a:lvl3pPr>
            <a:lvl4pPr marL="1084263" indent="-169863">
              <a:buFont typeface="Wingdings" panose="05000000000000000000" pitchFamily="2" charset="2"/>
              <a:buChar char="§"/>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4pPr>
            <a:lvl5pPr marL="1309688" indent="-168275">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en-US"/>
              <a:t>Click to edit Master text styles</a:t>
            </a:r>
          </a:p>
          <a:p>
            <a:pPr marL="227013" lvl="1" indent="-169863">
              <a:lnSpc>
                <a:spcPct val="100000"/>
              </a:lnSpc>
              <a:spcBef>
                <a:spcPts val="0"/>
              </a:spcBef>
              <a:spcAft>
                <a:spcPts val="300"/>
              </a:spcAft>
              <a:buFont typeface="Wingdings" panose="05000000000000000000" pitchFamily="2" charset="2"/>
              <a:buChar char="§"/>
            </a:pPr>
            <a:r>
              <a:rPr lang="en-US"/>
              <a:t>Second level</a:t>
            </a:r>
          </a:p>
          <a:p>
            <a:pPr marL="227013" lvl="2" indent="-169863">
              <a:lnSpc>
                <a:spcPct val="100000"/>
              </a:lnSpc>
              <a:spcBef>
                <a:spcPts val="0"/>
              </a:spcBef>
              <a:spcAft>
                <a:spcPts val="300"/>
              </a:spcAft>
              <a:buFont typeface="Wingdings" panose="05000000000000000000" pitchFamily="2" charset="2"/>
              <a:buChar char="§"/>
            </a:pPr>
            <a:r>
              <a:rPr lang="en-US"/>
              <a:t>Third level</a:t>
            </a:r>
          </a:p>
          <a:p>
            <a:pPr marL="227013" lvl="3" indent="-169863">
              <a:lnSpc>
                <a:spcPct val="100000"/>
              </a:lnSpc>
              <a:spcBef>
                <a:spcPts val="0"/>
              </a:spcBef>
              <a:spcAft>
                <a:spcPts val="300"/>
              </a:spcAft>
              <a:buFont typeface="Wingdings" panose="05000000000000000000" pitchFamily="2" charset="2"/>
              <a:buChar char="§"/>
            </a:pPr>
            <a:r>
              <a:rPr lang="en-US"/>
              <a:t>Fourth level</a:t>
            </a:r>
          </a:p>
          <a:p>
            <a:pPr marL="227013" lvl="4" indent="-169863">
              <a:lnSpc>
                <a:spcPct val="100000"/>
              </a:lnSpc>
              <a:spcBef>
                <a:spcPts val="0"/>
              </a:spcBef>
              <a:spcAft>
                <a:spcPts val="300"/>
              </a:spcAft>
              <a:buFont typeface="Wingdings" panose="05000000000000000000" pitchFamily="2" charset="2"/>
              <a:buChar char="§"/>
            </a:pPr>
            <a:r>
              <a:rPr lang="en-US"/>
              <a:t>Fifth level</a:t>
            </a:r>
            <a:endParaRPr lang="en-US" dirty="0"/>
          </a:p>
        </p:txBody>
      </p:sp>
      <p:sp>
        <p:nvSpPr>
          <p:cNvPr id="18" name="Content title 2">
            <a:extLst>
              <a:ext uri="{FF2B5EF4-FFF2-40B4-BE49-F238E27FC236}">
                <a16:creationId xmlns:a16="http://schemas.microsoft.com/office/drawing/2014/main" id="{CDAA384F-CE84-F69E-6C77-E26501E0D0FD}"/>
              </a:ext>
            </a:extLst>
          </p:cNvPr>
          <p:cNvSpPr>
            <a:spLocks noGrp="1"/>
          </p:cNvSpPr>
          <p:nvPr>
            <p:ph type="body" sz="quarter" idx="19"/>
          </p:nvPr>
        </p:nvSpPr>
        <p:spPr>
          <a:xfrm>
            <a:off x="6124998" y="1828800"/>
            <a:ext cx="53858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en-US"/>
              <a:t>Click to edit Master text styles</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1" y="2212848"/>
            <a:ext cx="5383509" cy="3922776"/>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defRPr>
            </a:lvl1pPr>
            <a:lvl2pPr marL="574675" indent="-179388">
              <a:buFont typeface="Courier New" panose="02070309020205020404" pitchFamily="49" charset="0"/>
              <a:buChar char="o"/>
              <a:defRPr lang="en-US" sz="1300" dirty="0">
                <a:solidFill>
                  <a:schemeClr val="bg2">
                    <a:lumMod val="50000"/>
                  </a:schemeClr>
                </a:solidFill>
                <a:latin typeface="Microsoft YaHei UI" panose="020B0503020204020204" pitchFamily="34" charset="-122"/>
                <a:ea typeface="Microsoft YaHei UI" panose="020B0503020204020204"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Microsoft YaHei UI" panose="020B0503020204020204" pitchFamily="34" charset="-122"/>
                <a:ea typeface="Microsoft YaHei UI" panose="020B0503020204020204" pitchFamily="34" charset="-122"/>
              </a:defRPr>
            </a:lvl3pPr>
            <a:lvl4pPr marL="1084263" indent="-169863">
              <a:buFont typeface="Wingdings" panose="05000000000000000000" pitchFamily="2" charset="2"/>
              <a:buChar char="§"/>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4pPr>
            <a:lvl5pPr marL="1309688" indent="-168275">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en-US"/>
              <a:t>Click to edit Master text styles</a:t>
            </a:r>
          </a:p>
          <a:p>
            <a:pPr marL="227013" lvl="1" indent="-169863">
              <a:lnSpc>
                <a:spcPct val="100000"/>
              </a:lnSpc>
              <a:spcBef>
                <a:spcPts val="0"/>
              </a:spcBef>
              <a:spcAft>
                <a:spcPts val="300"/>
              </a:spcAft>
              <a:buFont typeface="Wingdings" panose="05000000000000000000" pitchFamily="2" charset="2"/>
              <a:buChar char="§"/>
            </a:pPr>
            <a:r>
              <a:rPr lang="en-US"/>
              <a:t>Second level</a:t>
            </a:r>
          </a:p>
          <a:p>
            <a:pPr marL="227013" lvl="2" indent="-169863">
              <a:lnSpc>
                <a:spcPct val="100000"/>
              </a:lnSpc>
              <a:spcBef>
                <a:spcPts val="0"/>
              </a:spcBef>
              <a:spcAft>
                <a:spcPts val="300"/>
              </a:spcAft>
              <a:buFont typeface="Wingdings" panose="05000000000000000000" pitchFamily="2" charset="2"/>
              <a:buChar char="§"/>
            </a:pPr>
            <a:r>
              <a:rPr lang="en-US"/>
              <a:t>Third level</a:t>
            </a:r>
          </a:p>
          <a:p>
            <a:pPr marL="227013" lvl="3" indent="-169863">
              <a:lnSpc>
                <a:spcPct val="100000"/>
              </a:lnSpc>
              <a:spcBef>
                <a:spcPts val="0"/>
              </a:spcBef>
              <a:spcAft>
                <a:spcPts val="300"/>
              </a:spcAft>
              <a:buFont typeface="Wingdings" panose="05000000000000000000" pitchFamily="2" charset="2"/>
              <a:buChar char="§"/>
            </a:pPr>
            <a:r>
              <a:rPr lang="en-US"/>
              <a:t>Fourth level</a:t>
            </a:r>
          </a:p>
          <a:p>
            <a:pPr marL="227013" lvl="4" indent="-169863">
              <a:lnSpc>
                <a:spcPct val="100000"/>
              </a:lnSpc>
              <a:spcBef>
                <a:spcPts val="0"/>
              </a:spcBef>
              <a:spcAft>
                <a:spcPts val="300"/>
              </a:spcAft>
              <a:buFont typeface="Wingdings" panose="05000000000000000000" pitchFamily="2" charset="2"/>
              <a:buChar char="§"/>
            </a:pPr>
            <a:r>
              <a:rPr lang="en-US"/>
              <a:t>Fifth level</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828800"/>
            <a:ext cx="5384800"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en-US"/>
              <a:t>Click to edit Master text styles</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en-US"/>
              <a:t>Click to edit Master text styles</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en-US"/>
              <a:t>Click to edit Master title style</a:t>
            </a:r>
            <a:endParaRPr lang="en-US" altLang="zh-CN" dirty="0"/>
          </a:p>
        </p:txBody>
      </p:sp>
    </p:spTree>
    <p:extLst>
      <p:ext uri="{BB962C8B-B14F-4D97-AF65-F5344CB8AC3E}">
        <p14:creationId xmlns:p14="http://schemas.microsoft.com/office/powerpoint/2010/main" val="124437644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pic>
        <p:nvPicPr>
          <p:cNvPr id="6" name="Background 1" descr="Background pattern">
            <a:extLst>
              <a:ext uri="{FF2B5EF4-FFF2-40B4-BE49-F238E27FC236}">
                <a16:creationId xmlns:a16="http://schemas.microsoft.com/office/drawing/2014/main" id="{9A51FADC-D622-9BBF-AFB9-93FB30D670CD}"/>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pic>
        <p:nvPicPr>
          <p:cNvPr id="8" name="Background 1" descr="Background pattern&#10;&#10;Description automatically generated">
            <a:extLst>
              <a:ext uri="{FF2B5EF4-FFF2-40B4-BE49-F238E27FC236}">
                <a16:creationId xmlns:a16="http://schemas.microsoft.com/office/drawing/2014/main" id="{2834AC22-627B-7915-B0BE-5FDF84422094}"/>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pic>
        <p:nvPicPr>
          <p:cNvPr id="4" name="Logo 2" descr="Logo&#10;&#10;Description automatically generated">
            <a:extLst>
              <a:ext uri="{FF2B5EF4-FFF2-40B4-BE49-F238E27FC236}">
                <a16:creationId xmlns:a16="http://schemas.microsoft.com/office/drawing/2014/main" id="{0BBFBE46-AACB-F2A4-6AC2-6F27352241DD}"/>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59732" y="826532"/>
            <a:ext cx="3351948" cy="822933"/>
          </a:xfrm>
          <a:prstGeom prst="rect">
            <a:avLst/>
          </a:prstGeom>
        </p:spPr>
      </p:pic>
      <p:sp>
        <p:nvSpPr>
          <p:cNvPr id="2" name="Author">
            <a:extLst>
              <a:ext uri="{FF2B5EF4-FFF2-40B4-BE49-F238E27FC236}">
                <a16:creationId xmlns:a16="http://schemas.microsoft.com/office/drawing/2014/main" id="{CE9BBD52-7A6A-4531-DE0A-044C41F1DB34}"/>
              </a:ext>
            </a:extLst>
          </p:cNvPr>
          <p:cNvSpPr txBox="1"/>
          <p:nvPr/>
        </p:nvSpPr>
        <p:spPr>
          <a:xfrm>
            <a:off x="8401975" y="5962105"/>
            <a:ext cx="3862028" cy="646331"/>
          </a:xfrm>
          <a:prstGeom prst="rect">
            <a:avLst/>
          </a:prstGeom>
          <a:noFill/>
        </p:spPr>
        <p:txBody>
          <a:bodyPr wrap="square">
            <a:spAutoFit/>
          </a:bodyPr>
          <a:lstStyle/>
          <a:p>
            <a:pPr algn="l"/>
            <a:r>
              <a:rPr lang="en-US" altLang="zh-CN" sz="1200" b="1" i="0" u="none" strike="noStrike" baseline="0" dirty="0">
                <a:solidFill>
                  <a:schemeClr val="tx2"/>
                </a:solidFill>
                <a:latin typeface="Roboto-Bold"/>
              </a:rPr>
              <a:t>Shujin Chen, CFA | Chief Economist</a:t>
            </a:r>
          </a:p>
          <a:p>
            <a:pPr algn="l"/>
            <a:r>
              <a:rPr lang="en-US" altLang="zh-CN" sz="1200" b="0" i="0" u="none" strike="noStrike" baseline="0" dirty="0">
                <a:solidFill>
                  <a:schemeClr val="tx2"/>
                </a:solidFill>
                <a:latin typeface="Roboto-Regular"/>
              </a:rPr>
              <a:t>+852 3406 5580 | </a:t>
            </a:r>
            <a:r>
              <a:rPr lang="en-US" altLang="zh-CN" sz="1200" b="0" i="0" u="none" strike="noStrike" baseline="0" dirty="0">
                <a:solidFill>
                  <a:schemeClr val="tx2"/>
                </a:solidFill>
                <a:latin typeface="Roboto-Regular"/>
                <a:hlinkClick r:id="rId4">
                  <a:extLst>
                    <a:ext uri="{A12FA001-AC4F-418D-AE19-62706E023703}">
                      <ahyp:hlinkClr xmlns:ahyp="http://schemas.microsoft.com/office/drawing/2018/hyperlinkcolor" val="tx"/>
                    </a:ext>
                  </a:extLst>
                </a:hlinkClick>
              </a:rPr>
              <a:t>shujin.chen@csopasset.com</a:t>
            </a:r>
            <a:endParaRPr lang="en-US" altLang="zh-CN" sz="1200" b="0" i="0" u="none" strike="noStrike" baseline="0" dirty="0">
              <a:solidFill>
                <a:schemeClr val="tx2"/>
              </a:solidFill>
              <a:latin typeface="Roboto-Regular"/>
            </a:endParaRPr>
          </a:p>
          <a:p>
            <a:pPr algn="l"/>
            <a:endParaRPr lang="en-US" altLang="zh-CN" sz="1200" b="1" dirty="0">
              <a:solidFill>
                <a:schemeClr val="tx2"/>
              </a:solidFill>
              <a:latin typeface="Roboto-Regular"/>
            </a:endParaRPr>
          </a:p>
        </p:txBody>
      </p:sp>
      <p:sp>
        <p:nvSpPr>
          <p:cNvPr id="7" name="Subtitle 1">
            <a:extLst>
              <a:ext uri="{FF2B5EF4-FFF2-40B4-BE49-F238E27FC236}">
                <a16:creationId xmlns:a16="http://schemas.microsoft.com/office/drawing/2014/main" id="{1644BCC2-0331-60EC-8A73-BF349E05BC4B}"/>
              </a:ext>
            </a:extLst>
          </p:cNvPr>
          <p:cNvSpPr>
            <a:spLocks noGrp="1"/>
          </p:cNvSpPr>
          <p:nvPr>
            <p:ph type="body" sz="quarter" idx="10"/>
          </p:nvPr>
        </p:nvSpPr>
        <p:spPr>
          <a:xfrm>
            <a:off x="576262" y="6031468"/>
            <a:ext cx="7825713" cy="276999"/>
          </a:xfrm>
        </p:spPr>
        <p:txBody>
          <a:bodyPr/>
          <a:lstStyle>
            <a:lvl1pPr marL="0" indent="0">
              <a:buNone/>
              <a:defRPr lang="en-US" altLang="zh-CN" sz="2000" b="1" kern="1200" dirty="0" smtClean="0">
                <a:solidFill>
                  <a:schemeClr val="tx1">
                    <a:lumMod val="50000"/>
                    <a:lumOff val="50000"/>
                  </a:schemeClr>
                </a:solidFill>
                <a:latin typeface="+mj-lt"/>
                <a:ea typeface="+mn-ea"/>
                <a:cs typeface="+mn-cs"/>
              </a:defRPr>
            </a:lvl1pPr>
            <a:lvl2pPr>
              <a:buNone/>
              <a:defRPr lang="en-US" altLang="zh-CN" sz="2000" b="1" kern="1200" dirty="0" smtClean="0">
                <a:solidFill>
                  <a:schemeClr val="tx1">
                    <a:lumMod val="50000"/>
                    <a:lumOff val="50000"/>
                  </a:schemeClr>
                </a:solidFill>
                <a:latin typeface="+mj-lt"/>
                <a:ea typeface="+mn-ea"/>
                <a:cs typeface="+mn-cs"/>
              </a:defRPr>
            </a:lvl2pPr>
            <a:lvl3pPr>
              <a:buNone/>
              <a:defRPr lang="en-US" altLang="zh-CN" sz="2000" b="1" kern="1200" dirty="0" smtClean="0">
                <a:solidFill>
                  <a:schemeClr val="tx1">
                    <a:lumMod val="50000"/>
                    <a:lumOff val="50000"/>
                  </a:schemeClr>
                </a:solidFill>
                <a:latin typeface="+mj-lt"/>
                <a:ea typeface="+mn-ea"/>
                <a:cs typeface="+mn-cs"/>
              </a:defRPr>
            </a:lvl3pPr>
            <a:lvl4pPr>
              <a:buNone/>
              <a:defRPr lang="en-US" altLang="zh-CN" sz="2000" b="1" kern="1200" dirty="0" smtClean="0">
                <a:solidFill>
                  <a:schemeClr val="tx1">
                    <a:lumMod val="50000"/>
                    <a:lumOff val="50000"/>
                  </a:schemeClr>
                </a:solidFill>
                <a:latin typeface="+mj-lt"/>
                <a:ea typeface="+mn-ea"/>
                <a:cs typeface="+mn-cs"/>
              </a:defRPr>
            </a:lvl4pPr>
            <a:lvl5pPr>
              <a:buNone/>
              <a:defRPr lang="en-US" altLang="zh-CN" sz="2000" b="1" kern="1200" dirty="0">
                <a:solidFill>
                  <a:schemeClr val="tx1">
                    <a:lumMod val="50000"/>
                    <a:lumOff val="50000"/>
                  </a:schemeClr>
                </a:solidFill>
                <a:latin typeface="+mj-lt"/>
                <a:ea typeface="+mn-ea"/>
                <a:cs typeface="+mn-cs"/>
              </a:defRPr>
            </a:lvl5pPr>
          </a:lstStyle>
          <a:p>
            <a:pPr lvl="0"/>
            <a:r>
              <a:rPr lang="zh-CN" altLang="en-US"/>
              <a:t>单击此处编辑母版文本样式</a:t>
            </a:r>
          </a:p>
        </p:txBody>
      </p:sp>
      <p:sp>
        <p:nvSpPr>
          <p:cNvPr id="3" name="Title 1">
            <a:extLst>
              <a:ext uri="{FF2B5EF4-FFF2-40B4-BE49-F238E27FC236}">
                <a16:creationId xmlns:a16="http://schemas.microsoft.com/office/drawing/2014/main" id="{79261E46-9BDC-83CA-F038-A196CC781CAB}"/>
              </a:ext>
            </a:extLst>
          </p:cNvPr>
          <p:cNvSpPr>
            <a:spLocks noGrp="1"/>
          </p:cNvSpPr>
          <p:nvPr>
            <p:ph type="title"/>
          </p:nvPr>
        </p:nvSpPr>
        <p:spPr bwMode="auto">
          <a:xfrm>
            <a:off x="575602" y="3795264"/>
            <a:ext cx="782637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lvl1pPr marL="57150" indent="0">
              <a:defRPr sz="4000"/>
            </a:lvl1pPr>
          </a:lstStyle>
          <a:p>
            <a:pPr lvl="0"/>
            <a:r>
              <a:rPr lang="zh-CN" altLang="en-US"/>
              <a:t>单击此处编辑母版标题样式</a:t>
            </a:r>
            <a:endParaRPr lang="en-US" altLang="zh-CN" dirty="0"/>
          </a:p>
        </p:txBody>
      </p:sp>
      <p:sp>
        <p:nvSpPr>
          <p:cNvPr id="5" name="Subtitle 1">
            <a:extLst>
              <a:ext uri="{FF2B5EF4-FFF2-40B4-BE49-F238E27FC236}">
                <a16:creationId xmlns:a16="http://schemas.microsoft.com/office/drawing/2014/main" id="{726AD5A9-4401-316E-CB0A-21E7E2AD6004}"/>
              </a:ext>
            </a:extLst>
          </p:cNvPr>
          <p:cNvSpPr>
            <a:spLocks noGrp="1"/>
          </p:cNvSpPr>
          <p:nvPr>
            <p:ph type="body" sz="quarter" idx="11"/>
          </p:nvPr>
        </p:nvSpPr>
        <p:spPr>
          <a:xfrm>
            <a:off x="576262" y="4418625"/>
            <a:ext cx="7825713" cy="276999"/>
          </a:xfrm>
        </p:spPr>
        <p:txBody>
          <a:bodyPr rIns="0"/>
          <a:lstStyle>
            <a:lvl1pPr marL="0" indent="0">
              <a:buNone/>
              <a:defRPr lang="en-US" altLang="zh-CN" sz="2000" b="1" kern="1200" dirty="0" smtClean="0">
                <a:solidFill>
                  <a:schemeClr val="tx1">
                    <a:lumMod val="50000"/>
                    <a:lumOff val="50000"/>
                  </a:schemeClr>
                </a:solidFill>
                <a:latin typeface="+mj-lt"/>
                <a:ea typeface="+mn-ea"/>
                <a:cs typeface="+mn-cs"/>
              </a:defRPr>
            </a:lvl1pPr>
            <a:lvl2pPr>
              <a:buNone/>
              <a:defRPr lang="en-US" altLang="zh-CN" sz="2000" b="1" kern="1200" dirty="0" smtClean="0">
                <a:solidFill>
                  <a:schemeClr val="tx1">
                    <a:lumMod val="50000"/>
                    <a:lumOff val="50000"/>
                  </a:schemeClr>
                </a:solidFill>
                <a:latin typeface="+mj-lt"/>
                <a:ea typeface="+mn-ea"/>
                <a:cs typeface="+mn-cs"/>
              </a:defRPr>
            </a:lvl2pPr>
            <a:lvl3pPr>
              <a:buNone/>
              <a:defRPr lang="en-US" altLang="zh-CN" sz="2000" b="1" kern="1200" dirty="0" smtClean="0">
                <a:solidFill>
                  <a:schemeClr val="tx1">
                    <a:lumMod val="50000"/>
                    <a:lumOff val="50000"/>
                  </a:schemeClr>
                </a:solidFill>
                <a:latin typeface="+mj-lt"/>
                <a:ea typeface="+mn-ea"/>
                <a:cs typeface="+mn-cs"/>
              </a:defRPr>
            </a:lvl3pPr>
            <a:lvl4pPr>
              <a:buNone/>
              <a:defRPr lang="en-US" altLang="zh-CN" sz="2000" b="1" kern="1200" dirty="0" smtClean="0">
                <a:solidFill>
                  <a:schemeClr val="tx1">
                    <a:lumMod val="50000"/>
                    <a:lumOff val="50000"/>
                  </a:schemeClr>
                </a:solidFill>
                <a:latin typeface="+mj-lt"/>
                <a:ea typeface="+mn-ea"/>
                <a:cs typeface="+mn-cs"/>
              </a:defRPr>
            </a:lvl4pPr>
            <a:lvl5pPr>
              <a:buNone/>
              <a:defRPr lang="en-US" altLang="zh-CN" sz="2000" b="1" kern="1200" dirty="0">
                <a:solidFill>
                  <a:schemeClr val="tx1">
                    <a:lumMod val="50000"/>
                    <a:lumOff val="50000"/>
                  </a:schemeClr>
                </a:solidFill>
                <a:latin typeface="+mj-lt"/>
                <a:ea typeface="+mn-ea"/>
                <a:cs typeface="+mn-cs"/>
              </a:defRPr>
            </a:lvl5pPr>
          </a:lstStyle>
          <a:p>
            <a:pPr lvl="0"/>
            <a:r>
              <a:rPr lang="zh-CN" altLang="en-US"/>
              <a:t>单击此处编辑母版文本样式</a:t>
            </a:r>
          </a:p>
        </p:txBody>
      </p:sp>
      <p:pic>
        <p:nvPicPr>
          <p:cNvPr id="9" name="Logo 2" descr="Logo&#10;&#10;Description automatically generated">
            <a:extLst>
              <a:ext uri="{FF2B5EF4-FFF2-40B4-BE49-F238E27FC236}">
                <a16:creationId xmlns:a16="http://schemas.microsoft.com/office/drawing/2014/main" id="{89CB64E2-3A3E-F6A5-3D28-643B56AA6FC4}"/>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59732" y="826532"/>
            <a:ext cx="3351948" cy="822933"/>
          </a:xfrm>
          <a:prstGeom prst="rect">
            <a:avLst/>
          </a:prstGeom>
        </p:spPr>
      </p:pic>
    </p:spTree>
    <p:extLst>
      <p:ext uri="{BB962C8B-B14F-4D97-AF65-F5344CB8AC3E}">
        <p14:creationId xmlns:p14="http://schemas.microsoft.com/office/powerpoint/2010/main" val="103085860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6" name="Background 1" descr="Background pattern">
            <a:extLst>
              <a:ext uri="{FF2B5EF4-FFF2-40B4-BE49-F238E27FC236}">
                <a16:creationId xmlns:a16="http://schemas.microsoft.com/office/drawing/2014/main" id="{9A51FADC-D622-9BBF-AFB9-93FB30D670CD}"/>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pic>
        <p:nvPicPr>
          <p:cNvPr id="8" name="Background 1" descr="Background pattern&#10;&#10;Description automatically generated">
            <a:extLst>
              <a:ext uri="{FF2B5EF4-FFF2-40B4-BE49-F238E27FC236}">
                <a16:creationId xmlns:a16="http://schemas.microsoft.com/office/drawing/2014/main" id="{2834AC22-627B-7915-B0BE-5FDF84422094}"/>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pic>
        <p:nvPicPr>
          <p:cNvPr id="4" name="Logo 2" descr="Logo&#10;&#10;Description automatically generated">
            <a:extLst>
              <a:ext uri="{FF2B5EF4-FFF2-40B4-BE49-F238E27FC236}">
                <a16:creationId xmlns:a16="http://schemas.microsoft.com/office/drawing/2014/main" id="{0BBFBE46-AACB-F2A4-6AC2-6F27352241DD}"/>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59732" y="826532"/>
            <a:ext cx="3351948" cy="822933"/>
          </a:xfrm>
          <a:prstGeom prst="rect">
            <a:avLst/>
          </a:prstGeom>
        </p:spPr>
      </p:pic>
      <p:sp>
        <p:nvSpPr>
          <p:cNvPr id="2" name="Author">
            <a:extLst>
              <a:ext uri="{FF2B5EF4-FFF2-40B4-BE49-F238E27FC236}">
                <a16:creationId xmlns:a16="http://schemas.microsoft.com/office/drawing/2014/main" id="{CE9BBD52-7A6A-4531-DE0A-044C41F1DB34}"/>
              </a:ext>
            </a:extLst>
          </p:cNvPr>
          <p:cNvSpPr txBox="1"/>
          <p:nvPr/>
        </p:nvSpPr>
        <p:spPr>
          <a:xfrm>
            <a:off x="8401975" y="5962105"/>
            <a:ext cx="3862028" cy="646331"/>
          </a:xfrm>
          <a:prstGeom prst="rect">
            <a:avLst/>
          </a:prstGeom>
          <a:noFill/>
        </p:spPr>
        <p:txBody>
          <a:bodyPr wrap="square">
            <a:spAutoFit/>
          </a:bodyPr>
          <a:lstStyle/>
          <a:p>
            <a:pPr algn="l"/>
            <a:r>
              <a:rPr lang="zh-CN" altLang="en-US" sz="1200" b="1" i="0" u="none" strike="noStrike" baseline="0" dirty="0">
                <a:solidFill>
                  <a:schemeClr val="tx2"/>
                </a:solidFill>
                <a:latin typeface="+mj-ea"/>
                <a:ea typeface="+mj-ea"/>
              </a:rPr>
              <a:t>陈姝瑾</a:t>
            </a:r>
            <a:r>
              <a:rPr lang="en-US" altLang="zh-CN" sz="1200" b="1" i="0" u="none" strike="noStrike" baseline="0" dirty="0">
                <a:solidFill>
                  <a:schemeClr val="tx2"/>
                </a:solidFill>
                <a:latin typeface="+mj-ea"/>
                <a:ea typeface="+mj-ea"/>
              </a:rPr>
              <a:t>, CFA | </a:t>
            </a:r>
            <a:r>
              <a:rPr lang="zh-CN" altLang="en-US" sz="1200" b="1" i="0" u="none" strike="noStrike" baseline="0" dirty="0">
                <a:solidFill>
                  <a:schemeClr val="tx2"/>
                </a:solidFill>
                <a:latin typeface="+mj-ea"/>
                <a:ea typeface="+mj-ea"/>
              </a:rPr>
              <a:t>首席经济学家</a:t>
            </a:r>
            <a:endParaRPr lang="en-US" altLang="zh-CN" sz="1200" b="1" i="0" u="none" strike="noStrike" baseline="0" dirty="0">
              <a:solidFill>
                <a:schemeClr val="tx2"/>
              </a:solidFill>
              <a:latin typeface="+mj-ea"/>
              <a:ea typeface="+mj-ea"/>
            </a:endParaRPr>
          </a:p>
          <a:p>
            <a:pPr algn="l"/>
            <a:r>
              <a:rPr lang="en-US" altLang="zh-CN" sz="1200" b="0" i="0" u="none" strike="noStrike" baseline="0" dirty="0">
                <a:solidFill>
                  <a:schemeClr val="tx2"/>
                </a:solidFill>
                <a:latin typeface="+mj-ea"/>
                <a:ea typeface="+mj-ea"/>
              </a:rPr>
              <a:t>+852 3406 5580 | </a:t>
            </a:r>
            <a:r>
              <a:rPr lang="en-US" altLang="zh-CN" sz="1200" b="0" i="0" u="none" strike="noStrike" baseline="0" dirty="0">
                <a:solidFill>
                  <a:schemeClr val="tx2"/>
                </a:solidFill>
                <a:latin typeface="+mj-ea"/>
                <a:ea typeface="+mj-ea"/>
                <a:hlinkClick r:id="rId4">
                  <a:extLst>
                    <a:ext uri="{A12FA001-AC4F-418D-AE19-62706E023703}">
                      <ahyp:hlinkClr xmlns:ahyp="http://schemas.microsoft.com/office/drawing/2018/hyperlinkcolor" val="tx"/>
                    </a:ext>
                  </a:extLst>
                </a:hlinkClick>
              </a:rPr>
              <a:t>shujin.chen@csopasset.com</a:t>
            </a:r>
            <a:endParaRPr lang="en-US" altLang="zh-CN" sz="1200" b="0" i="0" u="none" strike="noStrike" baseline="0" dirty="0">
              <a:solidFill>
                <a:schemeClr val="tx2"/>
              </a:solidFill>
              <a:latin typeface="+mj-ea"/>
              <a:ea typeface="+mj-ea"/>
            </a:endParaRPr>
          </a:p>
          <a:p>
            <a:pPr algn="l"/>
            <a:endParaRPr lang="en-US" altLang="zh-CN" sz="1200" b="1" dirty="0">
              <a:solidFill>
                <a:schemeClr val="tx2"/>
              </a:solidFill>
              <a:latin typeface="+mj-ea"/>
              <a:ea typeface="+mj-ea"/>
            </a:endParaRPr>
          </a:p>
        </p:txBody>
      </p:sp>
      <p:sp>
        <p:nvSpPr>
          <p:cNvPr id="7" name="Subtitle 1">
            <a:extLst>
              <a:ext uri="{FF2B5EF4-FFF2-40B4-BE49-F238E27FC236}">
                <a16:creationId xmlns:a16="http://schemas.microsoft.com/office/drawing/2014/main" id="{1644BCC2-0331-60EC-8A73-BF349E05BC4B}"/>
              </a:ext>
            </a:extLst>
          </p:cNvPr>
          <p:cNvSpPr>
            <a:spLocks noGrp="1"/>
          </p:cNvSpPr>
          <p:nvPr>
            <p:ph type="body" sz="quarter" idx="10"/>
          </p:nvPr>
        </p:nvSpPr>
        <p:spPr>
          <a:xfrm>
            <a:off x="576262" y="6031468"/>
            <a:ext cx="7825713" cy="276999"/>
          </a:xfrm>
        </p:spPr>
        <p:txBody>
          <a:bodyPr/>
          <a:lstStyle>
            <a:lvl1pPr marL="0" indent="0">
              <a:buNone/>
              <a:defRPr lang="en-US" altLang="zh-CN" sz="2000" b="1" kern="1200" dirty="0" smtClean="0">
                <a:solidFill>
                  <a:schemeClr val="tx1">
                    <a:lumMod val="50000"/>
                    <a:lumOff val="50000"/>
                  </a:schemeClr>
                </a:solidFill>
                <a:latin typeface="+mj-lt"/>
                <a:ea typeface="+mn-ea"/>
                <a:cs typeface="+mn-cs"/>
              </a:defRPr>
            </a:lvl1pPr>
            <a:lvl2pPr>
              <a:buNone/>
              <a:defRPr lang="en-US" altLang="zh-CN" sz="2000" b="1" kern="1200" dirty="0" smtClean="0">
                <a:solidFill>
                  <a:schemeClr val="tx1">
                    <a:lumMod val="50000"/>
                    <a:lumOff val="50000"/>
                  </a:schemeClr>
                </a:solidFill>
                <a:latin typeface="+mj-lt"/>
                <a:ea typeface="+mn-ea"/>
                <a:cs typeface="+mn-cs"/>
              </a:defRPr>
            </a:lvl2pPr>
            <a:lvl3pPr>
              <a:buNone/>
              <a:defRPr lang="en-US" altLang="zh-CN" sz="2000" b="1" kern="1200" dirty="0" smtClean="0">
                <a:solidFill>
                  <a:schemeClr val="tx1">
                    <a:lumMod val="50000"/>
                    <a:lumOff val="50000"/>
                  </a:schemeClr>
                </a:solidFill>
                <a:latin typeface="+mj-lt"/>
                <a:ea typeface="+mn-ea"/>
                <a:cs typeface="+mn-cs"/>
              </a:defRPr>
            </a:lvl3pPr>
            <a:lvl4pPr>
              <a:buNone/>
              <a:defRPr lang="en-US" altLang="zh-CN" sz="2000" b="1" kern="1200" dirty="0" smtClean="0">
                <a:solidFill>
                  <a:schemeClr val="tx1">
                    <a:lumMod val="50000"/>
                    <a:lumOff val="50000"/>
                  </a:schemeClr>
                </a:solidFill>
                <a:latin typeface="+mj-lt"/>
                <a:ea typeface="+mn-ea"/>
                <a:cs typeface="+mn-cs"/>
              </a:defRPr>
            </a:lvl4pPr>
            <a:lvl5pPr>
              <a:buNone/>
              <a:defRPr lang="en-US" altLang="zh-CN" sz="2000" b="1" kern="1200" dirty="0">
                <a:solidFill>
                  <a:schemeClr val="tx1">
                    <a:lumMod val="50000"/>
                    <a:lumOff val="50000"/>
                  </a:schemeClr>
                </a:solidFill>
                <a:latin typeface="+mj-lt"/>
                <a:ea typeface="+mn-ea"/>
                <a:cs typeface="+mn-cs"/>
              </a:defRPr>
            </a:lvl5pPr>
          </a:lstStyle>
          <a:p>
            <a:pPr lvl="0"/>
            <a:r>
              <a:rPr lang="zh-CN" altLang="en-US"/>
              <a:t>单击此处编辑母版文本样式</a:t>
            </a:r>
          </a:p>
        </p:txBody>
      </p:sp>
      <p:sp>
        <p:nvSpPr>
          <p:cNvPr id="3" name="Title 1">
            <a:extLst>
              <a:ext uri="{FF2B5EF4-FFF2-40B4-BE49-F238E27FC236}">
                <a16:creationId xmlns:a16="http://schemas.microsoft.com/office/drawing/2014/main" id="{79261E46-9BDC-83CA-F038-A196CC781CAB}"/>
              </a:ext>
            </a:extLst>
          </p:cNvPr>
          <p:cNvSpPr>
            <a:spLocks noGrp="1"/>
          </p:cNvSpPr>
          <p:nvPr>
            <p:ph type="title"/>
          </p:nvPr>
        </p:nvSpPr>
        <p:spPr bwMode="auto">
          <a:xfrm>
            <a:off x="575602" y="3795264"/>
            <a:ext cx="782637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lvl1pPr marL="57150" indent="0">
              <a:defRPr sz="4000"/>
            </a:lvl1pPr>
          </a:lstStyle>
          <a:p>
            <a:pPr lvl="0"/>
            <a:r>
              <a:rPr lang="zh-CN" altLang="en-US"/>
              <a:t>单击此处编辑母版标题样式</a:t>
            </a:r>
            <a:endParaRPr lang="en-US" altLang="zh-CN" dirty="0"/>
          </a:p>
        </p:txBody>
      </p:sp>
      <p:sp>
        <p:nvSpPr>
          <p:cNvPr id="5" name="Subtitle 1">
            <a:extLst>
              <a:ext uri="{FF2B5EF4-FFF2-40B4-BE49-F238E27FC236}">
                <a16:creationId xmlns:a16="http://schemas.microsoft.com/office/drawing/2014/main" id="{726AD5A9-4401-316E-CB0A-21E7E2AD6004}"/>
              </a:ext>
            </a:extLst>
          </p:cNvPr>
          <p:cNvSpPr>
            <a:spLocks noGrp="1"/>
          </p:cNvSpPr>
          <p:nvPr>
            <p:ph type="body" sz="quarter" idx="11"/>
          </p:nvPr>
        </p:nvSpPr>
        <p:spPr>
          <a:xfrm>
            <a:off x="576262" y="4418625"/>
            <a:ext cx="7825713" cy="276999"/>
          </a:xfrm>
        </p:spPr>
        <p:txBody>
          <a:bodyPr rIns="0"/>
          <a:lstStyle>
            <a:lvl1pPr marL="0" indent="0">
              <a:buNone/>
              <a:defRPr lang="en-US" altLang="zh-CN" sz="2000" b="1" kern="1200" dirty="0" smtClean="0">
                <a:solidFill>
                  <a:schemeClr val="tx1">
                    <a:lumMod val="50000"/>
                    <a:lumOff val="50000"/>
                  </a:schemeClr>
                </a:solidFill>
                <a:latin typeface="+mj-lt"/>
                <a:ea typeface="+mn-ea"/>
                <a:cs typeface="+mn-cs"/>
              </a:defRPr>
            </a:lvl1pPr>
            <a:lvl2pPr>
              <a:buNone/>
              <a:defRPr lang="en-US" altLang="zh-CN" sz="2000" b="1" kern="1200" dirty="0" smtClean="0">
                <a:solidFill>
                  <a:schemeClr val="tx1">
                    <a:lumMod val="50000"/>
                    <a:lumOff val="50000"/>
                  </a:schemeClr>
                </a:solidFill>
                <a:latin typeface="+mj-lt"/>
                <a:ea typeface="+mn-ea"/>
                <a:cs typeface="+mn-cs"/>
              </a:defRPr>
            </a:lvl2pPr>
            <a:lvl3pPr>
              <a:buNone/>
              <a:defRPr lang="en-US" altLang="zh-CN" sz="2000" b="1" kern="1200" dirty="0" smtClean="0">
                <a:solidFill>
                  <a:schemeClr val="tx1">
                    <a:lumMod val="50000"/>
                    <a:lumOff val="50000"/>
                  </a:schemeClr>
                </a:solidFill>
                <a:latin typeface="+mj-lt"/>
                <a:ea typeface="+mn-ea"/>
                <a:cs typeface="+mn-cs"/>
              </a:defRPr>
            </a:lvl3pPr>
            <a:lvl4pPr>
              <a:buNone/>
              <a:defRPr lang="en-US" altLang="zh-CN" sz="2000" b="1" kern="1200" dirty="0" smtClean="0">
                <a:solidFill>
                  <a:schemeClr val="tx1">
                    <a:lumMod val="50000"/>
                    <a:lumOff val="50000"/>
                  </a:schemeClr>
                </a:solidFill>
                <a:latin typeface="+mj-lt"/>
                <a:ea typeface="+mn-ea"/>
                <a:cs typeface="+mn-cs"/>
              </a:defRPr>
            </a:lvl4pPr>
            <a:lvl5pPr>
              <a:buNone/>
              <a:defRPr lang="en-US" altLang="zh-CN" sz="2000" b="1" kern="1200" dirty="0">
                <a:solidFill>
                  <a:schemeClr val="tx1">
                    <a:lumMod val="50000"/>
                    <a:lumOff val="50000"/>
                  </a:schemeClr>
                </a:solidFill>
                <a:latin typeface="+mj-lt"/>
                <a:ea typeface="+mn-ea"/>
                <a:cs typeface="+mn-cs"/>
              </a:defRPr>
            </a:lvl5pPr>
          </a:lstStyle>
          <a:p>
            <a:pPr lvl="0"/>
            <a:r>
              <a:rPr lang="zh-CN" altLang="en-US"/>
              <a:t>单击此处编辑母版文本样式</a:t>
            </a:r>
          </a:p>
        </p:txBody>
      </p:sp>
      <p:pic>
        <p:nvPicPr>
          <p:cNvPr id="9" name="Logo 2" descr="Logo&#10;&#10;Description automatically generated">
            <a:extLst>
              <a:ext uri="{FF2B5EF4-FFF2-40B4-BE49-F238E27FC236}">
                <a16:creationId xmlns:a16="http://schemas.microsoft.com/office/drawing/2014/main" id="{89CB64E2-3A3E-F6A5-3D28-643B56AA6FC4}"/>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59732" y="826532"/>
            <a:ext cx="3351948" cy="822933"/>
          </a:xfrm>
          <a:prstGeom prst="rect">
            <a:avLst/>
          </a:prstGeom>
        </p:spPr>
      </p:pic>
    </p:spTree>
    <p:extLst>
      <p:ext uri="{BB962C8B-B14F-4D97-AF65-F5344CB8AC3E}">
        <p14:creationId xmlns:p14="http://schemas.microsoft.com/office/powerpoint/2010/main" val="220132384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8" name="Background 1" descr="Background pattern&#10;&#10;Description automatically generated">
            <a:extLst>
              <a:ext uri="{FF2B5EF4-FFF2-40B4-BE49-F238E27FC236}">
                <a16:creationId xmlns:a16="http://schemas.microsoft.com/office/drawing/2014/main" id="{2834AC22-627B-7915-B0BE-5FDF84422094}"/>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sp>
        <p:nvSpPr>
          <p:cNvPr id="5" name="椭圆 4">
            <a:extLst>
              <a:ext uri="{FF2B5EF4-FFF2-40B4-BE49-F238E27FC236}">
                <a16:creationId xmlns:a16="http://schemas.microsoft.com/office/drawing/2014/main" id="{4B4C0FBD-F8E3-3AD0-065C-22DD74AA9EBB}"/>
              </a:ext>
            </a:extLst>
          </p:cNvPr>
          <p:cNvSpPr/>
          <p:nvPr/>
        </p:nvSpPr>
        <p:spPr>
          <a:xfrm>
            <a:off x="4500484" y="1542194"/>
            <a:ext cx="3957855" cy="3957855"/>
          </a:xfrm>
          <a:prstGeom prst="ellipse">
            <a:avLst/>
          </a:prstGeom>
          <a:noFill/>
          <a:ln w="28575">
            <a:solidFill>
              <a:srgbClr val="1847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lt"/>
            </a:endParaRPr>
          </a:p>
        </p:txBody>
      </p:sp>
      <p:sp>
        <p:nvSpPr>
          <p:cNvPr id="6" name="矩形 21">
            <a:extLst>
              <a:ext uri="{FF2B5EF4-FFF2-40B4-BE49-F238E27FC236}">
                <a16:creationId xmlns:a16="http://schemas.microsoft.com/office/drawing/2014/main" id="{65534519-71A7-F66E-3E2E-A058186F8DAE}"/>
              </a:ext>
            </a:extLst>
          </p:cNvPr>
          <p:cNvSpPr/>
          <p:nvPr/>
        </p:nvSpPr>
        <p:spPr>
          <a:xfrm rot="13500000">
            <a:off x="3197913" y="2850072"/>
            <a:ext cx="1342093" cy="1342095"/>
          </a:xfrm>
          <a:prstGeom prst="rect">
            <a:avLst/>
          </a:prstGeom>
          <a:solidFill>
            <a:srgbClr val="18478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lt"/>
            </a:endParaRPr>
          </a:p>
        </p:txBody>
      </p:sp>
      <p:sp>
        <p:nvSpPr>
          <p:cNvPr id="12" name="Content Number">
            <a:extLst>
              <a:ext uri="{FF2B5EF4-FFF2-40B4-BE49-F238E27FC236}">
                <a16:creationId xmlns:a16="http://schemas.microsoft.com/office/drawing/2014/main" id="{C23AE91A-0086-0682-F6D0-90CD4168E783}"/>
              </a:ext>
            </a:extLst>
          </p:cNvPr>
          <p:cNvSpPr>
            <a:spLocks noGrp="1"/>
          </p:cNvSpPr>
          <p:nvPr>
            <p:ph type="body" sz="quarter" idx="10" hasCustomPrompt="1"/>
          </p:nvPr>
        </p:nvSpPr>
        <p:spPr>
          <a:xfrm>
            <a:off x="3403600" y="3121025"/>
            <a:ext cx="886619" cy="738664"/>
          </a:xfrm>
        </p:spPr>
        <p:txBody>
          <a:bodyPr/>
          <a:lstStyle>
            <a:lvl1pPr>
              <a:buNone/>
              <a:defRPr lang="en-US" sz="4800" kern="1200" dirty="0" smtClean="0">
                <a:solidFill>
                  <a:prstClr val="white"/>
                </a:solidFill>
                <a:latin typeface="微软雅黑" panose="020B0503020204020204" pitchFamily="34" charset="-122"/>
                <a:ea typeface="微软雅黑" panose="020B0503020204020204" pitchFamily="34" charset="-122"/>
                <a:cs typeface="+mn-cs"/>
              </a:defRPr>
            </a:lvl1pPr>
            <a:lvl2pPr>
              <a:defRPr lang="en-US" sz="4800" kern="1200" dirty="0" smtClean="0">
                <a:solidFill>
                  <a:prstClr val="white"/>
                </a:solidFill>
                <a:latin typeface="微软雅黑" panose="020B0503020204020204" pitchFamily="34" charset="-122"/>
                <a:ea typeface="微软雅黑" panose="020B0503020204020204" pitchFamily="34" charset="-122"/>
                <a:cs typeface="+mn-cs"/>
              </a:defRPr>
            </a:lvl2pPr>
            <a:lvl3pPr>
              <a:defRPr lang="en-US" sz="4800" kern="1200" dirty="0" smtClean="0">
                <a:solidFill>
                  <a:prstClr val="white"/>
                </a:solidFill>
                <a:latin typeface="微软雅黑" panose="020B0503020204020204" pitchFamily="34" charset="-122"/>
                <a:ea typeface="微软雅黑" panose="020B0503020204020204" pitchFamily="34" charset="-122"/>
                <a:cs typeface="+mn-cs"/>
              </a:defRPr>
            </a:lvl3pPr>
            <a:lvl4pPr>
              <a:defRPr lang="en-US" sz="4800" kern="1200" dirty="0" smtClean="0">
                <a:solidFill>
                  <a:prstClr val="white"/>
                </a:solidFill>
                <a:latin typeface="微软雅黑" panose="020B0503020204020204" pitchFamily="34" charset="-122"/>
                <a:ea typeface="微软雅黑" panose="020B0503020204020204" pitchFamily="34" charset="-122"/>
                <a:cs typeface="+mn-cs"/>
              </a:defRPr>
            </a:lvl4pPr>
            <a:lvl5pPr>
              <a:defRPr lang="en-US" sz="4800" kern="1200" dirty="0">
                <a:solidFill>
                  <a:prstClr val="white"/>
                </a:solidFill>
                <a:latin typeface="微软雅黑" panose="020B0503020204020204" pitchFamily="34" charset="-122"/>
                <a:ea typeface="微软雅黑" panose="020B0503020204020204" pitchFamily="34" charset="-122"/>
                <a:cs typeface="+mn-cs"/>
              </a:defRPr>
            </a:lvl5pPr>
          </a:lstStyle>
          <a:p>
            <a:pPr marL="228600" marR="0" lvl="0" indent="-228600" algn="l" defTabSz="914400" rtl="0" eaLnBrk="1" fontAlgn="auto" latinLnBrk="0" hangingPunct="1">
              <a:lnSpc>
                <a:spcPct val="100000"/>
              </a:lnSpc>
              <a:spcBef>
                <a:spcPts val="0"/>
              </a:spcBef>
              <a:spcAft>
                <a:spcPts val="0"/>
              </a:spcAft>
              <a:buClrTx/>
              <a:buSzTx/>
              <a:tabLst/>
            </a:pPr>
            <a:r>
              <a:rPr lang="en-US" dirty="0"/>
              <a:t>00</a:t>
            </a:r>
          </a:p>
        </p:txBody>
      </p:sp>
      <p:sp>
        <p:nvSpPr>
          <p:cNvPr id="2" name="Title 1">
            <a:extLst>
              <a:ext uri="{FF2B5EF4-FFF2-40B4-BE49-F238E27FC236}">
                <a16:creationId xmlns:a16="http://schemas.microsoft.com/office/drawing/2014/main" id="{CFF297B9-F1ED-9D3F-A1FA-0F7516E81C59}"/>
              </a:ext>
            </a:extLst>
          </p:cNvPr>
          <p:cNvSpPr>
            <a:spLocks noGrp="1"/>
          </p:cNvSpPr>
          <p:nvPr>
            <p:ph type="title"/>
          </p:nvPr>
        </p:nvSpPr>
        <p:spPr bwMode="auto">
          <a:xfrm>
            <a:off x="4773864" y="2611334"/>
            <a:ext cx="3574474"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lvl1pPr algn="ctr">
              <a:defRPr sz="38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a:t>单击此处编辑母版标题样式</a:t>
            </a:r>
            <a:endParaRPr lang="en-US" altLang="zh-CN" dirty="0"/>
          </a:p>
        </p:txBody>
      </p:sp>
      <p:pic>
        <p:nvPicPr>
          <p:cNvPr id="3" name="Background 1" descr="Background pattern&#10;&#10;Description automatically generated">
            <a:extLst>
              <a:ext uri="{FF2B5EF4-FFF2-40B4-BE49-F238E27FC236}">
                <a16:creationId xmlns:a16="http://schemas.microsoft.com/office/drawing/2014/main" id="{9DB71CEB-757B-73BB-89C8-3F48C43720F7}"/>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sp>
        <p:nvSpPr>
          <p:cNvPr id="4" name="椭圆 4">
            <a:extLst>
              <a:ext uri="{FF2B5EF4-FFF2-40B4-BE49-F238E27FC236}">
                <a16:creationId xmlns:a16="http://schemas.microsoft.com/office/drawing/2014/main" id="{75B2286C-A63D-6887-0278-220C7BD272A8}"/>
              </a:ext>
            </a:extLst>
          </p:cNvPr>
          <p:cNvSpPr/>
          <p:nvPr/>
        </p:nvSpPr>
        <p:spPr>
          <a:xfrm>
            <a:off x="4500484" y="1542194"/>
            <a:ext cx="3957855" cy="3957855"/>
          </a:xfrm>
          <a:prstGeom prst="ellipse">
            <a:avLst/>
          </a:prstGeom>
          <a:noFill/>
          <a:ln w="28575">
            <a:solidFill>
              <a:srgbClr val="1847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lt"/>
            </a:endParaRPr>
          </a:p>
        </p:txBody>
      </p:sp>
      <p:sp>
        <p:nvSpPr>
          <p:cNvPr id="7" name="矩形 21">
            <a:extLst>
              <a:ext uri="{FF2B5EF4-FFF2-40B4-BE49-F238E27FC236}">
                <a16:creationId xmlns:a16="http://schemas.microsoft.com/office/drawing/2014/main" id="{605ECE08-45EE-EA5D-7C23-48225775B129}"/>
              </a:ext>
            </a:extLst>
          </p:cNvPr>
          <p:cNvSpPr/>
          <p:nvPr/>
        </p:nvSpPr>
        <p:spPr>
          <a:xfrm rot="13500000">
            <a:off x="3197913" y="2850072"/>
            <a:ext cx="1342093" cy="1342095"/>
          </a:xfrm>
          <a:prstGeom prst="rect">
            <a:avLst/>
          </a:prstGeom>
          <a:solidFill>
            <a:srgbClr val="18478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lt"/>
            </a:endParaRPr>
          </a:p>
        </p:txBody>
      </p:sp>
    </p:spTree>
    <p:extLst>
      <p:ext uri="{BB962C8B-B14F-4D97-AF65-F5344CB8AC3E}">
        <p14:creationId xmlns:p14="http://schemas.microsoft.com/office/powerpoint/2010/main" val="310402162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One Content 1">
    <p:spTree>
      <p:nvGrpSpPr>
        <p:cNvPr id="1" name=""/>
        <p:cNvGrpSpPr/>
        <p:nvPr/>
      </p:nvGrpSpPr>
      <p:grpSpPr>
        <a:xfrm>
          <a:off x="0" y="0"/>
          <a:ext cx="0" cy="0"/>
          <a:chOff x="0" y="0"/>
          <a:chExt cx="0" cy="0"/>
        </a:xfrm>
      </p:grpSpPr>
      <p:sp>
        <p:nvSpPr>
          <p:cNvPr id="6" name="Comment top 1">
            <a:extLst>
              <a:ext uri="{FF2B5EF4-FFF2-40B4-BE49-F238E27FC236}">
                <a16:creationId xmlns:a16="http://schemas.microsoft.com/office/drawing/2014/main" id="{C5FDF62F-462E-9E1E-2FF0-C559F44D5865}"/>
              </a:ext>
            </a:extLst>
          </p:cNvPr>
          <p:cNvSpPr>
            <a:spLocks noGrp="1"/>
          </p:cNvSpPr>
          <p:nvPr>
            <p:ph sz="quarter" idx="23"/>
          </p:nvPr>
        </p:nvSpPr>
        <p:spPr>
          <a:xfrm>
            <a:off x="640080" y="1097280"/>
            <a:ext cx="10872788" cy="694944"/>
          </a:xfrm>
          <a:noFill/>
        </p:spPr>
        <p:txBody>
          <a:bodyPr vert="horz" wrap="square" lIns="73152" tIns="0" rIns="91439" bIns="0" rtlCol="0" anchor="t" anchorCtr="0">
            <a:noAutofit/>
          </a:bodyPr>
          <a:lstStyle>
            <a:lvl1pPr>
              <a:lnSpc>
                <a:spcPct val="100000"/>
              </a:lnSpc>
              <a:spcBef>
                <a:spcPts val="400"/>
              </a:spcBef>
              <a:spcAft>
                <a:spcPts val="0"/>
              </a:spcAft>
              <a:defRPr lang="en-US" sz="1400" smtClean="0">
                <a:solidFill>
                  <a:schemeClr val="tx2"/>
                </a:solidFill>
                <a:latin typeface="+mn-ea"/>
                <a:ea typeface="+mn-ea"/>
                <a:cs typeface="+mn-ea"/>
              </a:defRPr>
            </a:lvl1pPr>
            <a:lvl2pPr>
              <a:lnSpc>
                <a:spcPct val="100000"/>
              </a:lnSpc>
              <a:spcBef>
                <a:spcPts val="400"/>
              </a:spcBef>
              <a:spcAft>
                <a:spcPts val="0"/>
              </a:spcAft>
              <a:defRPr lang="en-US" sz="1300" smtClean="0">
                <a:solidFill>
                  <a:schemeClr val="tx2"/>
                </a:solidFill>
                <a:latin typeface="+mn-ea"/>
                <a:ea typeface="+mn-ea"/>
              </a:defRPr>
            </a:lvl2pPr>
            <a:lvl3pPr>
              <a:lnSpc>
                <a:spcPct val="100000"/>
              </a:lnSpc>
              <a:spcBef>
                <a:spcPts val="400"/>
              </a:spcBef>
              <a:spcAft>
                <a:spcPts val="0"/>
              </a:spcAft>
              <a:defRPr lang="en-US" sz="1200" smtClean="0">
                <a:solidFill>
                  <a:schemeClr val="tx2"/>
                </a:solidFill>
                <a:latin typeface="+mn-ea"/>
                <a:ea typeface="+mn-ea"/>
              </a:defRPr>
            </a:lvl3pPr>
            <a:lvl4pPr>
              <a:defRPr lang="en-US" smtClean="0">
                <a:solidFill>
                  <a:srgbClr val="000000"/>
                </a:solidFill>
              </a:defRPr>
            </a:lvl4pPr>
            <a:lvl5pPr>
              <a:defRPr lang="en-US">
                <a:solidFill>
                  <a:srgbClr val="000000"/>
                </a:solidFill>
              </a:defRPr>
            </a:lvl5pPr>
          </a:lstStyle>
          <a:p>
            <a:pPr marL="227013" lvl="0" indent="-169863">
              <a:spcBef>
                <a:spcPts val="0"/>
              </a:spcBef>
              <a:spcAft>
                <a:spcPts val="300"/>
              </a:spcAft>
              <a:buFont typeface="Wingdings" panose="05000000000000000000" pitchFamily="2" charset="2"/>
              <a:buChar char="§"/>
            </a:pPr>
            <a:r>
              <a:rPr lang="zh-CN" altLang="en-US"/>
              <a:t>单击此处编辑母版文本样式</a:t>
            </a:r>
          </a:p>
          <a:p>
            <a:pPr marL="227013" lvl="1" indent="-169863">
              <a:spcBef>
                <a:spcPts val="0"/>
              </a:spcBef>
              <a:spcAft>
                <a:spcPts val="300"/>
              </a:spcAft>
              <a:buFont typeface="Wingdings" panose="05000000000000000000" pitchFamily="2" charset="2"/>
              <a:buChar char="§"/>
            </a:pPr>
            <a:r>
              <a:rPr lang="zh-CN" altLang="en-US"/>
              <a:t>二级</a:t>
            </a:r>
          </a:p>
          <a:p>
            <a:pPr marL="227013" lvl="2" indent="-169863">
              <a:spcBef>
                <a:spcPts val="0"/>
              </a:spcBef>
              <a:spcAft>
                <a:spcPts val="300"/>
              </a:spcAft>
              <a:buFont typeface="Wingdings" panose="05000000000000000000" pitchFamily="2" charset="2"/>
              <a:buChar char="§"/>
            </a:pPr>
            <a:r>
              <a:rPr lang="zh-CN" altLang="en-US"/>
              <a:t>三级</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4999" y="6184605"/>
            <a:ext cx="10872216"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0" y="2212848"/>
            <a:ext cx="10872216" cy="3922776"/>
          </a:xfrm>
          <a:prstGeom prst="rect">
            <a:avLst/>
          </a:prstGeom>
          <a:noFill/>
        </p:spPr>
        <p:txBody>
          <a:bodyPr vert="horz" wrap="square" lIns="73152" tIns="0" rIns="91439" bIns="0" rtlCol="0" anchor="t" anchorCtr="0">
            <a:noAutofit/>
          </a:bodyPr>
          <a:lstStyle>
            <a:lvl1pPr marL="227013" indent="-169863">
              <a:lnSpc>
                <a:spcPct val="100000"/>
              </a:lnSpc>
              <a:spcBef>
                <a:spcPts val="0"/>
              </a:spcBef>
              <a:spcAft>
                <a:spcPts val="300"/>
              </a:spcAft>
              <a:buFont typeface="Wingdings" panose="05000000000000000000" pitchFamily="2" charset="2"/>
              <a:buChar char="§"/>
              <a:defRPr lang="en-US" sz="1400" dirty="0">
                <a:solidFill>
                  <a:schemeClr val="bg2">
                    <a:lumMod val="50000"/>
                  </a:schemeClr>
                </a:solidFill>
                <a:latin typeface="+mn-ea"/>
                <a:ea typeface="+mn-ea"/>
              </a:defRPr>
            </a:lvl1pPr>
            <a:lvl2pPr marL="574675" indent="-179388">
              <a:lnSpc>
                <a:spcPct val="100000"/>
              </a:lnSpc>
              <a:spcBef>
                <a:spcPts val="0"/>
              </a:spcBef>
              <a:spcAft>
                <a:spcPts val="300"/>
              </a:spcAft>
              <a:buFont typeface="Courier New" panose="02070309020205020404" pitchFamily="49" charset="0"/>
              <a:buChar char="o"/>
              <a:defRPr lang="en-US" sz="1300" dirty="0">
                <a:solidFill>
                  <a:schemeClr val="bg2">
                    <a:lumMod val="50000"/>
                  </a:schemeClr>
                </a:solidFill>
                <a:latin typeface="+mn-ea"/>
                <a:ea typeface="+mn-ea"/>
              </a:defRPr>
            </a:lvl2pPr>
            <a:lvl3pPr marL="857250" indent="-169863">
              <a:lnSpc>
                <a:spcPct val="100000"/>
              </a:lnSpc>
              <a:spcBef>
                <a:spcPts val="0"/>
              </a:spcBef>
              <a:spcAft>
                <a:spcPts val="300"/>
              </a:spcAft>
              <a:buFont typeface="Calibri Light" panose="020F0302020204030204" pitchFamily="34" charset="0"/>
              <a:buChar char="-"/>
              <a:defRPr lang="en-US" sz="1200" dirty="0">
                <a:solidFill>
                  <a:schemeClr val="bg2">
                    <a:lumMod val="50000"/>
                  </a:schemeClr>
                </a:solidFill>
                <a:latin typeface="+mn-ea"/>
                <a:ea typeface="+mn-ea"/>
              </a:defRPr>
            </a:lvl3pPr>
            <a:lvl4pPr marL="1084263" indent="-169863">
              <a:lnSpc>
                <a:spcPct val="100000"/>
              </a:lnSpc>
              <a:spcBef>
                <a:spcPts val="0"/>
              </a:spcBef>
              <a:spcAft>
                <a:spcPts val="300"/>
              </a:spcAft>
              <a:buFont typeface="Wingdings" panose="05000000000000000000" pitchFamily="2" charset="2"/>
              <a:buChar char="§"/>
              <a:defRPr lang="en-US" sz="1100" dirty="0">
                <a:solidFill>
                  <a:schemeClr val="bg2">
                    <a:lumMod val="50000"/>
                  </a:schemeClr>
                </a:solidFill>
                <a:latin typeface="+mn-ea"/>
                <a:ea typeface="+mn-ea"/>
              </a:defRPr>
            </a:lvl4pPr>
            <a:lvl5pPr marL="1309688" indent="-168275">
              <a:lnSpc>
                <a:spcPct val="100000"/>
              </a:lnSpc>
              <a:spcBef>
                <a:spcPts val="0"/>
              </a:spcBef>
              <a:spcAft>
                <a:spcPts val="300"/>
              </a:spcAft>
              <a:defRPr lang="en-US" sz="1100" dirty="0">
                <a:solidFill>
                  <a:schemeClr val="bg2">
                    <a:lumMod val="50000"/>
                  </a:schemeClr>
                </a:solidFill>
                <a:latin typeface="+mn-ea"/>
                <a:ea typeface="+mn-ea"/>
              </a:defRPr>
            </a:lvl5pPr>
          </a:lstStyle>
          <a:p>
            <a:pPr marL="227013" lvl="0" indent="-169863">
              <a:buFont typeface="Wingdings" panose="05000000000000000000" pitchFamily="2" charset="2"/>
              <a:buChar char="§"/>
            </a:pPr>
            <a:r>
              <a:rPr lang="zh-CN" altLang="en-US"/>
              <a:t>单击此处编辑母版文本样式</a:t>
            </a:r>
          </a:p>
          <a:p>
            <a:pPr marL="227013" lvl="1" indent="-169863">
              <a:buFont typeface="Wingdings" panose="05000000000000000000" pitchFamily="2" charset="2"/>
              <a:buChar char="§"/>
            </a:pPr>
            <a:r>
              <a:rPr lang="zh-CN" altLang="en-US"/>
              <a:t>二级</a:t>
            </a:r>
          </a:p>
          <a:p>
            <a:pPr marL="227013" lvl="2" indent="-169863">
              <a:buFont typeface="Wingdings" panose="05000000000000000000" pitchFamily="2" charset="2"/>
              <a:buChar char="§"/>
            </a:pPr>
            <a:r>
              <a:rPr lang="zh-CN" altLang="en-US"/>
              <a:t>三级</a:t>
            </a:r>
          </a:p>
          <a:p>
            <a:pPr marL="227013" lvl="3" indent="-169863">
              <a:buFont typeface="Wingdings" panose="05000000000000000000" pitchFamily="2" charset="2"/>
              <a:buChar char="§"/>
            </a:pPr>
            <a:r>
              <a:rPr lang="zh-CN" altLang="en-US"/>
              <a:t>四级</a:t>
            </a:r>
          </a:p>
          <a:p>
            <a:pPr marL="227013" lvl="4" indent="-169863">
              <a:buFont typeface="Wingdings" panose="05000000000000000000" pitchFamily="2" charset="2"/>
              <a:buChar char="§"/>
            </a:pPr>
            <a:r>
              <a:rPr lang="zh-CN" altLang="en-US"/>
              <a:t>五级</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828800"/>
            <a:ext cx="108722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37602235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One Content 2">
    <p:spTree>
      <p:nvGrpSpPr>
        <p:cNvPr id="1" name=""/>
        <p:cNvGrpSpPr/>
        <p:nvPr/>
      </p:nvGrpSpPr>
      <p:grpSpPr>
        <a:xfrm>
          <a:off x="0" y="0"/>
          <a:ext cx="0" cy="0"/>
          <a:chOff x="0" y="0"/>
          <a:chExt cx="0" cy="0"/>
        </a:xfrm>
      </p:grpSpPr>
      <p:sp>
        <p:nvSpPr>
          <p:cNvPr id="6" name="Comment top 1">
            <a:extLst>
              <a:ext uri="{FF2B5EF4-FFF2-40B4-BE49-F238E27FC236}">
                <a16:creationId xmlns:a16="http://schemas.microsoft.com/office/drawing/2014/main" id="{C5FDF62F-462E-9E1E-2FF0-C559F44D5865}"/>
              </a:ext>
            </a:extLst>
          </p:cNvPr>
          <p:cNvSpPr>
            <a:spLocks noGrp="1"/>
          </p:cNvSpPr>
          <p:nvPr>
            <p:ph sz="quarter" idx="23"/>
          </p:nvPr>
        </p:nvSpPr>
        <p:spPr>
          <a:xfrm>
            <a:off x="640080" y="1097280"/>
            <a:ext cx="10872788" cy="694944"/>
          </a:xfrm>
          <a:noFill/>
        </p:spPr>
        <p:txBody>
          <a:bodyPr vert="horz" wrap="square" lIns="73152" tIns="0" rIns="91439" bIns="0" rtlCol="0" anchor="t" anchorCtr="0">
            <a:noAutofit/>
          </a:bodyPr>
          <a:lstStyle>
            <a:lvl1pPr>
              <a:spcAft>
                <a:spcPts val="400"/>
              </a:spcAft>
              <a:defRPr lang="en-US" sz="1400" dirty="0">
                <a:solidFill>
                  <a:schemeClr val="tx2"/>
                </a:solidFill>
                <a:cs typeface="+mn-ea"/>
              </a:defRPr>
            </a:lvl1pPr>
            <a:lvl2pPr>
              <a:spcAft>
                <a:spcPts val="400"/>
              </a:spcAft>
              <a:defRPr lang="en-US" sz="1300" dirty="0">
                <a:solidFill>
                  <a:schemeClr val="tx2"/>
                </a:solidFill>
                <a:latin typeface="Microsoft YaHei UI" panose="020B0503020204020204" pitchFamily="34" charset="-122"/>
                <a:ea typeface="Microsoft YaHei UI" panose="020B0503020204020204" pitchFamily="34" charset="-122"/>
              </a:defRPr>
            </a:lvl2pPr>
            <a:lvl3pPr>
              <a:spcAft>
                <a:spcPts val="400"/>
              </a:spcAft>
              <a:defRPr lang="en-US" sz="1200" dirty="0">
                <a:solidFill>
                  <a:schemeClr val="tx2"/>
                </a:solidFill>
                <a:latin typeface="Microsoft YaHei UI" panose="020B0503020204020204" pitchFamily="34" charset="-122"/>
                <a:ea typeface="Microsoft YaHei UI" panose="020B0503020204020204" pitchFamily="34" charset="-122"/>
              </a:defRPr>
            </a:lvl3pPr>
            <a:lvl4pPr>
              <a:defRPr lang="en-US" smtClean="0">
                <a:solidFill>
                  <a:srgbClr val="000000"/>
                </a:solidFill>
              </a:defRPr>
            </a:lvl4pPr>
            <a:lvl5pPr>
              <a:defRPr lang="en-US">
                <a:solidFill>
                  <a:srgbClr val="000000"/>
                </a:solidFill>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4999" y="6184605"/>
            <a:ext cx="10872216" cy="274320"/>
          </a:xfrm>
          <a:prstGeom prst="rect">
            <a:avLst/>
          </a:prstGeom>
          <a:noFill/>
        </p:spPr>
        <p:txBody>
          <a:bodyPr vert="horz" wrap="square" lIns="0" tIns="0" rIns="91439" bIns="0" rtlCol="0" anchor="t" anchorCtr="0">
            <a:noAutofit/>
          </a:bodyPr>
          <a:lstStyle>
            <a:lvl1pPr>
              <a:lnSpc>
                <a:spcPts val="800"/>
              </a:lnSpc>
              <a:buNone/>
              <a:defRPr lang="en-US" sz="900" i="1">
                <a:solidFill>
                  <a:schemeClr val="tx1">
                    <a:lumMod val="50000"/>
                  </a:schemeClr>
                </a:solidFill>
                <a:latin typeface="+mn-ea"/>
                <a:ea typeface="+mn-ea"/>
                <a:cs typeface="+mn-ea"/>
              </a:defRPr>
            </a:lvl1pPr>
          </a:lstStyle>
          <a:p>
            <a:pPr marL="0" marR="0" lvl="0" indent="0" defTabSz="914400" fontAlgn="auto" latinLnBrk="0">
              <a:lnSpc>
                <a:spcPct val="100000"/>
              </a:lnSpc>
              <a:spcBef>
                <a:spcPts val="0"/>
              </a:spcBef>
              <a:spcAft>
                <a:spcPts val="0"/>
              </a:spcAft>
              <a:buClrTx/>
              <a:buSzTx/>
              <a:buFontTx/>
              <a:buNone/>
              <a:tabLst/>
            </a:pPr>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0" y="1837944"/>
            <a:ext cx="10872216" cy="4325112"/>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defRPr>
            </a:lvl1pPr>
            <a:lvl2pPr marL="574675" indent="-179388">
              <a:buFont typeface="Courier New" panose="02070309020205020404" pitchFamily="49" charset="0"/>
              <a:buChar char="o"/>
              <a:defRPr lang="en-US" sz="1300" dirty="0">
                <a:solidFill>
                  <a:schemeClr val="bg2">
                    <a:lumMod val="50000"/>
                  </a:schemeClr>
                </a:solidFill>
                <a:latin typeface="Microsoft YaHei UI" panose="020B0503020204020204" pitchFamily="34" charset="-122"/>
                <a:ea typeface="Microsoft YaHei UI" panose="020B0503020204020204"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Microsoft YaHei UI" panose="020B0503020204020204" pitchFamily="34" charset="-122"/>
                <a:ea typeface="Microsoft YaHei UI" panose="020B0503020204020204" pitchFamily="34" charset="-122"/>
              </a:defRPr>
            </a:lvl3pPr>
            <a:lvl4pPr marL="1084263" indent="-169863">
              <a:buFont typeface="Wingdings" panose="05000000000000000000" pitchFamily="2" charset="2"/>
              <a:buChar char="§"/>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4pPr>
            <a:lvl5pPr marL="1309688" indent="-168275">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lvl1pPr>
              <a:defRPr lang="en-US" dirty="0"/>
            </a:lvl1p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61529363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One Content 3">
    <p:spTree>
      <p:nvGrpSpPr>
        <p:cNvPr id="1" name=""/>
        <p:cNvGrpSpPr/>
        <p:nvPr/>
      </p:nvGrpSpPr>
      <p:grpSpPr>
        <a:xfrm>
          <a:off x="0" y="0"/>
          <a:ext cx="0" cy="0"/>
          <a:chOff x="0" y="0"/>
          <a:chExt cx="0" cy="0"/>
        </a:xfrm>
      </p:grpSpPr>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4999" y="6184605"/>
            <a:ext cx="10872216" cy="274320"/>
          </a:xfrm>
          <a:prstGeom prst="rect">
            <a:avLst/>
          </a:prstGeom>
        </p:spPr>
        <p:txBody>
          <a:bodyPr>
            <a:noAutofit/>
          </a:bodyPr>
          <a:lstStyle>
            <a:lvl1pPr>
              <a:lnSpc>
                <a:spcPts val="800"/>
              </a:lnSpc>
              <a:buNone/>
              <a:defRPr lang="en-US" sz="900" i="1" kern="1200" dirty="0">
                <a:solidFill>
                  <a:schemeClr val="tx1">
                    <a:lumMod val="50000"/>
                  </a:schemeClr>
                </a:solidFill>
                <a:latin typeface="Calibri"/>
                <a:ea typeface="Microsoft JhengHei"/>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40080" y="1097280"/>
            <a:ext cx="10872216" cy="5065776"/>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defRPr>
            </a:lvl1pPr>
            <a:lvl2pPr marL="574675" indent="-179388">
              <a:buFont typeface="Courier New" panose="02070309020205020404" pitchFamily="49" charset="0"/>
              <a:buChar char="o"/>
              <a:defRPr lang="en-US" sz="1300" dirty="0">
                <a:solidFill>
                  <a:schemeClr val="bg2">
                    <a:lumMod val="50000"/>
                  </a:schemeClr>
                </a:solidFill>
                <a:latin typeface="Microsoft YaHei UI" panose="020B0503020204020204" pitchFamily="34" charset="-122"/>
                <a:ea typeface="Microsoft YaHei UI" panose="020B0503020204020204"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Microsoft YaHei UI" panose="020B0503020204020204" pitchFamily="34" charset="-122"/>
                <a:ea typeface="Microsoft YaHei UI" panose="020B0503020204020204" pitchFamily="34" charset="-122"/>
              </a:defRPr>
            </a:lvl3pPr>
            <a:lvl4pPr marL="1084263" indent="-169863">
              <a:buFont typeface="Wingdings" panose="05000000000000000000" pitchFamily="2" charset="2"/>
              <a:buChar char="§"/>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4pPr>
            <a:lvl5pPr marL="1309688" indent="-168275">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259171263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wo Content 2">
    <p:spTree>
      <p:nvGrpSpPr>
        <p:cNvPr id="1" name=""/>
        <p:cNvGrpSpPr/>
        <p:nvPr/>
      </p:nvGrpSpPr>
      <p:grpSpPr>
        <a:xfrm>
          <a:off x="0" y="0"/>
          <a:ext cx="0" cy="0"/>
          <a:chOff x="0" y="0"/>
          <a:chExt cx="0" cy="0"/>
        </a:xfrm>
      </p:grpSpPr>
      <p:sp>
        <p:nvSpPr>
          <p:cNvPr id="9" name="Note 2">
            <a:extLst>
              <a:ext uri="{FF2B5EF4-FFF2-40B4-BE49-F238E27FC236}">
                <a16:creationId xmlns:a16="http://schemas.microsoft.com/office/drawing/2014/main" id="{FDF05ECA-3909-1D22-9C9F-11C8133C7426}"/>
              </a:ext>
            </a:extLst>
          </p:cNvPr>
          <p:cNvSpPr>
            <a:spLocks noGrp="1"/>
          </p:cNvSpPr>
          <p:nvPr>
            <p:ph type="body" sz="quarter" idx="20"/>
          </p:nvPr>
        </p:nvSpPr>
        <p:spPr>
          <a:xfrm>
            <a:off x="6124997" y="6184604"/>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5000" y="6184605"/>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5" name="Content 2">
            <a:extLst>
              <a:ext uri="{FF2B5EF4-FFF2-40B4-BE49-F238E27FC236}">
                <a16:creationId xmlns:a16="http://schemas.microsoft.com/office/drawing/2014/main" id="{995EADF6-FBEB-F510-F2F7-77A6CB266ABD}"/>
              </a:ext>
            </a:extLst>
          </p:cNvPr>
          <p:cNvSpPr>
            <a:spLocks noGrp="1"/>
          </p:cNvSpPr>
          <p:nvPr>
            <p:ph idx="21"/>
          </p:nvPr>
        </p:nvSpPr>
        <p:spPr>
          <a:xfrm>
            <a:off x="6124997" y="1472184"/>
            <a:ext cx="5383509" cy="4663440"/>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defRPr>
            </a:lvl1pPr>
            <a:lvl2pPr marL="574675" indent="-179388">
              <a:buFont typeface="Courier New" panose="02070309020205020404" pitchFamily="49" charset="0"/>
              <a:buChar char="o"/>
              <a:defRPr lang="en-US" sz="1300" dirty="0">
                <a:solidFill>
                  <a:schemeClr val="bg2">
                    <a:lumMod val="50000"/>
                  </a:schemeClr>
                </a:solidFill>
                <a:latin typeface="Microsoft YaHei UI" panose="020B0503020204020204" pitchFamily="34" charset="-122"/>
                <a:ea typeface="Microsoft YaHei UI" panose="020B0503020204020204"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Microsoft YaHei UI" panose="020B0503020204020204" pitchFamily="34" charset="-122"/>
                <a:ea typeface="Microsoft YaHei UI" panose="020B0503020204020204" pitchFamily="34" charset="-122"/>
              </a:defRPr>
            </a:lvl3pPr>
            <a:lvl4pPr marL="1084263" indent="-169863">
              <a:buFont typeface="Wingdings" panose="05000000000000000000" pitchFamily="2" charset="2"/>
              <a:buChar char="§"/>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4pPr>
            <a:lvl5pPr marL="1309688" indent="-168275">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8" name="Content title 2">
            <a:extLst>
              <a:ext uri="{FF2B5EF4-FFF2-40B4-BE49-F238E27FC236}">
                <a16:creationId xmlns:a16="http://schemas.microsoft.com/office/drawing/2014/main" id="{CDAA384F-CE84-F69E-6C77-E26501E0D0FD}"/>
              </a:ext>
            </a:extLst>
          </p:cNvPr>
          <p:cNvSpPr>
            <a:spLocks noGrp="1"/>
          </p:cNvSpPr>
          <p:nvPr>
            <p:ph type="body" sz="quarter" idx="19"/>
          </p:nvPr>
        </p:nvSpPr>
        <p:spPr>
          <a:xfrm>
            <a:off x="6124998" y="1067467"/>
            <a:ext cx="53858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1" y="1472184"/>
            <a:ext cx="5383509" cy="4663440"/>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defRPr>
            </a:lvl1pPr>
            <a:lvl2pPr marL="574675" indent="-179388">
              <a:buFont typeface="Courier New" panose="02070309020205020404" pitchFamily="49" charset="0"/>
              <a:buChar char="o"/>
              <a:defRPr lang="en-US" sz="1300" dirty="0">
                <a:solidFill>
                  <a:schemeClr val="bg2">
                    <a:lumMod val="50000"/>
                  </a:schemeClr>
                </a:solidFill>
                <a:latin typeface="Microsoft YaHei UI" panose="020B0503020204020204" pitchFamily="34" charset="-122"/>
                <a:ea typeface="Microsoft YaHei UI" panose="020B0503020204020204"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Microsoft YaHei UI" panose="020B0503020204020204" pitchFamily="34" charset="-122"/>
                <a:ea typeface="Microsoft YaHei UI" panose="020B0503020204020204" pitchFamily="34" charset="-122"/>
              </a:defRPr>
            </a:lvl3pPr>
            <a:lvl4pPr marL="1084263" indent="-169863">
              <a:buFont typeface="Wingdings" panose="05000000000000000000" pitchFamily="2" charset="2"/>
              <a:buChar char="§"/>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4pPr>
            <a:lvl5pPr marL="1309688" indent="-168275">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067467"/>
            <a:ext cx="5384800"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128926804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1_Two Content 2">
    <p:spTree>
      <p:nvGrpSpPr>
        <p:cNvPr id="1" name=""/>
        <p:cNvGrpSpPr/>
        <p:nvPr/>
      </p:nvGrpSpPr>
      <p:grpSpPr>
        <a:xfrm>
          <a:off x="0" y="0"/>
          <a:ext cx="0" cy="0"/>
          <a:chOff x="0" y="0"/>
          <a:chExt cx="0" cy="0"/>
        </a:xfrm>
      </p:grpSpPr>
      <p:sp>
        <p:nvSpPr>
          <p:cNvPr id="6" name="Comment top 1">
            <a:extLst>
              <a:ext uri="{FF2B5EF4-FFF2-40B4-BE49-F238E27FC236}">
                <a16:creationId xmlns:a16="http://schemas.microsoft.com/office/drawing/2014/main" id="{C5FDF62F-462E-9E1E-2FF0-C559F44D5865}"/>
              </a:ext>
            </a:extLst>
          </p:cNvPr>
          <p:cNvSpPr>
            <a:spLocks noGrp="1"/>
          </p:cNvSpPr>
          <p:nvPr>
            <p:ph sz="quarter" idx="23"/>
          </p:nvPr>
        </p:nvSpPr>
        <p:spPr>
          <a:xfrm>
            <a:off x="640080" y="1097280"/>
            <a:ext cx="10872788" cy="694944"/>
          </a:xfrm>
          <a:noFill/>
        </p:spPr>
        <p:txBody>
          <a:bodyPr vert="horz" wrap="square" lIns="73152" tIns="0" rIns="91439" bIns="0" rtlCol="0" anchor="t" anchorCtr="0">
            <a:noAutofit/>
          </a:bodyPr>
          <a:lstStyle>
            <a:lvl1pPr>
              <a:spcBef>
                <a:spcPts val="400"/>
              </a:spcBef>
              <a:spcAft>
                <a:spcPts val="0"/>
              </a:spcAft>
              <a:defRPr lang="en-US" sz="1400" dirty="0">
                <a:solidFill>
                  <a:schemeClr val="tx2"/>
                </a:solidFill>
                <a:latin typeface="微软雅黑 Light" panose="020B0502040204020203" pitchFamily="34" charset="-122"/>
                <a:ea typeface="微软雅黑 Light" panose="020B0502040204020203" pitchFamily="34" charset="-122"/>
                <a:cs typeface="+mn-ea"/>
              </a:defRPr>
            </a:lvl1pPr>
            <a:lvl2pPr>
              <a:spcBef>
                <a:spcPts val="400"/>
              </a:spcBef>
              <a:spcAft>
                <a:spcPts val="0"/>
              </a:spcAft>
              <a:defRPr lang="en-US" sz="1300" dirty="0">
                <a:solidFill>
                  <a:schemeClr val="tx2"/>
                </a:solidFill>
                <a:latin typeface="微软雅黑 Light" panose="020B0502040204020203" pitchFamily="34" charset="-122"/>
                <a:ea typeface="微软雅黑 Light" panose="020B0502040204020203" pitchFamily="34" charset="-122"/>
              </a:defRPr>
            </a:lvl2pPr>
            <a:lvl3pPr>
              <a:spcBef>
                <a:spcPts val="400"/>
              </a:spcBef>
              <a:spcAft>
                <a:spcPts val="0"/>
              </a:spcAft>
              <a:defRPr lang="en-US" sz="1200" dirty="0">
                <a:solidFill>
                  <a:schemeClr val="tx2"/>
                </a:solidFill>
                <a:latin typeface="微软雅黑 Light" panose="020B0502040204020203" pitchFamily="34" charset="-122"/>
                <a:ea typeface="微软雅黑 Light" panose="020B0502040204020203" pitchFamily="34" charset="-122"/>
              </a:defRPr>
            </a:lvl3pPr>
            <a:lvl4pPr>
              <a:defRPr lang="en-US" smtClean="0">
                <a:solidFill>
                  <a:srgbClr val="000000"/>
                </a:solidFill>
              </a:defRPr>
            </a:lvl4pPr>
            <a:lvl5pPr>
              <a:defRPr lang="en-US">
                <a:solidFill>
                  <a:srgbClr val="000000"/>
                </a:solidFill>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p:txBody>
      </p:sp>
      <p:sp>
        <p:nvSpPr>
          <p:cNvPr id="9" name="Note 2">
            <a:extLst>
              <a:ext uri="{FF2B5EF4-FFF2-40B4-BE49-F238E27FC236}">
                <a16:creationId xmlns:a16="http://schemas.microsoft.com/office/drawing/2014/main" id="{FDF05ECA-3909-1D22-9C9F-11C8133C7426}"/>
              </a:ext>
            </a:extLst>
          </p:cNvPr>
          <p:cNvSpPr>
            <a:spLocks noGrp="1"/>
          </p:cNvSpPr>
          <p:nvPr>
            <p:ph type="body" sz="quarter" idx="20"/>
          </p:nvPr>
        </p:nvSpPr>
        <p:spPr>
          <a:xfrm>
            <a:off x="6124997" y="6184604"/>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5000" y="6184605"/>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5" name="Content 2">
            <a:extLst>
              <a:ext uri="{FF2B5EF4-FFF2-40B4-BE49-F238E27FC236}">
                <a16:creationId xmlns:a16="http://schemas.microsoft.com/office/drawing/2014/main" id="{995EADF6-FBEB-F510-F2F7-77A6CB266ABD}"/>
              </a:ext>
            </a:extLst>
          </p:cNvPr>
          <p:cNvSpPr>
            <a:spLocks noGrp="1"/>
          </p:cNvSpPr>
          <p:nvPr>
            <p:ph idx="21"/>
          </p:nvPr>
        </p:nvSpPr>
        <p:spPr>
          <a:xfrm>
            <a:off x="6124997" y="2212848"/>
            <a:ext cx="5383509" cy="3922776"/>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微软雅黑 Light" panose="020B0502040204020203" pitchFamily="34" charset="-122"/>
                <a:ea typeface="微软雅黑 Light" panose="020B0502040204020203" pitchFamily="34" charset="-122"/>
              </a:defRPr>
            </a:lvl1pPr>
            <a:lvl2pPr marL="574675" indent="-179388">
              <a:buFont typeface="Courier New" panose="02070309020205020404" pitchFamily="49" charset="0"/>
              <a:buChar char="o"/>
              <a:defRPr lang="en-US" sz="1300" dirty="0">
                <a:solidFill>
                  <a:schemeClr val="bg2">
                    <a:lumMod val="50000"/>
                  </a:schemeClr>
                </a:solidFill>
                <a:latin typeface="微软雅黑 Light" panose="020B0502040204020203" pitchFamily="34" charset="-122"/>
                <a:ea typeface="微软雅黑 Light" panose="020B0502040204020203"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微软雅黑 Light" panose="020B0502040204020203" pitchFamily="34" charset="-122"/>
                <a:ea typeface="微软雅黑 Light" panose="020B0502040204020203" pitchFamily="34" charset="-122"/>
              </a:defRPr>
            </a:lvl3pPr>
            <a:lvl4pPr marL="1084263" indent="-169863">
              <a:buFont typeface="Wingdings" panose="05000000000000000000" pitchFamily="2" charset="2"/>
              <a:buChar char="§"/>
              <a:defRPr lang="en-US" sz="1100" dirty="0">
                <a:solidFill>
                  <a:schemeClr val="bg2">
                    <a:lumMod val="50000"/>
                  </a:schemeClr>
                </a:solidFill>
                <a:latin typeface="微软雅黑 Light" panose="020B0502040204020203" pitchFamily="34" charset="-122"/>
                <a:ea typeface="微软雅黑 Light" panose="020B0502040204020203" pitchFamily="34" charset="-122"/>
              </a:defRPr>
            </a:lvl4pPr>
            <a:lvl5pPr marL="1309688" indent="-168275">
              <a:defRPr lang="en-US" sz="1100" dirty="0">
                <a:solidFill>
                  <a:schemeClr val="bg2">
                    <a:lumMod val="50000"/>
                  </a:schemeClr>
                </a:solidFill>
                <a:latin typeface="微软雅黑 Light" panose="020B0502040204020203" pitchFamily="34" charset="-122"/>
                <a:ea typeface="微软雅黑 Light" panose="020B0502040204020203"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8" name="Content title 2">
            <a:extLst>
              <a:ext uri="{FF2B5EF4-FFF2-40B4-BE49-F238E27FC236}">
                <a16:creationId xmlns:a16="http://schemas.microsoft.com/office/drawing/2014/main" id="{CDAA384F-CE84-F69E-6C77-E26501E0D0FD}"/>
              </a:ext>
            </a:extLst>
          </p:cNvPr>
          <p:cNvSpPr>
            <a:spLocks noGrp="1"/>
          </p:cNvSpPr>
          <p:nvPr>
            <p:ph type="body" sz="quarter" idx="19"/>
          </p:nvPr>
        </p:nvSpPr>
        <p:spPr>
          <a:xfrm>
            <a:off x="6124998" y="1828800"/>
            <a:ext cx="53858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微软雅黑" panose="020B0503020204020204" pitchFamily="34" charset="-122"/>
                <a:ea typeface="微软雅黑"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1" y="2212848"/>
            <a:ext cx="5383509" cy="3922776"/>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微软雅黑 Light" panose="020B0502040204020203" pitchFamily="34" charset="-122"/>
                <a:ea typeface="微软雅黑 Light" panose="020B0502040204020203" pitchFamily="34" charset="-122"/>
              </a:defRPr>
            </a:lvl1pPr>
            <a:lvl2pPr marL="574675" indent="-179388">
              <a:buFont typeface="Courier New" panose="02070309020205020404" pitchFamily="49" charset="0"/>
              <a:buChar char="o"/>
              <a:defRPr lang="en-US" sz="1300" dirty="0">
                <a:solidFill>
                  <a:schemeClr val="bg2">
                    <a:lumMod val="50000"/>
                  </a:schemeClr>
                </a:solidFill>
                <a:latin typeface="微软雅黑 Light" panose="020B0502040204020203" pitchFamily="34" charset="-122"/>
                <a:ea typeface="微软雅黑 Light" panose="020B0502040204020203"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微软雅黑 Light" panose="020B0502040204020203" pitchFamily="34" charset="-122"/>
                <a:ea typeface="微软雅黑 Light" panose="020B0502040204020203" pitchFamily="34" charset="-122"/>
              </a:defRPr>
            </a:lvl3pPr>
            <a:lvl4pPr marL="1084263" indent="-169863">
              <a:buFont typeface="Wingdings" panose="05000000000000000000" pitchFamily="2" charset="2"/>
              <a:buChar char="§"/>
              <a:defRPr lang="en-US" sz="1100" dirty="0">
                <a:solidFill>
                  <a:schemeClr val="bg2">
                    <a:lumMod val="50000"/>
                  </a:schemeClr>
                </a:solidFill>
                <a:latin typeface="微软雅黑 Light" panose="020B0502040204020203" pitchFamily="34" charset="-122"/>
                <a:ea typeface="微软雅黑 Light" panose="020B0502040204020203" pitchFamily="34" charset="-122"/>
              </a:defRPr>
            </a:lvl4pPr>
            <a:lvl5pPr marL="1309688" indent="-168275">
              <a:defRPr lang="en-US" sz="1100" dirty="0">
                <a:solidFill>
                  <a:schemeClr val="bg2">
                    <a:lumMod val="50000"/>
                  </a:schemeClr>
                </a:solidFill>
                <a:latin typeface="微软雅黑 Light" panose="020B0502040204020203" pitchFamily="34" charset="-122"/>
                <a:ea typeface="微软雅黑 Light" panose="020B0502040204020203"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828800"/>
            <a:ext cx="5384800"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微软雅黑" panose="020B0503020204020204" pitchFamily="34" charset="-122"/>
                <a:ea typeface="微软雅黑"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lvl1pPr>
              <a:defRPr>
                <a:latin typeface="+mj-ea"/>
                <a:ea typeface="+mj-ea"/>
              </a:defRPr>
            </a:lvl1p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lvl1pPr>
              <a:defRPr>
                <a:latin typeface="微软雅黑" panose="020B0503020204020204" pitchFamily="34" charset="-122"/>
                <a:ea typeface="微软雅黑" panose="020B0503020204020204" pitchFamily="34" charset="-122"/>
              </a:defRPr>
            </a:lvl1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160052020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Four Content 1">
    <p:spTree>
      <p:nvGrpSpPr>
        <p:cNvPr id="1" name=""/>
        <p:cNvGrpSpPr/>
        <p:nvPr/>
      </p:nvGrpSpPr>
      <p:grpSpPr>
        <a:xfrm>
          <a:off x="0" y="0"/>
          <a:ext cx="0" cy="0"/>
          <a:chOff x="0" y="0"/>
          <a:chExt cx="0" cy="0"/>
        </a:xfrm>
      </p:grpSpPr>
      <p:sp>
        <p:nvSpPr>
          <p:cNvPr id="19" name="Content bottom title 2">
            <a:extLst>
              <a:ext uri="{FF2B5EF4-FFF2-40B4-BE49-F238E27FC236}">
                <a16:creationId xmlns:a16="http://schemas.microsoft.com/office/drawing/2014/main" id="{5593DC21-8537-5035-8A03-D9E60D3BE957}"/>
              </a:ext>
            </a:extLst>
          </p:cNvPr>
          <p:cNvSpPr>
            <a:spLocks noGrp="1"/>
          </p:cNvSpPr>
          <p:nvPr>
            <p:ph type="body" sz="quarter" idx="26"/>
          </p:nvPr>
        </p:nvSpPr>
        <p:spPr>
          <a:xfrm>
            <a:off x="6124575" y="3630612"/>
            <a:ext cx="5383213" cy="356616"/>
          </a:xfrm>
          <a:solidFill>
            <a:schemeClr val="bg1"/>
          </a:solidFill>
          <a:ln>
            <a:noFill/>
          </a:ln>
        </p:spPr>
        <p:style>
          <a:lnRef idx="0">
            <a:scrgbClr r="0" g="0" b="0"/>
          </a:lnRef>
          <a:fillRef idx="0">
            <a:scrgbClr r="0" g="0" b="0"/>
          </a:fillRef>
          <a:effectRef idx="0">
            <a:scrgbClr r="0" g="0" b="0"/>
          </a:effectRef>
          <a:fontRef idx="minor">
            <a:schemeClr val="lt1"/>
          </a:fontRef>
        </p:style>
        <p:txBody>
          <a:bodyPr vert="horz" wrap="square" lIns="73152" tIns="0" rIns="91439" bIns="0" rtlCol="0" anchor="ctr" anchorCtr="0">
            <a:noAutofit/>
          </a:bodyPr>
          <a:lstStyle>
            <a:lvl1pPr algn="ctr">
              <a:buNone/>
              <a:defRPr lang="en-US" b="1" dirty="0">
                <a:solidFill>
                  <a:srgbClr val="2660AD"/>
                </a:solidFill>
                <a:latin typeface="+mj-ea"/>
                <a:ea typeface="+mj-ea"/>
              </a:defRPr>
            </a:lvl1pPr>
          </a:lstStyle>
          <a:p>
            <a:pPr marL="0" lvl="0" indent="0" algn="ctr">
              <a:buNone/>
            </a:pPr>
            <a:r>
              <a:rPr lang="zh-CN" altLang="en-US"/>
              <a:t>单击此处编辑母版文本样式</a:t>
            </a:r>
          </a:p>
        </p:txBody>
      </p:sp>
      <p:sp>
        <p:nvSpPr>
          <p:cNvPr id="15" name="Content bottom title 1">
            <a:extLst>
              <a:ext uri="{FF2B5EF4-FFF2-40B4-BE49-F238E27FC236}">
                <a16:creationId xmlns:a16="http://schemas.microsoft.com/office/drawing/2014/main" id="{2B15D03E-8DA2-3439-43D6-7B9641CC8924}"/>
              </a:ext>
            </a:extLst>
          </p:cNvPr>
          <p:cNvSpPr>
            <a:spLocks noGrp="1"/>
          </p:cNvSpPr>
          <p:nvPr>
            <p:ph type="body" sz="quarter" idx="25"/>
          </p:nvPr>
        </p:nvSpPr>
        <p:spPr>
          <a:xfrm>
            <a:off x="635000" y="3630168"/>
            <a:ext cx="5383213" cy="356616"/>
          </a:xfrm>
          <a:solidFill>
            <a:schemeClr val="bg1"/>
          </a:solidFill>
          <a:ln>
            <a:noFill/>
          </a:ln>
        </p:spPr>
        <p:style>
          <a:lnRef idx="0">
            <a:scrgbClr r="0" g="0" b="0"/>
          </a:lnRef>
          <a:fillRef idx="0">
            <a:scrgbClr r="0" g="0" b="0"/>
          </a:fillRef>
          <a:effectRef idx="0">
            <a:scrgbClr r="0" g="0" b="0"/>
          </a:effectRef>
          <a:fontRef idx="minor">
            <a:schemeClr val="lt1"/>
          </a:fontRef>
        </p:style>
        <p:txBody>
          <a:bodyPr vert="horz" wrap="square" lIns="73152" tIns="0" rIns="91439" bIns="0" rtlCol="0" anchor="ctr" anchorCtr="0">
            <a:noAutofit/>
          </a:bodyPr>
          <a:lstStyle>
            <a:lvl1pPr algn="ctr">
              <a:defRPr lang="en-US" b="1" dirty="0">
                <a:solidFill>
                  <a:srgbClr val="2660AD"/>
                </a:solidFill>
                <a:latin typeface="+mj-ea"/>
                <a:ea typeface="+mj-ea"/>
              </a:defRPr>
            </a:lvl1pPr>
            <a:lvl2pPr>
              <a:defRPr lang="en-US" smtClean="0">
                <a:solidFill>
                  <a:schemeClr val="lt1"/>
                </a:solidFill>
              </a:defRPr>
            </a:lvl2pPr>
            <a:lvl3pPr>
              <a:defRPr lang="en-US" b="1" smtClean="0">
                <a:solidFill>
                  <a:schemeClr val="lt1"/>
                </a:solidFill>
              </a:defRPr>
            </a:lvl3pPr>
            <a:lvl4pPr>
              <a:defRPr lang="en-US" smtClean="0">
                <a:solidFill>
                  <a:schemeClr val="lt1"/>
                </a:solidFill>
              </a:defRPr>
            </a:lvl4pPr>
            <a:lvl5pPr>
              <a:defRPr lang="en-US">
                <a:solidFill>
                  <a:schemeClr val="lt1"/>
                </a:solidFill>
              </a:defRPr>
            </a:lvl5pPr>
          </a:lstStyle>
          <a:p>
            <a:pPr marL="0" lvl="0" indent="0" algn="ctr">
              <a:buNone/>
            </a:pPr>
            <a:r>
              <a:rPr lang="zh-CN" altLang="en-US"/>
              <a:t>单击此处编辑母版文本样式</a:t>
            </a:r>
          </a:p>
        </p:txBody>
      </p:sp>
      <p:sp>
        <p:nvSpPr>
          <p:cNvPr id="7" name="Content bottom 2">
            <a:extLst>
              <a:ext uri="{FF2B5EF4-FFF2-40B4-BE49-F238E27FC236}">
                <a16:creationId xmlns:a16="http://schemas.microsoft.com/office/drawing/2014/main" id="{C8030505-DE30-8F7B-F818-E338A5B1B1AB}"/>
              </a:ext>
            </a:extLst>
          </p:cNvPr>
          <p:cNvSpPr>
            <a:spLocks noGrp="1"/>
          </p:cNvSpPr>
          <p:nvPr>
            <p:ph sz="quarter" idx="24"/>
          </p:nvPr>
        </p:nvSpPr>
        <p:spPr>
          <a:xfrm>
            <a:off x="6124575" y="4032504"/>
            <a:ext cx="5383213" cy="2103120"/>
          </a:xfrm>
          <a:noFill/>
        </p:spPr>
        <p:txBody>
          <a:bodyPr vert="horz" wrap="square" lIns="73152" tIns="0" rIns="91439" bIns="0" rtlCol="0" anchor="t" anchorCtr="0">
            <a:noAutofit/>
          </a:bodyPr>
          <a:lstStyle>
            <a:lvl1pPr>
              <a:defRPr lang="en-US" sz="1400" dirty="0">
                <a:solidFill>
                  <a:schemeClr val="bg2">
                    <a:lumMod val="50000"/>
                  </a:schemeClr>
                </a:solidFill>
                <a:latin typeface="+mn-ea"/>
                <a:ea typeface="+mn-ea"/>
              </a:defRPr>
            </a:lvl1pPr>
            <a:lvl2pPr>
              <a:defRPr lang="en-US" sz="1300" dirty="0">
                <a:solidFill>
                  <a:schemeClr val="bg2">
                    <a:lumMod val="50000"/>
                  </a:schemeClr>
                </a:solidFill>
                <a:latin typeface="+mn-ea"/>
                <a:ea typeface="+mn-ea"/>
              </a:defRPr>
            </a:lvl2pPr>
            <a:lvl3pPr>
              <a:defRPr lang="en-US" sz="1200" dirty="0">
                <a:solidFill>
                  <a:schemeClr val="bg2">
                    <a:lumMod val="50000"/>
                  </a:schemeClr>
                </a:solidFill>
                <a:latin typeface="+mn-ea"/>
                <a:ea typeface="+mn-ea"/>
              </a:defRPr>
            </a:lvl3pPr>
            <a:lvl4pPr>
              <a:defRPr lang="en-US" sz="1100" dirty="0">
                <a:solidFill>
                  <a:schemeClr val="bg2">
                    <a:lumMod val="50000"/>
                  </a:schemeClr>
                </a:solidFill>
                <a:latin typeface="+mn-ea"/>
                <a:ea typeface="+mn-ea"/>
              </a:defRPr>
            </a:lvl4pPr>
            <a:lvl5pPr>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3" name="Content bottom 1">
            <a:extLst>
              <a:ext uri="{FF2B5EF4-FFF2-40B4-BE49-F238E27FC236}">
                <a16:creationId xmlns:a16="http://schemas.microsoft.com/office/drawing/2014/main" id="{721266B5-74C4-4F09-B810-21BE0A0EB15F}"/>
              </a:ext>
            </a:extLst>
          </p:cNvPr>
          <p:cNvSpPr>
            <a:spLocks noGrp="1"/>
          </p:cNvSpPr>
          <p:nvPr>
            <p:ph sz="quarter" idx="23"/>
          </p:nvPr>
        </p:nvSpPr>
        <p:spPr>
          <a:xfrm>
            <a:off x="635000" y="4038599"/>
            <a:ext cx="5383213" cy="2103120"/>
          </a:xfrm>
          <a:noFill/>
        </p:spPr>
        <p:txBody>
          <a:bodyPr vert="horz" wrap="square" lIns="73152" tIns="0" rIns="91439" bIns="0" rtlCol="0" anchor="t" anchorCtr="0">
            <a:noAutofit/>
          </a:bodyPr>
          <a:lstStyle>
            <a:lvl1pPr>
              <a:defRPr lang="en-US" sz="1400" dirty="0">
                <a:solidFill>
                  <a:schemeClr val="bg2">
                    <a:lumMod val="50000"/>
                  </a:schemeClr>
                </a:solidFill>
                <a:latin typeface="+mn-ea"/>
                <a:ea typeface="+mn-ea"/>
              </a:defRPr>
            </a:lvl1pPr>
            <a:lvl2pPr>
              <a:defRPr lang="en-US" sz="1300" dirty="0">
                <a:solidFill>
                  <a:schemeClr val="bg2">
                    <a:lumMod val="50000"/>
                  </a:schemeClr>
                </a:solidFill>
                <a:latin typeface="+mn-ea"/>
                <a:ea typeface="+mn-ea"/>
              </a:defRPr>
            </a:lvl2pPr>
            <a:lvl3pPr>
              <a:defRPr lang="en-US" sz="1200" dirty="0">
                <a:solidFill>
                  <a:schemeClr val="bg2">
                    <a:lumMod val="50000"/>
                  </a:schemeClr>
                </a:solidFill>
                <a:latin typeface="+mn-ea"/>
                <a:ea typeface="+mn-ea"/>
              </a:defRPr>
            </a:lvl3pPr>
            <a:lvl4pPr>
              <a:defRPr lang="en-US" sz="1100" dirty="0">
                <a:solidFill>
                  <a:schemeClr val="bg2">
                    <a:lumMod val="50000"/>
                  </a:schemeClr>
                </a:solidFill>
                <a:latin typeface="+mn-ea"/>
                <a:ea typeface="+mn-ea"/>
              </a:defRPr>
            </a:lvl4pPr>
            <a:lvl5pPr>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9" name="Note 2">
            <a:extLst>
              <a:ext uri="{FF2B5EF4-FFF2-40B4-BE49-F238E27FC236}">
                <a16:creationId xmlns:a16="http://schemas.microsoft.com/office/drawing/2014/main" id="{FDF05ECA-3909-1D22-9C9F-11C8133C7426}"/>
              </a:ext>
            </a:extLst>
          </p:cNvPr>
          <p:cNvSpPr>
            <a:spLocks noGrp="1"/>
          </p:cNvSpPr>
          <p:nvPr>
            <p:ph type="body" sz="quarter" idx="20"/>
          </p:nvPr>
        </p:nvSpPr>
        <p:spPr>
          <a:xfrm>
            <a:off x="6124997" y="6184604"/>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5000" y="6184605"/>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5" name="Content 2">
            <a:extLst>
              <a:ext uri="{FF2B5EF4-FFF2-40B4-BE49-F238E27FC236}">
                <a16:creationId xmlns:a16="http://schemas.microsoft.com/office/drawing/2014/main" id="{995EADF6-FBEB-F510-F2F7-77A6CB266ABD}"/>
              </a:ext>
            </a:extLst>
          </p:cNvPr>
          <p:cNvSpPr>
            <a:spLocks noGrp="1"/>
          </p:cNvSpPr>
          <p:nvPr>
            <p:ph idx="21"/>
          </p:nvPr>
        </p:nvSpPr>
        <p:spPr>
          <a:xfrm>
            <a:off x="6124997" y="1472184"/>
            <a:ext cx="5383509" cy="2103120"/>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mn-ea"/>
                <a:ea typeface="+mn-ea"/>
              </a:defRPr>
            </a:lvl1pPr>
            <a:lvl2pPr marL="574675" indent="-179388">
              <a:buFont typeface="Courier New" panose="02070309020205020404" pitchFamily="49" charset="0"/>
              <a:buChar char="o"/>
              <a:defRPr lang="en-US" sz="1300" dirty="0">
                <a:solidFill>
                  <a:schemeClr val="bg2">
                    <a:lumMod val="50000"/>
                  </a:schemeClr>
                </a:solidFill>
                <a:latin typeface="+mn-ea"/>
                <a:ea typeface="+mn-ea"/>
              </a:defRPr>
            </a:lvl2pPr>
            <a:lvl3pPr marL="857250" indent="-169863">
              <a:buFont typeface="Calibri Light" panose="020F0302020204030204" pitchFamily="34" charset="0"/>
              <a:buChar char="-"/>
              <a:defRPr lang="en-US" sz="1200" dirty="0">
                <a:solidFill>
                  <a:schemeClr val="bg2">
                    <a:lumMod val="50000"/>
                  </a:schemeClr>
                </a:solidFill>
                <a:latin typeface="+mn-ea"/>
                <a:ea typeface="+mn-ea"/>
              </a:defRPr>
            </a:lvl3pPr>
            <a:lvl4pPr marL="1084263" indent="-169863">
              <a:buFont typeface="Wingdings" panose="05000000000000000000" pitchFamily="2" charset="2"/>
              <a:buChar char="§"/>
              <a:defRPr lang="en-US" sz="1100" dirty="0">
                <a:solidFill>
                  <a:schemeClr val="bg2">
                    <a:lumMod val="50000"/>
                  </a:schemeClr>
                </a:solidFill>
                <a:latin typeface="+mn-ea"/>
                <a:ea typeface="+mn-ea"/>
              </a:defRPr>
            </a:lvl4pPr>
            <a:lvl5pPr marL="1309688" indent="-168275">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8" name="Content title 2">
            <a:extLst>
              <a:ext uri="{FF2B5EF4-FFF2-40B4-BE49-F238E27FC236}">
                <a16:creationId xmlns:a16="http://schemas.microsoft.com/office/drawing/2014/main" id="{CDAA384F-CE84-F69E-6C77-E26501E0D0FD}"/>
              </a:ext>
            </a:extLst>
          </p:cNvPr>
          <p:cNvSpPr>
            <a:spLocks noGrp="1"/>
          </p:cNvSpPr>
          <p:nvPr>
            <p:ph type="body" sz="quarter" idx="19"/>
          </p:nvPr>
        </p:nvSpPr>
        <p:spPr>
          <a:xfrm>
            <a:off x="6124998" y="1067467"/>
            <a:ext cx="53858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j-ea"/>
                <a:ea typeface="+mj-ea"/>
              </a:defRPr>
            </a:lvl1pPr>
            <a:lvl2pPr>
              <a:buNone/>
              <a:defRPr/>
            </a:lvl2pPr>
            <a:lvl3pPr marL="0" indent="0" algn="ctr">
              <a:buNone/>
              <a:defRPr b="1"/>
            </a:lvl3pPr>
          </a:lstStyle>
          <a:p>
            <a:pPr lvl="0"/>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1" y="1472184"/>
            <a:ext cx="5383509" cy="2103120"/>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mn-ea"/>
                <a:ea typeface="+mn-ea"/>
              </a:defRPr>
            </a:lvl1pPr>
            <a:lvl2pPr marL="574675" indent="-179388">
              <a:buFont typeface="Courier New" panose="02070309020205020404" pitchFamily="49" charset="0"/>
              <a:buChar char="o"/>
              <a:defRPr lang="en-US" sz="1300" dirty="0">
                <a:solidFill>
                  <a:schemeClr val="bg2">
                    <a:lumMod val="50000"/>
                  </a:schemeClr>
                </a:solidFill>
                <a:latin typeface="+mn-ea"/>
                <a:ea typeface="+mn-ea"/>
              </a:defRPr>
            </a:lvl2pPr>
            <a:lvl3pPr marL="857250" indent="-169863">
              <a:buFont typeface="Calibri Light" panose="020F0302020204030204" pitchFamily="34" charset="0"/>
              <a:buChar char="-"/>
              <a:defRPr lang="en-US" sz="1200" dirty="0">
                <a:solidFill>
                  <a:schemeClr val="bg2">
                    <a:lumMod val="50000"/>
                  </a:schemeClr>
                </a:solidFill>
                <a:latin typeface="+mn-ea"/>
                <a:ea typeface="+mn-ea"/>
              </a:defRPr>
            </a:lvl3pPr>
            <a:lvl4pPr marL="1084263" indent="-169863">
              <a:buFont typeface="Wingdings" panose="05000000000000000000" pitchFamily="2" charset="2"/>
              <a:buChar char="§"/>
              <a:defRPr lang="en-US" sz="1100" dirty="0">
                <a:solidFill>
                  <a:schemeClr val="bg2">
                    <a:lumMod val="50000"/>
                  </a:schemeClr>
                </a:solidFill>
                <a:latin typeface="+mn-ea"/>
                <a:ea typeface="+mn-ea"/>
              </a:defRPr>
            </a:lvl4pPr>
            <a:lvl5pPr marL="1309688" indent="-168275">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067467"/>
            <a:ext cx="5384800"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j-ea"/>
                <a:ea typeface="+mj-ea"/>
              </a:defRPr>
            </a:lvl1pPr>
            <a:lvl2pPr>
              <a:buNone/>
              <a:defRPr/>
            </a:lvl2pPr>
            <a:lvl3pPr marL="0" indent="0" algn="ctr">
              <a:buNone/>
              <a:defRPr b="1"/>
            </a:lvl3pPr>
          </a:lstStyle>
          <a:p>
            <a:pPr lvl="0"/>
            <a:r>
              <a:rPr lang="zh-CN" altLang="en-US"/>
              <a:t>单击此处编辑母版文本样式</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lvl1pPr>
              <a:defRPr>
                <a:latin typeface="+mj-ea"/>
                <a:ea typeface="+mj-ea"/>
              </a:defRPr>
            </a:lvl1p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lvl1pPr>
              <a:defRPr>
                <a:latin typeface="+mj-ea"/>
                <a:ea typeface="+mj-ea"/>
              </a:defRPr>
            </a:lvl1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69615724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Four Content 2">
    <p:spTree>
      <p:nvGrpSpPr>
        <p:cNvPr id="1" name=""/>
        <p:cNvGrpSpPr/>
        <p:nvPr/>
      </p:nvGrpSpPr>
      <p:grpSpPr>
        <a:xfrm>
          <a:off x="0" y="0"/>
          <a:ext cx="0" cy="0"/>
          <a:chOff x="0" y="0"/>
          <a:chExt cx="0" cy="0"/>
        </a:xfrm>
      </p:grpSpPr>
      <p:sp>
        <p:nvSpPr>
          <p:cNvPr id="19" name="Content bottom title 2">
            <a:extLst>
              <a:ext uri="{FF2B5EF4-FFF2-40B4-BE49-F238E27FC236}">
                <a16:creationId xmlns:a16="http://schemas.microsoft.com/office/drawing/2014/main" id="{5593DC21-8537-5035-8A03-D9E60D3BE957}"/>
              </a:ext>
            </a:extLst>
          </p:cNvPr>
          <p:cNvSpPr>
            <a:spLocks noGrp="1"/>
          </p:cNvSpPr>
          <p:nvPr>
            <p:ph type="body" sz="quarter" idx="26"/>
          </p:nvPr>
        </p:nvSpPr>
        <p:spPr>
          <a:xfrm>
            <a:off x="6124575" y="3630612"/>
            <a:ext cx="5383213" cy="356616"/>
          </a:xfrm>
          <a:solidFill>
            <a:schemeClr val="bg1"/>
          </a:solidFill>
          <a:ln>
            <a:noFill/>
          </a:ln>
        </p:spPr>
        <p:style>
          <a:lnRef idx="0">
            <a:scrgbClr r="0" g="0" b="0"/>
          </a:lnRef>
          <a:fillRef idx="0">
            <a:scrgbClr r="0" g="0" b="0"/>
          </a:fillRef>
          <a:effectRef idx="0">
            <a:scrgbClr r="0" g="0" b="0"/>
          </a:effectRef>
          <a:fontRef idx="minor">
            <a:schemeClr val="lt1"/>
          </a:fontRef>
        </p:style>
        <p:txBody>
          <a:bodyPr vert="horz" wrap="square" lIns="73152" tIns="0" rIns="91439" bIns="0" rtlCol="0" anchor="ctr" anchorCtr="0">
            <a:noAutofit/>
          </a:bodyPr>
          <a:lstStyle>
            <a:lvl1pPr algn="ctr">
              <a:buNone/>
              <a:defRPr lang="en-US" b="1" dirty="0">
                <a:solidFill>
                  <a:srgbClr val="2660AD"/>
                </a:solidFill>
                <a:latin typeface="Microsoft YaHei UI" panose="020B0503020204020204" pitchFamily="34" charset="-122"/>
                <a:ea typeface="Microsoft YaHei UI" panose="020B0503020204020204" pitchFamily="34" charset="-122"/>
              </a:defRPr>
            </a:lvl1pPr>
          </a:lstStyle>
          <a:p>
            <a:pPr marL="0" lvl="0" indent="0" algn="ctr">
              <a:buNone/>
            </a:pPr>
            <a:r>
              <a:rPr lang="zh-CN" altLang="en-US"/>
              <a:t>单击此处编辑母版文本样式</a:t>
            </a:r>
          </a:p>
        </p:txBody>
      </p:sp>
      <p:sp>
        <p:nvSpPr>
          <p:cNvPr id="7" name="Content bottom 2">
            <a:extLst>
              <a:ext uri="{FF2B5EF4-FFF2-40B4-BE49-F238E27FC236}">
                <a16:creationId xmlns:a16="http://schemas.microsoft.com/office/drawing/2014/main" id="{C8030505-DE30-8F7B-F818-E338A5B1B1AB}"/>
              </a:ext>
            </a:extLst>
          </p:cNvPr>
          <p:cNvSpPr>
            <a:spLocks noGrp="1"/>
          </p:cNvSpPr>
          <p:nvPr>
            <p:ph sz="quarter" idx="24"/>
          </p:nvPr>
        </p:nvSpPr>
        <p:spPr>
          <a:xfrm>
            <a:off x="6124575" y="4032504"/>
            <a:ext cx="5383213" cy="2103120"/>
          </a:xfrm>
          <a:noFill/>
        </p:spPr>
        <p:txBody>
          <a:bodyPr vert="horz" wrap="square" lIns="73152" tIns="0" rIns="91439" bIns="0" rtlCol="0" anchor="t" anchorCtr="0">
            <a:noAutofit/>
          </a:bodyPr>
          <a:lstStyle>
            <a:lvl1pPr>
              <a:defRPr lang="en-US" sz="1400" dirty="0">
                <a:solidFill>
                  <a:schemeClr val="bg2">
                    <a:lumMod val="50000"/>
                  </a:schemeClr>
                </a:solidFill>
                <a:latin typeface="+mn-ea"/>
                <a:ea typeface="+mn-ea"/>
              </a:defRPr>
            </a:lvl1pPr>
            <a:lvl2pPr>
              <a:defRPr lang="en-US" sz="1300" dirty="0">
                <a:solidFill>
                  <a:schemeClr val="bg2">
                    <a:lumMod val="50000"/>
                  </a:schemeClr>
                </a:solidFill>
                <a:latin typeface="+mn-ea"/>
              </a:defRPr>
            </a:lvl2pPr>
            <a:lvl3pPr>
              <a:defRPr lang="en-US" sz="1200" dirty="0">
                <a:solidFill>
                  <a:schemeClr val="bg2">
                    <a:lumMod val="50000"/>
                  </a:schemeClr>
                </a:solidFill>
                <a:latin typeface="+mn-ea"/>
              </a:defRPr>
            </a:lvl3pPr>
            <a:lvl4pPr>
              <a:defRPr lang="en-US" sz="1100" dirty="0">
                <a:solidFill>
                  <a:schemeClr val="bg2">
                    <a:lumMod val="50000"/>
                  </a:schemeClr>
                </a:solidFill>
                <a:latin typeface="+mn-ea"/>
              </a:defRPr>
            </a:lvl4pPr>
            <a:lvl5pPr>
              <a:defRPr lang="en-US" sz="1100" dirty="0">
                <a:solidFill>
                  <a:schemeClr val="bg2">
                    <a:lumMod val="50000"/>
                  </a:schemeClr>
                </a:solidFill>
                <a:latin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9" name="Note 2">
            <a:extLst>
              <a:ext uri="{FF2B5EF4-FFF2-40B4-BE49-F238E27FC236}">
                <a16:creationId xmlns:a16="http://schemas.microsoft.com/office/drawing/2014/main" id="{FDF05ECA-3909-1D22-9C9F-11C8133C7426}"/>
              </a:ext>
            </a:extLst>
          </p:cNvPr>
          <p:cNvSpPr>
            <a:spLocks noGrp="1"/>
          </p:cNvSpPr>
          <p:nvPr>
            <p:ph type="body" sz="quarter" idx="20"/>
          </p:nvPr>
        </p:nvSpPr>
        <p:spPr>
          <a:xfrm>
            <a:off x="6124997" y="6184604"/>
            <a:ext cx="5383509" cy="274320"/>
          </a:xfrm>
          <a:prstGeom prst="rect">
            <a:avLst/>
          </a:prstGeom>
          <a:noFill/>
        </p:spPr>
        <p:txBody>
          <a:bodyPr vert="horz" wrap="square" lIns="0" tIns="0" rIns="91439" bIns="0" rtlCol="0" anchor="t" anchorCtr="0">
            <a:noAutofit/>
          </a:bodyPr>
          <a:lstStyle>
            <a:lvl1pPr>
              <a:lnSpc>
                <a:spcPts val="800"/>
              </a:lnSpc>
              <a:buNone/>
              <a:defRPr lang="en-US" sz="900" i="1">
                <a:solidFill>
                  <a:schemeClr val="tx1">
                    <a:lumMod val="50000"/>
                  </a:schemeClr>
                </a:solidFill>
                <a:latin typeface="+mn-ea"/>
                <a:ea typeface="+mn-ea"/>
                <a:cs typeface="+mn-ea"/>
              </a:defRPr>
            </a:lvl1pPr>
          </a:lstStyle>
          <a:p>
            <a:pPr marL="0" marR="0" lvl="0" indent="0" defTabSz="914400" fontAlgn="auto" latinLnBrk="0">
              <a:lnSpc>
                <a:spcPct val="100000"/>
              </a:lnSpc>
              <a:spcBef>
                <a:spcPts val="0"/>
              </a:spcBef>
              <a:spcAft>
                <a:spcPts val="0"/>
              </a:spcAft>
              <a:buClrTx/>
              <a:buSzTx/>
              <a:buFontTx/>
              <a:buNone/>
              <a:tabLst/>
            </a:pPr>
            <a:r>
              <a:rPr lang="zh-CN" altLang="en-US"/>
              <a:t>单击此处编辑母版文本样式</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5000" y="6184605"/>
            <a:ext cx="5383509" cy="274320"/>
          </a:xfrm>
          <a:prstGeom prst="rect">
            <a:avLst/>
          </a:prstGeom>
          <a:noFill/>
        </p:spPr>
        <p:txBody>
          <a:bodyPr vert="horz" wrap="square" lIns="0" tIns="0" rIns="91439" bIns="0" rtlCol="0" anchor="t" anchorCtr="0">
            <a:noAutofit/>
          </a:bodyPr>
          <a:lstStyle>
            <a:lvl1pPr>
              <a:lnSpc>
                <a:spcPts val="800"/>
              </a:lnSpc>
              <a:buNone/>
              <a:defRPr lang="en-US" sz="900" i="1">
                <a:solidFill>
                  <a:schemeClr val="tx1">
                    <a:lumMod val="50000"/>
                  </a:schemeClr>
                </a:solidFill>
                <a:latin typeface="+mn-ea"/>
                <a:ea typeface="+mn-ea"/>
                <a:cs typeface="+mn-ea"/>
              </a:defRPr>
            </a:lvl1pPr>
          </a:lstStyle>
          <a:p>
            <a:pPr marL="0" marR="0" lvl="0" indent="0" defTabSz="914400" fontAlgn="auto" latinLnBrk="0">
              <a:lnSpc>
                <a:spcPct val="100000"/>
              </a:lnSpc>
              <a:spcBef>
                <a:spcPts val="0"/>
              </a:spcBef>
              <a:spcAft>
                <a:spcPts val="0"/>
              </a:spcAft>
              <a:buClrTx/>
              <a:buSzTx/>
              <a:buFontTx/>
              <a:buNone/>
              <a:tabLst/>
            </a:pPr>
            <a:r>
              <a:rPr lang="zh-CN" altLang="en-US"/>
              <a:t>单击此处编辑母版文本样式</a:t>
            </a:r>
          </a:p>
        </p:txBody>
      </p:sp>
      <p:sp>
        <p:nvSpPr>
          <p:cNvPr id="5" name="Content 2">
            <a:extLst>
              <a:ext uri="{FF2B5EF4-FFF2-40B4-BE49-F238E27FC236}">
                <a16:creationId xmlns:a16="http://schemas.microsoft.com/office/drawing/2014/main" id="{995EADF6-FBEB-F510-F2F7-77A6CB266ABD}"/>
              </a:ext>
            </a:extLst>
          </p:cNvPr>
          <p:cNvSpPr>
            <a:spLocks noGrp="1"/>
          </p:cNvSpPr>
          <p:nvPr>
            <p:ph idx="21"/>
          </p:nvPr>
        </p:nvSpPr>
        <p:spPr>
          <a:xfrm>
            <a:off x="6124997" y="1472184"/>
            <a:ext cx="5383509" cy="2103120"/>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a:solidFill>
                  <a:schemeClr val="bg2">
                    <a:lumMod val="50000"/>
                  </a:schemeClr>
                </a:solidFill>
                <a:latin typeface="+mn-ea"/>
                <a:ea typeface="+mn-ea"/>
              </a:defRPr>
            </a:lvl1pPr>
            <a:lvl2pPr marL="574675" indent="-179388">
              <a:buFont typeface="Courier New" panose="02070309020205020404" pitchFamily="49" charset="0"/>
              <a:buChar char="o"/>
              <a:defRPr lang="en-US" sz="1300">
                <a:solidFill>
                  <a:schemeClr val="bg2">
                    <a:lumMod val="50000"/>
                  </a:schemeClr>
                </a:solidFill>
                <a:latin typeface="+mn-ea"/>
              </a:defRPr>
            </a:lvl2pPr>
            <a:lvl3pPr marL="857250" indent="-169863">
              <a:buFont typeface="Calibri Light" panose="020F0302020204030204" pitchFamily="34" charset="0"/>
              <a:buChar char="-"/>
              <a:defRPr lang="en-US" sz="1200">
                <a:solidFill>
                  <a:schemeClr val="bg2">
                    <a:lumMod val="50000"/>
                  </a:schemeClr>
                </a:solidFill>
                <a:latin typeface="+mn-ea"/>
              </a:defRPr>
            </a:lvl3pPr>
            <a:lvl4pPr marL="1084263" indent="-169863">
              <a:buFont typeface="Wingdings" panose="05000000000000000000" pitchFamily="2" charset="2"/>
              <a:buChar char="§"/>
              <a:defRPr lang="en-US" sz="1100">
                <a:solidFill>
                  <a:schemeClr val="bg2">
                    <a:lumMod val="50000"/>
                  </a:schemeClr>
                </a:solidFill>
                <a:latin typeface="+mn-ea"/>
              </a:defRPr>
            </a:lvl4pPr>
            <a:lvl5pPr marL="1309688" indent="-168275">
              <a:defRPr lang="en-US" sz="1100" dirty="0">
                <a:solidFill>
                  <a:schemeClr val="bg2">
                    <a:lumMod val="50000"/>
                  </a:schemeClr>
                </a:solidFill>
                <a:latin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8" name="Content title 2">
            <a:extLst>
              <a:ext uri="{FF2B5EF4-FFF2-40B4-BE49-F238E27FC236}">
                <a16:creationId xmlns:a16="http://schemas.microsoft.com/office/drawing/2014/main" id="{CDAA384F-CE84-F69E-6C77-E26501E0D0FD}"/>
              </a:ext>
            </a:extLst>
          </p:cNvPr>
          <p:cNvSpPr>
            <a:spLocks noGrp="1"/>
          </p:cNvSpPr>
          <p:nvPr>
            <p:ph type="body" sz="quarter" idx="19"/>
          </p:nvPr>
        </p:nvSpPr>
        <p:spPr>
          <a:xfrm>
            <a:off x="6124998" y="1067467"/>
            <a:ext cx="53858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1" y="1472184"/>
            <a:ext cx="5383509" cy="4663440"/>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a:solidFill>
                  <a:schemeClr val="bg2">
                    <a:lumMod val="50000"/>
                  </a:schemeClr>
                </a:solidFill>
                <a:latin typeface="+mn-ea"/>
                <a:ea typeface="+mn-ea"/>
              </a:defRPr>
            </a:lvl1pPr>
            <a:lvl2pPr marL="574675" indent="-179388">
              <a:buFont typeface="Courier New" panose="02070309020205020404" pitchFamily="49" charset="0"/>
              <a:buChar char="o"/>
              <a:defRPr lang="en-US" sz="1300">
                <a:solidFill>
                  <a:schemeClr val="bg2">
                    <a:lumMod val="50000"/>
                  </a:schemeClr>
                </a:solidFill>
                <a:latin typeface="+mn-ea"/>
              </a:defRPr>
            </a:lvl2pPr>
            <a:lvl3pPr marL="857250" indent="-169863">
              <a:buFont typeface="Calibri Light" panose="020F0302020204030204" pitchFamily="34" charset="0"/>
              <a:buChar char="-"/>
              <a:defRPr lang="en-US" sz="1200">
                <a:solidFill>
                  <a:schemeClr val="bg2">
                    <a:lumMod val="50000"/>
                  </a:schemeClr>
                </a:solidFill>
                <a:latin typeface="+mn-ea"/>
              </a:defRPr>
            </a:lvl3pPr>
            <a:lvl4pPr marL="1084263" indent="-169863">
              <a:buFont typeface="Wingdings" panose="05000000000000000000" pitchFamily="2" charset="2"/>
              <a:buChar char="§"/>
              <a:defRPr lang="en-US" sz="1100">
                <a:solidFill>
                  <a:schemeClr val="bg2">
                    <a:lumMod val="50000"/>
                  </a:schemeClr>
                </a:solidFill>
                <a:latin typeface="+mn-ea"/>
              </a:defRPr>
            </a:lvl4pPr>
            <a:lvl5pPr marL="1309688" indent="-168275">
              <a:defRPr lang="en-US" sz="1100" dirty="0">
                <a:solidFill>
                  <a:schemeClr val="bg2">
                    <a:lumMod val="50000"/>
                  </a:schemeClr>
                </a:solidFill>
                <a:latin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067467"/>
            <a:ext cx="5384800"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33387515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Four content 3">
    <p:spTree>
      <p:nvGrpSpPr>
        <p:cNvPr id="1" name=""/>
        <p:cNvGrpSpPr/>
        <p:nvPr/>
      </p:nvGrpSpPr>
      <p:grpSpPr>
        <a:xfrm>
          <a:off x="0" y="0"/>
          <a:ext cx="0" cy="0"/>
          <a:chOff x="0" y="0"/>
          <a:chExt cx="0" cy="0"/>
        </a:xfrm>
      </p:grpSpPr>
      <p:sp>
        <p:nvSpPr>
          <p:cNvPr id="15" name="Content bottom title 1">
            <a:extLst>
              <a:ext uri="{FF2B5EF4-FFF2-40B4-BE49-F238E27FC236}">
                <a16:creationId xmlns:a16="http://schemas.microsoft.com/office/drawing/2014/main" id="{2B15D03E-8DA2-3439-43D6-7B9641CC8924}"/>
              </a:ext>
            </a:extLst>
          </p:cNvPr>
          <p:cNvSpPr>
            <a:spLocks noGrp="1"/>
          </p:cNvSpPr>
          <p:nvPr>
            <p:ph type="body" sz="quarter" idx="25"/>
          </p:nvPr>
        </p:nvSpPr>
        <p:spPr>
          <a:xfrm>
            <a:off x="635000" y="3630168"/>
            <a:ext cx="5383213" cy="356616"/>
          </a:xfrm>
          <a:solidFill>
            <a:schemeClr val="bg1"/>
          </a:solidFill>
          <a:ln>
            <a:noFill/>
          </a:ln>
        </p:spPr>
        <p:style>
          <a:lnRef idx="0">
            <a:scrgbClr r="0" g="0" b="0"/>
          </a:lnRef>
          <a:fillRef idx="0">
            <a:scrgbClr r="0" g="0" b="0"/>
          </a:fillRef>
          <a:effectRef idx="0">
            <a:scrgbClr r="0" g="0" b="0"/>
          </a:effectRef>
          <a:fontRef idx="minor">
            <a:schemeClr val="lt1"/>
          </a:fontRef>
        </p:style>
        <p:txBody>
          <a:bodyPr vert="horz" wrap="square" lIns="73152" tIns="0" rIns="91439" bIns="0" rtlCol="0" anchor="ctr" anchorCtr="0">
            <a:noAutofit/>
          </a:bodyPr>
          <a:lstStyle>
            <a:lvl1pPr algn="ctr">
              <a:defRPr lang="en-US" b="1" dirty="0">
                <a:solidFill>
                  <a:srgbClr val="2660AD"/>
                </a:solidFill>
                <a:latin typeface="Microsoft YaHei UI" panose="020B0503020204020204" pitchFamily="34" charset="-122"/>
                <a:ea typeface="Microsoft YaHei UI" panose="020B0503020204020204" pitchFamily="34" charset="-122"/>
              </a:defRPr>
            </a:lvl1pPr>
            <a:lvl2pPr>
              <a:defRPr lang="en-US" smtClean="0">
                <a:solidFill>
                  <a:schemeClr val="lt1"/>
                </a:solidFill>
              </a:defRPr>
            </a:lvl2pPr>
            <a:lvl3pPr>
              <a:defRPr lang="en-US" b="1" smtClean="0">
                <a:solidFill>
                  <a:schemeClr val="lt1"/>
                </a:solidFill>
              </a:defRPr>
            </a:lvl3pPr>
            <a:lvl4pPr>
              <a:defRPr lang="en-US" smtClean="0">
                <a:solidFill>
                  <a:schemeClr val="lt1"/>
                </a:solidFill>
              </a:defRPr>
            </a:lvl4pPr>
            <a:lvl5pPr>
              <a:defRPr lang="en-US">
                <a:solidFill>
                  <a:schemeClr val="lt1"/>
                </a:solidFill>
              </a:defRPr>
            </a:lvl5pPr>
          </a:lstStyle>
          <a:p>
            <a:pPr marL="0" lvl="0" indent="0" algn="ctr">
              <a:buNone/>
            </a:pPr>
            <a:r>
              <a:rPr lang="zh-CN" altLang="en-US"/>
              <a:t>单击此处编辑母版文本样式</a:t>
            </a:r>
          </a:p>
        </p:txBody>
      </p:sp>
      <p:sp>
        <p:nvSpPr>
          <p:cNvPr id="3" name="Content bottom 1">
            <a:extLst>
              <a:ext uri="{FF2B5EF4-FFF2-40B4-BE49-F238E27FC236}">
                <a16:creationId xmlns:a16="http://schemas.microsoft.com/office/drawing/2014/main" id="{721266B5-74C4-4F09-B810-21BE0A0EB15F}"/>
              </a:ext>
            </a:extLst>
          </p:cNvPr>
          <p:cNvSpPr>
            <a:spLocks noGrp="1"/>
          </p:cNvSpPr>
          <p:nvPr>
            <p:ph sz="quarter" idx="23"/>
          </p:nvPr>
        </p:nvSpPr>
        <p:spPr>
          <a:xfrm>
            <a:off x="635000" y="4038599"/>
            <a:ext cx="5383213" cy="2103120"/>
          </a:xfrm>
          <a:noFill/>
        </p:spPr>
        <p:txBody>
          <a:bodyPr vert="horz" wrap="square" lIns="73152" tIns="0" rIns="91439" bIns="0" rtlCol="0" anchor="t" anchorCtr="0">
            <a:noAutofit/>
          </a:bodyPr>
          <a:lstStyle>
            <a:lvl1pPr>
              <a:defRPr lang="en-US" sz="1400" dirty="0">
                <a:solidFill>
                  <a:schemeClr val="bg2">
                    <a:lumMod val="50000"/>
                  </a:schemeClr>
                </a:solidFill>
                <a:latin typeface="+mn-ea"/>
                <a:ea typeface="+mn-ea"/>
              </a:defRPr>
            </a:lvl1pPr>
            <a:lvl2pPr>
              <a:defRPr lang="en-US" sz="1300" dirty="0">
                <a:solidFill>
                  <a:schemeClr val="bg2">
                    <a:lumMod val="50000"/>
                  </a:schemeClr>
                </a:solidFill>
                <a:latin typeface="+mn-ea"/>
                <a:ea typeface="+mn-ea"/>
              </a:defRPr>
            </a:lvl2pPr>
            <a:lvl3pPr>
              <a:defRPr lang="en-US" sz="1200" dirty="0">
                <a:solidFill>
                  <a:schemeClr val="bg2">
                    <a:lumMod val="50000"/>
                  </a:schemeClr>
                </a:solidFill>
                <a:latin typeface="+mn-ea"/>
                <a:ea typeface="+mn-ea"/>
              </a:defRPr>
            </a:lvl3pPr>
            <a:lvl4pPr>
              <a:defRPr lang="en-US" sz="1100" dirty="0">
                <a:solidFill>
                  <a:schemeClr val="bg2">
                    <a:lumMod val="50000"/>
                  </a:schemeClr>
                </a:solidFill>
                <a:latin typeface="+mn-ea"/>
                <a:ea typeface="+mn-ea"/>
              </a:defRPr>
            </a:lvl4pPr>
            <a:lvl5pPr>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9" name="Note 2">
            <a:extLst>
              <a:ext uri="{FF2B5EF4-FFF2-40B4-BE49-F238E27FC236}">
                <a16:creationId xmlns:a16="http://schemas.microsoft.com/office/drawing/2014/main" id="{FDF05ECA-3909-1D22-9C9F-11C8133C7426}"/>
              </a:ext>
            </a:extLst>
          </p:cNvPr>
          <p:cNvSpPr>
            <a:spLocks noGrp="1"/>
          </p:cNvSpPr>
          <p:nvPr>
            <p:ph type="body" sz="quarter" idx="20"/>
          </p:nvPr>
        </p:nvSpPr>
        <p:spPr>
          <a:xfrm>
            <a:off x="6124997" y="6184604"/>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5000" y="6184605"/>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5" name="Content 2">
            <a:extLst>
              <a:ext uri="{FF2B5EF4-FFF2-40B4-BE49-F238E27FC236}">
                <a16:creationId xmlns:a16="http://schemas.microsoft.com/office/drawing/2014/main" id="{995EADF6-FBEB-F510-F2F7-77A6CB266ABD}"/>
              </a:ext>
            </a:extLst>
          </p:cNvPr>
          <p:cNvSpPr>
            <a:spLocks noGrp="1"/>
          </p:cNvSpPr>
          <p:nvPr>
            <p:ph idx="21"/>
          </p:nvPr>
        </p:nvSpPr>
        <p:spPr>
          <a:xfrm>
            <a:off x="6124997" y="1472184"/>
            <a:ext cx="5383509" cy="4663440"/>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mn-ea"/>
                <a:ea typeface="+mn-ea"/>
              </a:defRPr>
            </a:lvl1pPr>
            <a:lvl2pPr marL="574675" indent="-179388">
              <a:buFont typeface="Courier New" panose="02070309020205020404" pitchFamily="49" charset="0"/>
              <a:buChar char="o"/>
              <a:defRPr lang="en-US" sz="1300" dirty="0">
                <a:solidFill>
                  <a:schemeClr val="bg2">
                    <a:lumMod val="50000"/>
                  </a:schemeClr>
                </a:solidFill>
                <a:latin typeface="+mn-ea"/>
                <a:ea typeface="+mn-ea"/>
              </a:defRPr>
            </a:lvl2pPr>
            <a:lvl3pPr marL="857250" indent="-169863">
              <a:buFont typeface="Calibri Light" panose="020F0302020204030204" pitchFamily="34" charset="0"/>
              <a:buChar char="-"/>
              <a:defRPr lang="en-US" sz="1200" dirty="0">
                <a:solidFill>
                  <a:schemeClr val="bg2">
                    <a:lumMod val="50000"/>
                  </a:schemeClr>
                </a:solidFill>
                <a:latin typeface="+mn-ea"/>
                <a:ea typeface="+mn-ea"/>
              </a:defRPr>
            </a:lvl3pPr>
            <a:lvl4pPr marL="1084263" indent="-169863">
              <a:buFont typeface="Wingdings" panose="05000000000000000000" pitchFamily="2" charset="2"/>
              <a:buChar char="§"/>
              <a:defRPr lang="en-US" sz="1100" dirty="0">
                <a:solidFill>
                  <a:schemeClr val="bg2">
                    <a:lumMod val="50000"/>
                  </a:schemeClr>
                </a:solidFill>
                <a:latin typeface="+mn-ea"/>
                <a:ea typeface="+mn-ea"/>
              </a:defRPr>
            </a:lvl4pPr>
            <a:lvl5pPr marL="1309688" indent="-168275">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8" name="Content title 2">
            <a:extLst>
              <a:ext uri="{FF2B5EF4-FFF2-40B4-BE49-F238E27FC236}">
                <a16:creationId xmlns:a16="http://schemas.microsoft.com/office/drawing/2014/main" id="{CDAA384F-CE84-F69E-6C77-E26501E0D0FD}"/>
              </a:ext>
            </a:extLst>
          </p:cNvPr>
          <p:cNvSpPr>
            <a:spLocks noGrp="1"/>
          </p:cNvSpPr>
          <p:nvPr>
            <p:ph type="body" sz="quarter" idx="19"/>
          </p:nvPr>
        </p:nvSpPr>
        <p:spPr>
          <a:xfrm>
            <a:off x="6124998" y="1067467"/>
            <a:ext cx="53858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1" y="1472184"/>
            <a:ext cx="5383509" cy="2103120"/>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mn-ea"/>
                <a:ea typeface="+mn-ea"/>
              </a:defRPr>
            </a:lvl1pPr>
            <a:lvl2pPr marL="574675" indent="-179388">
              <a:buFont typeface="Courier New" panose="02070309020205020404" pitchFamily="49" charset="0"/>
              <a:buChar char="o"/>
              <a:defRPr lang="en-US" sz="1300" dirty="0">
                <a:solidFill>
                  <a:schemeClr val="bg2">
                    <a:lumMod val="50000"/>
                  </a:schemeClr>
                </a:solidFill>
                <a:latin typeface="+mn-ea"/>
                <a:ea typeface="+mn-ea"/>
              </a:defRPr>
            </a:lvl2pPr>
            <a:lvl3pPr marL="857250" indent="-169863">
              <a:buFont typeface="Calibri Light" panose="020F0302020204030204" pitchFamily="34" charset="0"/>
              <a:buChar char="-"/>
              <a:defRPr lang="en-US" sz="1200" dirty="0">
                <a:solidFill>
                  <a:schemeClr val="bg2">
                    <a:lumMod val="50000"/>
                  </a:schemeClr>
                </a:solidFill>
                <a:latin typeface="+mn-ea"/>
                <a:ea typeface="+mn-ea"/>
              </a:defRPr>
            </a:lvl3pPr>
            <a:lvl4pPr marL="1084263" indent="-169863">
              <a:buFont typeface="Wingdings" panose="05000000000000000000" pitchFamily="2" charset="2"/>
              <a:buChar char="§"/>
              <a:defRPr lang="en-US" sz="1100" dirty="0">
                <a:solidFill>
                  <a:schemeClr val="bg2">
                    <a:lumMod val="50000"/>
                  </a:schemeClr>
                </a:solidFill>
                <a:latin typeface="+mn-ea"/>
                <a:ea typeface="+mn-ea"/>
              </a:defRPr>
            </a:lvl4pPr>
            <a:lvl5pPr marL="1309688" indent="-168275">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067467"/>
            <a:ext cx="5384800"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122384986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2_Two Content 2">
    <p:spTree>
      <p:nvGrpSpPr>
        <p:cNvPr id="1" name=""/>
        <p:cNvGrpSpPr/>
        <p:nvPr/>
      </p:nvGrpSpPr>
      <p:grpSpPr>
        <a:xfrm>
          <a:off x="0" y="0"/>
          <a:ext cx="0" cy="0"/>
          <a:chOff x="0" y="0"/>
          <a:chExt cx="0" cy="0"/>
        </a:xfrm>
      </p:grpSpPr>
      <p:sp>
        <p:nvSpPr>
          <p:cNvPr id="6" name="Comment top 1">
            <a:extLst>
              <a:ext uri="{FF2B5EF4-FFF2-40B4-BE49-F238E27FC236}">
                <a16:creationId xmlns:a16="http://schemas.microsoft.com/office/drawing/2014/main" id="{C5FDF62F-462E-9E1E-2FF0-C559F44D5865}"/>
              </a:ext>
            </a:extLst>
          </p:cNvPr>
          <p:cNvSpPr>
            <a:spLocks noGrp="1"/>
          </p:cNvSpPr>
          <p:nvPr>
            <p:ph sz="quarter" idx="23"/>
          </p:nvPr>
        </p:nvSpPr>
        <p:spPr>
          <a:xfrm>
            <a:off x="640080" y="1097280"/>
            <a:ext cx="10872788" cy="694944"/>
          </a:xfrm>
          <a:noFill/>
        </p:spPr>
        <p:txBody>
          <a:bodyPr vert="horz" wrap="square" lIns="73152" tIns="0" rIns="91439" bIns="0" rtlCol="0" anchor="t" anchorCtr="0">
            <a:noAutofit/>
          </a:bodyPr>
          <a:lstStyle>
            <a:lvl1pPr>
              <a:spcBef>
                <a:spcPts val="400"/>
              </a:spcBef>
              <a:spcAft>
                <a:spcPts val="0"/>
              </a:spcAft>
              <a:defRPr lang="en-US" sz="1400" dirty="0">
                <a:solidFill>
                  <a:schemeClr val="tx2"/>
                </a:solidFill>
                <a:latin typeface="Microsoft YaHei Light" panose="020B0502040204020203" pitchFamily="34" charset="-122"/>
                <a:ea typeface="Microsoft YaHei Light" panose="020B0502040204020203" pitchFamily="34" charset="-122"/>
                <a:cs typeface="+mn-ea"/>
              </a:defRPr>
            </a:lvl1pPr>
            <a:lvl2pPr>
              <a:spcBef>
                <a:spcPts val="400"/>
              </a:spcBef>
              <a:spcAft>
                <a:spcPts val="0"/>
              </a:spcAft>
              <a:defRPr lang="en-US" sz="1300" dirty="0">
                <a:solidFill>
                  <a:schemeClr val="tx2"/>
                </a:solidFill>
                <a:latin typeface="Microsoft YaHei Light" panose="020B0502040204020203" pitchFamily="34" charset="-122"/>
                <a:ea typeface="Microsoft YaHei Light" panose="020B0502040204020203" pitchFamily="34" charset="-122"/>
              </a:defRPr>
            </a:lvl2pPr>
            <a:lvl3pPr>
              <a:spcBef>
                <a:spcPts val="400"/>
              </a:spcBef>
              <a:spcAft>
                <a:spcPts val="0"/>
              </a:spcAft>
              <a:defRPr lang="en-US" sz="1200" dirty="0">
                <a:solidFill>
                  <a:schemeClr val="tx2"/>
                </a:solidFill>
                <a:latin typeface="Microsoft YaHei Light" panose="020B0502040204020203" pitchFamily="34" charset="-122"/>
                <a:ea typeface="Microsoft YaHei Light" panose="020B0502040204020203" pitchFamily="34" charset="-122"/>
              </a:defRPr>
            </a:lvl3pPr>
            <a:lvl4pPr>
              <a:defRPr lang="en-US" smtClean="0">
                <a:solidFill>
                  <a:srgbClr val="000000"/>
                </a:solidFill>
              </a:defRPr>
            </a:lvl4pPr>
            <a:lvl5pPr>
              <a:defRPr lang="en-US">
                <a:solidFill>
                  <a:srgbClr val="000000"/>
                </a:solidFill>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p:txBody>
      </p:sp>
      <p:sp>
        <p:nvSpPr>
          <p:cNvPr id="9" name="Note 2">
            <a:extLst>
              <a:ext uri="{FF2B5EF4-FFF2-40B4-BE49-F238E27FC236}">
                <a16:creationId xmlns:a16="http://schemas.microsoft.com/office/drawing/2014/main" id="{FDF05ECA-3909-1D22-9C9F-11C8133C7426}"/>
              </a:ext>
            </a:extLst>
          </p:cNvPr>
          <p:cNvSpPr>
            <a:spLocks noGrp="1"/>
          </p:cNvSpPr>
          <p:nvPr>
            <p:ph type="body" sz="quarter" idx="20"/>
          </p:nvPr>
        </p:nvSpPr>
        <p:spPr>
          <a:xfrm>
            <a:off x="6124997" y="6184604"/>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icrosoft YaHei Light" panose="020B0502040204020203" pitchFamily="34" charset="-122"/>
                <a:ea typeface="Microsoft YaHei Light" panose="020B0502040204020203" pitchFamily="3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5000" y="6184605"/>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icrosoft YaHei Light" panose="020B0502040204020203" pitchFamily="34" charset="-122"/>
                <a:ea typeface="Microsoft YaHei Light" panose="020B0502040204020203" pitchFamily="3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5" name="Content 2">
            <a:extLst>
              <a:ext uri="{FF2B5EF4-FFF2-40B4-BE49-F238E27FC236}">
                <a16:creationId xmlns:a16="http://schemas.microsoft.com/office/drawing/2014/main" id="{995EADF6-FBEB-F510-F2F7-77A6CB266ABD}"/>
              </a:ext>
            </a:extLst>
          </p:cNvPr>
          <p:cNvSpPr>
            <a:spLocks noGrp="1"/>
          </p:cNvSpPr>
          <p:nvPr>
            <p:ph idx="21"/>
          </p:nvPr>
        </p:nvSpPr>
        <p:spPr>
          <a:xfrm>
            <a:off x="6124998" y="2611224"/>
            <a:ext cx="2670048" cy="3524399"/>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Microsoft YaHei Light" panose="020B0502040204020203" pitchFamily="34" charset="-122"/>
                <a:ea typeface="Microsoft YaHei Light" panose="020B0502040204020203" pitchFamily="34" charset="-122"/>
              </a:defRPr>
            </a:lvl1pPr>
            <a:lvl2pPr marL="574675" indent="-179388">
              <a:buFont typeface="Courier New" panose="02070309020205020404" pitchFamily="49" charset="0"/>
              <a:buChar char="o"/>
              <a:defRPr lang="en-US" sz="1300" dirty="0">
                <a:solidFill>
                  <a:schemeClr val="bg2">
                    <a:lumMod val="50000"/>
                  </a:schemeClr>
                </a:solidFill>
                <a:latin typeface="Microsoft YaHei Light" panose="020B0502040204020203" pitchFamily="34" charset="-122"/>
                <a:ea typeface="Microsoft YaHei Light" panose="020B0502040204020203"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Microsoft YaHei Light" panose="020B0502040204020203" pitchFamily="34" charset="-122"/>
                <a:ea typeface="Microsoft YaHei Light" panose="020B0502040204020203" pitchFamily="34" charset="-122"/>
              </a:defRPr>
            </a:lvl3pPr>
            <a:lvl4pPr marL="1084263" indent="-169863">
              <a:buFont typeface="Wingdings" panose="05000000000000000000" pitchFamily="2" charset="2"/>
              <a:buChar char="§"/>
              <a:defRPr lang="en-US" sz="1100" dirty="0">
                <a:solidFill>
                  <a:schemeClr val="bg2">
                    <a:lumMod val="50000"/>
                  </a:schemeClr>
                </a:solidFill>
                <a:latin typeface="Microsoft YaHei Light" panose="020B0502040204020203" pitchFamily="34" charset="-122"/>
                <a:ea typeface="Microsoft YaHei Light" panose="020B0502040204020203" pitchFamily="34" charset="-122"/>
              </a:defRPr>
            </a:lvl4pPr>
            <a:lvl5pPr marL="1309688" indent="-168275">
              <a:defRPr lang="en-US" sz="1100" dirty="0">
                <a:solidFill>
                  <a:schemeClr val="bg2">
                    <a:lumMod val="50000"/>
                  </a:schemeClr>
                </a:solidFill>
                <a:latin typeface="Microsoft YaHei Light" panose="020B0502040204020203" pitchFamily="34" charset="-122"/>
                <a:ea typeface="Microsoft YaHei Light" panose="020B0502040204020203"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8" name="Content title 2">
            <a:extLst>
              <a:ext uri="{FF2B5EF4-FFF2-40B4-BE49-F238E27FC236}">
                <a16:creationId xmlns:a16="http://schemas.microsoft.com/office/drawing/2014/main" id="{CDAA384F-CE84-F69E-6C77-E26501E0D0FD}"/>
              </a:ext>
            </a:extLst>
          </p:cNvPr>
          <p:cNvSpPr>
            <a:spLocks noGrp="1"/>
          </p:cNvSpPr>
          <p:nvPr>
            <p:ph type="body" sz="quarter" idx="19"/>
          </p:nvPr>
        </p:nvSpPr>
        <p:spPr>
          <a:xfrm>
            <a:off x="6124998" y="1828800"/>
            <a:ext cx="5383508"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panose="020B0503020204020204" pitchFamily="34" charset="-122"/>
                <a:ea typeface="Microsoft YaHe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1" y="2212848"/>
            <a:ext cx="5383509" cy="3922776"/>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Microsoft YaHei Light" panose="020B0502040204020203" pitchFamily="34" charset="-122"/>
                <a:ea typeface="Microsoft YaHei Light" panose="020B0502040204020203" pitchFamily="34" charset="-122"/>
              </a:defRPr>
            </a:lvl1pPr>
            <a:lvl2pPr marL="574675" indent="-179388">
              <a:buFont typeface="Courier New" panose="02070309020205020404" pitchFamily="49" charset="0"/>
              <a:buChar char="o"/>
              <a:defRPr lang="en-US" sz="1300" dirty="0">
                <a:solidFill>
                  <a:schemeClr val="bg2">
                    <a:lumMod val="50000"/>
                  </a:schemeClr>
                </a:solidFill>
                <a:latin typeface="Microsoft YaHei Light" panose="020B0502040204020203" pitchFamily="34" charset="-122"/>
                <a:ea typeface="Microsoft YaHei Light" panose="020B0502040204020203"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Microsoft YaHei Light" panose="020B0502040204020203" pitchFamily="34" charset="-122"/>
                <a:ea typeface="Microsoft YaHei Light" panose="020B0502040204020203" pitchFamily="34" charset="-122"/>
              </a:defRPr>
            </a:lvl3pPr>
            <a:lvl4pPr marL="1084263" indent="-169863">
              <a:buFont typeface="Wingdings" panose="05000000000000000000" pitchFamily="2" charset="2"/>
              <a:buChar char="§"/>
              <a:defRPr lang="en-US" sz="1100" dirty="0">
                <a:solidFill>
                  <a:schemeClr val="bg2">
                    <a:lumMod val="50000"/>
                  </a:schemeClr>
                </a:solidFill>
                <a:latin typeface="Microsoft YaHei Light" panose="020B0502040204020203" pitchFamily="34" charset="-122"/>
                <a:ea typeface="Microsoft YaHei Light" panose="020B0502040204020203" pitchFamily="34" charset="-122"/>
              </a:defRPr>
            </a:lvl4pPr>
            <a:lvl5pPr marL="1309688" indent="-168275">
              <a:defRPr lang="en-US" sz="1100" dirty="0">
                <a:solidFill>
                  <a:schemeClr val="bg2">
                    <a:lumMod val="50000"/>
                  </a:schemeClr>
                </a:solidFill>
                <a:latin typeface="Microsoft YaHei Light" panose="020B0502040204020203" pitchFamily="34" charset="-122"/>
                <a:ea typeface="Microsoft YaHei Light" panose="020B0502040204020203"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828800"/>
            <a:ext cx="5384800"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panose="020B0503020204020204" pitchFamily="34" charset="-122"/>
                <a:ea typeface="Microsoft YaHe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lvl1pPr>
              <a:defRPr>
                <a:latin typeface="Microsoft YaHei" panose="020B0503020204020204" pitchFamily="34" charset="-122"/>
                <a:ea typeface="Microsoft YaHei" panose="020B0503020204020204" pitchFamily="34" charset="-122"/>
              </a:defRPr>
            </a:lvl1p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lvl1pPr>
              <a:defRPr>
                <a:latin typeface="Microsoft YaHei" panose="020B0503020204020204" pitchFamily="34" charset="-122"/>
                <a:ea typeface="Microsoft YaHei" panose="020B0503020204020204" pitchFamily="34" charset="-122"/>
              </a:defRPr>
            </a:lvl1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
        <p:nvSpPr>
          <p:cNvPr id="11" name="Content Placeholder 10">
            <a:extLst>
              <a:ext uri="{FF2B5EF4-FFF2-40B4-BE49-F238E27FC236}">
                <a16:creationId xmlns:a16="http://schemas.microsoft.com/office/drawing/2014/main" id="{B6559E13-39FD-A21B-1C58-C2A3F9D6990C}"/>
              </a:ext>
            </a:extLst>
          </p:cNvPr>
          <p:cNvSpPr>
            <a:spLocks noGrp="1"/>
          </p:cNvSpPr>
          <p:nvPr>
            <p:ph sz="quarter" idx="24"/>
          </p:nvPr>
        </p:nvSpPr>
        <p:spPr>
          <a:xfrm>
            <a:off x="8837409" y="2611224"/>
            <a:ext cx="2670048" cy="3524399"/>
          </a:xfrm>
          <a:noFill/>
        </p:spPr>
        <p:txBody>
          <a:bodyPr vert="horz" wrap="square" lIns="73152" tIns="0" rIns="91439" bIns="0" rtlCol="0" anchor="t" anchorCtr="0">
            <a:noAutofit/>
          </a:bodyPr>
          <a:lstStyle>
            <a:lvl1pPr>
              <a:defRPr lang="en-US" sz="1400" dirty="0">
                <a:solidFill>
                  <a:schemeClr val="bg2">
                    <a:lumMod val="50000"/>
                  </a:schemeClr>
                </a:solidFill>
                <a:latin typeface="Microsoft YaHei Light" panose="020B0502040204020203" pitchFamily="34" charset="-122"/>
                <a:ea typeface="Microsoft YaHei Light" panose="020B0502040204020203" pitchFamily="34" charset="-122"/>
              </a:defRPr>
            </a:lvl1pPr>
            <a:lvl2pPr>
              <a:defRPr lang="en-US" sz="1300" dirty="0">
                <a:solidFill>
                  <a:schemeClr val="bg2">
                    <a:lumMod val="50000"/>
                  </a:schemeClr>
                </a:solidFill>
                <a:latin typeface="Microsoft YaHei Light" panose="020B0502040204020203" pitchFamily="34" charset="-122"/>
                <a:ea typeface="Microsoft YaHei Light" panose="020B0502040204020203" pitchFamily="34" charset="-122"/>
              </a:defRPr>
            </a:lvl2pPr>
            <a:lvl3pPr>
              <a:defRPr lang="en-US" sz="1200" dirty="0">
                <a:solidFill>
                  <a:schemeClr val="bg2">
                    <a:lumMod val="50000"/>
                  </a:schemeClr>
                </a:solidFill>
                <a:latin typeface="Microsoft YaHei Light" panose="020B0502040204020203" pitchFamily="34" charset="-122"/>
                <a:ea typeface="Microsoft YaHei Light" panose="020B0502040204020203" pitchFamily="34" charset="-122"/>
              </a:defRPr>
            </a:lvl3pPr>
            <a:lvl4pPr>
              <a:defRPr lang="en-US" sz="1100" dirty="0">
                <a:solidFill>
                  <a:schemeClr val="bg2">
                    <a:lumMod val="50000"/>
                  </a:schemeClr>
                </a:solidFill>
                <a:latin typeface="Microsoft YaHei Light" panose="020B0502040204020203" pitchFamily="34" charset="-122"/>
                <a:ea typeface="Microsoft YaHei Light" panose="020B0502040204020203" pitchFamily="34" charset="-122"/>
              </a:defRPr>
            </a:lvl4pPr>
            <a:lvl5pPr>
              <a:defRPr lang="en-US" sz="1100" dirty="0">
                <a:solidFill>
                  <a:schemeClr val="bg2">
                    <a:lumMod val="50000"/>
                  </a:schemeClr>
                </a:solidFill>
                <a:latin typeface="Microsoft YaHei Light" panose="020B0502040204020203" pitchFamily="34" charset="-122"/>
                <a:ea typeface="Microsoft YaHei Light" panose="020B0502040204020203"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4" name="Text Placeholder 13">
            <a:extLst>
              <a:ext uri="{FF2B5EF4-FFF2-40B4-BE49-F238E27FC236}">
                <a16:creationId xmlns:a16="http://schemas.microsoft.com/office/drawing/2014/main" id="{67098B4E-07F5-7510-0018-F13A72FABA9B}"/>
              </a:ext>
            </a:extLst>
          </p:cNvPr>
          <p:cNvSpPr>
            <a:spLocks noGrp="1"/>
          </p:cNvSpPr>
          <p:nvPr>
            <p:ph type="body" sz="quarter" idx="25"/>
          </p:nvPr>
        </p:nvSpPr>
        <p:spPr>
          <a:xfrm>
            <a:off x="6134136" y="2212975"/>
            <a:ext cx="2670175" cy="356616"/>
          </a:xfrm>
          <a:solidFill>
            <a:schemeClr val="bg1"/>
          </a:solidFill>
          <a:ln>
            <a:noFill/>
          </a:ln>
        </p:spPr>
        <p:style>
          <a:lnRef idx="0">
            <a:scrgbClr r="0" g="0" b="0"/>
          </a:lnRef>
          <a:fillRef idx="0">
            <a:scrgbClr r="0" g="0" b="0"/>
          </a:fillRef>
          <a:effectRef idx="0">
            <a:scrgbClr r="0" g="0" b="0"/>
          </a:effectRef>
          <a:fontRef idx="minor">
            <a:schemeClr val="lt1"/>
          </a:fontRef>
        </p:style>
        <p:txBody>
          <a:bodyPr vert="horz" wrap="square" lIns="0" tIns="0" rIns="91439" bIns="0" rtlCol="0" anchor="ctr" anchorCtr="0">
            <a:noAutofit/>
          </a:bodyPr>
          <a:lstStyle>
            <a:lvl1pPr algn="ctr">
              <a:defRPr lang="en-US" sz="1100" b="1" dirty="0" smtClean="0">
                <a:solidFill>
                  <a:srgbClr val="2660AD"/>
                </a:solidFill>
                <a:latin typeface="Microsoft YaHei UI" panose="020B0503020204020204" pitchFamily="34" charset="-122"/>
                <a:ea typeface="Microsoft YaHei UI" panose="020B0503020204020204" pitchFamily="34" charset="-122"/>
              </a:defRPr>
            </a:lvl1pPr>
            <a:lvl2pPr>
              <a:defRPr lang="en-US" dirty="0" smtClean="0"/>
            </a:lvl2pPr>
            <a:lvl3pPr>
              <a:defRPr lang="en-US" b="1" dirty="0" smtClean="0"/>
            </a:lvl3pPr>
            <a:lvl4pPr>
              <a:defRPr lang="en-US" dirty="0" smtClean="0"/>
            </a:lvl4pPr>
            <a:lvl5pPr>
              <a:defRPr lang="en-US" dirty="0"/>
            </a:lvl5pPr>
          </a:lstStyle>
          <a:p>
            <a:pPr marL="0" lvl="0" indent="0" algn="ctr">
              <a:buNone/>
            </a:pPr>
            <a:r>
              <a:rPr lang="zh-CN" altLang="en-US"/>
              <a:t>单击此处编辑母版文本样式</a:t>
            </a:r>
          </a:p>
        </p:txBody>
      </p:sp>
      <p:sp>
        <p:nvSpPr>
          <p:cNvPr id="16" name="Text Placeholder 15">
            <a:extLst>
              <a:ext uri="{FF2B5EF4-FFF2-40B4-BE49-F238E27FC236}">
                <a16:creationId xmlns:a16="http://schemas.microsoft.com/office/drawing/2014/main" id="{0C8EF239-99D6-D78F-A977-4E5B08BB520A}"/>
              </a:ext>
            </a:extLst>
          </p:cNvPr>
          <p:cNvSpPr>
            <a:spLocks noGrp="1"/>
          </p:cNvSpPr>
          <p:nvPr>
            <p:ph type="body" sz="quarter" idx="26"/>
          </p:nvPr>
        </p:nvSpPr>
        <p:spPr>
          <a:xfrm>
            <a:off x="8837613" y="2212975"/>
            <a:ext cx="2670175" cy="356616"/>
          </a:xfrm>
          <a:solidFill>
            <a:schemeClr val="bg1"/>
          </a:solidFill>
          <a:ln>
            <a:noFill/>
          </a:ln>
        </p:spPr>
        <p:style>
          <a:lnRef idx="0">
            <a:scrgbClr r="0" g="0" b="0"/>
          </a:lnRef>
          <a:fillRef idx="0">
            <a:scrgbClr r="0" g="0" b="0"/>
          </a:fillRef>
          <a:effectRef idx="0">
            <a:scrgbClr r="0" g="0" b="0"/>
          </a:effectRef>
          <a:fontRef idx="minor">
            <a:schemeClr val="lt1"/>
          </a:fontRef>
        </p:style>
        <p:txBody>
          <a:bodyPr vert="horz" wrap="square" lIns="0" tIns="0" rIns="91439" bIns="0" rtlCol="0" anchor="ctr" anchorCtr="0">
            <a:noAutofit/>
          </a:bodyPr>
          <a:lstStyle>
            <a:lvl1pPr>
              <a:defRPr lang="en-US" sz="1100" b="1" dirty="0" smtClean="0">
                <a:solidFill>
                  <a:srgbClr val="2660AD"/>
                </a:solidFill>
                <a:latin typeface="Microsoft YaHei" panose="020B0503020204020204" pitchFamily="34" charset="-122"/>
                <a:ea typeface="Microsoft YaHei" panose="020B0503020204020204" pitchFamily="34" charset="-122"/>
              </a:defRPr>
            </a:lvl1pPr>
          </a:lstStyle>
          <a:p>
            <a:pPr marL="0" lvl="0" indent="0" algn="ctr">
              <a:buNone/>
            </a:pPr>
            <a:r>
              <a:rPr lang="zh-CN" altLang="en-US"/>
              <a:t>单击此处编辑母版文本样式</a:t>
            </a:r>
          </a:p>
        </p:txBody>
      </p:sp>
    </p:spTree>
    <p:extLst>
      <p:ext uri="{BB962C8B-B14F-4D97-AF65-F5344CB8AC3E}">
        <p14:creationId xmlns:p14="http://schemas.microsoft.com/office/powerpoint/2010/main" val="357050613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hree Content 1">
    <p:spTree>
      <p:nvGrpSpPr>
        <p:cNvPr id="1" name=""/>
        <p:cNvGrpSpPr/>
        <p:nvPr/>
      </p:nvGrpSpPr>
      <p:grpSpPr>
        <a:xfrm>
          <a:off x="0" y="0"/>
          <a:ext cx="0" cy="0"/>
          <a:chOff x="0" y="0"/>
          <a:chExt cx="0" cy="0"/>
        </a:xfrm>
      </p:grpSpPr>
      <p:sp>
        <p:nvSpPr>
          <p:cNvPr id="12" name="Note right 1">
            <a:extLst>
              <a:ext uri="{FF2B5EF4-FFF2-40B4-BE49-F238E27FC236}">
                <a16:creationId xmlns:a16="http://schemas.microsoft.com/office/drawing/2014/main" id="{603678FC-E6A4-85CB-D5D2-2FF3FDBD5C09}"/>
              </a:ext>
            </a:extLst>
          </p:cNvPr>
          <p:cNvSpPr>
            <a:spLocks noGrp="1"/>
          </p:cNvSpPr>
          <p:nvPr>
            <p:ph sz="quarter" idx="24"/>
          </p:nvPr>
        </p:nvSpPr>
        <p:spPr>
          <a:xfrm>
            <a:off x="7953375" y="2212974"/>
            <a:ext cx="3554413" cy="3922776"/>
          </a:xfrm>
          <a:noFill/>
        </p:spPr>
        <p:txBody>
          <a:bodyPr vert="horz" wrap="square" lIns="73152" tIns="0" rIns="91439" bIns="0" rtlCol="0" anchor="t" anchorCtr="0">
            <a:noAutofit/>
          </a:bodyPr>
          <a:lstStyle>
            <a:lvl1pPr>
              <a:defRPr lang="en-US" sz="1400" dirty="0">
                <a:solidFill>
                  <a:schemeClr val="bg2">
                    <a:lumMod val="50000"/>
                  </a:schemeClr>
                </a:solidFill>
                <a:latin typeface="+mn-ea"/>
                <a:ea typeface="+mn-ea"/>
              </a:defRPr>
            </a:lvl1pPr>
            <a:lvl2pPr>
              <a:defRPr lang="en-US" sz="1300" dirty="0">
                <a:solidFill>
                  <a:schemeClr val="bg2">
                    <a:lumMod val="50000"/>
                  </a:schemeClr>
                </a:solidFill>
                <a:latin typeface="+mn-ea"/>
                <a:ea typeface="+mn-ea"/>
              </a:defRPr>
            </a:lvl2pPr>
            <a:lvl3pPr>
              <a:defRPr lang="en-US" sz="1200" dirty="0">
                <a:solidFill>
                  <a:schemeClr val="bg2">
                    <a:lumMod val="50000"/>
                  </a:schemeClr>
                </a:solidFill>
                <a:latin typeface="+mn-ea"/>
                <a:ea typeface="+mn-ea"/>
              </a:defRPr>
            </a:lvl3pPr>
            <a:lvl4pPr>
              <a:defRPr lang="en-US" sz="1100" dirty="0">
                <a:solidFill>
                  <a:schemeClr val="bg2">
                    <a:lumMod val="50000"/>
                  </a:schemeClr>
                </a:solidFill>
                <a:latin typeface="+mn-ea"/>
                <a:ea typeface="+mn-ea"/>
              </a:defRPr>
            </a:lvl4pPr>
            <a:lvl5pPr>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9" name="Content right title 1">
            <a:extLst>
              <a:ext uri="{FF2B5EF4-FFF2-40B4-BE49-F238E27FC236}">
                <a16:creationId xmlns:a16="http://schemas.microsoft.com/office/drawing/2014/main" id="{9CD02332-741C-7E1E-4E05-4258BC8CE42A}"/>
              </a:ext>
            </a:extLst>
          </p:cNvPr>
          <p:cNvSpPr>
            <a:spLocks noGrp="1"/>
          </p:cNvSpPr>
          <p:nvPr>
            <p:ph type="body" sz="quarter" idx="25"/>
          </p:nvPr>
        </p:nvSpPr>
        <p:spPr>
          <a:xfrm>
            <a:off x="7953375" y="1828799"/>
            <a:ext cx="3554413" cy="356616"/>
          </a:xfrm>
          <a:solidFill>
            <a:schemeClr val="bg1"/>
          </a:solidFill>
          <a:ln>
            <a:noFill/>
          </a:ln>
        </p:spPr>
        <p:style>
          <a:lnRef idx="0">
            <a:scrgbClr r="0" g="0" b="0"/>
          </a:lnRef>
          <a:fillRef idx="0">
            <a:scrgbClr r="0" g="0" b="0"/>
          </a:fillRef>
          <a:effectRef idx="0">
            <a:scrgbClr r="0" g="0" b="0"/>
          </a:effectRef>
          <a:fontRef idx="minor">
            <a:schemeClr val="lt1"/>
          </a:fontRef>
        </p:style>
        <p:txBody>
          <a:bodyPr vert="horz" wrap="square" lIns="73152" tIns="0" rIns="91439" bIns="0" rtlCol="0" anchor="ctr" anchorCtr="0">
            <a:noAutofit/>
          </a:bodyPr>
          <a:lstStyle>
            <a:lvl1pPr algn="ctr">
              <a:buNone/>
              <a:defRPr lang="en-US" b="1" dirty="0">
                <a:solidFill>
                  <a:srgbClr val="2660AD"/>
                </a:solidFill>
                <a:latin typeface="+mj-ea"/>
                <a:ea typeface="+mj-ea"/>
              </a:defRPr>
            </a:lvl1pPr>
          </a:lstStyle>
          <a:p>
            <a:pPr marL="0" lvl="0" indent="0" algn="ctr">
              <a:buNone/>
            </a:pPr>
            <a:r>
              <a:rPr lang="zh-CN" altLang="en-US"/>
              <a:t>单击此处编辑母版文本样式</a:t>
            </a:r>
          </a:p>
        </p:txBody>
      </p:sp>
      <p:sp>
        <p:nvSpPr>
          <p:cNvPr id="21" name="Content right 1">
            <a:extLst>
              <a:ext uri="{FF2B5EF4-FFF2-40B4-BE49-F238E27FC236}">
                <a16:creationId xmlns:a16="http://schemas.microsoft.com/office/drawing/2014/main" id="{5B77532D-40C4-F6D4-0CC0-F11FC7463DF0}"/>
              </a:ext>
            </a:extLst>
          </p:cNvPr>
          <p:cNvSpPr>
            <a:spLocks noGrp="1"/>
          </p:cNvSpPr>
          <p:nvPr>
            <p:ph type="body" sz="quarter" idx="26"/>
          </p:nvPr>
        </p:nvSpPr>
        <p:spPr>
          <a:xfrm>
            <a:off x="7953375" y="6181344"/>
            <a:ext cx="3554413" cy="274320"/>
          </a:xfrm>
          <a:noFill/>
        </p:spPr>
        <p:txBody>
          <a:bodyPr vert="horz" wrap="square" lIns="73152" tIns="0" rIns="91439" bIns="0" rtlCol="0" anchor="t" anchorCtr="0">
            <a:noAutofit/>
          </a:bodyPr>
          <a:lstStyle>
            <a:lvl1pPr>
              <a:buNone/>
              <a:defRPr lang="en-US" sz="900" i="1" dirty="0">
                <a:solidFill>
                  <a:schemeClr val="tx1">
                    <a:lumMod val="50000"/>
                  </a:schemeClr>
                </a:solidFill>
                <a:latin typeface="+mn-ea"/>
                <a:ea typeface="+mn-ea"/>
                <a:cs typeface="+mn-ea"/>
              </a:defRPr>
            </a:lvl1pPr>
          </a:lstStyle>
          <a:p>
            <a:pPr marL="0" marR="0" lvl="0" indent="0" defTabSz="914400" fontAlgn="auto" latinLnBrk="0">
              <a:lnSpc>
                <a:spcPct val="100000"/>
              </a:lnSpc>
              <a:spcBef>
                <a:spcPts val="0"/>
              </a:spcBef>
              <a:spcAft>
                <a:spcPts val="0"/>
              </a:spcAft>
              <a:buClrTx/>
              <a:buSzTx/>
              <a:buFontTx/>
              <a:buNone/>
              <a:tabLst/>
            </a:pPr>
            <a:r>
              <a:rPr lang="zh-CN" altLang="en-US"/>
              <a:t>单击此处编辑母版文本样式</a:t>
            </a:r>
          </a:p>
        </p:txBody>
      </p:sp>
      <p:sp>
        <p:nvSpPr>
          <p:cNvPr id="6" name="Comment top 1">
            <a:extLst>
              <a:ext uri="{FF2B5EF4-FFF2-40B4-BE49-F238E27FC236}">
                <a16:creationId xmlns:a16="http://schemas.microsoft.com/office/drawing/2014/main" id="{C5FDF62F-462E-9E1E-2FF0-C559F44D5865}"/>
              </a:ext>
            </a:extLst>
          </p:cNvPr>
          <p:cNvSpPr>
            <a:spLocks noGrp="1"/>
          </p:cNvSpPr>
          <p:nvPr>
            <p:ph sz="quarter" idx="23"/>
          </p:nvPr>
        </p:nvSpPr>
        <p:spPr>
          <a:xfrm>
            <a:off x="640080" y="1097280"/>
            <a:ext cx="10872788" cy="694944"/>
          </a:xfrm>
          <a:noFill/>
        </p:spPr>
        <p:txBody>
          <a:bodyPr vert="horz" wrap="square" lIns="73152" tIns="0" rIns="91439" bIns="0" rtlCol="0" anchor="t" anchorCtr="0">
            <a:noAutofit/>
          </a:bodyPr>
          <a:lstStyle>
            <a:lvl1pPr>
              <a:spcAft>
                <a:spcPts val="0"/>
              </a:spcAft>
              <a:buNone/>
              <a:defRPr lang="en-US" sz="1400" dirty="0">
                <a:solidFill>
                  <a:schemeClr val="tx2"/>
                </a:solidFill>
                <a:latin typeface="+mn-ea"/>
                <a:ea typeface="+mn-ea"/>
                <a:cs typeface="+mn-ea"/>
              </a:defRPr>
            </a:lvl1pPr>
            <a:lvl2pPr>
              <a:spcAft>
                <a:spcPts val="0"/>
              </a:spcAft>
              <a:defRPr lang="en-US" sz="1300" dirty="0">
                <a:solidFill>
                  <a:schemeClr val="tx2"/>
                </a:solidFill>
                <a:latin typeface="+mn-ea"/>
                <a:ea typeface="+mn-ea"/>
              </a:defRPr>
            </a:lvl2pPr>
            <a:lvl3pPr>
              <a:spcAft>
                <a:spcPts val="0"/>
              </a:spcAft>
              <a:defRPr lang="en-US" sz="1200" dirty="0">
                <a:solidFill>
                  <a:schemeClr val="tx2"/>
                </a:solidFill>
                <a:latin typeface="+mn-ea"/>
                <a:ea typeface="+mn-ea"/>
              </a:defRPr>
            </a:lvl3pPr>
            <a:lvl4pPr>
              <a:defRPr lang="en-US" smtClean="0">
                <a:solidFill>
                  <a:srgbClr val="000000"/>
                </a:solidFill>
              </a:defRPr>
            </a:lvl4pPr>
            <a:lvl5pPr>
              <a:defRPr lang="en-US">
                <a:solidFill>
                  <a:srgbClr val="000000"/>
                </a:solidFill>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p:txBody>
      </p:sp>
      <p:sp>
        <p:nvSpPr>
          <p:cNvPr id="9" name="Note 2">
            <a:extLst>
              <a:ext uri="{FF2B5EF4-FFF2-40B4-BE49-F238E27FC236}">
                <a16:creationId xmlns:a16="http://schemas.microsoft.com/office/drawing/2014/main" id="{FDF05ECA-3909-1D22-9C9F-11C8133C7426}"/>
              </a:ext>
            </a:extLst>
          </p:cNvPr>
          <p:cNvSpPr>
            <a:spLocks noGrp="1"/>
          </p:cNvSpPr>
          <p:nvPr>
            <p:ph type="body" sz="quarter" idx="20"/>
          </p:nvPr>
        </p:nvSpPr>
        <p:spPr>
          <a:xfrm>
            <a:off x="4288536" y="6184604"/>
            <a:ext cx="3557016"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5000" y="6184605"/>
            <a:ext cx="3557016"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5" name="Content 2">
            <a:extLst>
              <a:ext uri="{FF2B5EF4-FFF2-40B4-BE49-F238E27FC236}">
                <a16:creationId xmlns:a16="http://schemas.microsoft.com/office/drawing/2014/main" id="{995EADF6-FBEB-F510-F2F7-77A6CB266ABD}"/>
              </a:ext>
            </a:extLst>
          </p:cNvPr>
          <p:cNvSpPr>
            <a:spLocks noGrp="1"/>
          </p:cNvSpPr>
          <p:nvPr>
            <p:ph idx="21"/>
          </p:nvPr>
        </p:nvSpPr>
        <p:spPr>
          <a:xfrm>
            <a:off x="4288536" y="2212848"/>
            <a:ext cx="3557016" cy="3922776"/>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mn-ea"/>
                <a:ea typeface="+mn-ea"/>
              </a:defRPr>
            </a:lvl1pPr>
            <a:lvl2pPr marL="574675" indent="-179388">
              <a:buFont typeface="Courier New" panose="02070309020205020404" pitchFamily="49" charset="0"/>
              <a:buChar char="o"/>
              <a:defRPr lang="en-US" sz="1300" dirty="0">
                <a:solidFill>
                  <a:schemeClr val="bg2">
                    <a:lumMod val="50000"/>
                  </a:schemeClr>
                </a:solidFill>
                <a:latin typeface="+mn-ea"/>
                <a:ea typeface="+mn-ea"/>
              </a:defRPr>
            </a:lvl2pPr>
            <a:lvl3pPr marL="857250" indent="-169863">
              <a:buFont typeface="Calibri Light" panose="020F0302020204030204" pitchFamily="34" charset="0"/>
              <a:buChar char="-"/>
              <a:defRPr lang="en-US" sz="1200" dirty="0">
                <a:solidFill>
                  <a:schemeClr val="bg2">
                    <a:lumMod val="50000"/>
                  </a:schemeClr>
                </a:solidFill>
                <a:latin typeface="+mn-ea"/>
                <a:ea typeface="+mn-ea"/>
              </a:defRPr>
            </a:lvl3pPr>
            <a:lvl4pPr marL="1084263" indent="-169863">
              <a:buFont typeface="Wingdings" panose="05000000000000000000" pitchFamily="2" charset="2"/>
              <a:buChar char="§"/>
              <a:defRPr lang="en-US" sz="1100" dirty="0">
                <a:solidFill>
                  <a:schemeClr val="bg2">
                    <a:lumMod val="50000"/>
                  </a:schemeClr>
                </a:solidFill>
                <a:latin typeface="+mn-ea"/>
                <a:ea typeface="+mn-ea"/>
              </a:defRPr>
            </a:lvl4pPr>
            <a:lvl5pPr marL="1309688" indent="-168275">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8" name="Content title 2">
            <a:extLst>
              <a:ext uri="{FF2B5EF4-FFF2-40B4-BE49-F238E27FC236}">
                <a16:creationId xmlns:a16="http://schemas.microsoft.com/office/drawing/2014/main" id="{CDAA384F-CE84-F69E-6C77-E26501E0D0FD}"/>
              </a:ext>
            </a:extLst>
          </p:cNvPr>
          <p:cNvSpPr>
            <a:spLocks noGrp="1"/>
          </p:cNvSpPr>
          <p:nvPr>
            <p:ph type="body" sz="quarter" idx="19"/>
          </p:nvPr>
        </p:nvSpPr>
        <p:spPr>
          <a:xfrm>
            <a:off x="4288536" y="1828800"/>
            <a:ext cx="35570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j-ea"/>
                <a:ea typeface="+mj-ea"/>
              </a:defRPr>
            </a:lvl1pPr>
            <a:lvl2pPr>
              <a:buNone/>
              <a:defRPr/>
            </a:lvl2pPr>
            <a:lvl3pPr marL="0" indent="0" algn="ctr">
              <a:buNone/>
              <a:defRPr b="1"/>
            </a:lvl3pPr>
          </a:lstStyle>
          <a:p>
            <a:pPr lvl="0"/>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1" y="2212848"/>
            <a:ext cx="3557016" cy="3922776"/>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mn-ea"/>
                <a:ea typeface="+mn-ea"/>
              </a:defRPr>
            </a:lvl1pPr>
            <a:lvl2pPr marL="574675" indent="-179388">
              <a:buFont typeface="Courier New" panose="02070309020205020404" pitchFamily="49" charset="0"/>
              <a:buChar char="o"/>
              <a:defRPr lang="en-US" sz="1300" dirty="0">
                <a:solidFill>
                  <a:schemeClr val="bg2">
                    <a:lumMod val="50000"/>
                  </a:schemeClr>
                </a:solidFill>
                <a:latin typeface="+mn-ea"/>
                <a:ea typeface="+mn-ea"/>
              </a:defRPr>
            </a:lvl2pPr>
            <a:lvl3pPr marL="857250" indent="-169863">
              <a:buFont typeface="Calibri Light" panose="020F0302020204030204" pitchFamily="34" charset="0"/>
              <a:buChar char="-"/>
              <a:defRPr lang="en-US" sz="1200" dirty="0">
                <a:solidFill>
                  <a:schemeClr val="bg2">
                    <a:lumMod val="50000"/>
                  </a:schemeClr>
                </a:solidFill>
                <a:latin typeface="+mn-ea"/>
                <a:ea typeface="+mn-ea"/>
              </a:defRPr>
            </a:lvl3pPr>
            <a:lvl4pPr marL="1084263" indent="-169863">
              <a:buFont typeface="Wingdings" panose="05000000000000000000" pitchFamily="2" charset="2"/>
              <a:buChar char="§"/>
              <a:defRPr lang="en-US" sz="1100" dirty="0">
                <a:solidFill>
                  <a:schemeClr val="bg2">
                    <a:lumMod val="50000"/>
                  </a:schemeClr>
                </a:solidFill>
                <a:latin typeface="+mn-ea"/>
                <a:ea typeface="+mn-ea"/>
              </a:defRPr>
            </a:lvl4pPr>
            <a:lvl5pPr marL="1309688" indent="-168275">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828800"/>
            <a:ext cx="35570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j-ea"/>
                <a:ea typeface="+mj-ea"/>
              </a:defRPr>
            </a:lvl1pPr>
            <a:lvl2pPr>
              <a:buNone/>
              <a:defRPr/>
            </a:lvl2pPr>
            <a:lvl3pPr marL="0" indent="0" algn="ctr">
              <a:buNone/>
              <a:defRPr b="1"/>
            </a:lvl3pPr>
          </a:lstStyle>
          <a:p>
            <a:pPr lvl="0"/>
            <a:r>
              <a:rPr lang="zh-CN" altLang="en-US"/>
              <a:t>单击此处编辑母版文本样式</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lvl1pPr>
              <a:defRPr>
                <a:solidFill>
                  <a:schemeClr val="accent1">
                    <a:lumMod val="75000"/>
                  </a:schemeClr>
                </a:solidFill>
                <a:latin typeface="+mj-ea"/>
                <a:ea typeface="+mj-ea"/>
              </a:defRPr>
            </a:lvl1p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lvl1pPr>
              <a:defRPr>
                <a:latin typeface="+mj-ea"/>
                <a:ea typeface="+mj-ea"/>
              </a:defRPr>
            </a:lvl1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428381778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4_Custom Layout">
    <p:spTree>
      <p:nvGrpSpPr>
        <p:cNvPr id="1" name=""/>
        <p:cNvGrpSpPr/>
        <p:nvPr/>
      </p:nvGrpSpPr>
      <p:grpSpPr>
        <a:xfrm>
          <a:off x="0" y="0"/>
          <a:ext cx="0" cy="0"/>
          <a:chOff x="0" y="0"/>
          <a:chExt cx="0" cy="0"/>
        </a:xfrm>
      </p:grpSpPr>
      <p:pic>
        <p:nvPicPr>
          <p:cNvPr id="8" name="Background 1" descr="Background pattern&#10;&#10;Description automatically generated">
            <a:extLst>
              <a:ext uri="{FF2B5EF4-FFF2-40B4-BE49-F238E27FC236}">
                <a16:creationId xmlns:a16="http://schemas.microsoft.com/office/drawing/2014/main" id="{A1D16EC0-5307-C083-7B21-2C76A86CEB6C}"/>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pic>
        <p:nvPicPr>
          <p:cNvPr id="3" name="Logo 2" descr="Logo&#10;&#10;Description automatically generated">
            <a:extLst>
              <a:ext uri="{FF2B5EF4-FFF2-40B4-BE49-F238E27FC236}">
                <a16:creationId xmlns:a16="http://schemas.microsoft.com/office/drawing/2014/main" id="{353CA73A-271E-F2F5-D5E3-DEDD910094D7}"/>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023064" y="2606067"/>
            <a:ext cx="3351948" cy="822933"/>
          </a:xfrm>
          <a:prstGeom prst="rect">
            <a:avLst/>
          </a:prstGeom>
        </p:spPr>
      </p:pic>
      <p:sp>
        <p:nvSpPr>
          <p:cNvPr id="5" name="Subtitle 1">
            <a:extLst>
              <a:ext uri="{FF2B5EF4-FFF2-40B4-BE49-F238E27FC236}">
                <a16:creationId xmlns:a16="http://schemas.microsoft.com/office/drawing/2014/main" id="{A3121DF8-D3DC-E2FB-DA9E-66B2C11C55AA}"/>
              </a:ext>
            </a:extLst>
          </p:cNvPr>
          <p:cNvSpPr>
            <a:spLocks noGrp="1"/>
          </p:cNvSpPr>
          <p:nvPr>
            <p:ph idx="1"/>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zh-CN" altLang="en-US"/>
              <a:t>单击此处编辑母版文本样式</a:t>
            </a:r>
          </a:p>
        </p:txBody>
      </p:sp>
      <p:sp>
        <p:nvSpPr>
          <p:cNvPr id="4" name="Title 1">
            <a:extLst>
              <a:ext uri="{FF2B5EF4-FFF2-40B4-BE49-F238E27FC236}">
                <a16:creationId xmlns:a16="http://schemas.microsoft.com/office/drawing/2014/main" id="{B9DD8290-24B1-0C94-918B-438D50F0FD2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pic>
        <p:nvPicPr>
          <p:cNvPr id="2" name="Background 1" descr="Background pattern&#10;&#10;Description automatically generated">
            <a:extLst>
              <a:ext uri="{FF2B5EF4-FFF2-40B4-BE49-F238E27FC236}">
                <a16:creationId xmlns:a16="http://schemas.microsoft.com/office/drawing/2014/main" id="{D871D778-2186-C8A9-6AEF-3910E92359D1}"/>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pic>
        <p:nvPicPr>
          <p:cNvPr id="6" name="Logo 2" descr="Logo&#10;&#10;Description automatically generated">
            <a:extLst>
              <a:ext uri="{FF2B5EF4-FFF2-40B4-BE49-F238E27FC236}">
                <a16:creationId xmlns:a16="http://schemas.microsoft.com/office/drawing/2014/main" id="{59005123-210B-FFB8-B6D2-4B7C2978197C}"/>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023064" y="2606067"/>
            <a:ext cx="3351948" cy="822933"/>
          </a:xfrm>
          <a:prstGeom prst="rect">
            <a:avLst/>
          </a:prstGeom>
        </p:spPr>
      </p:pic>
    </p:spTree>
    <p:extLst>
      <p:ext uri="{BB962C8B-B14F-4D97-AF65-F5344CB8AC3E}">
        <p14:creationId xmlns:p14="http://schemas.microsoft.com/office/powerpoint/2010/main" val="154887599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7_Custom Layout">
    <p:spTree>
      <p:nvGrpSpPr>
        <p:cNvPr id="1" name=""/>
        <p:cNvGrpSpPr/>
        <p:nvPr/>
      </p:nvGrpSpPr>
      <p:grpSpPr>
        <a:xfrm>
          <a:off x="0" y="0"/>
          <a:ext cx="0" cy="0"/>
          <a:chOff x="0" y="0"/>
          <a:chExt cx="0" cy="0"/>
        </a:xfrm>
      </p:grpSpPr>
      <p:pic>
        <p:nvPicPr>
          <p:cNvPr id="8" name="Background 1" descr="Background pattern&#10;&#10;Description automatically generated">
            <a:extLst>
              <a:ext uri="{FF2B5EF4-FFF2-40B4-BE49-F238E27FC236}">
                <a16:creationId xmlns:a16="http://schemas.microsoft.com/office/drawing/2014/main" id="{2834AC22-627B-7915-B0BE-5FDF84422094}"/>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sp>
        <p:nvSpPr>
          <p:cNvPr id="2" name="Subtitle 1">
            <a:extLst>
              <a:ext uri="{FF2B5EF4-FFF2-40B4-BE49-F238E27FC236}">
                <a16:creationId xmlns:a16="http://schemas.microsoft.com/office/drawing/2014/main" id="{EE3CD315-0D5C-D4AF-DD73-2EA549C64F1D}"/>
              </a:ext>
            </a:extLst>
          </p:cNvPr>
          <p:cNvSpPr>
            <a:spLocks noGrp="1"/>
          </p:cNvSpPr>
          <p:nvPr>
            <p:ph idx="10"/>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zh-CN" altLang="en-US"/>
              <a:t>单击此处编辑母版文本样式</a:t>
            </a:r>
          </a:p>
        </p:txBody>
      </p:sp>
      <p:sp>
        <p:nvSpPr>
          <p:cNvPr id="3" name="Title 1">
            <a:extLst>
              <a:ext uri="{FF2B5EF4-FFF2-40B4-BE49-F238E27FC236}">
                <a16:creationId xmlns:a16="http://schemas.microsoft.com/office/drawing/2014/main" id="{AE4CCE8C-A9FB-E1BE-3CE4-6F320B073296}"/>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85250100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10"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301FDB3C-3C0D-4A67-AA7D-A13C542778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6E357D-FEE2-4154-9C5F-580779336B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A27D22-26B1-48D7-B7AA-90279E0BFC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E086002-385B-40C6-A8AA-D5DA4F6B4964}"/>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253E54D9-2439-4AFC-8FED-8E1C18216247}"/>
              </a:ext>
            </a:extLst>
          </p:cNvPr>
          <p:cNvSpPr>
            <a:spLocks noGrp="1"/>
          </p:cNvSpPr>
          <p:nvPr>
            <p:ph type="ftr" sz="quarter" idx="11"/>
          </p:nvPr>
        </p:nvSpPr>
        <p:spPr/>
        <p:txBody>
          <a:bodyPr/>
          <a:lstStyle/>
          <a:p>
            <a:endParaRPr lang="en-US"/>
          </a:p>
        </p:txBody>
      </p:sp>
      <p:sp>
        <p:nvSpPr>
          <p:cNvPr id="9"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dirty="0"/>
          </a:p>
        </p:txBody>
      </p:sp>
    </p:spTree>
    <p:extLst>
      <p:ext uri="{BB962C8B-B14F-4D97-AF65-F5344CB8AC3E}">
        <p14:creationId xmlns:p14="http://schemas.microsoft.com/office/powerpoint/2010/main" val="402468372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7"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r:embed="rId2"/>
          <a:srcRect l="8591" t="32054" r="4677" b="40437"/>
          <a:stretch/>
        </p:blipFill>
        <p:spPr>
          <a:xfrm>
            <a:off x="0" y="6522721"/>
            <a:ext cx="7837402" cy="335280"/>
          </a:xfrm>
          <a:prstGeom prst="rect">
            <a:avLst/>
          </a:prstGeom>
        </p:spPr>
      </p:pic>
      <p:sp>
        <p:nvSpPr>
          <p:cNvPr id="2" name="Date Placeholder 1">
            <a:extLst>
              <a:ext uri="{FF2B5EF4-FFF2-40B4-BE49-F238E27FC236}">
                <a16:creationId xmlns:a16="http://schemas.microsoft.com/office/drawing/2014/main" id="{0642D6CC-44F9-41EA-A189-AB3804A0418F}"/>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AF8CCEA-045A-4D14-924D-9723F3A2EC40}" type="datetime1">
              <a:rPr kumimoji="0" lang="en-US" sz="1200" b="0" i="0" u="none" strike="noStrike" kern="1200" cap="none" spc="0" normalizeH="0" baseline="0" noProof="0" smtClean="0">
                <a:ln>
                  <a:noFill/>
                </a:ln>
                <a:solidFill>
                  <a:srgbClr val="515052">
                    <a:tint val="75000"/>
                  </a:srgbClr>
                </a:solidFill>
                <a:effectLst/>
                <a:uLnTx/>
                <a:uFillTx/>
                <a:latin typeface="Calibri Light"/>
                <a:ea typeface="+mn-ea"/>
                <a:cs typeface="+mn-cs"/>
              </a:rPr>
              <a:t>7/17/2026</a:t>
            </a:fld>
            <a:endParaRPr kumimoji="0" lang="en-US" sz="1200" b="0" i="0" u="none" strike="noStrike" kern="1200" cap="none" spc="0" normalizeH="0" baseline="0" noProof="0">
              <a:ln>
                <a:noFill/>
              </a:ln>
              <a:solidFill>
                <a:srgbClr val="515052">
                  <a:tint val="75000"/>
                </a:srgbClr>
              </a:solidFill>
              <a:effectLst/>
              <a:uLnTx/>
              <a:uFillTx/>
              <a:latin typeface="Calibri Light"/>
              <a:ea typeface="+mn-ea"/>
              <a:cs typeface="+mn-cs"/>
            </a:endParaRPr>
          </a:p>
        </p:txBody>
      </p:sp>
      <p:sp>
        <p:nvSpPr>
          <p:cNvPr id="3" name="Footer Placeholder 2">
            <a:extLst>
              <a:ext uri="{FF2B5EF4-FFF2-40B4-BE49-F238E27FC236}">
                <a16:creationId xmlns:a16="http://schemas.microsoft.com/office/drawing/2014/main" id="{86EEB58B-C8A0-44DA-9A35-332A56DE197C}"/>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515052">
                  <a:tint val="75000"/>
                </a:srgbClr>
              </a:solidFill>
              <a:effectLst/>
              <a:uLnTx/>
              <a:uFillTx/>
              <a:latin typeface="Calibri Light"/>
              <a:ea typeface="+mn-ea"/>
              <a:cs typeface="+mn-cs"/>
            </a:endParaRPr>
          </a:p>
        </p:txBody>
      </p:sp>
      <p:sp>
        <p:nvSpPr>
          <p:cNvPr id="6"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C7D48C0-AA79-46F3-BF6F-F82B468F2D98}" type="slidenum">
              <a:rPr kumimoji="0" lang="en-US" sz="1000" b="0" i="0" u="none" strike="noStrike" kern="1200" cap="none" spc="0" normalizeH="0" baseline="0" noProof="0" smtClean="0">
                <a:ln>
                  <a:noFill/>
                </a:ln>
                <a:solidFill>
                  <a:prstClr val="white"/>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prstClr val="white"/>
              </a:solidFill>
              <a:effectLst/>
              <a:uLnTx/>
              <a:uFillTx/>
              <a:latin typeface="Calibri Light"/>
              <a:ea typeface="+mn-ea"/>
              <a:cs typeface="+mn-cs"/>
            </a:endParaRPr>
          </a:p>
        </p:txBody>
      </p:sp>
    </p:spTree>
    <p:extLst>
      <p:ext uri="{BB962C8B-B14F-4D97-AF65-F5344CB8AC3E}">
        <p14:creationId xmlns:p14="http://schemas.microsoft.com/office/powerpoint/2010/main" val="185812347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pic>
        <p:nvPicPr>
          <p:cNvPr id="6" name="Background 1" descr="Background pattern">
            <a:extLst>
              <a:ext uri="{FF2B5EF4-FFF2-40B4-BE49-F238E27FC236}">
                <a16:creationId xmlns:a16="http://schemas.microsoft.com/office/drawing/2014/main" id="{9A51FADC-D622-9BBF-AFB9-93FB30D670CD}"/>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pic>
        <p:nvPicPr>
          <p:cNvPr id="8" name="Background 1" descr="Background pattern&#10;&#10;Description automatically generated">
            <a:extLst>
              <a:ext uri="{FF2B5EF4-FFF2-40B4-BE49-F238E27FC236}">
                <a16:creationId xmlns:a16="http://schemas.microsoft.com/office/drawing/2014/main" id="{2834AC22-627B-7915-B0BE-5FDF84422094}"/>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pic>
        <p:nvPicPr>
          <p:cNvPr id="4" name="Logo 2" descr="Logo&#10;&#10;Description automatically generated">
            <a:extLst>
              <a:ext uri="{FF2B5EF4-FFF2-40B4-BE49-F238E27FC236}">
                <a16:creationId xmlns:a16="http://schemas.microsoft.com/office/drawing/2014/main" id="{0BBFBE46-AACB-F2A4-6AC2-6F27352241DD}"/>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59732" y="826532"/>
            <a:ext cx="3351948" cy="822933"/>
          </a:xfrm>
          <a:prstGeom prst="rect">
            <a:avLst/>
          </a:prstGeom>
        </p:spPr>
      </p:pic>
      <p:sp>
        <p:nvSpPr>
          <p:cNvPr id="2" name="Author">
            <a:extLst>
              <a:ext uri="{FF2B5EF4-FFF2-40B4-BE49-F238E27FC236}">
                <a16:creationId xmlns:a16="http://schemas.microsoft.com/office/drawing/2014/main" id="{CE9BBD52-7A6A-4531-DE0A-044C41F1DB34}"/>
              </a:ext>
            </a:extLst>
          </p:cNvPr>
          <p:cNvSpPr txBox="1"/>
          <p:nvPr/>
        </p:nvSpPr>
        <p:spPr>
          <a:xfrm>
            <a:off x="8401975" y="5962105"/>
            <a:ext cx="3862028" cy="646331"/>
          </a:xfrm>
          <a:prstGeom prst="rect">
            <a:avLst/>
          </a:prstGeom>
          <a:noFill/>
        </p:spPr>
        <p:txBody>
          <a:bodyPr wrap="square">
            <a:spAutoFit/>
          </a:bodyPr>
          <a:lstStyle/>
          <a:p>
            <a:pPr algn="l"/>
            <a:r>
              <a:rPr lang="en-US" altLang="zh-CN" sz="1200" b="1" i="0" u="none" strike="noStrike" baseline="0" dirty="0">
                <a:solidFill>
                  <a:schemeClr val="tx2"/>
                </a:solidFill>
                <a:latin typeface="Roboto-Bold"/>
              </a:rPr>
              <a:t>Shujin Chen, CFA | Chief Economist</a:t>
            </a:r>
          </a:p>
          <a:p>
            <a:pPr algn="l"/>
            <a:r>
              <a:rPr lang="en-US" altLang="zh-CN" sz="1200" b="0" i="0" u="none" strike="noStrike" baseline="0" dirty="0">
                <a:solidFill>
                  <a:schemeClr val="tx2"/>
                </a:solidFill>
                <a:latin typeface="Roboto-Regular"/>
              </a:rPr>
              <a:t>+852 3406 5580 | </a:t>
            </a:r>
            <a:r>
              <a:rPr lang="en-US" altLang="zh-CN" sz="1200" b="0" i="0" u="none" strike="noStrike" baseline="0" dirty="0">
                <a:solidFill>
                  <a:schemeClr val="tx2"/>
                </a:solidFill>
                <a:latin typeface="Roboto-Regular"/>
                <a:hlinkClick r:id="rId4">
                  <a:extLst>
                    <a:ext uri="{A12FA001-AC4F-418D-AE19-62706E023703}">
                      <ahyp:hlinkClr xmlns:ahyp="http://schemas.microsoft.com/office/drawing/2018/hyperlinkcolor" val="tx"/>
                    </a:ext>
                  </a:extLst>
                </a:hlinkClick>
              </a:rPr>
              <a:t>shujin.chen@csopasset.com</a:t>
            </a:r>
            <a:endParaRPr lang="en-US" altLang="zh-CN" sz="1200" b="0" i="0" u="none" strike="noStrike" baseline="0" dirty="0">
              <a:solidFill>
                <a:schemeClr val="tx2"/>
              </a:solidFill>
              <a:latin typeface="Roboto-Regular"/>
            </a:endParaRPr>
          </a:p>
          <a:p>
            <a:pPr algn="l"/>
            <a:endParaRPr lang="en-US" altLang="zh-CN" sz="1200" b="1" dirty="0">
              <a:solidFill>
                <a:schemeClr val="tx2"/>
              </a:solidFill>
              <a:latin typeface="Roboto-Regular"/>
            </a:endParaRPr>
          </a:p>
        </p:txBody>
      </p:sp>
      <p:sp>
        <p:nvSpPr>
          <p:cNvPr id="7" name="Subtitle 1">
            <a:extLst>
              <a:ext uri="{FF2B5EF4-FFF2-40B4-BE49-F238E27FC236}">
                <a16:creationId xmlns:a16="http://schemas.microsoft.com/office/drawing/2014/main" id="{1644BCC2-0331-60EC-8A73-BF349E05BC4B}"/>
              </a:ext>
            </a:extLst>
          </p:cNvPr>
          <p:cNvSpPr>
            <a:spLocks noGrp="1"/>
          </p:cNvSpPr>
          <p:nvPr>
            <p:ph type="body" sz="quarter" idx="10"/>
          </p:nvPr>
        </p:nvSpPr>
        <p:spPr>
          <a:xfrm>
            <a:off x="576262" y="6031468"/>
            <a:ext cx="7825713" cy="276999"/>
          </a:xfrm>
        </p:spPr>
        <p:txBody>
          <a:bodyPr/>
          <a:lstStyle>
            <a:lvl1pPr marL="0" indent="0">
              <a:buNone/>
              <a:defRPr lang="en-US" altLang="zh-CN" sz="2000" b="1" kern="1200" dirty="0" smtClean="0">
                <a:solidFill>
                  <a:schemeClr val="tx1">
                    <a:lumMod val="50000"/>
                    <a:lumOff val="50000"/>
                  </a:schemeClr>
                </a:solidFill>
                <a:latin typeface="+mj-lt"/>
                <a:ea typeface="+mn-ea"/>
                <a:cs typeface="+mn-cs"/>
              </a:defRPr>
            </a:lvl1pPr>
            <a:lvl2pPr>
              <a:buNone/>
              <a:defRPr lang="en-US" altLang="zh-CN" sz="2000" b="1" kern="1200" dirty="0" smtClean="0">
                <a:solidFill>
                  <a:schemeClr val="tx1">
                    <a:lumMod val="50000"/>
                    <a:lumOff val="50000"/>
                  </a:schemeClr>
                </a:solidFill>
                <a:latin typeface="+mj-lt"/>
                <a:ea typeface="+mn-ea"/>
                <a:cs typeface="+mn-cs"/>
              </a:defRPr>
            </a:lvl2pPr>
            <a:lvl3pPr>
              <a:buNone/>
              <a:defRPr lang="en-US" altLang="zh-CN" sz="2000" b="1" kern="1200" dirty="0" smtClean="0">
                <a:solidFill>
                  <a:schemeClr val="tx1">
                    <a:lumMod val="50000"/>
                    <a:lumOff val="50000"/>
                  </a:schemeClr>
                </a:solidFill>
                <a:latin typeface="+mj-lt"/>
                <a:ea typeface="+mn-ea"/>
                <a:cs typeface="+mn-cs"/>
              </a:defRPr>
            </a:lvl3pPr>
            <a:lvl4pPr>
              <a:buNone/>
              <a:defRPr lang="en-US" altLang="zh-CN" sz="2000" b="1" kern="1200" dirty="0" smtClean="0">
                <a:solidFill>
                  <a:schemeClr val="tx1">
                    <a:lumMod val="50000"/>
                    <a:lumOff val="50000"/>
                  </a:schemeClr>
                </a:solidFill>
                <a:latin typeface="+mj-lt"/>
                <a:ea typeface="+mn-ea"/>
                <a:cs typeface="+mn-cs"/>
              </a:defRPr>
            </a:lvl4pPr>
            <a:lvl5pPr>
              <a:buNone/>
              <a:defRPr lang="en-US" altLang="zh-CN" sz="2000" b="1" kern="1200" dirty="0">
                <a:solidFill>
                  <a:schemeClr val="tx1">
                    <a:lumMod val="50000"/>
                    <a:lumOff val="50000"/>
                  </a:schemeClr>
                </a:solidFill>
                <a:latin typeface="+mj-lt"/>
                <a:ea typeface="+mn-ea"/>
                <a:cs typeface="+mn-cs"/>
              </a:defRPr>
            </a:lvl5pPr>
          </a:lstStyle>
          <a:p>
            <a:pPr lvl="0"/>
            <a:r>
              <a:rPr lang="zh-CN" altLang="en-US"/>
              <a:t>单击此处编辑母版文本样式</a:t>
            </a:r>
          </a:p>
        </p:txBody>
      </p:sp>
      <p:sp>
        <p:nvSpPr>
          <p:cNvPr id="3" name="Title 1">
            <a:extLst>
              <a:ext uri="{FF2B5EF4-FFF2-40B4-BE49-F238E27FC236}">
                <a16:creationId xmlns:a16="http://schemas.microsoft.com/office/drawing/2014/main" id="{79261E46-9BDC-83CA-F038-A196CC781CAB}"/>
              </a:ext>
            </a:extLst>
          </p:cNvPr>
          <p:cNvSpPr>
            <a:spLocks noGrp="1"/>
          </p:cNvSpPr>
          <p:nvPr>
            <p:ph type="title"/>
          </p:nvPr>
        </p:nvSpPr>
        <p:spPr bwMode="auto">
          <a:xfrm>
            <a:off x="575602" y="3795264"/>
            <a:ext cx="782637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lvl1pPr marL="57150" indent="0">
              <a:defRPr sz="4000"/>
            </a:lvl1pPr>
          </a:lstStyle>
          <a:p>
            <a:pPr lvl="0"/>
            <a:r>
              <a:rPr lang="zh-CN" altLang="en-US"/>
              <a:t>单击此处编辑母版标题样式</a:t>
            </a:r>
            <a:endParaRPr lang="en-US" altLang="zh-CN" dirty="0"/>
          </a:p>
        </p:txBody>
      </p:sp>
      <p:sp>
        <p:nvSpPr>
          <p:cNvPr id="5" name="Subtitle 1">
            <a:extLst>
              <a:ext uri="{FF2B5EF4-FFF2-40B4-BE49-F238E27FC236}">
                <a16:creationId xmlns:a16="http://schemas.microsoft.com/office/drawing/2014/main" id="{726AD5A9-4401-316E-CB0A-21E7E2AD6004}"/>
              </a:ext>
            </a:extLst>
          </p:cNvPr>
          <p:cNvSpPr>
            <a:spLocks noGrp="1"/>
          </p:cNvSpPr>
          <p:nvPr>
            <p:ph type="body" sz="quarter" idx="11"/>
          </p:nvPr>
        </p:nvSpPr>
        <p:spPr>
          <a:xfrm>
            <a:off x="576262" y="4418625"/>
            <a:ext cx="7825713" cy="276999"/>
          </a:xfrm>
        </p:spPr>
        <p:txBody>
          <a:bodyPr rIns="0"/>
          <a:lstStyle>
            <a:lvl1pPr marL="0" indent="0">
              <a:buNone/>
              <a:defRPr lang="en-US" altLang="zh-CN" sz="2000" b="1" kern="1200" dirty="0" smtClean="0">
                <a:solidFill>
                  <a:schemeClr val="tx1">
                    <a:lumMod val="50000"/>
                    <a:lumOff val="50000"/>
                  </a:schemeClr>
                </a:solidFill>
                <a:latin typeface="+mj-lt"/>
                <a:ea typeface="+mn-ea"/>
                <a:cs typeface="+mn-cs"/>
              </a:defRPr>
            </a:lvl1pPr>
            <a:lvl2pPr>
              <a:buNone/>
              <a:defRPr lang="en-US" altLang="zh-CN" sz="2000" b="1" kern="1200" dirty="0" smtClean="0">
                <a:solidFill>
                  <a:schemeClr val="tx1">
                    <a:lumMod val="50000"/>
                    <a:lumOff val="50000"/>
                  </a:schemeClr>
                </a:solidFill>
                <a:latin typeface="+mj-lt"/>
                <a:ea typeface="+mn-ea"/>
                <a:cs typeface="+mn-cs"/>
              </a:defRPr>
            </a:lvl2pPr>
            <a:lvl3pPr>
              <a:buNone/>
              <a:defRPr lang="en-US" altLang="zh-CN" sz="2000" b="1" kern="1200" dirty="0" smtClean="0">
                <a:solidFill>
                  <a:schemeClr val="tx1">
                    <a:lumMod val="50000"/>
                    <a:lumOff val="50000"/>
                  </a:schemeClr>
                </a:solidFill>
                <a:latin typeface="+mj-lt"/>
                <a:ea typeface="+mn-ea"/>
                <a:cs typeface="+mn-cs"/>
              </a:defRPr>
            </a:lvl3pPr>
            <a:lvl4pPr>
              <a:buNone/>
              <a:defRPr lang="en-US" altLang="zh-CN" sz="2000" b="1" kern="1200" dirty="0" smtClean="0">
                <a:solidFill>
                  <a:schemeClr val="tx1">
                    <a:lumMod val="50000"/>
                    <a:lumOff val="50000"/>
                  </a:schemeClr>
                </a:solidFill>
                <a:latin typeface="+mj-lt"/>
                <a:ea typeface="+mn-ea"/>
                <a:cs typeface="+mn-cs"/>
              </a:defRPr>
            </a:lvl4pPr>
            <a:lvl5pPr>
              <a:buNone/>
              <a:defRPr lang="en-US" altLang="zh-CN" sz="2000" b="1" kern="1200" dirty="0">
                <a:solidFill>
                  <a:schemeClr val="tx1">
                    <a:lumMod val="50000"/>
                    <a:lumOff val="50000"/>
                  </a:schemeClr>
                </a:solidFill>
                <a:latin typeface="+mj-lt"/>
                <a:ea typeface="+mn-ea"/>
                <a:cs typeface="+mn-cs"/>
              </a:defRPr>
            </a:lvl5pPr>
          </a:lstStyle>
          <a:p>
            <a:pPr lvl="0"/>
            <a:r>
              <a:rPr lang="zh-CN" altLang="en-US"/>
              <a:t>单击此处编辑母版文本样式</a:t>
            </a:r>
          </a:p>
        </p:txBody>
      </p:sp>
      <p:pic>
        <p:nvPicPr>
          <p:cNvPr id="9" name="Logo 2" descr="Logo&#10;&#10;Description automatically generated">
            <a:extLst>
              <a:ext uri="{FF2B5EF4-FFF2-40B4-BE49-F238E27FC236}">
                <a16:creationId xmlns:a16="http://schemas.microsoft.com/office/drawing/2014/main" id="{89CB64E2-3A3E-F6A5-3D28-643B56AA6FC4}"/>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59732" y="826532"/>
            <a:ext cx="3351948" cy="822933"/>
          </a:xfrm>
          <a:prstGeom prst="rect">
            <a:avLst/>
          </a:prstGeom>
        </p:spPr>
      </p:pic>
    </p:spTree>
    <p:extLst>
      <p:ext uri="{BB962C8B-B14F-4D97-AF65-F5344CB8AC3E}">
        <p14:creationId xmlns:p14="http://schemas.microsoft.com/office/powerpoint/2010/main" val="277612204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6" name="Background 1" descr="Background pattern">
            <a:extLst>
              <a:ext uri="{FF2B5EF4-FFF2-40B4-BE49-F238E27FC236}">
                <a16:creationId xmlns:a16="http://schemas.microsoft.com/office/drawing/2014/main" id="{9A51FADC-D622-9BBF-AFB9-93FB30D670CD}"/>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pic>
        <p:nvPicPr>
          <p:cNvPr id="8" name="Background 1" descr="Background pattern&#10;&#10;Description automatically generated">
            <a:extLst>
              <a:ext uri="{FF2B5EF4-FFF2-40B4-BE49-F238E27FC236}">
                <a16:creationId xmlns:a16="http://schemas.microsoft.com/office/drawing/2014/main" id="{2834AC22-627B-7915-B0BE-5FDF84422094}"/>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pic>
        <p:nvPicPr>
          <p:cNvPr id="4" name="Logo 2" descr="Logo&#10;&#10;Description automatically generated">
            <a:extLst>
              <a:ext uri="{FF2B5EF4-FFF2-40B4-BE49-F238E27FC236}">
                <a16:creationId xmlns:a16="http://schemas.microsoft.com/office/drawing/2014/main" id="{0BBFBE46-AACB-F2A4-6AC2-6F27352241DD}"/>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59732" y="826532"/>
            <a:ext cx="3351948" cy="822933"/>
          </a:xfrm>
          <a:prstGeom prst="rect">
            <a:avLst/>
          </a:prstGeom>
        </p:spPr>
      </p:pic>
      <p:sp>
        <p:nvSpPr>
          <p:cNvPr id="2" name="Author">
            <a:extLst>
              <a:ext uri="{FF2B5EF4-FFF2-40B4-BE49-F238E27FC236}">
                <a16:creationId xmlns:a16="http://schemas.microsoft.com/office/drawing/2014/main" id="{CE9BBD52-7A6A-4531-DE0A-044C41F1DB34}"/>
              </a:ext>
            </a:extLst>
          </p:cNvPr>
          <p:cNvSpPr txBox="1"/>
          <p:nvPr/>
        </p:nvSpPr>
        <p:spPr>
          <a:xfrm>
            <a:off x="8401975" y="5962105"/>
            <a:ext cx="3862028" cy="646331"/>
          </a:xfrm>
          <a:prstGeom prst="rect">
            <a:avLst/>
          </a:prstGeom>
          <a:noFill/>
        </p:spPr>
        <p:txBody>
          <a:bodyPr wrap="square">
            <a:spAutoFit/>
          </a:bodyPr>
          <a:lstStyle/>
          <a:p>
            <a:pPr algn="l"/>
            <a:r>
              <a:rPr lang="zh-CN" altLang="en-US" sz="1200" b="1" i="0" u="none" strike="noStrike" baseline="0" dirty="0">
                <a:solidFill>
                  <a:schemeClr val="tx2"/>
                </a:solidFill>
                <a:latin typeface="+mj-ea"/>
                <a:ea typeface="+mj-ea"/>
              </a:rPr>
              <a:t>陈姝瑾</a:t>
            </a:r>
            <a:r>
              <a:rPr lang="en-US" altLang="zh-CN" sz="1200" b="1" i="0" u="none" strike="noStrike" baseline="0" dirty="0">
                <a:solidFill>
                  <a:schemeClr val="tx2"/>
                </a:solidFill>
                <a:latin typeface="+mj-ea"/>
                <a:ea typeface="+mj-ea"/>
              </a:rPr>
              <a:t>, CFA | </a:t>
            </a:r>
            <a:r>
              <a:rPr lang="zh-CN" altLang="en-US" sz="1200" b="1" i="0" u="none" strike="noStrike" baseline="0" dirty="0">
                <a:solidFill>
                  <a:schemeClr val="tx2"/>
                </a:solidFill>
                <a:latin typeface="+mj-ea"/>
                <a:ea typeface="+mj-ea"/>
              </a:rPr>
              <a:t>首席经济学家</a:t>
            </a:r>
            <a:endParaRPr lang="en-US" altLang="zh-CN" sz="1200" b="1" i="0" u="none" strike="noStrike" baseline="0" dirty="0">
              <a:solidFill>
                <a:schemeClr val="tx2"/>
              </a:solidFill>
              <a:latin typeface="+mj-ea"/>
              <a:ea typeface="+mj-ea"/>
            </a:endParaRPr>
          </a:p>
          <a:p>
            <a:pPr algn="l"/>
            <a:r>
              <a:rPr lang="en-US" altLang="zh-CN" sz="1200" b="0" i="0" u="none" strike="noStrike" baseline="0" dirty="0">
                <a:solidFill>
                  <a:schemeClr val="tx2"/>
                </a:solidFill>
                <a:latin typeface="+mj-ea"/>
                <a:ea typeface="+mj-ea"/>
              </a:rPr>
              <a:t>+852 3406 5580 | </a:t>
            </a:r>
            <a:r>
              <a:rPr lang="en-US" altLang="zh-CN" sz="1200" b="0" i="0" u="none" strike="noStrike" baseline="0" dirty="0">
                <a:solidFill>
                  <a:schemeClr val="tx2"/>
                </a:solidFill>
                <a:latin typeface="+mj-ea"/>
                <a:ea typeface="+mj-ea"/>
                <a:hlinkClick r:id="rId4">
                  <a:extLst>
                    <a:ext uri="{A12FA001-AC4F-418D-AE19-62706E023703}">
                      <ahyp:hlinkClr xmlns:ahyp="http://schemas.microsoft.com/office/drawing/2018/hyperlinkcolor" val="tx"/>
                    </a:ext>
                  </a:extLst>
                </a:hlinkClick>
              </a:rPr>
              <a:t>shujin.chen@csopasset.com</a:t>
            </a:r>
            <a:endParaRPr lang="en-US" altLang="zh-CN" sz="1200" b="0" i="0" u="none" strike="noStrike" baseline="0" dirty="0">
              <a:solidFill>
                <a:schemeClr val="tx2"/>
              </a:solidFill>
              <a:latin typeface="+mj-ea"/>
              <a:ea typeface="+mj-ea"/>
            </a:endParaRPr>
          </a:p>
          <a:p>
            <a:pPr algn="l"/>
            <a:endParaRPr lang="en-US" altLang="zh-CN" sz="1200" b="1" dirty="0">
              <a:solidFill>
                <a:schemeClr val="tx2"/>
              </a:solidFill>
              <a:latin typeface="+mj-ea"/>
              <a:ea typeface="+mj-ea"/>
            </a:endParaRPr>
          </a:p>
        </p:txBody>
      </p:sp>
      <p:sp>
        <p:nvSpPr>
          <p:cNvPr id="7" name="Subtitle 1">
            <a:extLst>
              <a:ext uri="{FF2B5EF4-FFF2-40B4-BE49-F238E27FC236}">
                <a16:creationId xmlns:a16="http://schemas.microsoft.com/office/drawing/2014/main" id="{1644BCC2-0331-60EC-8A73-BF349E05BC4B}"/>
              </a:ext>
            </a:extLst>
          </p:cNvPr>
          <p:cNvSpPr>
            <a:spLocks noGrp="1"/>
          </p:cNvSpPr>
          <p:nvPr>
            <p:ph type="body" sz="quarter" idx="10"/>
          </p:nvPr>
        </p:nvSpPr>
        <p:spPr>
          <a:xfrm>
            <a:off x="576262" y="6031468"/>
            <a:ext cx="7825713" cy="276999"/>
          </a:xfrm>
        </p:spPr>
        <p:txBody>
          <a:bodyPr/>
          <a:lstStyle>
            <a:lvl1pPr marL="0" indent="0">
              <a:buNone/>
              <a:defRPr lang="en-US" altLang="zh-CN" sz="2000" b="1" kern="1200" dirty="0" smtClean="0">
                <a:solidFill>
                  <a:schemeClr val="tx1">
                    <a:lumMod val="50000"/>
                    <a:lumOff val="50000"/>
                  </a:schemeClr>
                </a:solidFill>
                <a:latin typeface="+mj-lt"/>
                <a:ea typeface="+mn-ea"/>
                <a:cs typeface="+mn-cs"/>
              </a:defRPr>
            </a:lvl1pPr>
            <a:lvl2pPr>
              <a:buNone/>
              <a:defRPr lang="en-US" altLang="zh-CN" sz="2000" b="1" kern="1200" dirty="0" smtClean="0">
                <a:solidFill>
                  <a:schemeClr val="tx1">
                    <a:lumMod val="50000"/>
                    <a:lumOff val="50000"/>
                  </a:schemeClr>
                </a:solidFill>
                <a:latin typeface="+mj-lt"/>
                <a:ea typeface="+mn-ea"/>
                <a:cs typeface="+mn-cs"/>
              </a:defRPr>
            </a:lvl2pPr>
            <a:lvl3pPr>
              <a:buNone/>
              <a:defRPr lang="en-US" altLang="zh-CN" sz="2000" b="1" kern="1200" dirty="0" smtClean="0">
                <a:solidFill>
                  <a:schemeClr val="tx1">
                    <a:lumMod val="50000"/>
                    <a:lumOff val="50000"/>
                  </a:schemeClr>
                </a:solidFill>
                <a:latin typeface="+mj-lt"/>
                <a:ea typeface="+mn-ea"/>
                <a:cs typeface="+mn-cs"/>
              </a:defRPr>
            </a:lvl3pPr>
            <a:lvl4pPr>
              <a:buNone/>
              <a:defRPr lang="en-US" altLang="zh-CN" sz="2000" b="1" kern="1200" dirty="0" smtClean="0">
                <a:solidFill>
                  <a:schemeClr val="tx1">
                    <a:lumMod val="50000"/>
                    <a:lumOff val="50000"/>
                  </a:schemeClr>
                </a:solidFill>
                <a:latin typeface="+mj-lt"/>
                <a:ea typeface="+mn-ea"/>
                <a:cs typeface="+mn-cs"/>
              </a:defRPr>
            </a:lvl4pPr>
            <a:lvl5pPr>
              <a:buNone/>
              <a:defRPr lang="en-US" altLang="zh-CN" sz="2000" b="1" kern="1200" dirty="0">
                <a:solidFill>
                  <a:schemeClr val="tx1">
                    <a:lumMod val="50000"/>
                    <a:lumOff val="50000"/>
                  </a:schemeClr>
                </a:solidFill>
                <a:latin typeface="+mj-lt"/>
                <a:ea typeface="+mn-ea"/>
                <a:cs typeface="+mn-cs"/>
              </a:defRPr>
            </a:lvl5pPr>
          </a:lstStyle>
          <a:p>
            <a:pPr lvl="0"/>
            <a:r>
              <a:rPr lang="zh-CN" altLang="en-US"/>
              <a:t>单击此处编辑母版文本样式</a:t>
            </a:r>
          </a:p>
        </p:txBody>
      </p:sp>
      <p:sp>
        <p:nvSpPr>
          <p:cNvPr id="3" name="Title 1">
            <a:extLst>
              <a:ext uri="{FF2B5EF4-FFF2-40B4-BE49-F238E27FC236}">
                <a16:creationId xmlns:a16="http://schemas.microsoft.com/office/drawing/2014/main" id="{79261E46-9BDC-83CA-F038-A196CC781CAB}"/>
              </a:ext>
            </a:extLst>
          </p:cNvPr>
          <p:cNvSpPr>
            <a:spLocks noGrp="1"/>
          </p:cNvSpPr>
          <p:nvPr>
            <p:ph type="title"/>
          </p:nvPr>
        </p:nvSpPr>
        <p:spPr bwMode="auto">
          <a:xfrm>
            <a:off x="575602" y="3795264"/>
            <a:ext cx="782637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lvl1pPr marL="57150" indent="0">
              <a:defRPr sz="4000"/>
            </a:lvl1pPr>
          </a:lstStyle>
          <a:p>
            <a:pPr lvl="0"/>
            <a:r>
              <a:rPr lang="zh-CN" altLang="en-US"/>
              <a:t>单击此处编辑母版标题样式</a:t>
            </a:r>
            <a:endParaRPr lang="en-US" altLang="zh-CN" dirty="0"/>
          </a:p>
        </p:txBody>
      </p:sp>
      <p:sp>
        <p:nvSpPr>
          <p:cNvPr id="5" name="Subtitle 1">
            <a:extLst>
              <a:ext uri="{FF2B5EF4-FFF2-40B4-BE49-F238E27FC236}">
                <a16:creationId xmlns:a16="http://schemas.microsoft.com/office/drawing/2014/main" id="{726AD5A9-4401-316E-CB0A-21E7E2AD6004}"/>
              </a:ext>
            </a:extLst>
          </p:cNvPr>
          <p:cNvSpPr>
            <a:spLocks noGrp="1"/>
          </p:cNvSpPr>
          <p:nvPr>
            <p:ph type="body" sz="quarter" idx="11"/>
          </p:nvPr>
        </p:nvSpPr>
        <p:spPr>
          <a:xfrm>
            <a:off x="576262" y="4418625"/>
            <a:ext cx="7825713" cy="276999"/>
          </a:xfrm>
        </p:spPr>
        <p:txBody>
          <a:bodyPr rIns="0"/>
          <a:lstStyle>
            <a:lvl1pPr marL="0" indent="0">
              <a:buNone/>
              <a:defRPr lang="en-US" altLang="zh-CN" sz="2000" b="1" kern="1200" dirty="0" smtClean="0">
                <a:solidFill>
                  <a:schemeClr val="tx1">
                    <a:lumMod val="50000"/>
                    <a:lumOff val="50000"/>
                  </a:schemeClr>
                </a:solidFill>
                <a:latin typeface="+mj-lt"/>
                <a:ea typeface="+mn-ea"/>
                <a:cs typeface="+mn-cs"/>
              </a:defRPr>
            </a:lvl1pPr>
            <a:lvl2pPr>
              <a:buNone/>
              <a:defRPr lang="en-US" altLang="zh-CN" sz="2000" b="1" kern="1200" dirty="0" smtClean="0">
                <a:solidFill>
                  <a:schemeClr val="tx1">
                    <a:lumMod val="50000"/>
                    <a:lumOff val="50000"/>
                  </a:schemeClr>
                </a:solidFill>
                <a:latin typeface="+mj-lt"/>
                <a:ea typeface="+mn-ea"/>
                <a:cs typeface="+mn-cs"/>
              </a:defRPr>
            </a:lvl2pPr>
            <a:lvl3pPr>
              <a:buNone/>
              <a:defRPr lang="en-US" altLang="zh-CN" sz="2000" b="1" kern="1200" dirty="0" smtClean="0">
                <a:solidFill>
                  <a:schemeClr val="tx1">
                    <a:lumMod val="50000"/>
                    <a:lumOff val="50000"/>
                  </a:schemeClr>
                </a:solidFill>
                <a:latin typeface="+mj-lt"/>
                <a:ea typeface="+mn-ea"/>
                <a:cs typeface="+mn-cs"/>
              </a:defRPr>
            </a:lvl3pPr>
            <a:lvl4pPr>
              <a:buNone/>
              <a:defRPr lang="en-US" altLang="zh-CN" sz="2000" b="1" kern="1200" dirty="0" smtClean="0">
                <a:solidFill>
                  <a:schemeClr val="tx1">
                    <a:lumMod val="50000"/>
                    <a:lumOff val="50000"/>
                  </a:schemeClr>
                </a:solidFill>
                <a:latin typeface="+mj-lt"/>
                <a:ea typeface="+mn-ea"/>
                <a:cs typeface="+mn-cs"/>
              </a:defRPr>
            </a:lvl4pPr>
            <a:lvl5pPr>
              <a:buNone/>
              <a:defRPr lang="en-US" altLang="zh-CN" sz="2000" b="1" kern="1200" dirty="0">
                <a:solidFill>
                  <a:schemeClr val="tx1">
                    <a:lumMod val="50000"/>
                    <a:lumOff val="50000"/>
                  </a:schemeClr>
                </a:solidFill>
                <a:latin typeface="+mj-lt"/>
                <a:ea typeface="+mn-ea"/>
                <a:cs typeface="+mn-cs"/>
              </a:defRPr>
            </a:lvl5pPr>
          </a:lstStyle>
          <a:p>
            <a:pPr lvl="0"/>
            <a:r>
              <a:rPr lang="zh-CN" altLang="en-US"/>
              <a:t>单击此处编辑母版文本样式</a:t>
            </a:r>
          </a:p>
        </p:txBody>
      </p:sp>
      <p:pic>
        <p:nvPicPr>
          <p:cNvPr id="9" name="Logo 2" descr="Logo&#10;&#10;Description automatically generated">
            <a:extLst>
              <a:ext uri="{FF2B5EF4-FFF2-40B4-BE49-F238E27FC236}">
                <a16:creationId xmlns:a16="http://schemas.microsoft.com/office/drawing/2014/main" id="{89CB64E2-3A3E-F6A5-3D28-643B56AA6FC4}"/>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59732" y="826532"/>
            <a:ext cx="3351948" cy="822933"/>
          </a:xfrm>
          <a:prstGeom prst="rect">
            <a:avLst/>
          </a:prstGeom>
        </p:spPr>
      </p:pic>
    </p:spTree>
    <p:extLst>
      <p:ext uri="{BB962C8B-B14F-4D97-AF65-F5344CB8AC3E}">
        <p14:creationId xmlns:p14="http://schemas.microsoft.com/office/powerpoint/2010/main" val="166386871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8" name="Background 1" descr="Background pattern&#10;&#10;Description automatically generated">
            <a:extLst>
              <a:ext uri="{FF2B5EF4-FFF2-40B4-BE49-F238E27FC236}">
                <a16:creationId xmlns:a16="http://schemas.microsoft.com/office/drawing/2014/main" id="{2834AC22-627B-7915-B0BE-5FDF84422094}"/>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sp>
        <p:nvSpPr>
          <p:cNvPr id="5" name="椭圆 4">
            <a:extLst>
              <a:ext uri="{FF2B5EF4-FFF2-40B4-BE49-F238E27FC236}">
                <a16:creationId xmlns:a16="http://schemas.microsoft.com/office/drawing/2014/main" id="{4B4C0FBD-F8E3-3AD0-065C-22DD74AA9EBB}"/>
              </a:ext>
            </a:extLst>
          </p:cNvPr>
          <p:cNvSpPr/>
          <p:nvPr/>
        </p:nvSpPr>
        <p:spPr>
          <a:xfrm>
            <a:off x="4500484" y="1542194"/>
            <a:ext cx="3957855" cy="3957855"/>
          </a:xfrm>
          <a:prstGeom prst="ellipse">
            <a:avLst/>
          </a:prstGeom>
          <a:noFill/>
          <a:ln w="28575">
            <a:solidFill>
              <a:srgbClr val="1847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lt"/>
            </a:endParaRPr>
          </a:p>
        </p:txBody>
      </p:sp>
      <p:sp>
        <p:nvSpPr>
          <p:cNvPr id="6" name="矩形 21">
            <a:extLst>
              <a:ext uri="{FF2B5EF4-FFF2-40B4-BE49-F238E27FC236}">
                <a16:creationId xmlns:a16="http://schemas.microsoft.com/office/drawing/2014/main" id="{65534519-71A7-F66E-3E2E-A058186F8DAE}"/>
              </a:ext>
            </a:extLst>
          </p:cNvPr>
          <p:cNvSpPr/>
          <p:nvPr/>
        </p:nvSpPr>
        <p:spPr>
          <a:xfrm rot="13500000">
            <a:off x="3197913" y="2850072"/>
            <a:ext cx="1342093" cy="1342095"/>
          </a:xfrm>
          <a:prstGeom prst="rect">
            <a:avLst/>
          </a:prstGeom>
          <a:solidFill>
            <a:srgbClr val="18478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lt"/>
            </a:endParaRPr>
          </a:p>
        </p:txBody>
      </p:sp>
      <p:sp>
        <p:nvSpPr>
          <p:cNvPr id="12" name="Content Number">
            <a:extLst>
              <a:ext uri="{FF2B5EF4-FFF2-40B4-BE49-F238E27FC236}">
                <a16:creationId xmlns:a16="http://schemas.microsoft.com/office/drawing/2014/main" id="{C23AE91A-0086-0682-F6D0-90CD4168E783}"/>
              </a:ext>
            </a:extLst>
          </p:cNvPr>
          <p:cNvSpPr>
            <a:spLocks noGrp="1"/>
          </p:cNvSpPr>
          <p:nvPr>
            <p:ph type="body" sz="quarter" idx="10" hasCustomPrompt="1"/>
          </p:nvPr>
        </p:nvSpPr>
        <p:spPr>
          <a:xfrm>
            <a:off x="3403600" y="3121025"/>
            <a:ext cx="886619" cy="738664"/>
          </a:xfrm>
        </p:spPr>
        <p:txBody>
          <a:bodyPr/>
          <a:lstStyle>
            <a:lvl1pPr>
              <a:buNone/>
              <a:defRPr lang="en-US" sz="4800" kern="1200" dirty="0" smtClean="0">
                <a:solidFill>
                  <a:prstClr val="white"/>
                </a:solidFill>
                <a:latin typeface="微软雅黑" panose="020B0503020204020204" pitchFamily="34" charset="-122"/>
                <a:ea typeface="微软雅黑" panose="020B0503020204020204" pitchFamily="34" charset="-122"/>
                <a:cs typeface="+mn-cs"/>
              </a:defRPr>
            </a:lvl1pPr>
            <a:lvl2pPr>
              <a:defRPr lang="en-US" sz="4800" kern="1200" dirty="0" smtClean="0">
                <a:solidFill>
                  <a:prstClr val="white"/>
                </a:solidFill>
                <a:latin typeface="微软雅黑" panose="020B0503020204020204" pitchFamily="34" charset="-122"/>
                <a:ea typeface="微软雅黑" panose="020B0503020204020204" pitchFamily="34" charset="-122"/>
                <a:cs typeface="+mn-cs"/>
              </a:defRPr>
            </a:lvl2pPr>
            <a:lvl3pPr>
              <a:defRPr lang="en-US" sz="4800" kern="1200" dirty="0" smtClean="0">
                <a:solidFill>
                  <a:prstClr val="white"/>
                </a:solidFill>
                <a:latin typeface="微软雅黑" panose="020B0503020204020204" pitchFamily="34" charset="-122"/>
                <a:ea typeface="微软雅黑" panose="020B0503020204020204" pitchFamily="34" charset="-122"/>
                <a:cs typeface="+mn-cs"/>
              </a:defRPr>
            </a:lvl3pPr>
            <a:lvl4pPr>
              <a:defRPr lang="en-US" sz="4800" kern="1200" dirty="0" smtClean="0">
                <a:solidFill>
                  <a:prstClr val="white"/>
                </a:solidFill>
                <a:latin typeface="微软雅黑" panose="020B0503020204020204" pitchFamily="34" charset="-122"/>
                <a:ea typeface="微软雅黑" panose="020B0503020204020204" pitchFamily="34" charset="-122"/>
                <a:cs typeface="+mn-cs"/>
              </a:defRPr>
            </a:lvl4pPr>
            <a:lvl5pPr>
              <a:defRPr lang="en-US" sz="4800" kern="1200" dirty="0">
                <a:solidFill>
                  <a:prstClr val="white"/>
                </a:solidFill>
                <a:latin typeface="微软雅黑" panose="020B0503020204020204" pitchFamily="34" charset="-122"/>
                <a:ea typeface="微软雅黑" panose="020B0503020204020204" pitchFamily="34" charset="-122"/>
                <a:cs typeface="+mn-cs"/>
              </a:defRPr>
            </a:lvl5pPr>
          </a:lstStyle>
          <a:p>
            <a:pPr marL="228600" marR="0" lvl="0" indent="-228600" algn="l" defTabSz="914400" rtl="0" eaLnBrk="1" fontAlgn="auto" latinLnBrk="0" hangingPunct="1">
              <a:lnSpc>
                <a:spcPct val="100000"/>
              </a:lnSpc>
              <a:spcBef>
                <a:spcPts val="0"/>
              </a:spcBef>
              <a:spcAft>
                <a:spcPts val="0"/>
              </a:spcAft>
              <a:buClrTx/>
              <a:buSzTx/>
              <a:tabLst/>
            </a:pPr>
            <a:r>
              <a:rPr lang="en-US" dirty="0"/>
              <a:t>00</a:t>
            </a:r>
          </a:p>
        </p:txBody>
      </p:sp>
      <p:sp>
        <p:nvSpPr>
          <p:cNvPr id="2" name="Title 1">
            <a:extLst>
              <a:ext uri="{FF2B5EF4-FFF2-40B4-BE49-F238E27FC236}">
                <a16:creationId xmlns:a16="http://schemas.microsoft.com/office/drawing/2014/main" id="{CFF297B9-F1ED-9D3F-A1FA-0F7516E81C59}"/>
              </a:ext>
            </a:extLst>
          </p:cNvPr>
          <p:cNvSpPr>
            <a:spLocks noGrp="1"/>
          </p:cNvSpPr>
          <p:nvPr>
            <p:ph type="title"/>
          </p:nvPr>
        </p:nvSpPr>
        <p:spPr bwMode="auto">
          <a:xfrm>
            <a:off x="4773864" y="2611334"/>
            <a:ext cx="3574474"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lvl1pPr algn="ctr">
              <a:defRPr sz="38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a:t>单击此处编辑母版标题样式</a:t>
            </a:r>
            <a:endParaRPr lang="en-US" altLang="zh-CN" dirty="0"/>
          </a:p>
        </p:txBody>
      </p:sp>
      <p:pic>
        <p:nvPicPr>
          <p:cNvPr id="3" name="Background 1" descr="Background pattern&#10;&#10;Description automatically generated">
            <a:extLst>
              <a:ext uri="{FF2B5EF4-FFF2-40B4-BE49-F238E27FC236}">
                <a16:creationId xmlns:a16="http://schemas.microsoft.com/office/drawing/2014/main" id="{9DB71CEB-757B-73BB-89C8-3F48C43720F7}"/>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sp>
        <p:nvSpPr>
          <p:cNvPr id="4" name="椭圆 4">
            <a:extLst>
              <a:ext uri="{FF2B5EF4-FFF2-40B4-BE49-F238E27FC236}">
                <a16:creationId xmlns:a16="http://schemas.microsoft.com/office/drawing/2014/main" id="{75B2286C-A63D-6887-0278-220C7BD272A8}"/>
              </a:ext>
            </a:extLst>
          </p:cNvPr>
          <p:cNvSpPr/>
          <p:nvPr/>
        </p:nvSpPr>
        <p:spPr>
          <a:xfrm>
            <a:off x="4500484" y="1542194"/>
            <a:ext cx="3957855" cy="3957855"/>
          </a:xfrm>
          <a:prstGeom prst="ellipse">
            <a:avLst/>
          </a:prstGeom>
          <a:noFill/>
          <a:ln w="28575">
            <a:solidFill>
              <a:srgbClr val="1847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lt"/>
            </a:endParaRPr>
          </a:p>
        </p:txBody>
      </p:sp>
      <p:sp>
        <p:nvSpPr>
          <p:cNvPr id="7" name="矩形 21">
            <a:extLst>
              <a:ext uri="{FF2B5EF4-FFF2-40B4-BE49-F238E27FC236}">
                <a16:creationId xmlns:a16="http://schemas.microsoft.com/office/drawing/2014/main" id="{605ECE08-45EE-EA5D-7C23-48225775B129}"/>
              </a:ext>
            </a:extLst>
          </p:cNvPr>
          <p:cNvSpPr/>
          <p:nvPr/>
        </p:nvSpPr>
        <p:spPr>
          <a:xfrm rot="13500000">
            <a:off x="3197913" y="2850072"/>
            <a:ext cx="1342093" cy="1342095"/>
          </a:xfrm>
          <a:prstGeom prst="rect">
            <a:avLst/>
          </a:prstGeom>
          <a:solidFill>
            <a:srgbClr val="18478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lt"/>
            </a:endParaRPr>
          </a:p>
        </p:txBody>
      </p:sp>
    </p:spTree>
    <p:extLst>
      <p:ext uri="{BB962C8B-B14F-4D97-AF65-F5344CB8AC3E}">
        <p14:creationId xmlns:p14="http://schemas.microsoft.com/office/powerpoint/2010/main" val="9491390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One Content 1">
    <p:spTree>
      <p:nvGrpSpPr>
        <p:cNvPr id="1" name=""/>
        <p:cNvGrpSpPr/>
        <p:nvPr/>
      </p:nvGrpSpPr>
      <p:grpSpPr>
        <a:xfrm>
          <a:off x="0" y="0"/>
          <a:ext cx="0" cy="0"/>
          <a:chOff x="0" y="0"/>
          <a:chExt cx="0" cy="0"/>
        </a:xfrm>
      </p:grpSpPr>
      <p:sp>
        <p:nvSpPr>
          <p:cNvPr id="6" name="Comment top 1">
            <a:extLst>
              <a:ext uri="{FF2B5EF4-FFF2-40B4-BE49-F238E27FC236}">
                <a16:creationId xmlns:a16="http://schemas.microsoft.com/office/drawing/2014/main" id="{C5FDF62F-462E-9E1E-2FF0-C559F44D5865}"/>
              </a:ext>
            </a:extLst>
          </p:cNvPr>
          <p:cNvSpPr>
            <a:spLocks noGrp="1"/>
          </p:cNvSpPr>
          <p:nvPr>
            <p:ph sz="quarter" idx="23"/>
          </p:nvPr>
        </p:nvSpPr>
        <p:spPr>
          <a:xfrm>
            <a:off x="640080" y="1097280"/>
            <a:ext cx="10872788" cy="694944"/>
          </a:xfrm>
          <a:noFill/>
        </p:spPr>
        <p:txBody>
          <a:bodyPr vert="horz" wrap="square" lIns="73152" tIns="0" rIns="91439" bIns="0" rtlCol="0" anchor="t" anchorCtr="0">
            <a:noAutofit/>
          </a:bodyPr>
          <a:lstStyle>
            <a:lvl1pPr>
              <a:lnSpc>
                <a:spcPct val="100000"/>
              </a:lnSpc>
              <a:spcBef>
                <a:spcPts val="400"/>
              </a:spcBef>
              <a:spcAft>
                <a:spcPts val="0"/>
              </a:spcAft>
              <a:defRPr lang="en-US" sz="1400" smtClean="0">
                <a:solidFill>
                  <a:schemeClr val="tx2"/>
                </a:solidFill>
                <a:latin typeface="+mn-ea"/>
                <a:ea typeface="+mn-ea"/>
                <a:cs typeface="+mn-ea"/>
              </a:defRPr>
            </a:lvl1pPr>
            <a:lvl2pPr>
              <a:lnSpc>
                <a:spcPct val="100000"/>
              </a:lnSpc>
              <a:spcBef>
                <a:spcPts val="400"/>
              </a:spcBef>
              <a:spcAft>
                <a:spcPts val="0"/>
              </a:spcAft>
              <a:defRPr lang="en-US" sz="1300" smtClean="0">
                <a:solidFill>
                  <a:schemeClr val="tx2"/>
                </a:solidFill>
                <a:latin typeface="+mn-ea"/>
                <a:ea typeface="+mn-ea"/>
              </a:defRPr>
            </a:lvl2pPr>
            <a:lvl3pPr>
              <a:lnSpc>
                <a:spcPct val="100000"/>
              </a:lnSpc>
              <a:spcBef>
                <a:spcPts val="400"/>
              </a:spcBef>
              <a:spcAft>
                <a:spcPts val="0"/>
              </a:spcAft>
              <a:defRPr lang="en-US" sz="1200" smtClean="0">
                <a:solidFill>
                  <a:schemeClr val="tx2"/>
                </a:solidFill>
                <a:latin typeface="+mn-ea"/>
                <a:ea typeface="+mn-ea"/>
              </a:defRPr>
            </a:lvl3pPr>
            <a:lvl4pPr>
              <a:defRPr lang="en-US" smtClean="0">
                <a:solidFill>
                  <a:srgbClr val="000000"/>
                </a:solidFill>
              </a:defRPr>
            </a:lvl4pPr>
            <a:lvl5pPr>
              <a:defRPr lang="en-US">
                <a:solidFill>
                  <a:srgbClr val="000000"/>
                </a:solidFill>
              </a:defRPr>
            </a:lvl5pPr>
          </a:lstStyle>
          <a:p>
            <a:pPr marL="227013" lvl="0" indent="-169863">
              <a:spcBef>
                <a:spcPts val="0"/>
              </a:spcBef>
              <a:spcAft>
                <a:spcPts val="300"/>
              </a:spcAft>
              <a:buFont typeface="Wingdings" panose="05000000000000000000" pitchFamily="2" charset="2"/>
              <a:buChar char="§"/>
            </a:pPr>
            <a:r>
              <a:rPr lang="zh-CN" altLang="en-US"/>
              <a:t>单击此处编辑母版文本样式</a:t>
            </a:r>
          </a:p>
          <a:p>
            <a:pPr marL="227013" lvl="1" indent="-169863">
              <a:spcBef>
                <a:spcPts val="0"/>
              </a:spcBef>
              <a:spcAft>
                <a:spcPts val="300"/>
              </a:spcAft>
              <a:buFont typeface="Wingdings" panose="05000000000000000000" pitchFamily="2" charset="2"/>
              <a:buChar char="§"/>
            </a:pPr>
            <a:r>
              <a:rPr lang="zh-CN" altLang="en-US"/>
              <a:t>二级</a:t>
            </a:r>
          </a:p>
          <a:p>
            <a:pPr marL="227013" lvl="2" indent="-169863">
              <a:spcBef>
                <a:spcPts val="0"/>
              </a:spcBef>
              <a:spcAft>
                <a:spcPts val="300"/>
              </a:spcAft>
              <a:buFont typeface="Wingdings" panose="05000000000000000000" pitchFamily="2" charset="2"/>
              <a:buChar char="§"/>
            </a:pPr>
            <a:r>
              <a:rPr lang="zh-CN" altLang="en-US"/>
              <a:t>三级</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4999" y="6184605"/>
            <a:ext cx="10872216"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0" y="2212848"/>
            <a:ext cx="10872216" cy="3922776"/>
          </a:xfrm>
          <a:prstGeom prst="rect">
            <a:avLst/>
          </a:prstGeom>
          <a:noFill/>
        </p:spPr>
        <p:txBody>
          <a:bodyPr vert="horz" wrap="square" lIns="73152" tIns="0" rIns="91439" bIns="0" rtlCol="0" anchor="t" anchorCtr="0">
            <a:noAutofit/>
          </a:bodyPr>
          <a:lstStyle>
            <a:lvl1pPr marL="227013" indent="-169863">
              <a:lnSpc>
                <a:spcPct val="100000"/>
              </a:lnSpc>
              <a:spcBef>
                <a:spcPts val="0"/>
              </a:spcBef>
              <a:spcAft>
                <a:spcPts val="300"/>
              </a:spcAft>
              <a:buFont typeface="Wingdings" panose="05000000000000000000" pitchFamily="2" charset="2"/>
              <a:buChar char="§"/>
              <a:defRPr lang="en-US" sz="1400" dirty="0">
                <a:solidFill>
                  <a:schemeClr val="bg2">
                    <a:lumMod val="50000"/>
                  </a:schemeClr>
                </a:solidFill>
                <a:latin typeface="+mn-ea"/>
                <a:ea typeface="+mn-ea"/>
              </a:defRPr>
            </a:lvl1pPr>
            <a:lvl2pPr marL="574675" indent="-179388">
              <a:lnSpc>
                <a:spcPct val="100000"/>
              </a:lnSpc>
              <a:spcBef>
                <a:spcPts val="0"/>
              </a:spcBef>
              <a:spcAft>
                <a:spcPts val="300"/>
              </a:spcAft>
              <a:buFont typeface="Courier New" panose="02070309020205020404" pitchFamily="49" charset="0"/>
              <a:buChar char="o"/>
              <a:defRPr lang="en-US" sz="1300" dirty="0">
                <a:solidFill>
                  <a:schemeClr val="bg2">
                    <a:lumMod val="50000"/>
                  </a:schemeClr>
                </a:solidFill>
                <a:latin typeface="+mn-ea"/>
                <a:ea typeface="+mn-ea"/>
              </a:defRPr>
            </a:lvl2pPr>
            <a:lvl3pPr marL="857250" indent="-169863">
              <a:lnSpc>
                <a:spcPct val="100000"/>
              </a:lnSpc>
              <a:spcBef>
                <a:spcPts val="0"/>
              </a:spcBef>
              <a:spcAft>
                <a:spcPts val="300"/>
              </a:spcAft>
              <a:buFont typeface="Calibri Light" panose="020F0302020204030204" pitchFamily="34" charset="0"/>
              <a:buChar char="-"/>
              <a:defRPr lang="en-US" sz="1200" dirty="0">
                <a:solidFill>
                  <a:schemeClr val="bg2">
                    <a:lumMod val="50000"/>
                  </a:schemeClr>
                </a:solidFill>
                <a:latin typeface="+mn-ea"/>
                <a:ea typeface="+mn-ea"/>
              </a:defRPr>
            </a:lvl3pPr>
            <a:lvl4pPr marL="1084263" indent="-169863">
              <a:lnSpc>
                <a:spcPct val="100000"/>
              </a:lnSpc>
              <a:spcBef>
                <a:spcPts val="0"/>
              </a:spcBef>
              <a:spcAft>
                <a:spcPts val="300"/>
              </a:spcAft>
              <a:buFont typeface="Wingdings" panose="05000000000000000000" pitchFamily="2" charset="2"/>
              <a:buChar char="§"/>
              <a:defRPr lang="en-US" sz="1100" dirty="0">
                <a:solidFill>
                  <a:schemeClr val="bg2">
                    <a:lumMod val="50000"/>
                  </a:schemeClr>
                </a:solidFill>
                <a:latin typeface="+mn-ea"/>
                <a:ea typeface="+mn-ea"/>
              </a:defRPr>
            </a:lvl4pPr>
            <a:lvl5pPr marL="1309688" indent="-168275">
              <a:lnSpc>
                <a:spcPct val="100000"/>
              </a:lnSpc>
              <a:spcBef>
                <a:spcPts val="0"/>
              </a:spcBef>
              <a:spcAft>
                <a:spcPts val="300"/>
              </a:spcAft>
              <a:defRPr lang="en-US" sz="1100" dirty="0">
                <a:solidFill>
                  <a:schemeClr val="bg2">
                    <a:lumMod val="50000"/>
                  </a:schemeClr>
                </a:solidFill>
                <a:latin typeface="+mn-ea"/>
                <a:ea typeface="+mn-ea"/>
              </a:defRPr>
            </a:lvl5pPr>
          </a:lstStyle>
          <a:p>
            <a:pPr marL="227013" lvl="0" indent="-169863">
              <a:buFont typeface="Wingdings" panose="05000000000000000000" pitchFamily="2" charset="2"/>
              <a:buChar char="§"/>
            </a:pPr>
            <a:r>
              <a:rPr lang="zh-CN" altLang="en-US"/>
              <a:t>单击此处编辑母版文本样式</a:t>
            </a:r>
          </a:p>
          <a:p>
            <a:pPr marL="227013" lvl="1" indent="-169863">
              <a:buFont typeface="Wingdings" panose="05000000000000000000" pitchFamily="2" charset="2"/>
              <a:buChar char="§"/>
            </a:pPr>
            <a:r>
              <a:rPr lang="zh-CN" altLang="en-US"/>
              <a:t>二级</a:t>
            </a:r>
          </a:p>
          <a:p>
            <a:pPr marL="227013" lvl="2" indent="-169863">
              <a:buFont typeface="Wingdings" panose="05000000000000000000" pitchFamily="2" charset="2"/>
              <a:buChar char="§"/>
            </a:pPr>
            <a:r>
              <a:rPr lang="zh-CN" altLang="en-US"/>
              <a:t>三级</a:t>
            </a:r>
          </a:p>
          <a:p>
            <a:pPr marL="227013" lvl="3" indent="-169863">
              <a:buFont typeface="Wingdings" panose="05000000000000000000" pitchFamily="2" charset="2"/>
              <a:buChar char="§"/>
            </a:pPr>
            <a:r>
              <a:rPr lang="zh-CN" altLang="en-US"/>
              <a:t>四级</a:t>
            </a:r>
          </a:p>
          <a:p>
            <a:pPr marL="227013" lvl="4" indent="-169863">
              <a:buFont typeface="Wingdings" panose="05000000000000000000" pitchFamily="2" charset="2"/>
              <a:buChar char="§"/>
            </a:pPr>
            <a:r>
              <a:rPr lang="zh-CN" altLang="en-US"/>
              <a:t>五级</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828800"/>
            <a:ext cx="108722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330188661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One Content 2">
    <p:spTree>
      <p:nvGrpSpPr>
        <p:cNvPr id="1" name=""/>
        <p:cNvGrpSpPr/>
        <p:nvPr/>
      </p:nvGrpSpPr>
      <p:grpSpPr>
        <a:xfrm>
          <a:off x="0" y="0"/>
          <a:ext cx="0" cy="0"/>
          <a:chOff x="0" y="0"/>
          <a:chExt cx="0" cy="0"/>
        </a:xfrm>
      </p:grpSpPr>
      <p:sp>
        <p:nvSpPr>
          <p:cNvPr id="6" name="Comment top 1">
            <a:extLst>
              <a:ext uri="{FF2B5EF4-FFF2-40B4-BE49-F238E27FC236}">
                <a16:creationId xmlns:a16="http://schemas.microsoft.com/office/drawing/2014/main" id="{C5FDF62F-462E-9E1E-2FF0-C559F44D5865}"/>
              </a:ext>
            </a:extLst>
          </p:cNvPr>
          <p:cNvSpPr>
            <a:spLocks noGrp="1"/>
          </p:cNvSpPr>
          <p:nvPr>
            <p:ph sz="quarter" idx="23"/>
          </p:nvPr>
        </p:nvSpPr>
        <p:spPr>
          <a:xfrm>
            <a:off x="640080" y="1097280"/>
            <a:ext cx="10872788" cy="694944"/>
          </a:xfrm>
          <a:noFill/>
        </p:spPr>
        <p:txBody>
          <a:bodyPr vert="horz" wrap="square" lIns="73152" tIns="0" rIns="91439" bIns="0" rtlCol="0" anchor="t" anchorCtr="0">
            <a:noAutofit/>
          </a:bodyPr>
          <a:lstStyle>
            <a:lvl1pPr>
              <a:spcAft>
                <a:spcPts val="400"/>
              </a:spcAft>
              <a:defRPr lang="en-US" sz="1400" dirty="0">
                <a:solidFill>
                  <a:schemeClr val="tx2"/>
                </a:solidFill>
                <a:cs typeface="+mn-ea"/>
              </a:defRPr>
            </a:lvl1pPr>
            <a:lvl2pPr>
              <a:spcAft>
                <a:spcPts val="400"/>
              </a:spcAft>
              <a:defRPr lang="en-US" sz="1300" dirty="0">
                <a:solidFill>
                  <a:schemeClr val="tx2"/>
                </a:solidFill>
                <a:latin typeface="Microsoft YaHei UI" panose="020B0503020204020204" pitchFamily="34" charset="-122"/>
                <a:ea typeface="Microsoft YaHei UI" panose="020B0503020204020204" pitchFamily="34" charset="-122"/>
              </a:defRPr>
            </a:lvl2pPr>
            <a:lvl3pPr>
              <a:spcAft>
                <a:spcPts val="400"/>
              </a:spcAft>
              <a:defRPr lang="en-US" sz="1200" dirty="0">
                <a:solidFill>
                  <a:schemeClr val="tx2"/>
                </a:solidFill>
                <a:latin typeface="Microsoft YaHei UI" panose="020B0503020204020204" pitchFamily="34" charset="-122"/>
                <a:ea typeface="Microsoft YaHei UI" panose="020B0503020204020204" pitchFamily="34" charset="-122"/>
              </a:defRPr>
            </a:lvl3pPr>
            <a:lvl4pPr>
              <a:defRPr lang="en-US" smtClean="0">
                <a:solidFill>
                  <a:srgbClr val="000000"/>
                </a:solidFill>
              </a:defRPr>
            </a:lvl4pPr>
            <a:lvl5pPr>
              <a:defRPr lang="en-US">
                <a:solidFill>
                  <a:srgbClr val="000000"/>
                </a:solidFill>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4999" y="6184605"/>
            <a:ext cx="10872216" cy="274320"/>
          </a:xfrm>
          <a:prstGeom prst="rect">
            <a:avLst/>
          </a:prstGeom>
          <a:noFill/>
        </p:spPr>
        <p:txBody>
          <a:bodyPr vert="horz" wrap="square" lIns="0" tIns="0" rIns="91439" bIns="0" rtlCol="0" anchor="t" anchorCtr="0">
            <a:noAutofit/>
          </a:bodyPr>
          <a:lstStyle>
            <a:lvl1pPr>
              <a:lnSpc>
                <a:spcPts val="800"/>
              </a:lnSpc>
              <a:buNone/>
              <a:defRPr lang="en-US" sz="900" i="1">
                <a:solidFill>
                  <a:schemeClr val="tx1">
                    <a:lumMod val="50000"/>
                  </a:schemeClr>
                </a:solidFill>
                <a:latin typeface="+mn-ea"/>
                <a:ea typeface="+mn-ea"/>
                <a:cs typeface="+mn-ea"/>
              </a:defRPr>
            </a:lvl1pPr>
          </a:lstStyle>
          <a:p>
            <a:pPr marL="0" marR="0" lvl="0" indent="0" defTabSz="914400" fontAlgn="auto" latinLnBrk="0">
              <a:lnSpc>
                <a:spcPct val="100000"/>
              </a:lnSpc>
              <a:spcBef>
                <a:spcPts val="0"/>
              </a:spcBef>
              <a:spcAft>
                <a:spcPts val="0"/>
              </a:spcAft>
              <a:buClrTx/>
              <a:buSzTx/>
              <a:buFontTx/>
              <a:buNone/>
              <a:tabLst/>
            </a:pPr>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0" y="1837944"/>
            <a:ext cx="10872216" cy="4325112"/>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defRPr>
            </a:lvl1pPr>
            <a:lvl2pPr marL="574675" indent="-179388">
              <a:buFont typeface="Courier New" panose="02070309020205020404" pitchFamily="49" charset="0"/>
              <a:buChar char="o"/>
              <a:defRPr lang="en-US" sz="1300" dirty="0">
                <a:solidFill>
                  <a:schemeClr val="bg2">
                    <a:lumMod val="50000"/>
                  </a:schemeClr>
                </a:solidFill>
                <a:latin typeface="Microsoft YaHei UI" panose="020B0503020204020204" pitchFamily="34" charset="-122"/>
                <a:ea typeface="Microsoft YaHei UI" panose="020B0503020204020204"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Microsoft YaHei UI" panose="020B0503020204020204" pitchFamily="34" charset="-122"/>
                <a:ea typeface="Microsoft YaHei UI" panose="020B0503020204020204" pitchFamily="34" charset="-122"/>
              </a:defRPr>
            </a:lvl3pPr>
            <a:lvl4pPr marL="1084263" indent="-169863">
              <a:buFont typeface="Wingdings" panose="05000000000000000000" pitchFamily="2" charset="2"/>
              <a:buChar char="§"/>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4pPr>
            <a:lvl5pPr marL="1309688" indent="-168275">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lvl1pPr>
              <a:defRPr lang="en-US" dirty="0"/>
            </a:lvl1p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186877419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One Content 3">
    <p:spTree>
      <p:nvGrpSpPr>
        <p:cNvPr id="1" name=""/>
        <p:cNvGrpSpPr/>
        <p:nvPr/>
      </p:nvGrpSpPr>
      <p:grpSpPr>
        <a:xfrm>
          <a:off x="0" y="0"/>
          <a:ext cx="0" cy="0"/>
          <a:chOff x="0" y="0"/>
          <a:chExt cx="0" cy="0"/>
        </a:xfrm>
      </p:grpSpPr>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4999" y="6184605"/>
            <a:ext cx="10872216" cy="274320"/>
          </a:xfrm>
          <a:prstGeom prst="rect">
            <a:avLst/>
          </a:prstGeom>
        </p:spPr>
        <p:txBody>
          <a:bodyPr>
            <a:noAutofit/>
          </a:bodyPr>
          <a:lstStyle>
            <a:lvl1pPr>
              <a:lnSpc>
                <a:spcPts val="800"/>
              </a:lnSpc>
              <a:buNone/>
              <a:defRPr lang="en-US" sz="900" i="1" kern="1200" dirty="0">
                <a:solidFill>
                  <a:schemeClr val="tx1">
                    <a:lumMod val="50000"/>
                  </a:schemeClr>
                </a:solidFill>
                <a:latin typeface="Calibri"/>
                <a:ea typeface="Microsoft JhengHei"/>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40080" y="1097280"/>
            <a:ext cx="10872216" cy="5065776"/>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defRPr>
            </a:lvl1pPr>
            <a:lvl2pPr marL="574675" indent="-179388">
              <a:buFont typeface="Courier New" panose="02070309020205020404" pitchFamily="49" charset="0"/>
              <a:buChar char="o"/>
              <a:defRPr lang="en-US" sz="1300" dirty="0">
                <a:solidFill>
                  <a:schemeClr val="bg2">
                    <a:lumMod val="50000"/>
                  </a:schemeClr>
                </a:solidFill>
                <a:latin typeface="Microsoft YaHei UI" panose="020B0503020204020204" pitchFamily="34" charset="-122"/>
                <a:ea typeface="Microsoft YaHei UI" panose="020B0503020204020204"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Microsoft YaHei UI" panose="020B0503020204020204" pitchFamily="34" charset="-122"/>
                <a:ea typeface="Microsoft YaHei UI" panose="020B0503020204020204" pitchFamily="34" charset="-122"/>
              </a:defRPr>
            </a:lvl3pPr>
            <a:lvl4pPr marL="1084263" indent="-169863">
              <a:buFont typeface="Wingdings" panose="05000000000000000000" pitchFamily="2" charset="2"/>
              <a:buChar char="§"/>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4pPr>
            <a:lvl5pPr marL="1309688" indent="-168275">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62624711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Two Content 2">
    <p:spTree>
      <p:nvGrpSpPr>
        <p:cNvPr id="1" name=""/>
        <p:cNvGrpSpPr/>
        <p:nvPr/>
      </p:nvGrpSpPr>
      <p:grpSpPr>
        <a:xfrm>
          <a:off x="0" y="0"/>
          <a:ext cx="0" cy="0"/>
          <a:chOff x="0" y="0"/>
          <a:chExt cx="0" cy="0"/>
        </a:xfrm>
      </p:grpSpPr>
      <p:sp>
        <p:nvSpPr>
          <p:cNvPr id="9" name="Note 2">
            <a:extLst>
              <a:ext uri="{FF2B5EF4-FFF2-40B4-BE49-F238E27FC236}">
                <a16:creationId xmlns:a16="http://schemas.microsoft.com/office/drawing/2014/main" id="{FDF05ECA-3909-1D22-9C9F-11C8133C7426}"/>
              </a:ext>
            </a:extLst>
          </p:cNvPr>
          <p:cNvSpPr>
            <a:spLocks noGrp="1"/>
          </p:cNvSpPr>
          <p:nvPr>
            <p:ph type="body" sz="quarter" idx="20"/>
          </p:nvPr>
        </p:nvSpPr>
        <p:spPr>
          <a:xfrm>
            <a:off x="6124997" y="6184604"/>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5000" y="6184605"/>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5" name="Content 2">
            <a:extLst>
              <a:ext uri="{FF2B5EF4-FFF2-40B4-BE49-F238E27FC236}">
                <a16:creationId xmlns:a16="http://schemas.microsoft.com/office/drawing/2014/main" id="{995EADF6-FBEB-F510-F2F7-77A6CB266ABD}"/>
              </a:ext>
            </a:extLst>
          </p:cNvPr>
          <p:cNvSpPr>
            <a:spLocks noGrp="1"/>
          </p:cNvSpPr>
          <p:nvPr>
            <p:ph idx="21"/>
          </p:nvPr>
        </p:nvSpPr>
        <p:spPr>
          <a:xfrm>
            <a:off x="6124997" y="1472184"/>
            <a:ext cx="5383509" cy="4663440"/>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defRPr>
            </a:lvl1pPr>
            <a:lvl2pPr marL="574675" indent="-179388">
              <a:buFont typeface="Courier New" panose="02070309020205020404" pitchFamily="49" charset="0"/>
              <a:buChar char="o"/>
              <a:defRPr lang="en-US" sz="1300" dirty="0">
                <a:solidFill>
                  <a:schemeClr val="bg2">
                    <a:lumMod val="50000"/>
                  </a:schemeClr>
                </a:solidFill>
                <a:latin typeface="Microsoft YaHei UI" panose="020B0503020204020204" pitchFamily="34" charset="-122"/>
                <a:ea typeface="Microsoft YaHei UI" panose="020B0503020204020204"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Microsoft YaHei UI" panose="020B0503020204020204" pitchFamily="34" charset="-122"/>
                <a:ea typeface="Microsoft YaHei UI" panose="020B0503020204020204" pitchFamily="34" charset="-122"/>
              </a:defRPr>
            </a:lvl3pPr>
            <a:lvl4pPr marL="1084263" indent="-169863">
              <a:buFont typeface="Wingdings" panose="05000000000000000000" pitchFamily="2" charset="2"/>
              <a:buChar char="§"/>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4pPr>
            <a:lvl5pPr marL="1309688" indent="-168275">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8" name="Content title 2">
            <a:extLst>
              <a:ext uri="{FF2B5EF4-FFF2-40B4-BE49-F238E27FC236}">
                <a16:creationId xmlns:a16="http://schemas.microsoft.com/office/drawing/2014/main" id="{CDAA384F-CE84-F69E-6C77-E26501E0D0FD}"/>
              </a:ext>
            </a:extLst>
          </p:cNvPr>
          <p:cNvSpPr>
            <a:spLocks noGrp="1"/>
          </p:cNvSpPr>
          <p:nvPr>
            <p:ph type="body" sz="quarter" idx="19"/>
          </p:nvPr>
        </p:nvSpPr>
        <p:spPr>
          <a:xfrm>
            <a:off x="6124998" y="1067467"/>
            <a:ext cx="53858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1" y="1472184"/>
            <a:ext cx="5383509" cy="4663440"/>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defRPr>
            </a:lvl1pPr>
            <a:lvl2pPr marL="574675" indent="-179388">
              <a:buFont typeface="Courier New" panose="02070309020205020404" pitchFamily="49" charset="0"/>
              <a:buChar char="o"/>
              <a:defRPr lang="en-US" sz="1300" dirty="0">
                <a:solidFill>
                  <a:schemeClr val="bg2">
                    <a:lumMod val="50000"/>
                  </a:schemeClr>
                </a:solidFill>
                <a:latin typeface="Microsoft YaHei UI" panose="020B0503020204020204" pitchFamily="34" charset="-122"/>
                <a:ea typeface="Microsoft YaHei UI" panose="020B0503020204020204"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Microsoft YaHei UI" panose="020B0503020204020204" pitchFamily="34" charset="-122"/>
                <a:ea typeface="Microsoft YaHei UI" panose="020B0503020204020204" pitchFamily="34" charset="-122"/>
              </a:defRPr>
            </a:lvl3pPr>
            <a:lvl4pPr marL="1084263" indent="-169863">
              <a:buFont typeface="Wingdings" panose="05000000000000000000" pitchFamily="2" charset="2"/>
              <a:buChar char="§"/>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4pPr>
            <a:lvl5pPr marL="1309688" indent="-168275">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067467"/>
            <a:ext cx="5384800"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337646812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1_Two Content 2">
    <p:spTree>
      <p:nvGrpSpPr>
        <p:cNvPr id="1" name=""/>
        <p:cNvGrpSpPr/>
        <p:nvPr/>
      </p:nvGrpSpPr>
      <p:grpSpPr>
        <a:xfrm>
          <a:off x="0" y="0"/>
          <a:ext cx="0" cy="0"/>
          <a:chOff x="0" y="0"/>
          <a:chExt cx="0" cy="0"/>
        </a:xfrm>
      </p:grpSpPr>
      <p:sp>
        <p:nvSpPr>
          <p:cNvPr id="6" name="Comment top 1">
            <a:extLst>
              <a:ext uri="{FF2B5EF4-FFF2-40B4-BE49-F238E27FC236}">
                <a16:creationId xmlns:a16="http://schemas.microsoft.com/office/drawing/2014/main" id="{C5FDF62F-462E-9E1E-2FF0-C559F44D5865}"/>
              </a:ext>
            </a:extLst>
          </p:cNvPr>
          <p:cNvSpPr>
            <a:spLocks noGrp="1"/>
          </p:cNvSpPr>
          <p:nvPr>
            <p:ph sz="quarter" idx="23"/>
          </p:nvPr>
        </p:nvSpPr>
        <p:spPr>
          <a:xfrm>
            <a:off x="640080" y="1097280"/>
            <a:ext cx="10872788" cy="694944"/>
          </a:xfrm>
          <a:noFill/>
        </p:spPr>
        <p:txBody>
          <a:bodyPr vert="horz" wrap="square" lIns="73152" tIns="0" rIns="91439" bIns="0" rtlCol="0" anchor="t" anchorCtr="0">
            <a:noAutofit/>
          </a:bodyPr>
          <a:lstStyle>
            <a:lvl1pPr>
              <a:spcBef>
                <a:spcPts val="400"/>
              </a:spcBef>
              <a:spcAft>
                <a:spcPts val="0"/>
              </a:spcAft>
              <a:defRPr lang="en-US" sz="1400" dirty="0">
                <a:solidFill>
                  <a:schemeClr val="tx2"/>
                </a:solidFill>
                <a:latin typeface="微软雅黑 Light" panose="020B0502040204020203" pitchFamily="34" charset="-122"/>
                <a:ea typeface="微软雅黑 Light" panose="020B0502040204020203" pitchFamily="34" charset="-122"/>
                <a:cs typeface="+mn-ea"/>
              </a:defRPr>
            </a:lvl1pPr>
            <a:lvl2pPr>
              <a:spcBef>
                <a:spcPts val="400"/>
              </a:spcBef>
              <a:spcAft>
                <a:spcPts val="0"/>
              </a:spcAft>
              <a:defRPr lang="en-US" sz="1300" dirty="0">
                <a:solidFill>
                  <a:schemeClr val="tx2"/>
                </a:solidFill>
                <a:latin typeface="微软雅黑 Light" panose="020B0502040204020203" pitchFamily="34" charset="-122"/>
                <a:ea typeface="微软雅黑 Light" panose="020B0502040204020203" pitchFamily="34" charset="-122"/>
              </a:defRPr>
            </a:lvl2pPr>
            <a:lvl3pPr>
              <a:spcBef>
                <a:spcPts val="400"/>
              </a:spcBef>
              <a:spcAft>
                <a:spcPts val="0"/>
              </a:spcAft>
              <a:defRPr lang="en-US" sz="1200" dirty="0">
                <a:solidFill>
                  <a:schemeClr val="tx2"/>
                </a:solidFill>
                <a:latin typeface="微软雅黑 Light" panose="020B0502040204020203" pitchFamily="34" charset="-122"/>
                <a:ea typeface="微软雅黑 Light" panose="020B0502040204020203" pitchFamily="34" charset="-122"/>
              </a:defRPr>
            </a:lvl3pPr>
            <a:lvl4pPr>
              <a:defRPr lang="en-US" smtClean="0">
                <a:solidFill>
                  <a:srgbClr val="000000"/>
                </a:solidFill>
              </a:defRPr>
            </a:lvl4pPr>
            <a:lvl5pPr>
              <a:defRPr lang="en-US">
                <a:solidFill>
                  <a:srgbClr val="000000"/>
                </a:solidFill>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p:txBody>
      </p:sp>
      <p:sp>
        <p:nvSpPr>
          <p:cNvPr id="9" name="Note 2">
            <a:extLst>
              <a:ext uri="{FF2B5EF4-FFF2-40B4-BE49-F238E27FC236}">
                <a16:creationId xmlns:a16="http://schemas.microsoft.com/office/drawing/2014/main" id="{FDF05ECA-3909-1D22-9C9F-11C8133C7426}"/>
              </a:ext>
            </a:extLst>
          </p:cNvPr>
          <p:cNvSpPr>
            <a:spLocks noGrp="1"/>
          </p:cNvSpPr>
          <p:nvPr>
            <p:ph type="body" sz="quarter" idx="20"/>
          </p:nvPr>
        </p:nvSpPr>
        <p:spPr>
          <a:xfrm>
            <a:off x="6124997" y="6184604"/>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5000" y="6184605"/>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5" name="Content 2">
            <a:extLst>
              <a:ext uri="{FF2B5EF4-FFF2-40B4-BE49-F238E27FC236}">
                <a16:creationId xmlns:a16="http://schemas.microsoft.com/office/drawing/2014/main" id="{995EADF6-FBEB-F510-F2F7-77A6CB266ABD}"/>
              </a:ext>
            </a:extLst>
          </p:cNvPr>
          <p:cNvSpPr>
            <a:spLocks noGrp="1"/>
          </p:cNvSpPr>
          <p:nvPr>
            <p:ph idx="21"/>
          </p:nvPr>
        </p:nvSpPr>
        <p:spPr>
          <a:xfrm>
            <a:off x="6124997" y="2212848"/>
            <a:ext cx="5383509" cy="3922776"/>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微软雅黑 Light" panose="020B0502040204020203" pitchFamily="34" charset="-122"/>
                <a:ea typeface="微软雅黑 Light" panose="020B0502040204020203" pitchFamily="34" charset="-122"/>
              </a:defRPr>
            </a:lvl1pPr>
            <a:lvl2pPr marL="574675" indent="-179388">
              <a:buFont typeface="Courier New" panose="02070309020205020404" pitchFamily="49" charset="0"/>
              <a:buChar char="o"/>
              <a:defRPr lang="en-US" sz="1300" dirty="0">
                <a:solidFill>
                  <a:schemeClr val="bg2">
                    <a:lumMod val="50000"/>
                  </a:schemeClr>
                </a:solidFill>
                <a:latin typeface="微软雅黑 Light" panose="020B0502040204020203" pitchFamily="34" charset="-122"/>
                <a:ea typeface="微软雅黑 Light" panose="020B0502040204020203"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微软雅黑 Light" panose="020B0502040204020203" pitchFamily="34" charset="-122"/>
                <a:ea typeface="微软雅黑 Light" panose="020B0502040204020203" pitchFamily="34" charset="-122"/>
              </a:defRPr>
            </a:lvl3pPr>
            <a:lvl4pPr marL="1084263" indent="-169863">
              <a:buFont typeface="Wingdings" panose="05000000000000000000" pitchFamily="2" charset="2"/>
              <a:buChar char="§"/>
              <a:defRPr lang="en-US" sz="1100" dirty="0">
                <a:solidFill>
                  <a:schemeClr val="bg2">
                    <a:lumMod val="50000"/>
                  </a:schemeClr>
                </a:solidFill>
                <a:latin typeface="微软雅黑 Light" panose="020B0502040204020203" pitchFamily="34" charset="-122"/>
                <a:ea typeface="微软雅黑 Light" panose="020B0502040204020203" pitchFamily="34" charset="-122"/>
              </a:defRPr>
            </a:lvl4pPr>
            <a:lvl5pPr marL="1309688" indent="-168275">
              <a:defRPr lang="en-US" sz="1100" dirty="0">
                <a:solidFill>
                  <a:schemeClr val="bg2">
                    <a:lumMod val="50000"/>
                  </a:schemeClr>
                </a:solidFill>
                <a:latin typeface="微软雅黑 Light" panose="020B0502040204020203" pitchFamily="34" charset="-122"/>
                <a:ea typeface="微软雅黑 Light" panose="020B0502040204020203"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8" name="Content title 2">
            <a:extLst>
              <a:ext uri="{FF2B5EF4-FFF2-40B4-BE49-F238E27FC236}">
                <a16:creationId xmlns:a16="http://schemas.microsoft.com/office/drawing/2014/main" id="{CDAA384F-CE84-F69E-6C77-E26501E0D0FD}"/>
              </a:ext>
            </a:extLst>
          </p:cNvPr>
          <p:cNvSpPr>
            <a:spLocks noGrp="1"/>
          </p:cNvSpPr>
          <p:nvPr>
            <p:ph type="body" sz="quarter" idx="19"/>
          </p:nvPr>
        </p:nvSpPr>
        <p:spPr>
          <a:xfrm>
            <a:off x="6124998" y="1828800"/>
            <a:ext cx="53858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微软雅黑" panose="020B0503020204020204" pitchFamily="34" charset="-122"/>
                <a:ea typeface="微软雅黑"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1" y="2212848"/>
            <a:ext cx="5383509" cy="3922776"/>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微软雅黑 Light" panose="020B0502040204020203" pitchFamily="34" charset="-122"/>
                <a:ea typeface="微软雅黑 Light" panose="020B0502040204020203" pitchFamily="34" charset="-122"/>
              </a:defRPr>
            </a:lvl1pPr>
            <a:lvl2pPr marL="574675" indent="-179388">
              <a:buFont typeface="Courier New" panose="02070309020205020404" pitchFamily="49" charset="0"/>
              <a:buChar char="o"/>
              <a:defRPr lang="en-US" sz="1300" dirty="0">
                <a:solidFill>
                  <a:schemeClr val="bg2">
                    <a:lumMod val="50000"/>
                  </a:schemeClr>
                </a:solidFill>
                <a:latin typeface="微软雅黑 Light" panose="020B0502040204020203" pitchFamily="34" charset="-122"/>
                <a:ea typeface="微软雅黑 Light" panose="020B0502040204020203"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微软雅黑 Light" panose="020B0502040204020203" pitchFamily="34" charset="-122"/>
                <a:ea typeface="微软雅黑 Light" panose="020B0502040204020203" pitchFamily="34" charset="-122"/>
              </a:defRPr>
            </a:lvl3pPr>
            <a:lvl4pPr marL="1084263" indent="-169863">
              <a:buFont typeface="Wingdings" panose="05000000000000000000" pitchFamily="2" charset="2"/>
              <a:buChar char="§"/>
              <a:defRPr lang="en-US" sz="1100" dirty="0">
                <a:solidFill>
                  <a:schemeClr val="bg2">
                    <a:lumMod val="50000"/>
                  </a:schemeClr>
                </a:solidFill>
                <a:latin typeface="微软雅黑 Light" panose="020B0502040204020203" pitchFamily="34" charset="-122"/>
                <a:ea typeface="微软雅黑 Light" panose="020B0502040204020203" pitchFamily="34" charset="-122"/>
              </a:defRPr>
            </a:lvl4pPr>
            <a:lvl5pPr marL="1309688" indent="-168275">
              <a:defRPr lang="en-US" sz="1100" dirty="0">
                <a:solidFill>
                  <a:schemeClr val="bg2">
                    <a:lumMod val="50000"/>
                  </a:schemeClr>
                </a:solidFill>
                <a:latin typeface="微软雅黑 Light" panose="020B0502040204020203" pitchFamily="34" charset="-122"/>
                <a:ea typeface="微软雅黑 Light" panose="020B0502040204020203"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828800"/>
            <a:ext cx="5384800"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微软雅黑" panose="020B0503020204020204" pitchFamily="34" charset="-122"/>
                <a:ea typeface="微软雅黑"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lvl1pPr>
              <a:defRPr>
                <a:latin typeface="+mj-ea"/>
                <a:ea typeface="+mj-ea"/>
              </a:defRPr>
            </a:lvl1p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lvl1pPr>
              <a:defRPr>
                <a:latin typeface="微软雅黑" panose="020B0503020204020204" pitchFamily="34" charset="-122"/>
                <a:ea typeface="微软雅黑" panose="020B0503020204020204" pitchFamily="34" charset="-122"/>
              </a:defRPr>
            </a:lvl1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391528182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Four Content 1">
    <p:spTree>
      <p:nvGrpSpPr>
        <p:cNvPr id="1" name=""/>
        <p:cNvGrpSpPr/>
        <p:nvPr/>
      </p:nvGrpSpPr>
      <p:grpSpPr>
        <a:xfrm>
          <a:off x="0" y="0"/>
          <a:ext cx="0" cy="0"/>
          <a:chOff x="0" y="0"/>
          <a:chExt cx="0" cy="0"/>
        </a:xfrm>
      </p:grpSpPr>
      <p:sp>
        <p:nvSpPr>
          <p:cNvPr id="19" name="Content bottom title 2">
            <a:extLst>
              <a:ext uri="{FF2B5EF4-FFF2-40B4-BE49-F238E27FC236}">
                <a16:creationId xmlns:a16="http://schemas.microsoft.com/office/drawing/2014/main" id="{5593DC21-8537-5035-8A03-D9E60D3BE957}"/>
              </a:ext>
            </a:extLst>
          </p:cNvPr>
          <p:cNvSpPr>
            <a:spLocks noGrp="1"/>
          </p:cNvSpPr>
          <p:nvPr>
            <p:ph type="body" sz="quarter" idx="26"/>
          </p:nvPr>
        </p:nvSpPr>
        <p:spPr>
          <a:xfrm>
            <a:off x="6124575" y="3630612"/>
            <a:ext cx="5383213" cy="356616"/>
          </a:xfrm>
          <a:solidFill>
            <a:schemeClr val="bg1"/>
          </a:solidFill>
          <a:ln>
            <a:noFill/>
          </a:ln>
        </p:spPr>
        <p:style>
          <a:lnRef idx="0">
            <a:scrgbClr r="0" g="0" b="0"/>
          </a:lnRef>
          <a:fillRef idx="0">
            <a:scrgbClr r="0" g="0" b="0"/>
          </a:fillRef>
          <a:effectRef idx="0">
            <a:scrgbClr r="0" g="0" b="0"/>
          </a:effectRef>
          <a:fontRef idx="minor">
            <a:schemeClr val="lt1"/>
          </a:fontRef>
        </p:style>
        <p:txBody>
          <a:bodyPr vert="horz" wrap="square" lIns="73152" tIns="0" rIns="91439" bIns="0" rtlCol="0" anchor="ctr" anchorCtr="0">
            <a:noAutofit/>
          </a:bodyPr>
          <a:lstStyle>
            <a:lvl1pPr algn="ctr">
              <a:buNone/>
              <a:defRPr lang="en-US" b="1" dirty="0">
                <a:solidFill>
                  <a:srgbClr val="2660AD"/>
                </a:solidFill>
                <a:latin typeface="+mj-ea"/>
                <a:ea typeface="+mj-ea"/>
              </a:defRPr>
            </a:lvl1pPr>
          </a:lstStyle>
          <a:p>
            <a:pPr marL="0" lvl="0" indent="0" algn="ctr">
              <a:buNone/>
            </a:pPr>
            <a:r>
              <a:rPr lang="zh-CN" altLang="en-US"/>
              <a:t>单击此处编辑母版文本样式</a:t>
            </a:r>
          </a:p>
        </p:txBody>
      </p:sp>
      <p:sp>
        <p:nvSpPr>
          <p:cNvPr id="15" name="Content bottom title 1">
            <a:extLst>
              <a:ext uri="{FF2B5EF4-FFF2-40B4-BE49-F238E27FC236}">
                <a16:creationId xmlns:a16="http://schemas.microsoft.com/office/drawing/2014/main" id="{2B15D03E-8DA2-3439-43D6-7B9641CC8924}"/>
              </a:ext>
            </a:extLst>
          </p:cNvPr>
          <p:cNvSpPr>
            <a:spLocks noGrp="1"/>
          </p:cNvSpPr>
          <p:nvPr>
            <p:ph type="body" sz="quarter" idx="25"/>
          </p:nvPr>
        </p:nvSpPr>
        <p:spPr>
          <a:xfrm>
            <a:off x="635000" y="3630168"/>
            <a:ext cx="5383213" cy="356616"/>
          </a:xfrm>
          <a:solidFill>
            <a:schemeClr val="bg1"/>
          </a:solidFill>
          <a:ln>
            <a:noFill/>
          </a:ln>
        </p:spPr>
        <p:style>
          <a:lnRef idx="0">
            <a:scrgbClr r="0" g="0" b="0"/>
          </a:lnRef>
          <a:fillRef idx="0">
            <a:scrgbClr r="0" g="0" b="0"/>
          </a:fillRef>
          <a:effectRef idx="0">
            <a:scrgbClr r="0" g="0" b="0"/>
          </a:effectRef>
          <a:fontRef idx="minor">
            <a:schemeClr val="lt1"/>
          </a:fontRef>
        </p:style>
        <p:txBody>
          <a:bodyPr vert="horz" wrap="square" lIns="73152" tIns="0" rIns="91439" bIns="0" rtlCol="0" anchor="ctr" anchorCtr="0">
            <a:noAutofit/>
          </a:bodyPr>
          <a:lstStyle>
            <a:lvl1pPr algn="ctr">
              <a:defRPr lang="en-US" b="1" dirty="0">
                <a:solidFill>
                  <a:srgbClr val="2660AD"/>
                </a:solidFill>
                <a:latin typeface="+mj-ea"/>
                <a:ea typeface="+mj-ea"/>
              </a:defRPr>
            </a:lvl1pPr>
            <a:lvl2pPr>
              <a:defRPr lang="en-US" smtClean="0">
                <a:solidFill>
                  <a:schemeClr val="lt1"/>
                </a:solidFill>
              </a:defRPr>
            </a:lvl2pPr>
            <a:lvl3pPr>
              <a:defRPr lang="en-US" b="1" smtClean="0">
                <a:solidFill>
                  <a:schemeClr val="lt1"/>
                </a:solidFill>
              </a:defRPr>
            </a:lvl3pPr>
            <a:lvl4pPr>
              <a:defRPr lang="en-US" smtClean="0">
                <a:solidFill>
                  <a:schemeClr val="lt1"/>
                </a:solidFill>
              </a:defRPr>
            </a:lvl4pPr>
            <a:lvl5pPr>
              <a:defRPr lang="en-US">
                <a:solidFill>
                  <a:schemeClr val="lt1"/>
                </a:solidFill>
              </a:defRPr>
            </a:lvl5pPr>
          </a:lstStyle>
          <a:p>
            <a:pPr marL="0" lvl="0" indent="0" algn="ctr">
              <a:buNone/>
            </a:pPr>
            <a:r>
              <a:rPr lang="zh-CN" altLang="en-US"/>
              <a:t>单击此处编辑母版文本样式</a:t>
            </a:r>
          </a:p>
        </p:txBody>
      </p:sp>
      <p:sp>
        <p:nvSpPr>
          <p:cNvPr id="7" name="Content bottom 2">
            <a:extLst>
              <a:ext uri="{FF2B5EF4-FFF2-40B4-BE49-F238E27FC236}">
                <a16:creationId xmlns:a16="http://schemas.microsoft.com/office/drawing/2014/main" id="{C8030505-DE30-8F7B-F818-E338A5B1B1AB}"/>
              </a:ext>
            </a:extLst>
          </p:cNvPr>
          <p:cNvSpPr>
            <a:spLocks noGrp="1"/>
          </p:cNvSpPr>
          <p:nvPr>
            <p:ph sz="quarter" idx="24"/>
          </p:nvPr>
        </p:nvSpPr>
        <p:spPr>
          <a:xfrm>
            <a:off x="6124575" y="4032504"/>
            <a:ext cx="5383213" cy="2103120"/>
          </a:xfrm>
          <a:noFill/>
        </p:spPr>
        <p:txBody>
          <a:bodyPr vert="horz" wrap="square" lIns="73152" tIns="0" rIns="91439" bIns="0" rtlCol="0" anchor="t" anchorCtr="0">
            <a:noAutofit/>
          </a:bodyPr>
          <a:lstStyle>
            <a:lvl1pPr>
              <a:defRPr lang="en-US" sz="1400" dirty="0">
                <a:solidFill>
                  <a:schemeClr val="bg2">
                    <a:lumMod val="50000"/>
                  </a:schemeClr>
                </a:solidFill>
                <a:latin typeface="+mn-ea"/>
                <a:ea typeface="+mn-ea"/>
              </a:defRPr>
            </a:lvl1pPr>
            <a:lvl2pPr>
              <a:defRPr lang="en-US" sz="1300" dirty="0">
                <a:solidFill>
                  <a:schemeClr val="bg2">
                    <a:lumMod val="50000"/>
                  </a:schemeClr>
                </a:solidFill>
                <a:latin typeface="+mn-ea"/>
                <a:ea typeface="+mn-ea"/>
              </a:defRPr>
            </a:lvl2pPr>
            <a:lvl3pPr>
              <a:defRPr lang="en-US" sz="1200" dirty="0">
                <a:solidFill>
                  <a:schemeClr val="bg2">
                    <a:lumMod val="50000"/>
                  </a:schemeClr>
                </a:solidFill>
                <a:latin typeface="+mn-ea"/>
                <a:ea typeface="+mn-ea"/>
              </a:defRPr>
            </a:lvl3pPr>
            <a:lvl4pPr>
              <a:defRPr lang="en-US" sz="1100" dirty="0">
                <a:solidFill>
                  <a:schemeClr val="bg2">
                    <a:lumMod val="50000"/>
                  </a:schemeClr>
                </a:solidFill>
                <a:latin typeface="+mn-ea"/>
                <a:ea typeface="+mn-ea"/>
              </a:defRPr>
            </a:lvl4pPr>
            <a:lvl5pPr>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3" name="Content bottom 1">
            <a:extLst>
              <a:ext uri="{FF2B5EF4-FFF2-40B4-BE49-F238E27FC236}">
                <a16:creationId xmlns:a16="http://schemas.microsoft.com/office/drawing/2014/main" id="{721266B5-74C4-4F09-B810-21BE0A0EB15F}"/>
              </a:ext>
            </a:extLst>
          </p:cNvPr>
          <p:cNvSpPr>
            <a:spLocks noGrp="1"/>
          </p:cNvSpPr>
          <p:nvPr>
            <p:ph sz="quarter" idx="23"/>
          </p:nvPr>
        </p:nvSpPr>
        <p:spPr>
          <a:xfrm>
            <a:off x="635000" y="4038599"/>
            <a:ext cx="5383213" cy="2103120"/>
          </a:xfrm>
          <a:noFill/>
        </p:spPr>
        <p:txBody>
          <a:bodyPr vert="horz" wrap="square" lIns="73152" tIns="0" rIns="91439" bIns="0" rtlCol="0" anchor="t" anchorCtr="0">
            <a:noAutofit/>
          </a:bodyPr>
          <a:lstStyle>
            <a:lvl1pPr>
              <a:defRPr lang="en-US" sz="1400" dirty="0">
                <a:solidFill>
                  <a:schemeClr val="bg2">
                    <a:lumMod val="50000"/>
                  </a:schemeClr>
                </a:solidFill>
                <a:latin typeface="+mn-ea"/>
                <a:ea typeface="+mn-ea"/>
              </a:defRPr>
            </a:lvl1pPr>
            <a:lvl2pPr>
              <a:defRPr lang="en-US" sz="1300" dirty="0">
                <a:solidFill>
                  <a:schemeClr val="bg2">
                    <a:lumMod val="50000"/>
                  </a:schemeClr>
                </a:solidFill>
                <a:latin typeface="+mn-ea"/>
                <a:ea typeface="+mn-ea"/>
              </a:defRPr>
            </a:lvl2pPr>
            <a:lvl3pPr>
              <a:defRPr lang="en-US" sz="1200" dirty="0">
                <a:solidFill>
                  <a:schemeClr val="bg2">
                    <a:lumMod val="50000"/>
                  </a:schemeClr>
                </a:solidFill>
                <a:latin typeface="+mn-ea"/>
                <a:ea typeface="+mn-ea"/>
              </a:defRPr>
            </a:lvl3pPr>
            <a:lvl4pPr>
              <a:defRPr lang="en-US" sz="1100" dirty="0">
                <a:solidFill>
                  <a:schemeClr val="bg2">
                    <a:lumMod val="50000"/>
                  </a:schemeClr>
                </a:solidFill>
                <a:latin typeface="+mn-ea"/>
                <a:ea typeface="+mn-ea"/>
              </a:defRPr>
            </a:lvl4pPr>
            <a:lvl5pPr>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9" name="Note 2">
            <a:extLst>
              <a:ext uri="{FF2B5EF4-FFF2-40B4-BE49-F238E27FC236}">
                <a16:creationId xmlns:a16="http://schemas.microsoft.com/office/drawing/2014/main" id="{FDF05ECA-3909-1D22-9C9F-11C8133C7426}"/>
              </a:ext>
            </a:extLst>
          </p:cNvPr>
          <p:cNvSpPr>
            <a:spLocks noGrp="1"/>
          </p:cNvSpPr>
          <p:nvPr>
            <p:ph type="body" sz="quarter" idx="20"/>
          </p:nvPr>
        </p:nvSpPr>
        <p:spPr>
          <a:xfrm>
            <a:off x="6124997" y="6184604"/>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5000" y="6184605"/>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5" name="Content 2">
            <a:extLst>
              <a:ext uri="{FF2B5EF4-FFF2-40B4-BE49-F238E27FC236}">
                <a16:creationId xmlns:a16="http://schemas.microsoft.com/office/drawing/2014/main" id="{995EADF6-FBEB-F510-F2F7-77A6CB266ABD}"/>
              </a:ext>
            </a:extLst>
          </p:cNvPr>
          <p:cNvSpPr>
            <a:spLocks noGrp="1"/>
          </p:cNvSpPr>
          <p:nvPr>
            <p:ph idx="21"/>
          </p:nvPr>
        </p:nvSpPr>
        <p:spPr>
          <a:xfrm>
            <a:off x="6124997" y="1472184"/>
            <a:ext cx="5383509" cy="2103120"/>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mn-ea"/>
                <a:ea typeface="+mn-ea"/>
              </a:defRPr>
            </a:lvl1pPr>
            <a:lvl2pPr marL="574675" indent="-179388">
              <a:buFont typeface="Courier New" panose="02070309020205020404" pitchFamily="49" charset="0"/>
              <a:buChar char="o"/>
              <a:defRPr lang="en-US" sz="1300" dirty="0">
                <a:solidFill>
                  <a:schemeClr val="bg2">
                    <a:lumMod val="50000"/>
                  </a:schemeClr>
                </a:solidFill>
                <a:latin typeface="+mn-ea"/>
                <a:ea typeface="+mn-ea"/>
              </a:defRPr>
            </a:lvl2pPr>
            <a:lvl3pPr marL="857250" indent="-169863">
              <a:buFont typeface="Calibri Light" panose="020F0302020204030204" pitchFamily="34" charset="0"/>
              <a:buChar char="-"/>
              <a:defRPr lang="en-US" sz="1200" dirty="0">
                <a:solidFill>
                  <a:schemeClr val="bg2">
                    <a:lumMod val="50000"/>
                  </a:schemeClr>
                </a:solidFill>
                <a:latin typeface="+mn-ea"/>
                <a:ea typeface="+mn-ea"/>
              </a:defRPr>
            </a:lvl3pPr>
            <a:lvl4pPr marL="1084263" indent="-169863">
              <a:buFont typeface="Wingdings" panose="05000000000000000000" pitchFamily="2" charset="2"/>
              <a:buChar char="§"/>
              <a:defRPr lang="en-US" sz="1100" dirty="0">
                <a:solidFill>
                  <a:schemeClr val="bg2">
                    <a:lumMod val="50000"/>
                  </a:schemeClr>
                </a:solidFill>
                <a:latin typeface="+mn-ea"/>
                <a:ea typeface="+mn-ea"/>
              </a:defRPr>
            </a:lvl4pPr>
            <a:lvl5pPr marL="1309688" indent="-168275">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8" name="Content title 2">
            <a:extLst>
              <a:ext uri="{FF2B5EF4-FFF2-40B4-BE49-F238E27FC236}">
                <a16:creationId xmlns:a16="http://schemas.microsoft.com/office/drawing/2014/main" id="{CDAA384F-CE84-F69E-6C77-E26501E0D0FD}"/>
              </a:ext>
            </a:extLst>
          </p:cNvPr>
          <p:cNvSpPr>
            <a:spLocks noGrp="1"/>
          </p:cNvSpPr>
          <p:nvPr>
            <p:ph type="body" sz="quarter" idx="19"/>
          </p:nvPr>
        </p:nvSpPr>
        <p:spPr>
          <a:xfrm>
            <a:off x="6124998" y="1067467"/>
            <a:ext cx="53858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j-ea"/>
                <a:ea typeface="+mj-ea"/>
              </a:defRPr>
            </a:lvl1pPr>
            <a:lvl2pPr>
              <a:buNone/>
              <a:defRPr/>
            </a:lvl2pPr>
            <a:lvl3pPr marL="0" indent="0" algn="ctr">
              <a:buNone/>
              <a:defRPr b="1"/>
            </a:lvl3pPr>
          </a:lstStyle>
          <a:p>
            <a:pPr lvl="0"/>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1" y="1472184"/>
            <a:ext cx="5383509" cy="2103120"/>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mn-ea"/>
                <a:ea typeface="+mn-ea"/>
              </a:defRPr>
            </a:lvl1pPr>
            <a:lvl2pPr marL="574675" indent="-179388">
              <a:buFont typeface="Courier New" panose="02070309020205020404" pitchFamily="49" charset="0"/>
              <a:buChar char="o"/>
              <a:defRPr lang="en-US" sz="1300" dirty="0">
                <a:solidFill>
                  <a:schemeClr val="bg2">
                    <a:lumMod val="50000"/>
                  </a:schemeClr>
                </a:solidFill>
                <a:latin typeface="+mn-ea"/>
                <a:ea typeface="+mn-ea"/>
              </a:defRPr>
            </a:lvl2pPr>
            <a:lvl3pPr marL="857250" indent="-169863">
              <a:buFont typeface="Calibri Light" panose="020F0302020204030204" pitchFamily="34" charset="0"/>
              <a:buChar char="-"/>
              <a:defRPr lang="en-US" sz="1200" dirty="0">
                <a:solidFill>
                  <a:schemeClr val="bg2">
                    <a:lumMod val="50000"/>
                  </a:schemeClr>
                </a:solidFill>
                <a:latin typeface="+mn-ea"/>
                <a:ea typeface="+mn-ea"/>
              </a:defRPr>
            </a:lvl3pPr>
            <a:lvl4pPr marL="1084263" indent="-169863">
              <a:buFont typeface="Wingdings" panose="05000000000000000000" pitchFamily="2" charset="2"/>
              <a:buChar char="§"/>
              <a:defRPr lang="en-US" sz="1100" dirty="0">
                <a:solidFill>
                  <a:schemeClr val="bg2">
                    <a:lumMod val="50000"/>
                  </a:schemeClr>
                </a:solidFill>
                <a:latin typeface="+mn-ea"/>
                <a:ea typeface="+mn-ea"/>
              </a:defRPr>
            </a:lvl4pPr>
            <a:lvl5pPr marL="1309688" indent="-168275">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067467"/>
            <a:ext cx="5384800"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j-ea"/>
                <a:ea typeface="+mj-ea"/>
              </a:defRPr>
            </a:lvl1pPr>
            <a:lvl2pPr>
              <a:buNone/>
              <a:defRPr/>
            </a:lvl2pPr>
            <a:lvl3pPr marL="0" indent="0" algn="ctr">
              <a:buNone/>
              <a:defRPr b="1"/>
            </a:lvl3pPr>
          </a:lstStyle>
          <a:p>
            <a:pPr lvl="0"/>
            <a:r>
              <a:rPr lang="zh-CN" altLang="en-US"/>
              <a:t>单击此处编辑母版文本样式</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lvl1pPr>
              <a:defRPr>
                <a:latin typeface="+mj-ea"/>
                <a:ea typeface="+mj-ea"/>
              </a:defRPr>
            </a:lvl1p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lvl1pPr>
              <a:defRPr>
                <a:latin typeface="+mj-ea"/>
                <a:ea typeface="+mj-ea"/>
              </a:defRPr>
            </a:lvl1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72159697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Four Content 2">
    <p:spTree>
      <p:nvGrpSpPr>
        <p:cNvPr id="1" name=""/>
        <p:cNvGrpSpPr/>
        <p:nvPr/>
      </p:nvGrpSpPr>
      <p:grpSpPr>
        <a:xfrm>
          <a:off x="0" y="0"/>
          <a:ext cx="0" cy="0"/>
          <a:chOff x="0" y="0"/>
          <a:chExt cx="0" cy="0"/>
        </a:xfrm>
      </p:grpSpPr>
      <p:sp>
        <p:nvSpPr>
          <p:cNvPr id="19" name="Content bottom title 2">
            <a:extLst>
              <a:ext uri="{FF2B5EF4-FFF2-40B4-BE49-F238E27FC236}">
                <a16:creationId xmlns:a16="http://schemas.microsoft.com/office/drawing/2014/main" id="{5593DC21-8537-5035-8A03-D9E60D3BE957}"/>
              </a:ext>
            </a:extLst>
          </p:cNvPr>
          <p:cNvSpPr>
            <a:spLocks noGrp="1"/>
          </p:cNvSpPr>
          <p:nvPr>
            <p:ph type="body" sz="quarter" idx="26"/>
          </p:nvPr>
        </p:nvSpPr>
        <p:spPr>
          <a:xfrm>
            <a:off x="6124575" y="3630612"/>
            <a:ext cx="5383213" cy="356616"/>
          </a:xfrm>
          <a:solidFill>
            <a:schemeClr val="bg1"/>
          </a:solidFill>
          <a:ln>
            <a:noFill/>
          </a:ln>
        </p:spPr>
        <p:style>
          <a:lnRef idx="0">
            <a:scrgbClr r="0" g="0" b="0"/>
          </a:lnRef>
          <a:fillRef idx="0">
            <a:scrgbClr r="0" g="0" b="0"/>
          </a:fillRef>
          <a:effectRef idx="0">
            <a:scrgbClr r="0" g="0" b="0"/>
          </a:effectRef>
          <a:fontRef idx="minor">
            <a:schemeClr val="lt1"/>
          </a:fontRef>
        </p:style>
        <p:txBody>
          <a:bodyPr vert="horz" wrap="square" lIns="73152" tIns="0" rIns="91439" bIns="0" rtlCol="0" anchor="ctr" anchorCtr="0">
            <a:noAutofit/>
          </a:bodyPr>
          <a:lstStyle>
            <a:lvl1pPr algn="ctr">
              <a:buNone/>
              <a:defRPr lang="en-US" b="1" dirty="0">
                <a:solidFill>
                  <a:srgbClr val="2660AD"/>
                </a:solidFill>
                <a:latin typeface="Microsoft YaHei UI" panose="020B0503020204020204" pitchFamily="34" charset="-122"/>
                <a:ea typeface="Microsoft YaHei UI" panose="020B0503020204020204" pitchFamily="34" charset="-122"/>
              </a:defRPr>
            </a:lvl1pPr>
          </a:lstStyle>
          <a:p>
            <a:pPr marL="0" lvl="0" indent="0" algn="ctr">
              <a:buNone/>
            </a:pPr>
            <a:r>
              <a:rPr lang="zh-CN" altLang="en-US"/>
              <a:t>单击此处编辑母版文本样式</a:t>
            </a:r>
          </a:p>
        </p:txBody>
      </p:sp>
      <p:sp>
        <p:nvSpPr>
          <p:cNvPr id="7" name="Content bottom 2">
            <a:extLst>
              <a:ext uri="{FF2B5EF4-FFF2-40B4-BE49-F238E27FC236}">
                <a16:creationId xmlns:a16="http://schemas.microsoft.com/office/drawing/2014/main" id="{C8030505-DE30-8F7B-F818-E338A5B1B1AB}"/>
              </a:ext>
            </a:extLst>
          </p:cNvPr>
          <p:cNvSpPr>
            <a:spLocks noGrp="1"/>
          </p:cNvSpPr>
          <p:nvPr>
            <p:ph sz="quarter" idx="24"/>
          </p:nvPr>
        </p:nvSpPr>
        <p:spPr>
          <a:xfrm>
            <a:off x="6124575" y="4032504"/>
            <a:ext cx="5383213" cy="2103120"/>
          </a:xfrm>
          <a:noFill/>
        </p:spPr>
        <p:txBody>
          <a:bodyPr vert="horz" wrap="square" lIns="73152" tIns="0" rIns="91439" bIns="0" rtlCol="0" anchor="t" anchorCtr="0">
            <a:noAutofit/>
          </a:bodyPr>
          <a:lstStyle>
            <a:lvl1pPr>
              <a:defRPr lang="en-US" sz="1400" dirty="0">
                <a:solidFill>
                  <a:schemeClr val="bg2">
                    <a:lumMod val="50000"/>
                  </a:schemeClr>
                </a:solidFill>
                <a:latin typeface="+mn-ea"/>
                <a:ea typeface="+mn-ea"/>
              </a:defRPr>
            </a:lvl1pPr>
            <a:lvl2pPr>
              <a:defRPr lang="en-US" sz="1300" dirty="0">
                <a:solidFill>
                  <a:schemeClr val="bg2">
                    <a:lumMod val="50000"/>
                  </a:schemeClr>
                </a:solidFill>
                <a:latin typeface="+mn-ea"/>
              </a:defRPr>
            </a:lvl2pPr>
            <a:lvl3pPr>
              <a:defRPr lang="en-US" sz="1200" dirty="0">
                <a:solidFill>
                  <a:schemeClr val="bg2">
                    <a:lumMod val="50000"/>
                  </a:schemeClr>
                </a:solidFill>
                <a:latin typeface="+mn-ea"/>
              </a:defRPr>
            </a:lvl3pPr>
            <a:lvl4pPr>
              <a:defRPr lang="en-US" sz="1100" dirty="0">
                <a:solidFill>
                  <a:schemeClr val="bg2">
                    <a:lumMod val="50000"/>
                  </a:schemeClr>
                </a:solidFill>
                <a:latin typeface="+mn-ea"/>
              </a:defRPr>
            </a:lvl4pPr>
            <a:lvl5pPr>
              <a:defRPr lang="en-US" sz="1100" dirty="0">
                <a:solidFill>
                  <a:schemeClr val="bg2">
                    <a:lumMod val="50000"/>
                  </a:schemeClr>
                </a:solidFill>
                <a:latin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9" name="Note 2">
            <a:extLst>
              <a:ext uri="{FF2B5EF4-FFF2-40B4-BE49-F238E27FC236}">
                <a16:creationId xmlns:a16="http://schemas.microsoft.com/office/drawing/2014/main" id="{FDF05ECA-3909-1D22-9C9F-11C8133C7426}"/>
              </a:ext>
            </a:extLst>
          </p:cNvPr>
          <p:cNvSpPr>
            <a:spLocks noGrp="1"/>
          </p:cNvSpPr>
          <p:nvPr>
            <p:ph type="body" sz="quarter" idx="20"/>
          </p:nvPr>
        </p:nvSpPr>
        <p:spPr>
          <a:xfrm>
            <a:off x="6124997" y="6184604"/>
            <a:ext cx="5383509" cy="274320"/>
          </a:xfrm>
          <a:prstGeom prst="rect">
            <a:avLst/>
          </a:prstGeom>
          <a:noFill/>
        </p:spPr>
        <p:txBody>
          <a:bodyPr vert="horz" wrap="square" lIns="0" tIns="0" rIns="91439" bIns="0" rtlCol="0" anchor="t" anchorCtr="0">
            <a:noAutofit/>
          </a:bodyPr>
          <a:lstStyle>
            <a:lvl1pPr>
              <a:lnSpc>
                <a:spcPts val="800"/>
              </a:lnSpc>
              <a:buNone/>
              <a:defRPr lang="en-US" sz="900" i="1">
                <a:solidFill>
                  <a:schemeClr val="tx1">
                    <a:lumMod val="50000"/>
                  </a:schemeClr>
                </a:solidFill>
                <a:latin typeface="+mn-ea"/>
                <a:ea typeface="+mn-ea"/>
                <a:cs typeface="+mn-ea"/>
              </a:defRPr>
            </a:lvl1pPr>
          </a:lstStyle>
          <a:p>
            <a:pPr marL="0" marR="0" lvl="0" indent="0" defTabSz="914400" fontAlgn="auto" latinLnBrk="0">
              <a:lnSpc>
                <a:spcPct val="100000"/>
              </a:lnSpc>
              <a:spcBef>
                <a:spcPts val="0"/>
              </a:spcBef>
              <a:spcAft>
                <a:spcPts val="0"/>
              </a:spcAft>
              <a:buClrTx/>
              <a:buSzTx/>
              <a:buFontTx/>
              <a:buNone/>
              <a:tabLst/>
            </a:pPr>
            <a:r>
              <a:rPr lang="zh-CN" altLang="en-US"/>
              <a:t>单击此处编辑母版文本样式</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5000" y="6184605"/>
            <a:ext cx="5383509" cy="274320"/>
          </a:xfrm>
          <a:prstGeom prst="rect">
            <a:avLst/>
          </a:prstGeom>
          <a:noFill/>
        </p:spPr>
        <p:txBody>
          <a:bodyPr vert="horz" wrap="square" lIns="0" tIns="0" rIns="91439" bIns="0" rtlCol="0" anchor="t" anchorCtr="0">
            <a:noAutofit/>
          </a:bodyPr>
          <a:lstStyle>
            <a:lvl1pPr>
              <a:lnSpc>
                <a:spcPts val="800"/>
              </a:lnSpc>
              <a:buNone/>
              <a:defRPr lang="en-US" sz="900" i="1">
                <a:solidFill>
                  <a:schemeClr val="tx1">
                    <a:lumMod val="50000"/>
                  </a:schemeClr>
                </a:solidFill>
                <a:latin typeface="+mn-ea"/>
                <a:ea typeface="+mn-ea"/>
                <a:cs typeface="+mn-ea"/>
              </a:defRPr>
            </a:lvl1pPr>
          </a:lstStyle>
          <a:p>
            <a:pPr marL="0" marR="0" lvl="0" indent="0" defTabSz="914400" fontAlgn="auto" latinLnBrk="0">
              <a:lnSpc>
                <a:spcPct val="100000"/>
              </a:lnSpc>
              <a:spcBef>
                <a:spcPts val="0"/>
              </a:spcBef>
              <a:spcAft>
                <a:spcPts val="0"/>
              </a:spcAft>
              <a:buClrTx/>
              <a:buSzTx/>
              <a:buFontTx/>
              <a:buNone/>
              <a:tabLst/>
            </a:pPr>
            <a:r>
              <a:rPr lang="zh-CN" altLang="en-US"/>
              <a:t>单击此处编辑母版文本样式</a:t>
            </a:r>
          </a:p>
        </p:txBody>
      </p:sp>
      <p:sp>
        <p:nvSpPr>
          <p:cNvPr id="5" name="Content 2">
            <a:extLst>
              <a:ext uri="{FF2B5EF4-FFF2-40B4-BE49-F238E27FC236}">
                <a16:creationId xmlns:a16="http://schemas.microsoft.com/office/drawing/2014/main" id="{995EADF6-FBEB-F510-F2F7-77A6CB266ABD}"/>
              </a:ext>
            </a:extLst>
          </p:cNvPr>
          <p:cNvSpPr>
            <a:spLocks noGrp="1"/>
          </p:cNvSpPr>
          <p:nvPr>
            <p:ph idx="21"/>
          </p:nvPr>
        </p:nvSpPr>
        <p:spPr>
          <a:xfrm>
            <a:off x="6124997" y="1472184"/>
            <a:ext cx="5383509" cy="2103120"/>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a:solidFill>
                  <a:schemeClr val="bg2">
                    <a:lumMod val="50000"/>
                  </a:schemeClr>
                </a:solidFill>
                <a:latin typeface="+mn-ea"/>
                <a:ea typeface="+mn-ea"/>
              </a:defRPr>
            </a:lvl1pPr>
            <a:lvl2pPr marL="574675" indent="-179388">
              <a:buFont typeface="Courier New" panose="02070309020205020404" pitchFamily="49" charset="0"/>
              <a:buChar char="o"/>
              <a:defRPr lang="en-US" sz="1300">
                <a:solidFill>
                  <a:schemeClr val="bg2">
                    <a:lumMod val="50000"/>
                  </a:schemeClr>
                </a:solidFill>
                <a:latin typeface="+mn-ea"/>
              </a:defRPr>
            </a:lvl2pPr>
            <a:lvl3pPr marL="857250" indent="-169863">
              <a:buFont typeface="Calibri Light" panose="020F0302020204030204" pitchFamily="34" charset="0"/>
              <a:buChar char="-"/>
              <a:defRPr lang="en-US" sz="1200">
                <a:solidFill>
                  <a:schemeClr val="bg2">
                    <a:lumMod val="50000"/>
                  </a:schemeClr>
                </a:solidFill>
                <a:latin typeface="+mn-ea"/>
              </a:defRPr>
            </a:lvl3pPr>
            <a:lvl4pPr marL="1084263" indent="-169863">
              <a:buFont typeface="Wingdings" panose="05000000000000000000" pitchFamily="2" charset="2"/>
              <a:buChar char="§"/>
              <a:defRPr lang="en-US" sz="1100">
                <a:solidFill>
                  <a:schemeClr val="bg2">
                    <a:lumMod val="50000"/>
                  </a:schemeClr>
                </a:solidFill>
                <a:latin typeface="+mn-ea"/>
              </a:defRPr>
            </a:lvl4pPr>
            <a:lvl5pPr marL="1309688" indent="-168275">
              <a:defRPr lang="en-US" sz="1100" dirty="0">
                <a:solidFill>
                  <a:schemeClr val="bg2">
                    <a:lumMod val="50000"/>
                  </a:schemeClr>
                </a:solidFill>
                <a:latin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8" name="Content title 2">
            <a:extLst>
              <a:ext uri="{FF2B5EF4-FFF2-40B4-BE49-F238E27FC236}">
                <a16:creationId xmlns:a16="http://schemas.microsoft.com/office/drawing/2014/main" id="{CDAA384F-CE84-F69E-6C77-E26501E0D0FD}"/>
              </a:ext>
            </a:extLst>
          </p:cNvPr>
          <p:cNvSpPr>
            <a:spLocks noGrp="1"/>
          </p:cNvSpPr>
          <p:nvPr>
            <p:ph type="body" sz="quarter" idx="19"/>
          </p:nvPr>
        </p:nvSpPr>
        <p:spPr>
          <a:xfrm>
            <a:off x="6124998" y="1067467"/>
            <a:ext cx="53858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1" y="1472184"/>
            <a:ext cx="5383509" cy="4663440"/>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a:solidFill>
                  <a:schemeClr val="bg2">
                    <a:lumMod val="50000"/>
                  </a:schemeClr>
                </a:solidFill>
                <a:latin typeface="+mn-ea"/>
                <a:ea typeface="+mn-ea"/>
              </a:defRPr>
            </a:lvl1pPr>
            <a:lvl2pPr marL="574675" indent="-179388">
              <a:buFont typeface="Courier New" panose="02070309020205020404" pitchFamily="49" charset="0"/>
              <a:buChar char="o"/>
              <a:defRPr lang="en-US" sz="1300">
                <a:solidFill>
                  <a:schemeClr val="bg2">
                    <a:lumMod val="50000"/>
                  </a:schemeClr>
                </a:solidFill>
                <a:latin typeface="+mn-ea"/>
              </a:defRPr>
            </a:lvl2pPr>
            <a:lvl3pPr marL="857250" indent="-169863">
              <a:buFont typeface="Calibri Light" panose="020F0302020204030204" pitchFamily="34" charset="0"/>
              <a:buChar char="-"/>
              <a:defRPr lang="en-US" sz="1200">
                <a:solidFill>
                  <a:schemeClr val="bg2">
                    <a:lumMod val="50000"/>
                  </a:schemeClr>
                </a:solidFill>
                <a:latin typeface="+mn-ea"/>
              </a:defRPr>
            </a:lvl3pPr>
            <a:lvl4pPr marL="1084263" indent="-169863">
              <a:buFont typeface="Wingdings" panose="05000000000000000000" pitchFamily="2" charset="2"/>
              <a:buChar char="§"/>
              <a:defRPr lang="en-US" sz="1100">
                <a:solidFill>
                  <a:schemeClr val="bg2">
                    <a:lumMod val="50000"/>
                  </a:schemeClr>
                </a:solidFill>
                <a:latin typeface="+mn-ea"/>
              </a:defRPr>
            </a:lvl4pPr>
            <a:lvl5pPr marL="1309688" indent="-168275">
              <a:defRPr lang="en-US" sz="1100" dirty="0">
                <a:solidFill>
                  <a:schemeClr val="bg2">
                    <a:lumMod val="50000"/>
                  </a:schemeClr>
                </a:solidFill>
                <a:latin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067467"/>
            <a:ext cx="5384800"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202632628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Four content 3">
    <p:spTree>
      <p:nvGrpSpPr>
        <p:cNvPr id="1" name=""/>
        <p:cNvGrpSpPr/>
        <p:nvPr/>
      </p:nvGrpSpPr>
      <p:grpSpPr>
        <a:xfrm>
          <a:off x="0" y="0"/>
          <a:ext cx="0" cy="0"/>
          <a:chOff x="0" y="0"/>
          <a:chExt cx="0" cy="0"/>
        </a:xfrm>
      </p:grpSpPr>
      <p:sp>
        <p:nvSpPr>
          <p:cNvPr id="15" name="Content bottom title 1">
            <a:extLst>
              <a:ext uri="{FF2B5EF4-FFF2-40B4-BE49-F238E27FC236}">
                <a16:creationId xmlns:a16="http://schemas.microsoft.com/office/drawing/2014/main" id="{2B15D03E-8DA2-3439-43D6-7B9641CC8924}"/>
              </a:ext>
            </a:extLst>
          </p:cNvPr>
          <p:cNvSpPr>
            <a:spLocks noGrp="1"/>
          </p:cNvSpPr>
          <p:nvPr>
            <p:ph type="body" sz="quarter" idx="25"/>
          </p:nvPr>
        </p:nvSpPr>
        <p:spPr>
          <a:xfrm>
            <a:off x="635000" y="3630168"/>
            <a:ext cx="5383213" cy="356616"/>
          </a:xfrm>
          <a:solidFill>
            <a:schemeClr val="bg1"/>
          </a:solidFill>
          <a:ln>
            <a:noFill/>
          </a:ln>
        </p:spPr>
        <p:style>
          <a:lnRef idx="0">
            <a:scrgbClr r="0" g="0" b="0"/>
          </a:lnRef>
          <a:fillRef idx="0">
            <a:scrgbClr r="0" g="0" b="0"/>
          </a:fillRef>
          <a:effectRef idx="0">
            <a:scrgbClr r="0" g="0" b="0"/>
          </a:effectRef>
          <a:fontRef idx="minor">
            <a:schemeClr val="lt1"/>
          </a:fontRef>
        </p:style>
        <p:txBody>
          <a:bodyPr vert="horz" wrap="square" lIns="73152" tIns="0" rIns="91439" bIns="0" rtlCol="0" anchor="ctr" anchorCtr="0">
            <a:noAutofit/>
          </a:bodyPr>
          <a:lstStyle>
            <a:lvl1pPr algn="ctr">
              <a:defRPr lang="en-US" b="1" dirty="0">
                <a:solidFill>
                  <a:srgbClr val="2660AD"/>
                </a:solidFill>
                <a:latin typeface="Microsoft YaHei UI" panose="020B0503020204020204" pitchFamily="34" charset="-122"/>
                <a:ea typeface="Microsoft YaHei UI" panose="020B0503020204020204" pitchFamily="34" charset="-122"/>
              </a:defRPr>
            </a:lvl1pPr>
            <a:lvl2pPr>
              <a:defRPr lang="en-US" smtClean="0">
                <a:solidFill>
                  <a:schemeClr val="lt1"/>
                </a:solidFill>
              </a:defRPr>
            </a:lvl2pPr>
            <a:lvl3pPr>
              <a:defRPr lang="en-US" b="1" smtClean="0">
                <a:solidFill>
                  <a:schemeClr val="lt1"/>
                </a:solidFill>
              </a:defRPr>
            </a:lvl3pPr>
            <a:lvl4pPr>
              <a:defRPr lang="en-US" smtClean="0">
                <a:solidFill>
                  <a:schemeClr val="lt1"/>
                </a:solidFill>
              </a:defRPr>
            </a:lvl4pPr>
            <a:lvl5pPr>
              <a:defRPr lang="en-US">
                <a:solidFill>
                  <a:schemeClr val="lt1"/>
                </a:solidFill>
              </a:defRPr>
            </a:lvl5pPr>
          </a:lstStyle>
          <a:p>
            <a:pPr marL="0" lvl="0" indent="0" algn="ctr">
              <a:buNone/>
            </a:pPr>
            <a:r>
              <a:rPr lang="zh-CN" altLang="en-US"/>
              <a:t>单击此处编辑母版文本样式</a:t>
            </a:r>
          </a:p>
        </p:txBody>
      </p:sp>
      <p:sp>
        <p:nvSpPr>
          <p:cNvPr id="3" name="Content bottom 1">
            <a:extLst>
              <a:ext uri="{FF2B5EF4-FFF2-40B4-BE49-F238E27FC236}">
                <a16:creationId xmlns:a16="http://schemas.microsoft.com/office/drawing/2014/main" id="{721266B5-74C4-4F09-B810-21BE0A0EB15F}"/>
              </a:ext>
            </a:extLst>
          </p:cNvPr>
          <p:cNvSpPr>
            <a:spLocks noGrp="1"/>
          </p:cNvSpPr>
          <p:nvPr>
            <p:ph sz="quarter" idx="23"/>
          </p:nvPr>
        </p:nvSpPr>
        <p:spPr>
          <a:xfrm>
            <a:off x="635000" y="4038599"/>
            <a:ext cx="5383213" cy="2103120"/>
          </a:xfrm>
          <a:noFill/>
        </p:spPr>
        <p:txBody>
          <a:bodyPr vert="horz" wrap="square" lIns="73152" tIns="0" rIns="91439" bIns="0" rtlCol="0" anchor="t" anchorCtr="0">
            <a:noAutofit/>
          </a:bodyPr>
          <a:lstStyle>
            <a:lvl1pPr>
              <a:defRPr lang="en-US" sz="1400" dirty="0">
                <a:solidFill>
                  <a:schemeClr val="bg2">
                    <a:lumMod val="50000"/>
                  </a:schemeClr>
                </a:solidFill>
                <a:latin typeface="+mn-ea"/>
                <a:ea typeface="+mn-ea"/>
              </a:defRPr>
            </a:lvl1pPr>
            <a:lvl2pPr>
              <a:defRPr lang="en-US" sz="1300" dirty="0">
                <a:solidFill>
                  <a:schemeClr val="bg2">
                    <a:lumMod val="50000"/>
                  </a:schemeClr>
                </a:solidFill>
                <a:latin typeface="+mn-ea"/>
                <a:ea typeface="+mn-ea"/>
              </a:defRPr>
            </a:lvl2pPr>
            <a:lvl3pPr>
              <a:defRPr lang="en-US" sz="1200" dirty="0">
                <a:solidFill>
                  <a:schemeClr val="bg2">
                    <a:lumMod val="50000"/>
                  </a:schemeClr>
                </a:solidFill>
                <a:latin typeface="+mn-ea"/>
                <a:ea typeface="+mn-ea"/>
              </a:defRPr>
            </a:lvl3pPr>
            <a:lvl4pPr>
              <a:defRPr lang="en-US" sz="1100" dirty="0">
                <a:solidFill>
                  <a:schemeClr val="bg2">
                    <a:lumMod val="50000"/>
                  </a:schemeClr>
                </a:solidFill>
                <a:latin typeface="+mn-ea"/>
                <a:ea typeface="+mn-ea"/>
              </a:defRPr>
            </a:lvl4pPr>
            <a:lvl5pPr>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9" name="Note 2">
            <a:extLst>
              <a:ext uri="{FF2B5EF4-FFF2-40B4-BE49-F238E27FC236}">
                <a16:creationId xmlns:a16="http://schemas.microsoft.com/office/drawing/2014/main" id="{FDF05ECA-3909-1D22-9C9F-11C8133C7426}"/>
              </a:ext>
            </a:extLst>
          </p:cNvPr>
          <p:cNvSpPr>
            <a:spLocks noGrp="1"/>
          </p:cNvSpPr>
          <p:nvPr>
            <p:ph type="body" sz="quarter" idx="20"/>
          </p:nvPr>
        </p:nvSpPr>
        <p:spPr>
          <a:xfrm>
            <a:off x="6124997" y="6184604"/>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5000" y="6184605"/>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5" name="Content 2">
            <a:extLst>
              <a:ext uri="{FF2B5EF4-FFF2-40B4-BE49-F238E27FC236}">
                <a16:creationId xmlns:a16="http://schemas.microsoft.com/office/drawing/2014/main" id="{995EADF6-FBEB-F510-F2F7-77A6CB266ABD}"/>
              </a:ext>
            </a:extLst>
          </p:cNvPr>
          <p:cNvSpPr>
            <a:spLocks noGrp="1"/>
          </p:cNvSpPr>
          <p:nvPr>
            <p:ph idx="21"/>
          </p:nvPr>
        </p:nvSpPr>
        <p:spPr>
          <a:xfrm>
            <a:off x="6124997" y="1472184"/>
            <a:ext cx="5383509" cy="4663440"/>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mn-ea"/>
                <a:ea typeface="+mn-ea"/>
              </a:defRPr>
            </a:lvl1pPr>
            <a:lvl2pPr marL="574675" indent="-179388">
              <a:buFont typeface="Courier New" panose="02070309020205020404" pitchFamily="49" charset="0"/>
              <a:buChar char="o"/>
              <a:defRPr lang="en-US" sz="1300" dirty="0">
                <a:solidFill>
                  <a:schemeClr val="bg2">
                    <a:lumMod val="50000"/>
                  </a:schemeClr>
                </a:solidFill>
                <a:latin typeface="+mn-ea"/>
                <a:ea typeface="+mn-ea"/>
              </a:defRPr>
            </a:lvl2pPr>
            <a:lvl3pPr marL="857250" indent="-169863">
              <a:buFont typeface="Calibri Light" panose="020F0302020204030204" pitchFamily="34" charset="0"/>
              <a:buChar char="-"/>
              <a:defRPr lang="en-US" sz="1200" dirty="0">
                <a:solidFill>
                  <a:schemeClr val="bg2">
                    <a:lumMod val="50000"/>
                  </a:schemeClr>
                </a:solidFill>
                <a:latin typeface="+mn-ea"/>
                <a:ea typeface="+mn-ea"/>
              </a:defRPr>
            </a:lvl3pPr>
            <a:lvl4pPr marL="1084263" indent="-169863">
              <a:buFont typeface="Wingdings" panose="05000000000000000000" pitchFamily="2" charset="2"/>
              <a:buChar char="§"/>
              <a:defRPr lang="en-US" sz="1100" dirty="0">
                <a:solidFill>
                  <a:schemeClr val="bg2">
                    <a:lumMod val="50000"/>
                  </a:schemeClr>
                </a:solidFill>
                <a:latin typeface="+mn-ea"/>
                <a:ea typeface="+mn-ea"/>
              </a:defRPr>
            </a:lvl4pPr>
            <a:lvl5pPr marL="1309688" indent="-168275">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8" name="Content title 2">
            <a:extLst>
              <a:ext uri="{FF2B5EF4-FFF2-40B4-BE49-F238E27FC236}">
                <a16:creationId xmlns:a16="http://schemas.microsoft.com/office/drawing/2014/main" id="{CDAA384F-CE84-F69E-6C77-E26501E0D0FD}"/>
              </a:ext>
            </a:extLst>
          </p:cNvPr>
          <p:cNvSpPr>
            <a:spLocks noGrp="1"/>
          </p:cNvSpPr>
          <p:nvPr>
            <p:ph type="body" sz="quarter" idx="19"/>
          </p:nvPr>
        </p:nvSpPr>
        <p:spPr>
          <a:xfrm>
            <a:off x="6124998" y="1067467"/>
            <a:ext cx="53858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1" y="1472184"/>
            <a:ext cx="5383509" cy="2103120"/>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mn-ea"/>
                <a:ea typeface="+mn-ea"/>
              </a:defRPr>
            </a:lvl1pPr>
            <a:lvl2pPr marL="574675" indent="-179388">
              <a:buFont typeface="Courier New" panose="02070309020205020404" pitchFamily="49" charset="0"/>
              <a:buChar char="o"/>
              <a:defRPr lang="en-US" sz="1300" dirty="0">
                <a:solidFill>
                  <a:schemeClr val="bg2">
                    <a:lumMod val="50000"/>
                  </a:schemeClr>
                </a:solidFill>
                <a:latin typeface="+mn-ea"/>
                <a:ea typeface="+mn-ea"/>
              </a:defRPr>
            </a:lvl2pPr>
            <a:lvl3pPr marL="857250" indent="-169863">
              <a:buFont typeface="Calibri Light" panose="020F0302020204030204" pitchFamily="34" charset="0"/>
              <a:buChar char="-"/>
              <a:defRPr lang="en-US" sz="1200" dirty="0">
                <a:solidFill>
                  <a:schemeClr val="bg2">
                    <a:lumMod val="50000"/>
                  </a:schemeClr>
                </a:solidFill>
                <a:latin typeface="+mn-ea"/>
                <a:ea typeface="+mn-ea"/>
              </a:defRPr>
            </a:lvl3pPr>
            <a:lvl4pPr marL="1084263" indent="-169863">
              <a:buFont typeface="Wingdings" panose="05000000000000000000" pitchFamily="2" charset="2"/>
              <a:buChar char="§"/>
              <a:defRPr lang="en-US" sz="1100" dirty="0">
                <a:solidFill>
                  <a:schemeClr val="bg2">
                    <a:lumMod val="50000"/>
                  </a:schemeClr>
                </a:solidFill>
                <a:latin typeface="+mn-ea"/>
                <a:ea typeface="+mn-ea"/>
              </a:defRPr>
            </a:lvl4pPr>
            <a:lvl5pPr marL="1309688" indent="-168275">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067467"/>
            <a:ext cx="5384800"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341316570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2_Two Content 2">
    <p:spTree>
      <p:nvGrpSpPr>
        <p:cNvPr id="1" name=""/>
        <p:cNvGrpSpPr/>
        <p:nvPr/>
      </p:nvGrpSpPr>
      <p:grpSpPr>
        <a:xfrm>
          <a:off x="0" y="0"/>
          <a:ext cx="0" cy="0"/>
          <a:chOff x="0" y="0"/>
          <a:chExt cx="0" cy="0"/>
        </a:xfrm>
      </p:grpSpPr>
      <p:sp>
        <p:nvSpPr>
          <p:cNvPr id="6" name="Comment top 1">
            <a:extLst>
              <a:ext uri="{FF2B5EF4-FFF2-40B4-BE49-F238E27FC236}">
                <a16:creationId xmlns:a16="http://schemas.microsoft.com/office/drawing/2014/main" id="{C5FDF62F-462E-9E1E-2FF0-C559F44D5865}"/>
              </a:ext>
            </a:extLst>
          </p:cNvPr>
          <p:cNvSpPr>
            <a:spLocks noGrp="1"/>
          </p:cNvSpPr>
          <p:nvPr>
            <p:ph sz="quarter" idx="23"/>
          </p:nvPr>
        </p:nvSpPr>
        <p:spPr>
          <a:xfrm>
            <a:off x="640080" y="1097280"/>
            <a:ext cx="10872788" cy="694944"/>
          </a:xfrm>
          <a:noFill/>
        </p:spPr>
        <p:txBody>
          <a:bodyPr vert="horz" wrap="square" lIns="73152" tIns="0" rIns="91439" bIns="0" rtlCol="0" anchor="t" anchorCtr="0">
            <a:noAutofit/>
          </a:bodyPr>
          <a:lstStyle>
            <a:lvl1pPr>
              <a:spcBef>
                <a:spcPts val="400"/>
              </a:spcBef>
              <a:spcAft>
                <a:spcPts val="0"/>
              </a:spcAft>
              <a:defRPr lang="en-US" sz="1400" dirty="0">
                <a:solidFill>
                  <a:schemeClr val="tx2"/>
                </a:solidFill>
                <a:latin typeface="Microsoft YaHei Light" panose="020B0502040204020203" pitchFamily="34" charset="-122"/>
                <a:ea typeface="Microsoft YaHei Light" panose="020B0502040204020203" pitchFamily="34" charset="-122"/>
                <a:cs typeface="+mn-ea"/>
              </a:defRPr>
            </a:lvl1pPr>
            <a:lvl2pPr>
              <a:spcBef>
                <a:spcPts val="400"/>
              </a:spcBef>
              <a:spcAft>
                <a:spcPts val="0"/>
              </a:spcAft>
              <a:defRPr lang="en-US" sz="1300" dirty="0">
                <a:solidFill>
                  <a:schemeClr val="tx2"/>
                </a:solidFill>
                <a:latin typeface="Microsoft YaHei Light" panose="020B0502040204020203" pitchFamily="34" charset="-122"/>
                <a:ea typeface="Microsoft YaHei Light" panose="020B0502040204020203" pitchFamily="34" charset="-122"/>
              </a:defRPr>
            </a:lvl2pPr>
            <a:lvl3pPr>
              <a:spcBef>
                <a:spcPts val="400"/>
              </a:spcBef>
              <a:spcAft>
                <a:spcPts val="0"/>
              </a:spcAft>
              <a:defRPr lang="en-US" sz="1200" dirty="0">
                <a:solidFill>
                  <a:schemeClr val="tx2"/>
                </a:solidFill>
                <a:latin typeface="Microsoft YaHei Light" panose="020B0502040204020203" pitchFamily="34" charset="-122"/>
                <a:ea typeface="Microsoft YaHei Light" panose="020B0502040204020203" pitchFamily="34" charset="-122"/>
              </a:defRPr>
            </a:lvl3pPr>
            <a:lvl4pPr>
              <a:defRPr lang="en-US" smtClean="0">
                <a:solidFill>
                  <a:srgbClr val="000000"/>
                </a:solidFill>
              </a:defRPr>
            </a:lvl4pPr>
            <a:lvl5pPr>
              <a:defRPr lang="en-US">
                <a:solidFill>
                  <a:srgbClr val="000000"/>
                </a:solidFill>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p:txBody>
      </p:sp>
      <p:sp>
        <p:nvSpPr>
          <p:cNvPr id="9" name="Note 2">
            <a:extLst>
              <a:ext uri="{FF2B5EF4-FFF2-40B4-BE49-F238E27FC236}">
                <a16:creationId xmlns:a16="http://schemas.microsoft.com/office/drawing/2014/main" id="{FDF05ECA-3909-1D22-9C9F-11C8133C7426}"/>
              </a:ext>
            </a:extLst>
          </p:cNvPr>
          <p:cNvSpPr>
            <a:spLocks noGrp="1"/>
          </p:cNvSpPr>
          <p:nvPr>
            <p:ph type="body" sz="quarter" idx="20"/>
          </p:nvPr>
        </p:nvSpPr>
        <p:spPr>
          <a:xfrm>
            <a:off x="6124997" y="6184604"/>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icrosoft YaHei Light" panose="020B0502040204020203" pitchFamily="34" charset="-122"/>
                <a:ea typeface="Microsoft YaHei Light" panose="020B0502040204020203" pitchFamily="3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5000" y="6184605"/>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icrosoft YaHei Light" panose="020B0502040204020203" pitchFamily="34" charset="-122"/>
                <a:ea typeface="Microsoft YaHei Light" panose="020B0502040204020203" pitchFamily="3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5" name="Content 2">
            <a:extLst>
              <a:ext uri="{FF2B5EF4-FFF2-40B4-BE49-F238E27FC236}">
                <a16:creationId xmlns:a16="http://schemas.microsoft.com/office/drawing/2014/main" id="{995EADF6-FBEB-F510-F2F7-77A6CB266ABD}"/>
              </a:ext>
            </a:extLst>
          </p:cNvPr>
          <p:cNvSpPr>
            <a:spLocks noGrp="1"/>
          </p:cNvSpPr>
          <p:nvPr>
            <p:ph idx="21"/>
          </p:nvPr>
        </p:nvSpPr>
        <p:spPr>
          <a:xfrm>
            <a:off x="6124998" y="2611224"/>
            <a:ext cx="2670048" cy="3524399"/>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Microsoft YaHei Light" panose="020B0502040204020203" pitchFamily="34" charset="-122"/>
                <a:ea typeface="Microsoft YaHei Light" panose="020B0502040204020203" pitchFamily="34" charset="-122"/>
              </a:defRPr>
            </a:lvl1pPr>
            <a:lvl2pPr marL="574675" indent="-179388">
              <a:buFont typeface="Courier New" panose="02070309020205020404" pitchFamily="49" charset="0"/>
              <a:buChar char="o"/>
              <a:defRPr lang="en-US" sz="1300" dirty="0">
                <a:solidFill>
                  <a:schemeClr val="bg2">
                    <a:lumMod val="50000"/>
                  </a:schemeClr>
                </a:solidFill>
                <a:latin typeface="Microsoft YaHei Light" panose="020B0502040204020203" pitchFamily="34" charset="-122"/>
                <a:ea typeface="Microsoft YaHei Light" panose="020B0502040204020203"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Microsoft YaHei Light" panose="020B0502040204020203" pitchFamily="34" charset="-122"/>
                <a:ea typeface="Microsoft YaHei Light" panose="020B0502040204020203" pitchFamily="34" charset="-122"/>
              </a:defRPr>
            </a:lvl3pPr>
            <a:lvl4pPr marL="1084263" indent="-169863">
              <a:buFont typeface="Wingdings" panose="05000000000000000000" pitchFamily="2" charset="2"/>
              <a:buChar char="§"/>
              <a:defRPr lang="en-US" sz="1100" dirty="0">
                <a:solidFill>
                  <a:schemeClr val="bg2">
                    <a:lumMod val="50000"/>
                  </a:schemeClr>
                </a:solidFill>
                <a:latin typeface="Microsoft YaHei Light" panose="020B0502040204020203" pitchFamily="34" charset="-122"/>
                <a:ea typeface="Microsoft YaHei Light" panose="020B0502040204020203" pitchFamily="34" charset="-122"/>
              </a:defRPr>
            </a:lvl4pPr>
            <a:lvl5pPr marL="1309688" indent="-168275">
              <a:defRPr lang="en-US" sz="1100" dirty="0">
                <a:solidFill>
                  <a:schemeClr val="bg2">
                    <a:lumMod val="50000"/>
                  </a:schemeClr>
                </a:solidFill>
                <a:latin typeface="Microsoft YaHei Light" panose="020B0502040204020203" pitchFamily="34" charset="-122"/>
                <a:ea typeface="Microsoft YaHei Light" panose="020B0502040204020203"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8" name="Content title 2">
            <a:extLst>
              <a:ext uri="{FF2B5EF4-FFF2-40B4-BE49-F238E27FC236}">
                <a16:creationId xmlns:a16="http://schemas.microsoft.com/office/drawing/2014/main" id="{CDAA384F-CE84-F69E-6C77-E26501E0D0FD}"/>
              </a:ext>
            </a:extLst>
          </p:cNvPr>
          <p:cNvSpPr>
            <a:spLocks noGrp="1"/>
          </p:cNvSpPr>
          <p:nvPr>
            <p:ph type="body" sz="quarter" idx="19"/>
          </p:nvPr>
        </p:nvSpPr>
        <p:spPr>
          <a:xfrm>
            <a:off x="6124998" y="1828800"/>
            <a:ext cx="5383508"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panose="020B0503020204020204" pitchFamily="34" charset="-122"/>
                <a:ea typeface="Microsoft YaHe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1" y="2212848"/>
            <a:ext cx="5383509" cy="3922776"/>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Microsoft YaHei Light" panose="020B0502040204020203" pitchFamily="34" charset="-122"/>
                <a:ea typeface="Microsoft YaHei Light" panose="020B0502040204020203" pitchFamily="34" charset="-122"/>
              </a:defRPr>
            </a:lvl1pPr>
            <a:lvl2pPr marL="574675" indent="-179388">
              <a:buFont typeface="Courier New" panose="02070309020205020404" pitchFamily="49" charset="0"/>
              <a:buChar char="o"/>
              <a:defRPr lang="en-US" sz="1300" dirty="0">
                <a:solidFill>
                  <a:schemeClr val="bg2">
                    <a:lumMod val="50000"/>
                  </a:schemeClr>
                </a:solidFill>
                <a:latin typeface="Microsoft YaHei Light" panose="020B0502040204020203" pitchFamily="34" charset="-122"/>
                <a:ea typeface="Microsoft YaHei Light" panose="020B0502040204020203"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Microsoft YaHei Light" panose="020B0502040204020203" pitchFamily="34" charset="-122"/>
                <a:ea typeface="Microsoft YaHei Light" panose="020B0502040204020203" pitchFamily="34" charset="-122"/>
              </a:defRPr>
            </a:lvl3pPr>
            <a:lvl4pPr marL="1084263" indent="-169863">
              <a:buFont typeface="Wingdings" panose="05000000000000000000" pitchFamily="2" charset="2"/>
              <a:buChar char="§"/>
              <a:defRPr lang="en-US" sz="1100" dirty="0">
                <a:solidFill>
                  <a:schemeClr val="bg2">
                    <a:lumMod val="50000"/>
                  </a:schemeClr>
                </a:solidFill>
                <a:latin typeface="Microsoft YaHei Light" panose="020B0502040204020203" pitchFamily="34" charset="-122"/>
                <a:ea typeface="Microsoft YaHei Light" panose="020B0502040204020203" pitchFamily="34" charset="-122"/>
              </a:defRPr>
            </a:lvl4pPr>
            <a:lvl5pPr marL="1309688" indent="-168275">
              <a:defRPr lang="en-US" sz="1100" dirty="0">
                <a:solidFill>
                  <a:schemeClr val="bg2">
                    <a:lumMod val="50000"/>
                  </a:schemeClr>
                </a:solidFill>
                <a:latin typeface="Microsoft YaHei Light" panose="020B0502040204020203" pitchFamily="34" charset="-122"/>
                <a:ea typeface="Microsoft YaHei Light" panose="020B0502040204020203"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828800"/>
            <a:ext cx="5384800"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panose="020B0503020204020204" pitchFamily="34" charset="-122"/>
                <a:ea typeface="Microsoft YaHe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lvl1pPr>
              <a:defRPr>
                <a:latin typeface="Microsoft YaHei" panose="020B0503020204020204" pitchFamily="34" charset="-122"/>
                <a:ea typeface="Microsoft YaHei" panose="020B0503020204020204" pitchFamily="34" charset="-122"/>
              </a:defRPr>
            </a:lvl1p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lvl1pPr>
              <a:defRPr>
                <a:latin typeface="Microsoft YaHei" panose="020B0503020204020204" pitchFamily="34" charset="-122"/>
                <a:ea typeface="Microsoft YaHei" panose="020B0503020204020204" pitchFamily="34" charset="-122"/>
              </a:defRPr>
            </a:lvl1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
        <p:nvSpPr>
          <p:cNvPr id="11" name="Content Placeholder 10">
            <a:extLst>
              <a:ext uri="{FF2B5EF4-FFF2-40B4-BE49-F238E27FC236}">
                <a16:creationId xmlns:a16="http://schemas.microsoft.com/office/drawing/2014/main" id="{B6559E13-39FD-A21B-1C58-C2A3F9D6990C}"/>
              </a:ext>
            </a:extLst>
          </p:cNvPr>
          <p:cNvSpPr>
            <a:spLocks noGrp="1"/>
          </p:cNvSpPr>
          <p:nvPr>
            <p:ph sz="quarter" idx="24"/>
          </p:nvPr>
        </p:nvSpPr>
        <p:spPr>
          <a:xfrm>
            <a:off x="8837409" y="2611224"/>
            <a:ext cx="2670048" cy="3524399"/>
          </a:xfrm>
          <a:noFill/>
        </p:spPr>
        <p:txBody>
          <a:bodyPr vert="horz" wrap="square" lIns="73152" tIns="0" rIns="91439" bIns="0" rtlCol="0" anchor="t" anchorCtr="0">
            <a:noAutofit/>
          </a:bodyPr>
          <a:lstStyle>
            <a:lvl1pPr>
              <a:defRPr lang="en-US" sz="1400" dirty="0">
                <a:solidFill>
                  <a:schemeClr val="bg2">
                    <a:lumMod val="50000"/>
                  </a:schemeClr>
                </a:solidFill>
                <a:latin typeface="Microsoft YaHei Light" panose="020B0502040204020203" pitchFamily="34" charset="-122"/>
                <a:ea typeface="Microsoft YaHei Light" panose="020B0502040204020203" pitchFamily="34" charset="-122"/>
              </a:defRPr>
            </a:lvl1pPr>
            <a:lvl2pPr>
              <a:defRPr lang="en-US" sz="1300" dirty="0">
                <a:solidFill>
                  <a:schemeClr val="bg2">
                    <a:lumMod val="50000"/>
                  </a:schemeClr>
                </a:solidFill>
                <a:latin typeface="Microsoft YaHei Light" panose="020B0502040204020203" pitchFamily="34" charset="-122"/>
                <a:ea typeface="Microsoft YaHei Light" panose="020B0502040204020203" pitchFamily="34" charset="-122"/>
              </a:defRPr>
            </a:lvl2pPr>
            <a:lvl3pPr>
              <a:defRPr lang="en-US" sz="1200" dirty="0">
                <a:solidFill>
                  <a:schemeClr val="bg2">
                    <a:lumMod val="50000"/>
                  </a:schemeClr>
                </a:solidFill>
                <a:latin typeface="Microsoft YaHei Light" panose="020B0502040204020203" pitchFamily="34" charset="-122"/>
                <a:ea typeface="Microsoft YaHei Light" panose="020B0502040204020203" pitchFamily="34" charset="-122"/>
              </a:defRPr>
            </a:lvl3pPr>
            <a:lvl4pPr>
              <a:defRPr lang="en-US" sz="1100" dirty="0">
                <a:solidFill>
                  <a:schemeClr val="bg2">
                    <a:lumMod val="50000"/>
                  </a:schemeClr>
                </a:solidFill>
                <a:latin typeface="Microsoft YaHei Light" panose="020B0502040204020203" pitchFamily="34" charset="-122"/>
                <a:ea typeface="Microsoft YaHei Light" panose="020B0502040204020203" pitchFamily="34" charset="-122"/>
              </a:defRPr>
            </a:lvl4pPr>
            <a:lvl5pPr>
              <a:defRPr lang="en-US" sz="1100" dirty="0">
                <a:solidFill>
                  <a:schemeClr val="bg2">
                    <a:lumMod val="50000"/>
                  </a:schemeClr>
                </a:solidFill>
                <a:latin typeface="Microsoft YaHei Light" panose="020B0502040204020203" pitchFamily="34" charset="-122"/>
                <a:ea typeface="Microsoft YaHei Light" panose="020B0502040204020203"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4" name="Text Placeholder 13">
            <a:extLst>
              <a:ext uri="{FF2B5EF4-FFF2-40B4-BE49-F238E27FC236}">
                <a16:creationId xmlns:a16="http://schemas.microsoft.com/office/drawing/2014/main" id="{67098B4E-07F5-7510-0018-F13A72FABA9B}"/>
              </a:ext>
            </a:extLst>
          </p:cNvPr>
          <p:cNvSpPr>
            <a:spLocks noGrp="1"/>
          </p:cNvSpPr>
          <p:nvPr>
            <p:ph type="body" sz="quarter" idx="25"/>
          </p:nvPr>
        </p:nvSpPr>
        <p:spPr>
          <a:xfrm>
            <a:off x="6134136" y="2212975"/>
            <a:ext cx="2670175" cy="356616"/>
          </a:xfrm>
          <a:solidFill>
            <a:schemeClr val="bg1"/>
          </a:solidFill>
          <a:ln>
            <a:noFill/>
          </a:ln>
        </p:spPr>
        <p:style>
          <a:lnRef idx="0">
            <a:scrgbClr r="0" g="0" b="0"/>
          </a:lnRef>
          <a:fillRef idx="0">
            <a:scrgbClr r="0" g="0" b="0"/>
          </a:fillRef>
          <a:effectRef idx="0">
            <a:scrgbClr r="0" g="0" b="0"/>
          </a:effectRef>
          <a:fontRef idx="minor">
            <a:schemeClr val="lt1"/>
          </a:fontRef>
        </p:style>
        <p:txBody>
          <a:bodyPr vert="horz" wrap="square" lIns="0" tIns="0" rIns="91439" bIns="0" rtlCol="0" anchor="ctr" anchorCtr="0">
            <a:noAutofit/>
          </a:bodyPr>
          <a:lstStyle>
            <a:lvl1pPr algn="ctr">
              <a:defRPr lang="en-US" sz="1100" b="1" dirty="0" smtClean="0">
                <a:solidFill>
                  <a:srgbClr val="2660AD"/>
                </a:solidFill>
                <a:latin typeface="Microsoft YaHei UI" panose="020B0503020204020204" pitchFamily="34" charset="-122"/>
                <a:ea typeface="Microsoft YaHei UI" panose="020B0503020204020204" pitchFamily="34" charset="-122"/>
              </a:defRPr>
            </a:lvl1pPr>
            <a:lvl2pPr>
              <a:defRPr lang="en-US" dirty="0" smtClean="0"/>
            </a:lvl2pPr>
            <a:lvl3pPr>
              <a:defRPr lang="en-US" b="1" dirty="0" smtClean="0"/>
            </a:lvl3pPr>
            <a:lvl4pPr>
              <a:defRPr lang="en-US" dirty="0" smtClean="0"/>
            </a:lvl4pPr>
            <a:lvl5pPr>
              <a:defRPr lang="en-US" dirty="0"/>
            </a:lvl5pPr>
          </a:lstStyle>
          <a:p>
            <a:pPr marL="0" lvl="0" indent="0" algn="ctr">
              <a:buNone/>
            </a:pPr>
            <a:r>
              <a:rPr lang="zh-CN" altLang="en-US"/>
              <a:t>单击此处编辑母版文本样式</a:t>
            </a:r>
          </a:p>
        </p:txBody>
      </p:sp>
      <p:sp>
        <p:nvSpPr>
          <p:cNvPr id="16" name="Text Placeholder 15">
            <a:extLst>
              <a:ext uri="{FF2B5EF4-FFF2-40B4-BE49-F238E27FC236}">
                <a16:creationId xmlns:a16="http://schemas.microsoft.com/office/drawing/2014/main" id="{0C8EF239-99D6-D78F-A977-4E5B08BB520A}"/>
              </a:ext>
            </a:extLst>
          </p:cNvPr>
          <p:cNvSpPr>
            <a:spLocks noGrp="1"/>
          </p:cNvSpPr>
          <p:nvPr>
            <p:ph type="body" sz="quarter" idx="26"/>
          </p:nvPr>
        </p:nvSpPr>
        <p:spPr>
          <a:xfrm>
            <a:off x="8837613" y="2212975"/>
            <a:ext cx="2670175" cy="356616"/>
          </a:xfrm>
          <a:solidFill>
            <a:schemeClr val="bg1"/>
          </a:solidFill>
          <a:ln>
            <a:noFill/>
          </a:ln>
        </p:spPr>
        <p:style>
          <a:lnRef idx="0">
            <a:scrgbClr r="0" g="0" b="0"/>
          </a:lnRef>
          <a:fillRef idx="0">
            <a:scrgbClr r="0" g="0" b="0"/>
          </a:fillRef>
          <a:effectRef idx="0">
            <a:scrgbClr r="0" g="0" b="0"/>
          </a:effectRef>
          <a:fontRef idx="minor">
            <a:schemeClr val="lt1"/>
          </a:fontRef>
        </p:style>
        <p:txBody>
          <a:bodyPr vert="horz" wrap="square" lIns="0" tIns="0" rIns="91439" bIns="0" rtlCol="0" anchor="ctr" anchorCtr="0">
            <a:noAutofit/>
          </a:bodyPr>
          <a:lstStyle>
            <a:lvl1pPr>
              <a:defRPr lang="en-US" sz="1100" b="1" dirty="0" smtClean="0">
                <a:solidFill>
                  <a:srgbClr val="2660AD"/>
                </a:solidFill>
                <a:latin typeface="Microsoft YaHei" panose="020B0503020204020204" pitchFamily="34" charset="-122"/>
                <a:ea typeface="Microsoft YaHei" panose="020B0503020204020204" pitchFamily="34" charset="-122"/>
              </a:defRPr>
            </a:lvl1pPr>
          </a:lstStyle>
          <a:p>
            <a:pPr marL="0" lvl="0" indent="0" algn="ctr">
              <a:buNone/>
            </a:pPr>
            <a:r>
              <a:rPr lang="zh-CN" altLang="en-US"/>
              <a:t>单击此处编辑母版文本样式</a:t>
            </a:r>
          </a:p>
        </p:txBody>
      </p:sp>
    </p:spTree>
    <p:extLst>
      <p:ext uri="{BB962C8B-B14F-4D97-AF65-F5344CB8AC3E}">
        <p14:creationId xmlns:p14="http://schemas.microsoft.com/office/powerpoint/2010/main" val="4534230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hree Content 1">
    <p:spTree>
      <p:nvGrpSpPr>
        <p:cNvPr id="1" name=""/>
        <p:cNvGrpSpPr/>
        <p:nvPr/>
      </p:nvGrpSpPr>
      <p:grpSpPr>
        <a:xfrm>
          <a:off x="0" y="0"/>
          <a:ext cx="0" cy="0"/>
          <a:chOff x="0" y="0"/>
          <a:chExt cx="0" cy="0"/>
        </a:xfrm>
      </p:grpSpPr>
      <p:sp>
        <p:nvSpPr>
          <p:cNvPr id="12" name="Note right 1">
            <a:extLst>
              <a:ext uri="{FF2B5EF4-FFF2-40B4-BE49-F238E27FC236}">
                <a16:creationId xmlns:a16="http://schemas.microsoft.com/office/drawing/2014/main" id="{603678FC-E6A4-85CB-D5D2-2FF3FDBD5C09}"/>
              </a:ext>
            </a:extLst>
          </p:cNvPr>
          <p:cNvSpPr>
            <a:spLocks noGrp="1"/>
          </p:cNvSpPr>
          <p:nvPr>
            <p:ph sz="quarter" idx="24"/>
          </p:nvPr>
        </p:nvSpPr>
        <p:spPr>
          <a:xfrm>
            <a:off x="7953375" y="2212974"/>
            <a:ext cx="3554413" cy="3922776"/>
          </a:xfrm>
          <a:noFill/>
        </p:spPr>
        <p:txBody>
          <a:bodyPr vert="horz" wrap="square" lIns="73152" tIns="0" rIns="91439" bIns="0" rtlCol="0" anchor="t" anchorCtr="0">
            <a:noAutofit/>
          </a:bodyPr>
          <a:lstStyle>
            <a:lvl1pPr>
              <a:defRPr lang="en-US" sz="1400" dirty="0">
                <a:solidFill>
                  <a:schemeClr val="bg2">
                    <a:lumMod val="50000"/>
                  </a:schemeClr>
                </a:solidFill>
                <a:latin typeface="+mn-ea"/>
                <a:ea typeface="+mn-ea"/>
              </a:defRPr>
            </a:lvl1pPr>
            <a:lvl2pPr>
              <a:defRPr lang="en-US" sz="1300" dirty="0">
                <a:solidFill>
                  <a:schemeClr val="bg2">
                    <a:lumMod val="50000"/>
                  </a:schemeClr>
                </a:solidFill>
                <a:latin typeface="+mn-ea"/>
                <a:ea typeface="+mn-ea"/>
              </a:defRPr>
            </a:lvl2pPr>
            <a:lvl3pPr>
              <a:defRPr lang="en-US" sz="1200" dirty="0">
                <a:solidFill>
                  <a:schemeClr val="bg2">
                    <a:lumMod val="50000"/>
                  </a:schemeClr>
                </a:solidFill>
                <a:latin typeface="+mn-ea"/>
                <a:ea typeface="+mn-ea"/>
              </a:defRPr>
            </a:lvl3pPr>
            <a:lvl4pPr>
              <a:defRPr lang="en-US" sz="1100" dirty="0">
                <a:solidFill>
                  <a:schemeClr val="bg2">
                    <a:lumMod val="50000"/>
                  </a:schemeClr>
                </a:solidFill>
                <a:latin typeface="+mn-ea"/>
                <a:ea typeface="+mn-ea"/>
              </a:defRPr>
            </a:lvl4pPr>
            <a:lvl5pPr>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9" name="Content right title 1">
            <a:extLst>
              <a:ext uri="{FF2B5EF4-FFF2-40B4-BE49-F238E27FC236}">
                <a16:creationId xmlns:a16="http://schemas.microsoft.com/office/drawing/2014/main" id="{9CD02332-741C-7E1E-4E05-4258BC8CE42A}"/>
              </a:ext>
            </a:extLst>
          </p:cNvPr>
          <p:cNvSpPr>
            <a:spLocks noGrp="1"/>
          </p:cNvSpPr>
          <p:nvPr>
            <p:ph type="body" sz="quarter" idx="25"/>
          </p:nvPr>
        </p:nvSpPr>
        <p:spPr>
          <a:xfrm>
            <a:off x="7953375" y="1828799"/>
            <a:ext cx="3554413" cy="356616"/>
          </a:xfrm>
          <a:solidFill>
            <a:schemeClr val="bg1"/>
          </a:solidFill>
          <a:ln>
            <a:noFill/>
          </a:ln>
        </p:spPr>
        <p:style>
          <a:lnRef idx="0">
            <a:scrgbClr r="0" g="0" b="0"/>
          </a:lnRef>
          <a:fillRef idx="0">
            <a:scrgbClr r="0" g="0" b="0"/>
          </a:fillRef>
          <a:effectRef idx="0">
            <a:scrgbClr r="0" g="0" b="0"/>
          </a:effectRef>
          <a:fontRef idx="minor">
            <a:schemeClr val="lt1"/>
          </a:fontRef>
        </p:style>
        <p:txBody>
          <a:bodyPr vert="horz" wrap="square" lIns="73152" tIns="0" rIns="91439" bIns="0" rtlCol="0" anchor="ctr" anchorCtr="0">
            <a:noAutofit/>
          </a:bodyPr>
          <a:lstStyle>
            <a:lvl1pPr algn="ctr">
              <a:buNone/>
              <a:defRPr lang="en-US" b="1" dirty="0">
                <a:solidFill>
                  <a:srgbClr val="2660AD"/>
                </a:solidFill>
                <a:latin typeface="+mj-ea"/>
                <a:ea typeface="+mj-ea"/>
              </a:defRPr>
            </a:lvl1pPr>
          </a:lstStyle>
          <a:p>
            <a:pPr marL="0" lvl="0" indent="0" algn="ctr">
              <a:buNone/>
            </a:pPr>
            <a:r>
              <a:rPr lang="zh-CN" altLang="en-US"/>
              <a:t>单击此处编辑母版文本样式</a:t>
            </a:r>
          </a:p>
        </p:txBody>
      </p:sp>
      <p:sp>
        <p:nvSpPr>
          <p:cNvPr id="21" name="Content right 1">
            <a:extLst>
              <a:ext uri="{FF2B5EF4-FFF2-40B4-BE49-F238E27FC236}">
                <a16:creationId xmlns:a16="http://schemas.microsoft.com/office/drawing/2014/main" id="{5B77532D-40C4-F6D4-0CC0-F11FC7463DF0}"/>
              </a:ext>
            </a:extLst>
          </p:cNvPr>
          <p:cNvSpPr>
            <a:spLocks noGrp="1"/>
          </p:cNvSpPr>
          <p:nvPr>
            <p:ph type="body" sz="quarter" idx="26"/>
          </p:nvPr>
        </p:nvSpPr>
        <p:spPr>
          <a:xfrm>
            <a:off x="7953375" y="6181344"/>
            <a:ext cx="3554413" cy="274320"/>
          </a:xfrm>
          <a:noFill/>
        </p:spPr>
        <p:txBody>
          <a:bodyPr vert="horz" wrap="square" lIns="73152" tIns="0" rIns="91439" bIns="0" rtlCol="0" anchor="t" anchorCtr="0">
            <a:noAutofit/>
          </a:bodyPr>
          <a:lstStyle>
            <a:lvl1pPr>
              <a:buNone/>
              <a:defRPr lang="en-US" sz="900" i="1" dirty="0">
                <a:solidFill>
                  <a:schemeClr val="tx1">
                    <a:lumMod val="50000"/>
                  </a:schemeClr>
                </a:solidFill>
                <a:latin typeface="+mn-ea"/>
                <a:ea typeface="+mn-ea"/>
                <a:cs typeface="+mn-ea"/>
              </a:defRPr>
            </a:lvl1pPr>
          </a:lstStyle>
          <a:p>
            <a:pPr marL="0" marR="0" lvl="0" indent="0" defTabSz="914400" fontAlgn="auto" latinLnBrk="0">
              <a:lnSpc>
                <a:spcPct val="100000"/>
              </a:lnSpc>
              <a:spcBef>
                <a:spcPts val="0"/>
              </a:spcBef>
              <a:spcAft>
                <a:spcPts val="0"/>
              </a:spcAft>
              <a:buClrTx/>
              <a:buSzTx/>
              <a:buFontTx/>
              <a:buNone/>
              <a:tabLst/>
            </a:pPr>
            <a:r>
              <a:rPr lang="zh-CN" altLang="en-US"/>
              <a:t>单击此处编辑母版文本样式</a:t>
            </a:r>
          </a:p>
        </p:txBody>
      </p:sp>
      <p:sp>
        <p:nvSpPr>
          <p:cNvPr id="6" name="Comment top 1">
            <a:extLst>
              <a:ext uri="{FF2B5EF4-FFF2-40B4-BE49-F238E27FC236}">
                <a16:creationId xmlns:a16="http://schemas.microsoft.com/office/drawing/2014/main" id="{C5FDF62F-462E-9E1E-2FF0-C559F44D5865}"/>
              </a:ext>
            </a:extLst>
          </p:cNvPr>
          <p:cNvSpPr>
            <a:spLocks noGrp="1"/>
          </p:cNvSpPr>
          <p:nvPr>
            <p:ph sz="quarter" idx="23"/>
          </p:nvPr>
        </p:nvSpPr>
        <p:spPr>
          <a:xfrm>
            <a:off x="640080" y="1097280"/>
            <a:ext cx="10872788" cy="694944"/>
          </a:xfrm>
          <a:noFill/>
        </p:spPr>
        <p:txBody>
          <a:bodyPr vert="horz" wrap="square" lIns="73152" tIns="0" rIns="91439" bIns="0" rtlCol="0" anchor="t" anchorCtr="0">
            <a:noAutofit/>
          </a:bodyPr>
          <a:lstStyle>
            <a:lvl1pPr>
              <a:spcAft>
                <a:spcPts val="0"/>
              </a:spcAft>
              <a:buNone/>
              <a:defRPr lang="en-US" sz="1400" dirty="0">
                <a:solidFill>
                  <a:schemeClr val="tx2"/>
                </a:solidFill>
                <a:latin typeface="+mn-ea"/>
                <a:ea typeface="+mn-ea"/>
                <a:cs typeface="+mn-ea"/>
              </a:defRPr>
            </a:lvl1pPr>
            <a:lvl2pPr>
              <a:spcAft>
                <a:spcPts val="0"/>
              </a:spcAft>
              <a:defRPr lang="en-US" sz="1300" dirty="0">
                <a:solidFill>
                  <a:schemeClr val="tx2"/>
                </a:solidFill>
                <a:latin typeface="+mn-ea"/>
                <a:ea typeface="+mn-ea"/>
              </a:defRPr>
            </a:lvl2pPr>
            <a:lvl3pPr>
              <a:spcAft>
                <a:spcPts val="0"/>
              </a:spcAft>
              <a:defRPr lang="en-US" sz="1200" dirty="0">
                <a:solidFill>
                  <a:schemeClr val="tx2"/>
                </a:solidFill>
                <a:latin typeface="+mn-ea"/>
                <a:ea typeface="+mn-ea"/>
              </a:defRPr>
            </a:lvl3pPr>
            <a:lvl4pPr>
              <a:defRPr lang="en-US" smtClean="0">
                <a:solidFill>
                  <a:srgbClr val="000000"/>
                </a:solidFill>
              </a:defRPr>
            </a:lvl4pPr>
            <a:lvl5pPr>
              <a:defRPr lang="en-US">
                <a:solidFill>
                  <a:srgbClr val="000000"/>
                </a:solidFill>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p:txBody>
      </p:sp>
      <p:sp>
        <p:nvSpPr>
          <p:cNvPr id="9" name="Note 2">
            <a:extLst>
              <a:ext uri="{FF2B5EF4-FFF2-40B4-BE49-F238E27FC236}">
                <a16:creationId xmlns:a16="http://schemas.microsoft.com/office/drawing/2014/main" id="{FDF05ECA-3909-1D22-9C9F-11C8133C7426}"/>
              </a:ext>
            </a:extLst>
          </p:cNvPr>
          <p:cNvSpPr>
            <a:spLocks noGrp="1"/>
          </p:cNvSpPr>
          <p:nvPr>
            <p:ph type="body" sz="quarter" idx="20"/>
          </p:nvPr>
        </p:nvSpPr>
        <p:spPr>
          <a:xfrm>
            <a:off x="4288536" y="6184604"/>
            <a:ext cx="3557016"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5000" y="6184605"/>
            <a:ext cx="3557016"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5" name="Content 2">
            <a:extLst>
              <a:ext uri="{FF2B5EF4-FFF2-40B4-BE49-F238E27FC236}">
                <a16:creationId xmlns:a16="http://schemas.microsoft.com/office/drawing/2014/main" id="{995EADF6-FBEB-F510-F2F7-77A6CB266ABD}"/>
              </a:ext>
            </a:extLst>
          </p:cNvPr>
          <p:cNvSpPr>
            <a:spLocks noGrp="1"/>
          </p:cNvSpPr>
          <p:nvPr>
            <p:ph idx="21"/>
          </p:nvPr>
        </p:nvSpPr>
        <p:spPr>
          <a:xfrm>
            <a:off x="4288536" y="2212848"/>
            <a:ext cx="3557016" cy="3922776"/>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mn-ea"/>
                <a:ea typeface="+mn-ea"/>
              </a:defRPr>
            </a:lvl1pPr>
            <a:lvl2pPr marL="574675" indent="-179388">
              <a:buFont typeface="Courier New" panose="02070309020205020404" pitchFamily="49" charset="0"/>
              <a:buChar char="o"/>
              <a:defRPr lang="en-US" sz="1300" dirty="0">
                <a:solidFill>
                  <a:schemeClr val="bg2">
                    <a:lumMod val="50000"/>
                  </a:schemeClr>
                </a:solidFill>
                <a:latin typeface="+mn-ea"/>
                <a:ea typeface="+mn-ea"/>
              </a:defRPr>
            </a:lvl2pPr>
            <a:lvl3pPr marL="857250" indent="-169863">
              <a:buFont typeface="Calibri Light" panose="020F0302020204030204" pitchFamily="34" charset="0"/>
              <a:buChar char="-"/>
              <a:defRPr lang="en-US" sz="1200" dirty="0">
                <a:solidFill>
                  <a:schemeClr val="bg2">
                    <a:lumMod val="50000"/>
                  </a:schemeClr>
                </a:solidFill>
                <a:latin typeface="+mn-ea"/>
                <a:ea typeface="+mn-ea"/>
              </a:defRPr>
            </a:lvl3pPr>
            <a:lvl4pPr marL="1084263" indent="-169863">
              <a:buFont typeface="Wingdings" panose="05000000000000000000" pitchFamily="2" charset="2"/>
              <a:buChar char="§"/>
              <a:defRPr lang="en-US" sz="1100" dirty="0">
                <a:solidFill>
                  <a:schemeClr val="bg2">
                    <a:lumMod val="50000"/>
                  </a:schemeClr>
                </a:solidFill>
                <a:latin typeface="+mn-ea"/>
                <a:ea typeface="+mn-ea"/>
              </a:defRPr>
            </a:lvl4pPr>
            <a:lvl5pPr marL="1309688" indent="-168275">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8" name="Content title 2">
            <a:extLst>
              <a:ext uri="{FF2B5EF4-FFF2-40B4-BE49-F238E27FC236}">
                <a16:creationId xmlns:a16="http://schemas.microsoft.com/office/drawing/2014/main" id="{CDAA384F-CE84-F69E-6C77-E26501E0D0FD}"/>
              </a:ext>
            </a:extLst>
          </p:cNvPr>
          <p:cNvSpPr>
            <a:spLocks noGrp="1"/>
          </p:cNvSpPr>
          <p:nvPr>
            <p:ph type="body" sz="quarter" idx="19"/>
          </p:nvPr>
        </p:nvSpPr>
        <p:spPr>
          <a:xfrm>
            <a:off x="4288536" y="1828800"/>
            <a:ext cx="35570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j-ea"/>
                <a:ea typeface="+mj-ea"/>
              </a:defRPr>
            </a:lvl1pPr>
            <a:lvl2pPr>
              <a:buNone/>
              <a:defRPr/>
            </a:lvl2pPr>
            <a:lvl3pPr marL="0" indent="0" algn="ctr">
              <a:buNone/>
              <a:defRPr b="1"/>
            </a:lvl3pPr>
          </a:lstStyle>
          <a:p>
            <a:pPr lvl="0"/>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1" y="2212848"/>
            <a:ext cx="3557016" cy="3922776"/>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mn-ea"/>
                <a:ea typeface="+mn-ea"/>
              </a:defRPr>
            </a:lvl1pPr>
            <a:lvl2pPr marL="574675" indent="-179388">
              <a:buFont typeface="Courier New" panose="02070309020205020404" pitchFamily="49" charset="0"/>
              <a:buChar char="o"/>
              <a:defRPr lang="en-US" sz="1300" dirty="0">
                <a:solidFill>
                  <a:schemeClr val="bg2">
                    <a:lumMod val="50000"/>
                  </a:schemeClr>
                </a:solidFill>
                <a:latin typeface="+mn-ea"/>
                <a:ea typeface="+mn-ea"/>
              </a:defRPr>
            </a:lvl2pPr>
            <a:lvl3pPr marL="857250" indent="-169863">
              <a:buFont typeface="Calibri Light" panose="020F0302020204030204" pitchFamily="34" charset="0"/>
              <a:buChar char="-"/>
              <a:defRPr lang="en-US" sz="1200" dirty="0">
                <a:solidFill>
                  <a:schemeClr val="bg2">
                    <a:lumMod val="50000"/>
                  </a:schemeClr>
                </a:solidFill>
                <a:latin typeface="+mn-ea"/>
                <a:ea typeface="+mn-ea"/>
              </a:defRPr>
            </a:lvl3pPr>
            <a:lvl4pPr marL="1084263" indent="-169863">
              <a:buFont typeface="Wingdings" panose="05000000000000000000" pitchFamily="2" charset="2"/>
              <a:buChar char="§"/>
              <a:defRPr lang="en-US" sz="1100" dirty="0">
                <a:solidFill>
                  <a:schemeClr val="bg2">
                    <a:lumMod val="50000"/>
                  </a:schemeClr>
                </a:solidFill>
                <a:latin typeface="+mn-ea"/>
                <a:ea typeface="+mn-ea"/>
              </a:defRPr>
            </a:lvl4pPr>
            <a:lvl5pPr marL="1309688" indent="-168275">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828800"/>
            <a:ext cx="35570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j-ea"/>
                <a:ea typeface="+mj-ea"/>
              </a:defRPr>
            </a:lvl1pPr>
            <a:lvl2pPr>
              <a:buNone/>
              <a:defRPr/>
            </a:lvl2pPr>
            <a:lvl3pPr marL="0" indent="0" algn="ctr">
              <a:buNone/>
              <a:defRPr b="1"/>
            </a:lvl3pPr>
          </a:lstStyle>
          <a:p>
            <a:pPr lvl="0"/>
            <a:r>
              <a:rPr lang="zh-CN" altLang="en-US"/>
              <a:t>单击此处编辑母版文本样式</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lvl1pPr>
              <a:defRPr>
                <a:solidFill>
                  <a:schemeClr val="accent1">
                    <a:lumMod val="75000"/>
                  </a:schemeClr>
                </a:solidFill>
                <a:latin typeface="+mj-ea"/>
                <a:ea typeface="+mj-ea"/>
              </a:defRPr>
            </a:lvl1p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lvl1pPr>
              <a:defRPr>
                <a:latin typeface="+mj-ea"/>
                <a:ea typeface="+mj-ea"/>
              </a:defRPr>
            </a:lvl1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55207801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4_Custom Layout">
    <p:spTree>
      <p:nvGrpSpPr>
        <p:cNvPr id="1" name=""/>
        <p:cNvGrpSpPr/>
        <p:nvPr/>
      </p:nvGrpSpPr>
      <p:grpSpPr>
        <a:xfrm>
          <a:off x="0" y="0"/>
          <a:ext cx="0" cy="0"/>
          <a:chOff x="0" y="0"/>
          <a:chExt cx="0" cy="0"/>
        </a:xfrm>
      </p:grpSpPr>
      <p:pic>
        <p:nvPicPr>
          <p:cNvPr id="8" name="Background 1" descr="Background pattern&#10;&#10;Description automatically generated">
            <a:extLst>
              <a:ext uri="{FF2B5EF4-FFF2-40B4-BE49-F238E27FC236}">
                <a16:creationId xmlns:a16="http://schemas.microsoft.com/office/drawing/2014/main" id="{A1D16EC0-5307-C083-7B21-2C76A86CEB6C}"/>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pic>
        <p:nvPicPr>
          <p:cNvPr id="3" name="Logo 2" descr="Logo&#10;&#10;Description automatically generated">
            <a:extLst>
              <a:ext uri="{FF2B5EF4-FFF2-40B4-BE49-F238E27FC236}">
                <a16:creationId xmlns:a16="http://schemas.microsoft.com/office/drawing/2014/main" id="{353CA73A-271E-F2F5-D5E3-DEDD910094D7}"/>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023064" y="2606067"/>
            <a:ext cx="3351948" cy="822933"/>
          </a:xfrm>
          <a:prstGeom prst="rect">
            <a:avLst/>
          </a:prstGeom>
        </p:spPr>
      </p:pic>
      <p:sp>
        <p:nvSpPr>
          <p:cNvPr id="5" name="Subtitle 1">
            <a:extLst>
              <a:ext uri="{FF2B5EF4-FFF2-40B4-BE49-F238E27FC236}">
                <a16:creationId xmlns:a16="http://schemas.microsoft.com/office/drawing/2014/main" id="{A3121DF8-D3DC-E2FB-DA9E-66B2C11C55AA}"/>
              </a:ext>
            </a:extLst>
          </p:cNvPr>
          <p:cNvSpPr>
            <a:spLocks noGrp="1"/>
          </p:cNvSpPr>
          <p:nvPr>
            <p:ph idx="1"/>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zh-CN" altLang="en-US"/>
              <a:t>单击此处编辑母版文本样式</a:t>
            </a:r>
          </a:p>
        </p:txBody>
      </p:sp>
      <p:sp>
        <p:nvSpPr>
          <p:cNvPr id="4" name="Title 1">
            <a:extLst>
              <a:ext uri="{FF2B5EF4-FFF2-40B4-BE49-F238E27FC236}">
                <a16:creationId xmlns:a16="http://schemas.microsoft.com/office/drawing/2014/main" id="{B9DD8290-24B1-0C94-918B-438D50F0FD2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pic>
        <p:nvPicPr>
          <p:cNvPr id="2" name="Background 1" descr="Background pattern&#10;&#10;Description automatically generated">
            <a:extLst>
              <a:ext uri="{FF2B5EF4-FFF2-40B4-BE49-F238E27FC236}">
                <a16:creationId xmlns:a16="http://schemas.microsoft.com/office/drawing/2014/main" id="{D871D778-2186-C8A9-6AEF-3910E92359D1}"/>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pic>
        <p:nvPicPr>
          <p:cNvPr id="6" name="Logo 2" descr="Logo&#10;&#10;Description automatically generated">
            <a:extLst>
              <a:ext uri="{FF2B5EF4-FFF2-40B4-BE49-F238E27FC236}">
                <a16:creationId xmlns:a16="http://schemas.microsoft.com/office/drawing/2014/main" id="{59005123-210B-FFB8-B6D2-4B7C2978197C}"/>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023064" y="2606067"/>
            <a:ext cx="3351948" cy="822933"/>
          </a:xfrm>
          <a:prstGeom prst="rect">
            <a:avLst/>
          </a:prstGeom>
        </p:spPr>
      </p:pic>
    </p:spTree>
    <p:extLst>
      <p:ext uri="{BB962C8B-B14F-4D97-AF65-F5344CB8AC3E}">
        <p14:creationId xmlns:p14="http://schemas.microsoft.com/office/powerpoint/2010/main" val="289899204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7_Custom Layout">
    <p:spTree>
      <p:nvGrpSpPr>
        <p:cNvPr id="1" name=""/>
        <p:cNvGrpSpPr/>
        <p:nvPr/>
      </p:nvGrpSpPr>
      <p:grpSpPr>
        <a:xfrm>
          <a:off x="0" y="0"/>
          <a:ext cx="0" cy="0"/>
          <a:chOff x="0" y="0"/>
          <a:chExt cx="0" cy="0"/>
        </a:xfrm>
      </p:grpSpPr>
      <p:pic>
        <p:nvPicPr>
          <p:cNvPr id="8" name="Background 1" descr="Background pattern&#10;&#10;Description automatically generated">
            <a:extLst>
              <a:ext uri="{FF2B5EF4-FFF2-40B4-BE49-F238E27FC236}">
                <a16:creationId xmlns:a16="http://schemas.microsoft.com/office/drawing/2014/main" id="{2834AC22-627B-7915-B0BE-5FDF84422094}"/>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sp>
        <p:nvSpPr>
          <p:cNvPr id="2" name="Subtitle 1">
            <a:extLst>
              <a:ext uri="{FF2B5EF4-FFF2-40B4-BE49-F238E27FC236}">
                <a16:creationId xmlns:a16="http://schemas.microsoft.com/office/drawing/2014/main" id="{EE3CD315-0D5C-D4AF-DD73-2EA549C64F1D}"/>
              </a:ext>
            </a:extLst>
          </p:cNvPr>
          <p:cNvSpPr>
            <a:spLocks noGrp="1"/>
          </p:cNvSpPr>
          <p:nvPr>
            <p:ph idx="10"/>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zh-CN" altLang="en-US"/>
              <a:t>单击此处编辑母版文本样式</a:t>
            </a:r>
          </a:p>
        </p:txBody>
      </p:sp>
      <p:sp>
        <p:nvSpPr>
          <p:cNvPr id="3" name="Title 1">
            <a:extLst>
              <a:ext uri="{FF2B5EF4-FFF2-40B4-BE49-F238E27FC236}">
                <a16:creationId xmlns:a16="http://schemas.microsoft.com/office/drawing/2014/main" id="{AE4CCE8C-A9FB-E1BE-3CE4-6F320B073296}"/>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407856829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10"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301FDB3C-3C0D-4A67-AA7D-A13C542778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6E357D-FEE2-4154-9C5F-580779336B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A27D22-26B1-48D7-B7AA-90279E0BFC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E086002-385B-40C6-A8AA-D5DA4F6B4964}"/>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253E54D9-2439-4AFC-8FED-8E1C18216247}"/>
              </a:ext>
            </a:extLst>
          </p:cNvPr>
          <p:cNvSpPr>
            <a:spLocks noGrp="1"/>
          </p:cNvSpPr>
          <p:nvPr>
            <p:ph type="ftr" sz="quarter" idx="11"/>
          </p:nvPr>
        </p:nvSpPr>
        <p:spPr/>
        <p:txBody>
          <a:bodyPr/>
          <a:lstStyle/>
          <a:p>
            <a:endParaRPr lang="en-US"/>
          </a:p>
        </p:txBody>
      </p:sp>
      <p:sp>
        <p:nvSpPr>
          <p:cNvPr id="9"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dirty="0"/>
          </a:p>
        </p:txBody>
      </p:sp>
    </p:spTree>
    <p:extLst>
      <p:ext uri="{BB962C8B-B14F-4D97-AF65-F5344CB8AC3E}">
        <p14:creationId xmlns:p14="http://schemas.microsoft.com/office/powerpoint/2010/main" val="329912509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8"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BB041C07-56AB-4AD6-ACD0-02FB4A050EB4}"/>
              </a:ext>
            </a:extLst>
          </p:cNvPr>
          <p:cNvSpPr>
            <a:spLocks noGrp="1"/>
          </p:cNvSpPr>
          <p:nvPr>
            <p:ph type="title"/>
          </p:nvPr>
        </p:nvSpPr>
        <p:spPr>
          <a:xfrm>
            <a:off x="542925" y="331516"/>
            <a:ext cx="11145838" cy="535531"/>
          </a:xfrm>
        </p:spPr>
        <p:txBody>
          <a:bodyPr/>
          <a:lstStyle>
            <a:lvl1pPr>
              <a:defRPr sz="3200" b="1">
                <a:solidFill>
                  <a:srgbClr val="306AB2"/>
                </a:solidFill>
              </a:defRPr>
            </a:lvl1pPr>
          </a:lstStyle>
          <a:p>
            <a:r>
              <a:rPr lang="en-US"/>
              <a:t>Click to edit Master title style</a:t>
            </a:r>
          </a:p>
        </p:txBody>
      </p:sp>
    </p:spTree>
    <p:extLst>
      <p:ext uri="{BB962C8B-B14F-4D97-AF65-F5344CB8AC3E}">
        <p14:creationId xmlns:p14="http://schemas.microsoft.com/office/powerpoint/2010/main" val="3031815140"/>
      </p:ext>
    </p:extLst>
  </p:cSld>
  <p:clrMapOvr>
    <a:masterClrMapping/>
  </p:clrMapOvr>
  <p:extLst>
    <p:ext uri="{DCECCB84-F9BA-43D5-87BE-67443E8EF086}">
      <p15:sldGuideLst xmlns:p15="http://schemas.microsoft.com/office/powerpoint/2012/main">
        <p15:guide id="1" orient="horz" pos="663">
          <p15:clr>
            <a:srgbClr val="FBAE40"/>
          </p15:clr>
        </p15:guide>
        <p15:guide id="2" pos="347">
          <p15:clr>
            <a:srgbClr val="FBAE40"/>
          </p15:clr>
        </p15:guide>
        <p15:guide id="3" pos="7333">
          <p15:clr>
            <a:srgbClr val="FBAE40"/>
          </p15:clr>
        </p15:guide>
        <p15:guide id="4" orient="horz" pos="3906">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7"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r:embed="rId2"/>
          <a:srcRect l="8591" t="32054" r="4677" b="40437"/>
          <a:stretch/>
        </p:blipFill>
        <p:spPr>
          <a:xfrm>
            <a:off x="0" y="6522721"/>
            <a:ext cx="7837402" cy="335280"/>
          </a:xfrm>
          <a:prstGeom prst="rect">
            <a:avLst/>
          </a:prstGeom>
        </p:spPr>
      </p:pic>
      <p:sp>
        <p:nvSpPr>
          <p:cNvPr id="2" name="Date Placeholder 1">
            <a:extLst>
              <a:ext uri="{FF2B5EF4-FFF2-40B4-BE49-F238E27FC236}">
                <a16:creationId xmlns:a16="http://schemas.microsoft.com/office/drawing/2014/main" id="{0642D6CC-44F9-41EA-A189-AB3804A0418F}"/>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AF8CCEA-045A-4D14-924D-9723F3A2EC40}" type="datetime1">
              <a:rPr kumimoji="0" lang="en-US" sz="1200" b="0" i="0" u="none" strike="noStrike" kern="1200" cap="none" spc="0" normalizeH="0" baseline="0" noProof="0" smtClean="0">
                <a:ln>
                  <a:noFill/>
                </a:ln>
                <a:solidFill>
                  <a:srgbClr val="515052">
                    <a:tint val="75000"/>
                  </a:srgbClr>
                </a:solidFill>
                <a:effectLst/>
                <a:uLnTx/>
                <a:uFillTx/>
                <a:latin typeface="Calibri Light"/>
                <a:ea typeface="+mn-ea"/>
                <a:cs typeface="+mn-cs"/>
              </a:rPr>
              <a:t>7/17/2026</a:t>
            </a:fld>
            <a:endParaRPr kumimoji="0" lang="en-US" sz="1200" b="0" i="0" u="none" strike="noStrike" kern="1200" cap="none" spc="0" normalizeH="0" baseline="0" noProof="0">
              <a:ln>
                <a:noFill/>
              </a:ln>
              <a:solidFill>
                <a:srgbClr val="515052">
                  <a:tint val="75000"/>
                </a:srgbClr>
              </a:solidFill>
              <a:effectLst/>
              <a:uLnTx/>
              <a:uFillTx/>
              <a:latin typeface="Calibri Light"/>
              <a:ea typeface="+mn-ea"/>
              <a:cs typeface="+mn-cs"/>
            </a:endParaRPr>
          </a:p>
        </p:txBody>
      </p:sp>
      <p:sp>
        <p:nvSpPr>
          <p:cNvPr id="3" name="Footer Placeholder 2">
            <a:extLst>
              <a:ext uri="{FF2B5EF4-FFF2-40B4-BE49-F238E27FC236}">
                <a16:creationId xmlns:a16="http://schemas.microsoft.com/office/drawing/2014/main" id="{86EEB58B-C8A0-44DA-9A35-332A56DE197C}"/>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515052">
                  <a:tint val="75000"/>
                </a:srgbClr>
              </a:solidFill>
              <a:effectLst/>
              <a:uLnTx/>
              <a:uFillTx/>
              <a:latin typeface="Calibri Light"/>
              <a:ea typeface="+mn-ea"/>
              <a:cs typeface="+mn-cs"/>
            </a:endParaRPr>
          </a:p>
        </p:txBody>
      </p:sp>
      <p:sp>
        <p:nvSpPr>
          <p:cNvPr id="6"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C7D48C0-AA79-46F3-BF6F-F82B468F2D98}" type="slidenum">
              <a:rPr kumimoji="0" lang="en-US" sz="1000" b="0" i="0" u="none" strike="noStrike" kern="1200" cap="none" spc="0" normalizeH="0" baseline="0" noProof="0" smtClean="0">
                <a:ln>
                  <a:noFill/>
                </a:ln>
                <a:solidFill>
                  <a:prstClr val="white"/>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prstClr val="white"/>
              </a:solidFill>
              <a:effectLst/>
              <a:uLnTx/>
              <a:uFillTx/>
              <a:latin typeface="Calibri Light"/>
              <a:ea typeface="+mn-ea"/>
              <a:cs typeface="+mn-cs"/>
            </a:endParaRPr>
          </a:p>
        </p:txBody>
      </p:sp>
    </p:spTree>
    <p:extLst>
      <p:ext uri="{BB962C8B-B14F-4D97-AF65-F5344CB8AC3E}">
        <p14:creationId xmlns:p14="http://schemas.microsoft.com/office/powerpoint/2010/main" val="356375780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2FA9D-9E4D-4AC5-A9E5-8688F5C3CA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A473365-D148-495C-BF8F-4AB3186CBB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F3AA1E6-AB54-4887-9760-5015DF9CC959}"/>
              </a:ext>
            </a:extLst>
          </p:cNvPr>
          <p:cNvSpPr>
            <a:spLocks noGrp="1"/>
          </p:cNvSpPr>
          <p:nvPr>
            <p:ph type="dt" sz="half" idx="10"/>
          </p:nvPr>
        </p:nvSpPr>
        <p:spPr/>
        <p:txBody>
          <a:bodyPr/>
          <a:lstStyle>
            <a:lvl1pPr>
              <a:defRPr>
                <a:latin typeface="Calibri" panose="020F0502020204030204" pitchFamily="34" charset="0"/>
              </a:defRPr>
            </a:lvl1pPr>
          </a:lstStyle>
          <a:p>
            <a:pPr>
              <a:defRPr/>
            </a:pPr>
            <a:fld id="{E7ED7ED9-F823-4863-B9DF-CBAEB4BB0852}" type="datetime1">
              <a:rPr lang="en-US" smtClean="0">
                <a:solidFill>
                  <a:srgbClr val="515052">
                    <a:tint val="75000"/>
                  </a:srgbClr>
                </a:solidFill>
              </a:rPr>
              <a:t>7/17/2026</a:t>
            </a:fld>
            <a:endParaRPr lang="en-US" dirty="0">
              <a:solidFill>
                <a:srgbClr val="515052">
                  <a:tint val="75000"/>
                </a:srgbClr>
              </a:solidFill>
            </a:endParaRPr>
          </a:p>
        </p:txBody>
      </p:sp>
      <p:sp>
        <p:nvSpPr>
          <p:cNvPr id="5" name="Footer Placeholder 4">
            <a:extLst>
              <a:ext uri="{FF2B5EF4-FFF2-40B4-BE49-F238E27FC236}">
                <a16:creationId xmlns:a16="http://schemas.microsoft.com/office/drawing/2014/main" id="{C29AE6FE-8AA8-470B-B8B2-8EB1E564EEA2}"/>
              </a:ext>
            </a:extLst>
          </p:cNvPr>
          <p:cNvSpPr>
            <a:spLocks noGrp="1"/>
          </p:cNvSpPr>
          <p:nvPr>
            <p:ph type="ftr" sz="quarter" idx="11"/>
          </p:nvPr>
        </p:nvSpPr>
        <p:spPr/>
        <p:txBody>
          <a:bodyPr/>
          <a:lstStyle>
            <a:lvl1pPr>
              <a:defRPr>
                <a:latin typeface="Calibri" panose="020F0502020204030204" pitchFamily="34" charset="0"/>
              </a:defRPr>
            </a:lvl1pPr>
          </a:lstStyle>
          <a:p>
            <a:pPr>
              <a:defRPr/>
            </a:pPr>
            <a:endParaRPr lang="en-US" dirty="0">
              <a:solidFill>
                <a:srgbClr val="515052">
                  <a:tint val="75000"/>
                </a:srgbClr>
              </a:solidFill>
            </a:endParaRPr>
          </a:p>
        </p:txBody>
      </p:sp>
      <p:sp>
        <p:nvSpPr>
          <p:cNvPr id="8"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latin typeface="Calibri" panose="020F0502020204030204" pitchFamily="34" charset="0"/>
              </a:defRPr>
            </a:lvl1pPr>
          </a:lstStyle>
          <a:p>
            <a:pPr>
              <a:defRPr/>
            </a:pPr>
            <a:fld id="{CC7D48C0-AA79-46F3-BF6F-F82B468F2D98}" type="slidenum">
              <a:rPr lang="en-US" sz="1000" smtClean="0">
                <a:solidFill>
                  <a:prstClr val="white"/>
                </a:solidFill>
              </a:rPr>
              <a:pPr>
                <a:defRPr/>
              </a:pPr>
              <a:t>‹#›</a:t>
            </a:fld>
            <a:endParaRPr lang="en-US" sz="1000" dirty="0">
              <a:solidFill>
                <a:prstClr val="white"/>
              </a:solidFill>
            </a:endParaRPr>
          </a:p>
        </p:txBody>
      </p:sp>
    </p:spTree>
    <p:extLst>
      <p:ext uri="{BB962C8B-B14F-4D97-AF65-F5344CB8AC3E}">
        <p14:creationId xmlns:p14="http://schemas.microsoft.com/office/powerpoint/2010/main" val="97528250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10"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301FDB3C-3C0D-4A67-AA7D-A13C542778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6E357D-FEE2-4154-9C5F-580779336B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A27D22-26B1-48D7-B7AA-90279E0BFC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E086002-385B-40C6-A8AA-D5DA4F6B496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9963F6B-848F-4871-8FB9-DA95C97888DD}" type="datetime1">
              <a:rPr kumimoji="0" lang="en-US" sz="1200" b="0" i="0" u="none" strike="noStrike" kern="1200" cap="none" spc="0" normalizeH="0" baseline="0" noProof="0" smtClean="0">
                <a:ln>
                  <a:noFill/>
                </a:ln>
                <a:solidFill>
                  <a:srgbClr val="515052">
                    <a:tint val="75000"/>
                  </a:srgbClr>
                </a:solidFill>
                <a:effectLst/>
                <a:uLnTx/>
                <a:uFillTx/>
                <a:latin typeface="Calibri Light"/>
                <a:ea typeface="+mn-ea"/>
                <a:cs typeface="+mn-cs"/>
              </a:rPr>
              <a:t>7/17/2026</a:t>
            </a:fld>
            <a:endParaRPr kumimoji="0" lang="en-US" sz="1200" b="0" i="0" u="none" strike="noStrike" kern="1200" cap="none" spc="0" normalizeH="0" baseline="0" noProof="0">
              <a:ln>
                <a:noFill/>
              </a:ln>
              <a:solidFill>
                <a:srgbClr val="515052">
                  <a:tint val="75000"/>
                </a:srgbClr>
              </a:solidFill>
              <a:effectLst/>
              <a:uLnTx/>
              <a:uFillTx/>
              <a:latin typeface="Calibri Light"/>
              <a:ea typeface="+mn-ea"/>
              <a:cs typeface="+mn-cs"/>
            </a:endParaRPr>
          </a:p>
        </p:txBody>
      </p:sp>
      <p:sp>
        <p:nvSpPr>
          <p:cNvPr id="6" name="Footer Placeholder 5">
            <a:extLst>
              <a:ext uri="{FF2B5EF4-FFF2-40B4-BE49-F238E27FC236}">
                <a16:creationId xmlns:a16="http://schemas.microsoft.com/office/drawing/2014/main" id="{253E54D9-2439-4AFC-8FED-8E1C18216247}"/>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515052">
                  <a:tint val="75000"/>
                </a:srgbClr>
              </a:solidFill>
              <a:effectLst/>
              <a:uLnTx/>
              <a:uFillTx/>
              <a:latin typeface="Calibri Light"/>
              <a:ea typeface="+mn-ea"/>
              <a:cs typeface="+mn-cs"/>
            </a:endParaRPr>
          </a:p>
        </p:txBody>
      </p:sp>
      <p:sp>
        <p:nvSpPr>
          <p:cNvPr id="9"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C7D48C0-AA79-46F3-BF6F-F82B468F2D98}" type="slidenum">
              <a:rPr kumimoji="0" lang="en-US" sz="1000" b="0" i="0" u="none" strike="noStrike" kern="1200" cap="none" spc="0" normalizeH="0" baseline="0" noProof="0" smtClean="0">
                <a:ln>
                  <a:noFill/>
                </a:ln>
                <a:solidFill>
                  <a:prstClr val="white"/>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white"/>
              </a:solidFill>
              <a:effectLst/>
              <a:uLnTx/>
              <a:uFillTx/>
              <a:latin typeface="Calibri Light"/>
              <a:ea typeface="+mn-ea"/>
              <a:cs typeface="+mn-cs"/>
            </a:endParaRPr>
          </a:p>
        </p:txBody>
      </p:sp>
    </p:spTree>
    <p:extLst>
      <p:ext uri="{BB962C8B-B14F-4D97-AF65-F5344CB8AC3E}">
        <p14:creationId xmlns:p14="http://schemas.microsoft.com/office/powerpoint/2010/main" val="3412459352"/>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
  <p:cSld name="FS - 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9"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r:embed="rId2"/>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75F39FC7-5D40-462A-AAB4-A9DC6AB7CED7}"/>
              </a:ext>
            </a:extLst>
          </p:cNvPr>
          <p:cNvSpPr>
            <a:spLocks noGrp="1"/>
          </p:cNvSpPr>
          <p:nvPr>
            <p:ph type="title"/>
          </p:nvPr>
        </p:nvSpPr>
        <p:spPr>
          <a:xfrm>
            <a:off x="597567" y="109670"/>
            <a:ext cx="11022003" cy="701731"/>
          </a:xfrm>
          <a:prstGeom prst="rect">
            <a:avLst/>
          </a:prstGeom>
        </p:spPr>
        <p:txBody>
          <a:bodyPr/>
          <a:lstStyle/>
          <a:p>
            <a:endParaRPr lang="en-US" dirty="0"/>
          </a:p>
        </p:txBody>
      </p:sp>
      <p:sp>
        <p:nvSpPr>
          <p:cNvPr id="3" name="Content Placeholder 2">
            <a:extLst>
              <a:ext uri="{FF2B5EF4-FFF2-40B4-BE49-F238E27FC236}">
                <a16:creationId xmlns:a16="http://schemas.microsoft.com/office/drawing/2014/main" id="{DBABE0AF-7B5A-44CA-9F9C-55A4128206CE}"/>
              </a:ext>
            </a:extLst>
          </p:cNvPr>
          <p:cNvSpPr>
            <a:spLocks noGrp="1"/>
          </p:cNvSpPr>
          <p:nvPr>
            <p:ph idx="1"/>
          </p:nvPr>
        </p:nvSpPr>
        <p:spPr>
          <a:xfrm>
            <a:off x="597567" y="1040780"/>
            <a:ext cx="11022003" cy="2234330"/>
          </a:xfrm>
        </p:spPr>
        <p:txBody>
          <a:bodyPr/>
          <a:lstStyle>
            <a:lvl1pPr marL="119063" indent="0">
              <a:lnSpc>
                <a:spcPct val="150000"/>
              </a:lnSpc>
              <a:spcAft>
                <a:spcPts val="600"/>
              </a:spcAft>
              <a:buNone/>
              <a:defRPr sz="1400">
                <a:latin typeface="微软雅黑" panose="020B0503020204020204" pitchFamily="34" charset="-122"/>
                <a:ea typeface="微软雅黑" panose="020B0503020204020204" pitchFamily="34" charset="-122"/>
              </a:defRPr>
            </a:lvl1pPr>
            <a:lvl2pPr marL="284163" indent="-165100">
              <a:lnSpc>
                <a:spcPct val="150000"/>
              </a:lnSpc>
              <a:spcAft>
                <a:spcPts val="600"/>
              </a:spcAft>
              <a:defRPr sz="1400">
                <a:latin typeface="微软雅黑" panose="020B0503020204020204" pitchFamily="34" charset="-122"/>
                <a:ea typeface="微软雅黑" panose="020B0503020204020204" pitchFamily="34" charset="-122"/>
              </a:defRPr>
            </a:lvl2pPr>
            <a:lvl3pPr marL="457200" indent="-173038">
              <a:lnSpc>
                <a:spcPct val="150000"/>
              </a:lnSpc>
              <a:spcAft>
                <a:spcPts val="600"/>
              </a:spcAft>
              <a:defRPr sz="1400">
                <a:latin typeface="微软雅黑" panose="020B0503020204020204" pitchFamily="34" charset="-122"/>
                <a:ea typeface="微软雅黑" panose="020B0503020204020204" pitchFamily="34" charset="-122"/>
              </a:defRPr>
            </a:lvl3pPr>
            <a:lvl4pPr marL="542925" indent="-180975">
              <a:lnSpc>
                <a:spcPct val="150000"/>
              </a:lnSpc>
              <a:spcAft>
                <a:spcPts val="600"/>
              </a:spcAft>
              <a:defRPr sz="1400">
                <a:latin typeface="微软雅黑" panose="020B0503020204020204" pitchFamily="34" charset="-122"/>
                <a:ea typeface="微软雅黑" panose="020B0503020204020204" pitchFamily="34" charset="-122"/>
              </a:defRPr>
            </a:lvl4pPr>
            <a:lvl5pPr marL="712788" indent="-169863">
              <a:lnSpc>
                <a:spcPct val="150000"/>
              </a:lnSpc>
              <a:spcAft>
                <a:spcPts val="600"/>
              </a:spcAft>
              <a:defRPr sz="1400">
                <a:latin typeface="微软雅黑" panose="020B0503020204020204" pitchFamily="34" charset="-122"/>
                <a:ea typeface="微软雅黑" panose="020B0503020204020204" pitchFamily="34" charset="-122"/>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C18B290-FB1F-442D-B218-B0E55B8F874C}"/>
              </a:ext>
            </a:extLst>
          </p:cNvPr>
          <p:cNvSpPr>
            <a:spLocks noGrp="1"/>
          </p:cNvSpPr>
          <p:nvPr>
            <p:ph type="dt" sz="half" idx="10"/>
          </p:nvPr>
        </p:nvSpPr>
        <p:spPr>
          <a:xfrm>
            <a:off x="177031" y="6551861"/>
            <a:ext cx="2743200" cy="276999"/>
          </a:xfrm>
        </p:spPr>
        <p:txBody>
          <a:bodyPr/>
          <a:lstStyle>
            <a:lvl1pPr>
              <a:defRPr>
                <a:solidFill>
                  <a:schemeClr val="bg1"/>
                </a:solidFill>
              </a:defRPr>
            </a:lvl1pPr>
          </a:lstStyle>
          <a:p>
            <a:pPr>
              <a:defRPr/>
            </a:pPr>
            <a:fld id="{176A3AB8-3ECD-4D76-8CA8-C9F8DCF1F924}" type="datetime1">
              <a:rPr lang="en-US" smtClean="0"/>
              <a:t>7/17/2026</a:t>
            </a:fld>
            <a:endParaRPr lang="en-US"/>
          </a:p>
        </p:txBody>
      </p:sp>
      <p:sp>
        <p:nvSpPr>
          <p:cNvPr id="5" name="Footer Placeholder 4">
            <a:extLst>
              <a:ext uri="{FF2B5EF4-FFF2-40B4-BE49-F238E27FC236}">
                <a16:creationId xmlns:a16="http://schemas.microsoft.com/office/drawing/2014/main" id="{BB18DE60-482C-4610-9E91-20B7D516DAC0}"/>
              </a:ext>
            </a:extLst>
          </p:cNvPr>
          <p:cNvSpPr>
            <a:spLocks noGrp="1"/>
          </p:cNvSpPr>
          <p:nvPr>
            <p:ph type="ftr" sz="quarter" idx="11"/>
          </p:nvPr>
        </p:nvSpPr>
        <p:spPr>
          <a:xfrm>
            <a:off x="4051168" y="6568668"/>
            <a:ext cx="4114800" cy="276999"/>
          </a:xfrm>
        </p:spPr>
        <p:txBody>
          <a:bodyPr/>
          <a:lstStyle>
            <a:lvl1pPr>
              <a:defRPr>
                <a:solidFill>
                  <a:schemeClr val="bg1"/>
                </a:solidFill>
              </a:defRPr>
            </a:lvl1pPr>
          </a:lstStyle>
          <a:p>
            <a:pPr>
              <a:defRPr/>
            </a:pPr>
            <a:endParaRPr lang="en-US" dirty="0"/>
          </a:p>
        </p:txBody>
      </p:sp>
      <p:sp>
        <p:nvSpPr>
          <p:cNvPr id="8"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C7D48C0-AA79-46F3-BF6F-F82B468F2D98}" type="slidenum">
              <a:rPr kumimoji="0" lang="en-US" sz="1000" b="0" i="0" u="none" strike="noStrike" kern="1200" cap="none" spc="0" normalizeH="0" baseline="0" noProof="0" smtClean="0">
                <a:ln>
                  <a:noFill/>
                </a:ln>
                <a:solidFill>
                  <a:prstClr val="white"/>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white"/>
              </a:solidFill>
              <a:effectLst/>
              <a:uLnTx/>
              <a:uFillTx/>
              <a:latin typeface="Calibri Light"/>
              <a:ea typeface="+mn-ea"/>
              <a:cs typeface="+mn-cs"/>
            </a:endParaRPr>
          </a:p>
        </p:txBody>
      </p:sp>
    </p:spTree>
    <p:extLst>
      <p:ext uri="{BB962C8B-B14F-4D97-AF65-F5344CB8AC3E}">
        <p14:creationId xmlns:p14="http://schemas.microsoft.com/office/powerpoint/2010/main" val="1634019196"/>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1_Title Slide">
    <p:bg>
      <p:bgPr>
        <a:solidFill>
          <a:schemeClr val="bg1"/>
        </a:solidFill>
        <a:effectLst/>
      </p:bgPr>
    </p:bg>
    <p:spTree>
      <p:nvGrpSpPr>
        <p:cNvPr id="1" name=""/>
        <p:cNvGrpSpPr/>
        <p:nvPr/>
      </p:nvGrpSpPr>
      <p:grpSpPr>
        <a:xfrm>
          <a:off x="0" y="0"/>
          <a:ext cx="0" cy="0"/>
          <a:chOff x="0" y="0"/>
          <a:chExt cx="0" cy="0"/>
        </a:xfrm>
      </p:grpSpPr>
      <p:sp>
        <p:nvSpPr>
          <p:cNvPr id="15" name="Slide Number Placeholder 5"/>
          <p:cNvSpPr>
            <a:spLocks noGrp="1"/>
          </p:cNvSpPr>
          <p:nvPr>
            <p:ph type="sldNum" sz="quarter" idx="12"/>
          </p:nvPr>
        </p:nvSpPr>
        <p:spPr>
          <a:xfrm>
            <a:off x="11339945" y="6185813"/>
            <a:ext cx="371833" cy="365125"/>
          </a:xfrm>
        </p:spPr>
        <p:txBody>
          <a:bodyPr/>
          <a:lstStyle>
            <a:lvl1pPr algn="ctr">
              <a:defRPr sz="800">
                <a:solidFill>
                  <a:schemeClr val="bg2">
                    <a:lumMod val="25000"/>
                  </a:schemeClr>
                </a:solidFill>
              </a:defRPr>
            </a:lvl1pPr>
          </a:lstStyle>
          <a:p>
            <a:fld id="{63490F10-EF7F-4B21-BC75-6E67116F5CF6}" type="slidenum">
              <a:rPr lang="en-US" smtClean="0"/>
              <a:pPr/>
              <a:t>‹#›</a:t>
            </a:fld>
            <a:endParaRPr lang="en-US"/>
          </a:p>
        </p:txBody>
      </p:sp>
      <p:pic>
        <p:nvPicPr>
          <p:cNvPr id="2" name="Picture 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49287" y="178191"/>
            <a:ext cx="1440000" cy="353533"/>
          </a:xfrm>
          <a:prstGeom prst="rect">
            <a:avLst/>
          </a:prstGeom>
        </p:spPr>
      </p:pic>
    </p:spTree>
    <p:extLst>
      <p:ext uri="{BB962C8B-B14F-4D97-AF65-F5344CB8AC3E}">
        <p14:creationId xmlns:p14="http://schemas.microsoft.com/office/powerpoint/2010/main" val="118147307"/>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pic>
        <p:nvPicPr>
          <p:cNvPr id="6" name="Background 1" descr="Background pattern">
            <a:extLst>
              <a:ext uri="{FF2B5EF4-FFF2-40B4-BE49-F238E27FC236}">
                <a16:creationId xmlns:a16="http://schemas.microsoft.com/office/drawing/2014/main" id="{9A51FADC-D622-9BBF-AFB9-93FB30D670CD}"/>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pic>
        <p:nvPicPr>
          <p:cNvPr id="8" name="Background 1" descr="Background pattern&#10;&#10;Description automatically generated">
            <a:extLst>
              <a:ext uri="{FF2B5EF4-FFF2-40B4-BE49-F238E27FC236}">
                <a16:creationId xmlns:a16="http://schemas.microsoft.com/office/drawing/2014/main" id="{2834AC22-627B-7915-B0BE-5FDF84422094}"/>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pic>
        <p:nvPicPr>
          <p:cNvPr id="4" name="Logo 2" descr="Logo&#10;&#10;Description automatically generated">
            <a:extLst>
              <a:ext uri="{FF2B5EF4-FFF2-40B4-BE49-F238E27FC236}">
                <a16:creationId xmlns:a16="http://schemas.microsoft.com/office/drawing/2014/main" id="{0BBFBE46-AACB-F2A4-6AC2-6F27352241DD}"/>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59732" y="826532"/>
            <a:ext cx="3351948" cy="822933"/>
          </a:xfrm>
          <a:prstGeom prst="rect">
            <a:avLst/>
          </a:prstGeom>
        </p:spPr>
      </p:pic>
      <p:sp>
        <p:nvSpPr>
          <p:cNvPr id="2" name="Author">
            <a:extLst>
              <a:ext uri="{FF2B5EF4-FFF2-40B4-BE49-F238E27FC236}">
                <a16:creationId xmlns:a16="http://schemas.microsoft.com/office/drawing/2014/main" id="{CE9BBD52-7A6A-4531-DE0A-044C41F1DB34}"/>
              </a:ext>
            </a:extLst>
          </p:cNvPr>
          <p:cNvSpPr txBox="1"/>
          <p:nvPr/>
        </p:nvSpPr>
        <p:spPr>
          <a:xfrm>
            <a:off x="8401975" y="5962105"/>
            <a:ext cx="3862028" cy="646331"/>
          </a:xfrm>
          <a:prstGeom prst="rect">
            <a:avLst/>
          </a:prstGeom>
          <a:noFill/>
        </p:spPr>
        <p:txBody>
          <a:bodyPr wrap="square">
            <a:spAutoFit/>
          </a:bodyPr>
          <a:lstStyle/>
          <a:p>
            <a:pPr algn="l"/>
            <a:r>
              <a:rPr lang="en-US" altLang="zh-CN" sz="1200" b="1" i="0" u="none" strike="noStrike" baseline="0" dirty="0">
                <a:solidFill>
                  <a:schemeClr val="tx2"/>
                </a:solidFill>
                <a:latin typeface="Roboto-Bold"/>
              </a:rPr>
              <a:t>Shujin Chen, CFA | Chief Economist</a:t>
            </a:r>
          </a:p>
          <a:p>
            <a:pPr algn="l"/>
            <a:r>
              <a:rPr lang="en-US" altLang="zh-CN" sz="1200" b="0" i="0" u="none" strike="noStrike" baseline="0" dirty="0">
                <a:solidFill>
                  <a:schemeClr val="tx2"/>
                </a:solidFill>
                <a:latin typeface="Roboto-Regular"/>
              </a:rPr>
              <a:t>+852 3406 5580 | </a:t>
            </a:r>
            <a:r>
              <a:rPr lang="en-US" altLang="zh-CN" sz="1200" b="0" i="0" u="none" strike="noStrike" baseline="0" dirty="0">
                <a:solidFill>
                  <a:schemeClr val="tx2"/>
                </a:solidFill>
                <a:latin typeface="Roboto-Regular"/>
                <a:hlinkClick r:id="rId4">
                  <a:extLst>
                    <a:ext uri="{A12FA001-AC4F-418D-AE19-62706E023703}">
                      <ahyp:hlinkClr xmlns:ahyp="http://schemas.microsoft.com/office/drawing/2018/hyperlinkcolor" val="tx"/>
                    </a:ext>
                  </a:extLst>
                </a:hlinkClick>
              </a:rPr>
              <a:t>shujin.chen@csopasset.com</a:t>
            </a:r>
            <a:endParaRPr lang="en-US" altLang="zh-CN" sz="1200" b="0" i="0" u="none" strike="noStrike" baseline="0" dirty="0">
              <a:solidFill>
                <a:schemeClr val="tx2"/>
              </a:solidFill>
              <a:latin typeface="Roboto-Regular"/>
            </a:endParaRPr>
          </a:p>
          <a:p>
            <a:pPr algn="l"/>
            <a:endParaRPr lang="en-US" altLang="zh-CN" sz="1200" b="1" dirty="0">
              <a:solidFill>
                <a:schemeClr val="tx2"/>
              </a:solidFill>
              <a:latin typeface="Roboto-Regular"/>
            </a:endParaRPr>
          </a:p>
        </p:txBody>
      </p:sp>
      <p:sp>
        <p:nvSpPr>
          <p:cNvPr id="7" name="Subtitle 1">
            <a:extLst>
              <a:ext uri="{FF2B5EF4-FFF2-40B4-BE49-F238E27FC236}">
                <a16:creationId xmlns:a16="http://schemas.microsoft.com/office/drawing/2014/main" id="{1644BCC2-0331-60EC-8A73-BF349E05BC4B}"/>
              </a:ext>
            </a:extLst>
          </p:cNvPr>
          <p:cNvSpPr>
            <a:spLocks noGrp="1"/>
          </p:cNvSpPr>
          <p:nvPr>
            <p:ph type="body" sz="quarter" idx="10"/>
          </p:nvPr>
        </p:nvSpPr>
        <p:spPr>
          <a:xfrm>
            <a:off x="576262" y="6031468"/>
            <a:ext cx="7825713" cy="276999"/>
          </a:xfrm>
        </p:spPr>
        <p:txBody>
          <a:bodyPr/>
          <a:lstStyle>
            <a:lvl1pPr marL="0" indent="0">
              <a:buNone/>
              <a:defRPr lang="en-US" altLang="zh-CN" sz="2000" b="1" kern="1200" dirty="0" smtClean="0">
                <a:solidFill>
                  <a:schemeClr val="tx1">
                    <a:lumMod val="50000"/>
                    <a:lumOff val="50000"/>
                  </a:schemeClr>
                </a:solidFill>
                <a:latin typeface="+mj-lt"/>
                <a:ea typeface="+mn-ea"/>
                <a:cs typeface="+mn-cs"/>
              </a:defRPr>
            </a:lvl1pPr>
            <a:lvl2pPr>
              <a:buNone/>
              <a:defRPr lang="en-US" altLang="zh-CN" sz="2000" b="1" kern="1200" dirty="0" smtClean="0">
                <a:solidFill>
                  <a:schemeClr val="tx1">
                    <a:lumMod val="50000"/>
                    <a:lumOff val="50000"/>
                  </a:schemeClr>
                </a:solidFill>
                <a:latin typeface="+mj-lt"/>
                <a:ea typeface="+mn-ea"/>
                <a:cs typeface="+mn-cs"/>
              </a:defRPr>
            </a:lvl2pPr>
            <a:lvl3pPr>
              <a:buNone/>
              <a:defRPr lang="en-US" altLang="zh-CN" sz="2000" b="1" kern="1200" dirty="0" smtClean="0">
                <a:solidFill>
                  <a:schemeClr val="tx1">
                    <a:lumMod val="50000"/>
                    <a:lumOff val="50000"/>
                  </a:schemeClr>
                </a:solidFill>
                <a:latin typeface="+mj-lt"/>
                <a:ea typeface="+mn-ea"/>
                <a:cs typeface="+mn-cs"/>
              </a:defRPr>
            </a:lvl3pPr>
            <a:lvl4pPr>
              <a:buNone/>
              <a:defRPr lang="en-US" altLang="zh-CN" sz="2000" b="1" kern="1200" dirty="0" smtClean="0">
                <a:solidFill>
                  <a:schemeClr val="tx1">
                    <a:lumMod val="50000"/>
                    <a:lumOff val="50000"/>
                  </a:schemeClr>
                </a:solidFill>
                <a:latin typeface="+mj-lt"/>
                <a:ea typeface="+mn-ea"/>
                <a:cs typeface="+mn-cs"/>
              </a:defRPr>
            </a:lvl4pPr>
            <a:lvl5pPr>
              <a:buNone/>
              <a:defRPr lang="en-US" altLang="zh-CN" sz="2000" b="1" kern="1200" dirty="0">
                <a:solidFill>
                  <a:schemeClr val="tx1">
                    <a:lumMod val="50000"/>
                    <a:lumOff val="50000"/>
                  </a:schemeClr>
                </a:solidFill>
                <a:latin typeface="+mj-lt"/>
                <a:ea typeface="+mn-ea"/>
                <a:cs typeface="+mn-cs"/>
              </a:defRPr>
            </a:lvl5pPr>
          </a:lstStyle>
          <a:p>
            <a:pPr lvl="0"/>
            <a:r>
              <a:rPr lang="zh-CN" altLang="en-US"/>
              <a:t>单击此处编辑母版文本样式</a:t>
            </a:r>
          </a:p>
        </p:txBody>
      </p:sp>
      <p:sp>
        <p:nvSpPr>
          <p:cNvPr id="3" name="Title 1">
            <a:extLst>
              <a:ext uri="{FF2B5EF4-FFF2-40B4-BE49-F238E27FC236}">
                <a16:creationId xmlns:a16="http://schemas.microsoft.com/office/drawing/2014/main" id="{79261E46-9BDC-83CA-F038-A196CC781CAB}"/>
              </a:ext>
            </a:extLst>
          </p:cNvPr>
          <p:cNvSpPr>
            <a:spLocks noGrp="1"/>
          </p:cNvSpPr>
          <p:nvPr>
            <p:ph type="title"/>
          </p:nvPr>
        </p:nvSpPr>
        <p:spPr bwMode="auto">
          <a:xfrm>
            <a:off x="575602" y="3795264"/>
            <a:ext cx="782637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lvl1pPr marL="57150" indent="0">
              <a:defRPr sz="4000"/>
            </a:lvl1pPr>
          </a:lstStyle>
          <a:p>
            <a:pPr lvl="0"/>
            <a:r>
              <a:rPr lang="zh-CN" altLang="en-US"/>
              <a:t>单击此处编辑母版标题样式</a:t>
            </a:r>
            <a:endParaRPr lang="en-US" altLang="zh-CN" dirty="0"/>
          </a:p>
        </p:txBody>
      </p:sp>
      <p:sp>
        <p:nvSpPr>
          <p:cNvPr id="5" name="Subtitle 1">
            <a:extLst>
              <a:ext uri="{FF2B5EF4-FFF2-40B4-BE49-F238E27FC236}">
                <a16:creationId xmlns:a16="http://schemas.microsoft.com/office/drawing/2014/main" id="{726AD5A9-4401-316E-CB0A-21E7E2AD6004}"/>
              </a:ext>
            </a:extLst>
          </p:cNvPr>
          <p:cNvSpPr>
            <a:spLocks noGrp="1"/>
          </p:cNvSpPr>
          <p:nvPr>
            <p:ph type="body" sz="quarter" idx="11"/>
          </p:nvPr>
        </p:nvSpPr>
        <p:spPr>
          <a:xfrm>
            <a:off x="576262" y="4418625"/>
            <a:ext cx="7825713" cy="276999"/>
          </a:xfrm>
        </p:spPr>
        <p:txBody>
          <a:bodyPr rIns="0"/>
          <a:lstStyle>
            <a:lvl1pPr marL="0" indent="0">
              <a:buNone/>
              <a:defRPr lang="en-US" altLang="zh-CN" sz="2000" b="1" kern="1200" dirty="0" smtClean="0">
                <a:solidFill>
                  <a:schemeClr val="tx1">
                    <a:lumMod val="50000"/>
                    <a:lumOff val="50000"/>
                  </a:schemeClr>
                </a:solidFill>
                <a:latin typeface="+mj-lt"/>
                <a:ea typeface="+mn-ea"/>
                <a:cs typeface="+mn-cs"/>
              </a:defRPr>
            </a:lvl1pPr>
            <a:lvl2pPr>
              <a:buNone/>
              <a:defRPr lang="en-US" altLang="zh-CN" sz="2000" b="1" kern="1200" dirty="0" smtClean="0">
                <a:solidFill>
                  <a:schemeClr val="tx1">
                    <a:lumMod val="50000"/>
                    <a:lumOff val="50000"/>
                  </a:schemeClr>
                </a:solidFill>
                <a:latin typeface="+mj-lt"/>
                <a:ea typeface="+mn-ea"/>
                <a:cs typeface="+mn-cs"/>
              </a:defRPr>
            </a:lvl2pPr>
            <a:lvl3pPr>
              <a:buNone/>
              <a:defRPr lang="en-US" altLang="zh-CN" sz="2000" b="1" kern="1200" dirty="0" smtClean="0">
                <a:solidFill>
                  <a:schemeClr val="tx1">
                    <a:lumMod val="50000"/>
                    <a:lumOff val="50000"/>
                  </a:schemeClr>
                </a:solidFill>
                <a:latin typeface="+mj-lt"/>
                <a:ea typeface="+mn-ea"/>
                <a:cs typeface="+mn-cs"/>
              </a:defRPr>
            </a:lvl3pPr>
            <a:lvl4pPr>
              <a:buNone/>
              <a:defRPr lang="en-US" altLang="zh-CN" sz="2000" b="1" kern="1200" dirty="0" smtClean="0">
                <a:solidFill>
                  <a:schemeClr val="tx1">
                    <a:lumMod val="50000"/>
                    <a:lumOff val="50000"/>
                  </a:schemeClr>
                </a:solidFill>
                <a:latin typeface="+mj-lt"/>
                <a:ea typeface="+mn-ea"/>
                <a:cs typeface="+mn-cs"/>
              </a:defRPr>
            </a:lvl4pPr>
            <a:lvl5pPr>
              <a:buNone/>
              <a:defRPr lang="en-US" altLang="zh-CN" sz="2000" b="1" kern="1200" dirty="0">
                <a:solidFill>
                  <a:schemeClr val="tx1">
                    <a:lumMod val="50000"/>
                    <a:lumOff val="50000"/>
                  </a:schemeClr>
                </a:solidFill>
                <a:latin typeface="+mj-lt"/>
                <a:ea typeface="+mn-ea"/>
                <a:cs typeface="+mn-cs"/>
              </a:defRPr>
            </a:lvl5pPr>
          </a:lstStyle>
          <a:p>
            <a:pPr lvl="0"/>
            <a:r>
              <a:rPr lang="zh-CN" altLang="en-US"/>
              <a:t>单击此处编辑母版文本样式</a:t>
            </a:r>
          </a:p>
        </p:txBody>
      </p:sp>
      <p:pic>
        <p:nvPicPr>
          <p:cNvPr id="9" name="Logo 2" descr="Logo&#10;&#10;Description automatically generated">
            <a:extLst>
              <a:ext uri="{FF2B5EF4-FFF2-40B4-BE49-F238E27FC236}">
                <a16:creationId xmlns:a16="http://schemas.microsoft.com/office/drawing/2014/main" id="{89CB64E2-3A3E-F6A5-3D28-643B56AA6FC4}"/>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59732" y="826532"/>
            <a:ext cx="3351948" cy="822933"/>
          </a:xfrm>
          <a:prstGeom prst="rect">
            <a:avLst/>
          </a:prstGeom>
        </p:spPr>
      </p:pic>
    </p:spTree>
    <p:extLst>
      <p:ext uri="{BB962C8B-B14F-4D97-AF65-F5344CB8AC3E}">
        <p14:creationId xmlns:p14="http://schemas.microsoft.com/office/powerpoint/2010/main" val="101477269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6" name="Background 1" descr="Background pattern">
            <a:extLst>
              <a:ext uri="{FF2B5EF4-FFF2-40B4-BE49-F238E27FC236}">
                <a16:creationId xmlns:a16="http://schemas.microsoft.com/office/drawing/2014/main" id="{9A51FADC-D622-9BBF-AFB9-93FB30D670CD}"/>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pic>
        <p:nvPicPr>
          <p:cNvPr id="8" name="Background 1" descr="Background pattern&#10;&#10;Description automatically generated">
            <a:extLst>
              <a:ext uri="{FF2B5EF4-FFF2-40B4-BE49-F238E27FC236}">
                <a16:creationId xmlns:a16="http://schemas.microsoft.com/office/drawing/2014/main" id="{2834AC22-627B-7915-B0BE-5FDF84422094}"/>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pic>
        <p:nvPicPr>
          <p:cNvPr id="4" name="Logo 2" descr="Logo&#10;&#10;Description automatically generated">
            <a:extLst>
              <a:ext uri="{FF2B5EF4-FFF2-40B4-BE49-F238E27FC236}">
                <a16:creationId xmlns:a16="http://schemas.microsoft.com/office/drawing/2014/main" id="{0BBFBE46-AACB-F2A4-6AC2-6F27352241DD}"/>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59732" y="826532"/>
            <a:ext cx="3351948" cy="822933"/>
          </a:xfrm>
          <a:prstGeom prst="rect">
            <a:avLst/>
          </a:prstGeom>
        </p:spPr>
      </p:pic>
      <p:sp>
        <p:nvSpPr>
          <p:cNvPr id="2" name="Author">
            <a:extLst>
              <a:ext uri="{FF2B5EF4-FFF2-40B4-BE49-F238E27FC236}">
                <a16:creationId xmlns:a16="http://schemas.microsoft.com/office/drawing/2014/main" id="{CE9BBD52-7A6A-4531-DE0A-044C41F1DB34}"/>
              </a:ext>
            </a:extLst>
          </p:cNvPr>
          <p:cNvSpPr txBox="1"/>
          <p:nvPr/>
        </p:nvSpPr>
        <p:spPr>
          <a:xfrm>
            <a:off x="8401975" y="5962105"/>
            <a:ext cx="3862028" cy="646331"/>
          </a:xfrm>
          <a:prstGeom prst="rect">
            <a:avLst/>
          </a:prstGeom>
          <a:noFill/>
        </p:spPr>
        <p:txBody>
          <a:bodyPr wrap="square">
            <a:spAutoFit/>
          </a:bodyPr>
          <a:lstStyle/>
          <a:p>
            <a:pPr algn="l"/>
            <a:r>
              <a:rPr lang="zh-CN" altLang="en-US" sz="1200" b="1" i="0" u="none" strike="noStrike" baseline="0" dirty="0">
                <a:solidFill>
                  <a:schemeClr val="tx2"/>
                </a:solidFill>
                <a:latin typeface="+mj-ea"/>
                <a:ea typeface="+mj-ea"/>
              </a:rPr>
              <a:t>陈姝瑾</a:t>
            </a:r>
            <a:r>
              <a:rPr lang="en-US" altLang="zh-CN" sz="1200" b="1" i="0" u="none" strike="noStrike" baseline="0" dirty="0">
                <a:solidFill>
                  <a:schemeClr val="tx2"/>
                </a:solidFill>
                <a:latin typeface="+mj-ea"/>
                <a:ea typeface="+mj-ea"/>
              </a:rPr>
              <a:t>, CFA | </a:t>
            </a:r>
            <a:r>
              <a:rPr lang="zh-CN" altLang="en-US" sz="1200" b="1" i="0" u="none" strike="noStrike" baseline="0" dirty="0">
                <a:solidFill>
                  <a:schemeClr val="tx2"/>
                </a:solidFill>
                <a:latin typeface="+mj-ea"/>
                <a:ea typeface="+mj-ea"/>
              </a:rPr>
              <a:t>首席经济学家</a:t>
            </a:r>
            <a:endParaRPr lang="en-US" altLang="zh-CN" sz="1200" b="1" i="0" u="none" strike="noStrike" baseline="0" dirty="0">
              <a:solidFill>
                <a:schemeClr val="tx2"/>
              </a:solidFill>
              <a:latin typeface="+mj-ea"/>
              <a:ea typeface="+mj-ea"/>
            </a:endParaRPr>
          </a:p>
          <a:p>
            <a:pPr algn="l"/>
            <a:r>
              <a:rPr lang="en-US" altLang="zh-CN" sz="1200" b="0" i="0" u="none" strike="noStrike" baseline="0" dirty="0">
                <a:solidFill>
                  <a:schemeClr val="tx2"/>
                </a:solidFill>
                <a:latin typeface="+mj-ea"/>
                <a:ea typeface="+mj-ea"/>
              </a:rPr>
              <a:t>+852 3406 5580 | </a:t>
            </a:r>
            <a:r>
              <a:rPr lang="en-US" altLang="zh-CN" sz="1200" b="0" i="0" u="none" strike="noStrike" baseline="0" dirty="0">
                <a:solidFill>
                  <a:schemeClr val="tx2"/>
                </a:solidFill>
                <a:latin typeface="+mj-ea"/>
                <a:ea typeface="+mj-ea"/>
                <a:hlinkClick r:id="rId4">
                  <a:extLst>
                    <a:ext uri="{A12FA001-AC4F-418D-AE19-62706E023703}">
                      <ahyp:hlinkClr xmlns:ahyp="http://schemas.microsoft.com/office/drawing/2018/hyperlinkcolor" val="tx"/>
                    </a:ext>
                  </a:extLst>
                </a:hlinkClick>
              </a:rPr>
              <a:t>shujin.chen@csopasset.com</a:t>
            </a:r>
            <a:endParaRPr lang="en-US" altLang="zh-CN" sz="1200" b="0" i="0" u="none" strike="noStrike" baseline="0" dirty="0">
              <a:solidFill>
                <a:schemeClr val="tx2"/>
              </a:solidFill>
              <a:latin typeface="+mj-ea"/>
              <a:ea typeface="+mj-ea"/>
            </a:endParaRPr>
          </a:p>
          <a:p>
            <a:pPr algn="l"/>
            <a:endParaRPr lang="en-US" altLang="zh-CN" sz="1200" b="1" dirty="0">
              <a:solidFill>
                <a:schemeClr val="tx2"/>
              </a:solidFill>
              <a:latin typeface="+mj-ea"/>
              <a:ea typeface="+mj-ea"/>
            </a:endParaRPr>
          </a:p>
        </p:txBody>
      </p:sp>
      <p:sp>
        <p:nvSpPr>
          <p:cNvPr id="7" name="Subtitle 1">
            <a:extLst>
              <a:ext uri="{FF2B5EF4-FFF2-40B4-BE49-F238E27FC236}">
                <a16:creationId xmlns:a16="http://schemas.microsoft.com/office/drawing/2014/main" id="{1644BCC2-0331-60EC-8A73-BF349E05BC4B}"/>
              </a:ext>
            </a:extLst>
          </p:cNvPr>
          <p:cNvSpPr>
            <a:spLocks noGrp="1"/>
          </p:cNvSpPr>
          <p:nvPr>
            <p:ph type="body" sz="quarter" idx="10"/>
          </p:nvPr>
        </p:nvSpPr>
        <p:spPr>
          <a:xfrm>
            <a:off x="576262" y="6031468"/>
            <a:ext cx="7825713" cy="276999"/>
          </a:xfrm>
        </p:spPr>
        <p:txBody>
          <a:bodyPr/>
          <a:lstStyle>
            <a:lvl1pPr marL="0" indent="0">
              <a:buNone/>
              <a:defRPr lang="en-US" altLang="zh-CN" sz="2000" b="1" kern="1200" dirty="0" smtClean="0">
                <a:solidFill>
                  <a:schemeClr val="tx1">
                    <a:lumMod val="50000"/>
                    <a:lumOff val="50000"/>
                  </a:schemeClr>
                </a:solidFill>
                <a:latin typeface="+mj-lt"/>
                <a:ea typeface="+mn-ea"/>
                <a:cs typeface="+mn-cs"/>
              </a:defRPr>
            </a:lvl1pPr>
            <a:lvl2pPr>
              <a:buNone/>
              <a:defRPr lang="en-US" altLang="zh-CN" sz="2000" b="1" kern="1200" dirty="0" smtClean="0">
                <a:solidFill>
                  <a:schemeClr val="tx1">
                    <a:lumMod val="50000"/>
                    <a:lumOff val="50000"/>
                  </a:schemeClr>
                </a:solidFill>
                <a:latin typeface="+mj-lt"/>
                <a:ea typeface="+mn-ea"/>
                <a:cs typeface="+mn-cs"/>
              </a:defRPr>
            </a:lvl2pPr>
            <a:lvl3pPr>
              <a:buNone/>
              <a:defRPr lang="en-US" altLang="zh-CN" sz="2000" b="1" kern="1200" dirty="0" smtClean="0">
                <a:solidFill>
                  <a:schemeClr val="tx1">
                    <a:lumMod val="50000"/>
                    <a:lumOff val="50000"/>
                  </a:schemeClr>
                </a:solidFill>
                <a:latin typeface="+mj-lt"/>
                <a:ea typeface="+mn-ea"/>
                <a:cs typeface="+mn-cs"/>
              </a:defRPr>
            </a:lvl3pPr>
            <a:lvl4pPr>
              <a:buNone/>
              <a:defRPr lang="en-US" altLang="zh-CN" sz="2000" b="1" kern="1200" dirty="0" smtClean="0">
                <a:solidFill>
                  <a:schemeClr val="tx1">
                    <a:lumMod val="50000"/>
                    <a:lumOff val="50000"/>
                  </a:schemeClr>
                </a:solidFill>
                <a:latin typeface="+mj-lt"/>
                <a:ea typeface="+mn-ea"/>
                <a:cs typeface="+mn-cs"/>
              </a:defRPr>
            </a:lvl4pPr>
            <a:lvl5pPr>
              <a:buNone/>
              <a:defRPr lang="en-US" altLang="zh-CN" sz="2000" b="1" kern="1200" dirty="0">
                <a:solidFill>
                  <a:schemeClr val="tx1">
                    <a:lumMod val="50000"/>
                    <a:lumOff val="50000"/>
                  </a:schemeClr>
                </a:solidFill>
                <a:latin typeface="+mj-lt"/>
                <a:ea typeface="+mn-ea"/>
                <a:cs typeface="+mn-cs"/>
              </a:defRPr>
            </a:lvl5pPr>
          </a:lstStyle>
          <a:p>
            <a:pPr lvl="0"/>
            <a:r>
              <a:rPr lang="zh-CN" altLang="en-US"/>
              <a:t>单击此处编辑母版文本样式</a:t>
            </a:r>
          </a:p>
        </p:txBody>
      </p:sp>
      <p:sp>
        <p:nvSpPr>
          <p:cNvPr id="3" name="Title 1">
            <a:extLst>
              <a:ext uri="{FF2B5EF4-FFF2-40B4-BE49-F238E27FC236}">
                <a16:creationId xmlns:a16="http://schemas.microsoft.com/office/drawing/2014/main" id="{79261E46-9BDC-83CA-F038-A196CC781CAB}"/>
              </a:ext>
            </a:extLst>
          </p:cNvPr>
          <p:cNvSpPr>
            <a:spLocks noGrp="1"/>
          </p:cNvSpPr>
          <p:nvPr>
            <p:ph type="title"/>
          </p:nvPr>
        </p:nvSpPr>
        <p:spPr bwMode="auto">
          <a:xfrm>
            <a:off x="575602" y="3795264"/>
            <a:ext cx="782637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lvl1pPr marL="57150" indent="0">
              <a:defRPr sz="4000"/>
            </a:lvl1pPr>
          </a:lstStyle>
          <a:p>
            <a:pPr lvl="0"/>
            <a:r>
              <a:rPr lang="zh-CN" altLang="en-US"/>
              <a:t>单击此处编辑母版标题样式</a:t>
            </a:r>
            <a:endParaRPr lang="en-US" altLang="zh-CN" dirty="0"/>
          </a:p>
        </p:txBody>
      </p:sp>
      <p:sp>
        <p:nvSpPr>
          <p:cNvPr id="5" name="Subtitle 1">
            <a:extLst>
              <a:ext uri="{FF2B5EF4-FFF2-40B4-BE49-F238E27FC236}">
                <a16:creationId xmlns:a16="http://schemas.microsoft.com/office/drawing/2014/main" id="{726AD5A9-4401-316E-CB0A-21E7E2AD6004}"/>
              </a:ext>
            </a:extLst>
          </p:cNvPr>
          <p:cNvSpPr>
            <a:spLocks noGrp="1"/>
          </p:cNvSpPr>
          <p:nvPr>
            <p:ph type="body" sz="quarter" idx="11"/>
          </p:nvPr>
        </p:nvSpPr>
        <p:spPr>
          <a:xfrm>
            <a:off x="576262" y="4418625"/>
            <a:ext cx="7825713" cy="276999"/>
          </a:xfrm>
        </p:spPr>
        <p:txBody>
          <a:bodyPr rIns="0"/>
          <a:lstStyle>
            <a:lvl1pPr marL="0" indent="0">
              <a:buNone/>
              <a:defRPr lang="en-US" altLang="zh-CN" sz="2000" b="1" kern="1200" dirty="0" smtClean="0">
                <a:solidFill>
                  <a:schemeClr val="tx1">
                    <a:lumMod val="50000"/>
                    <a:lumOff val="50000"/>
                  </a:schemeClr>
                </a:solidFill>
                <a:latin typeface="+mj-lt"/>
                <a:ea typeface="+mn-ea"/>
                <a:cs typeface="+mn-cs"/>
              </a:defRPr>
            </a:lvl1pPr>
            <a:lvl2pPr>
              <a:buNone/>
              <a:defRPr lang="en-US" altLang="zh-CN" sz="2000" b="1" kern="1200" dirty="0" smtClean="0">
                <a:solidFill>
                  <a:schemeClr val="tx1">
                    <a:lumMod val="50000"/>
                    <a:lumOff val="50000"/>
                  </a:schemeClr>
                </a:solidFill>
                <a:latin typeface="+mj-lt"/>
                <a:ea typeface="+mn-ea"/>
                <a:cs typeface="+mn-cs"/>
              </a:defRPr>
            </a:lvl2pPr>
            <a:lvl3pPr>
              <a:buNone/>
              <a:defRPr lang="en-US" altLang="zh-CN" sz="2000" b="1" kern="1200" dirty="0" smtClean="0">
                <a:solidFill>
                  <a:schemeClr val="tx1">
                    <a:lumMod val="50000"/>
                    <a:lumOff val="50000"/>
                  </a:schemeClr>
                </a:solidFill>
                <a:latin typeface="+mj-lt"/>
                <a:ea typeface="+mn-ea"/>
                <a:cs typeface="+mn-cs"/>
              </a:defRPr>
            </a:lvl3pPr>
            <a:lvl4pPr>
              <a:buNone/>
              <a:defRPr lang="en-US" altLang="zh-CN" sz="2000" b="1" kern="1200" dirty="0" smtClean="0">
                <a:solidFill>
                  <a:schemeClr val="tx1">
                    <a:lumMod val="50000"/>
                    <a:lumOff val="50000"/>
                  </a:schemeClr>
                </a:solidFill>
                <a:latin typeface="+mj-lt"/>
                <a:ea typeface="+mn-ea"/>
                <a:cs typeface="+mn-cs"/>
              </a:defRPr>
            </a:lvl4pPr>
            <a:lvl5pPr>
              <a:buNone/>
              <a:defRPr lang="en-US" altLang="zh-CN" sz="2000" b="1" kern="1200" dirty="0">
                <a:solidFill>
                  <a:schemeClr val="tx1">
                    <a:lumMod val="50000"/>
                    <a:lumOff val="50000"/>
                  </a:schemeClr>
                </a:solidFill>
                <a:latin typeface="+mj-lt"/>
                <a:ea typeface="+mn-ea"/>
                <a:cs typeface="+mn-cs"/>
              </a:defRPr>
            </a:lvl5pPr>
          </a:lstStyle>
          <a:p>
            <a:pPr lvl="0"/>
            <a:r>
              <a:rPr lang="zh-CN" altLang="en-US"/>
              <a:t>单击此处编辑母版文本样式</a:t>
            </a:r>
          </a:p>
        </p:txBody>
      </p:sp>
      <p:pic>
        <p:nvPicPr>
          <p:cNvPr id="9" name="Logo 2" descr="Logo&#10;&#10;Description automatically generated">
            <a:extLst>
              <a:ext uri="{FF2B5EF4-FFF2-40B4-BE49-F238E27FC236}">
                <a16:creationId xmlns:a16="http://schemas.microsoft.com/office/drawing/2014/main" id="{89CB64E2-3A3E-F6A5-3D28-643B56AA6FC4}"/>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59732" y="826532"/>
            <a:ext cx="3351948" cy="822933"/>
          </a:xfrm>
          <a:prstGeom prst="rect">
            <a:avLst/>
          </a:prstGeom>
        </p:spPr>
      </p:pic>
    </p:spTree>
    <p:extLst>
      <p:ext uri="{BB962C8B-B14F-4D97-AF65-F5344CB8AC3E}">
        <p14:creationId xmlns:p14="http://schemas.microsoft.com/office/powerpoint/2010/main" val="358591536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8" name="Background 1" descr="Background pattern&#10;&#10;Description automatically generated">
            <a:extLst>
              <a:ext uri="{FF2B5EF4-FFF2-40B4-BE49-F238E27FC236}">
                <a16:creationId xmlns:a16="http://schemas.microsoft.com/office/drawing/2014/main" id="{2834AC22-627B-7915-B0BE-5FDF84422094}"/>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sp>
        <p:nvSpPr>
          <p:cNvPr id="5" name="椭圆 4">
            <a:extLst>
              <a:ext uri="{FF2B5EF4-FFF2-40B4-BE49-F238E27FC236}">
                <a16:creationId xmlns:a16="http://schemas.microsoft.com/office/drawing/2014/main" id="{4B4C0FBD-F8E3-3AD0-065C-22DD74AA9EBB}"/>
              </a:ext>
            </a:extLst>
          </p:cNvPr>
          <p:cNvSpPr/>
          <p:nvPr/>
        </p:nvSpPr>
        <p:spPr>
          <a:xfrm>
            <a:off x="4500484" y="1542194"/>
            <a:ext cx="3957855" cy="3957855"/>
          </a:xfrm>
          <a:prstGeom prst="ellipse">
            <a:avLst/>
          </a:prstGeom>
          <a:noFill/>
          <a:ln w="28575">
            <a:solidFill>
              <a:srgbClr val="1847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lt"/>
            </a:endParaRPr>
          </a:p>
        </p:txBody>
      </p:sp>
      <p:sp>
        <p:nvSpPr>
          <p:cNvPr id="6" name="矩形 21">
            <a:extLst>
              <a:ext uri="{FF2B5EF4-FFF2-40B4-BE49-F238E27FC236}">
                <a16:creationId xmlns:a16="http://schemas.microsoft.com/office/drawing/2014/main" id="{65534519-71A7-F66E-3E2E-A058186F8DAE}"/>
              </a:ext>
            </a:extLst>
          </p:cNvPr>
          <p:cNvSpPr/>
          <p:nvPr/>
        </p:nvSpPr>
        <p:spPr>
          <a:xfrm rot="13500000">
            <a:off x="3197913" y="2850072"/>
            <a:ext cx="1342093" cy="1342095"/>
          </a:xfrm>
          <a:prstGeom prst="rect">
            <a:avLst/>
          </a:prstGeom>
          <a:solidFill>
            <a:srgbClr val="18478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lt"/>
            </a:endParaRPr>
          </a:p>
        </p:txBody>
      </p:sp>
      <p:sp>
        <p:nvSpPr>
          <p:cNvPr id="12" name="Content Number">
            <a:extLst>
              <a:ext uri="{FF2B5EF4-FFF2-40B4-BE49-F238E27FC236}">
                <a16:creationId xmlns:a16="http://schemas.microsoft.com/office/drawing/2014/main" id="{C23AE91A-0086-0682-F6D0-90CD4168E783}"/>
              </a:ext>
            </a:extLst>
          </p:cNvPr>
          <p:cNvSpPr>
            <a:spLocks noGrp="1"/>
          </p:cNvSpPr>
          <p:nvPr>
            <p:ph type="body" sz="quarter" idx="10" hasCustomPrompt="1"/>
          </p:nvPr>
        </p:nvSpPr>
        <p:spPr>
          <a:xfrm>
            <a:off x="3403600" y="3121025"/>
            <a:ext cx="886619" cy="738664"/>
          </a:xfrm>
        </p:spPr>
        <p:txBody>
          <a:bodyPr/>
          <a:lstStyle>
            <a:lvl1pPr>
              <a:buNone/>
              <a:defRPr lang="en-US" sz="4800" kern="1200" dirty="0" smtClean="0">
                <a:solidFill>
                  <a:prstClr val="white"/>
                </a:solidFill>
                <a:latin typeface="微软雅黑" panose="020B0503020204020204" pitchFamily="34" charset="-122"/>
                <a:ea typeface="微软雅黑" panose="020B0503020204020204" pitchFamily="34" charset="-122"/>
                <a:cs typeface="+mn-cs"/>
              </a:defRPr>
            </a:lvl1pPr>
            <a:lvl2pPr>
              <a:defRPr lang="en-US" sz="4800" kern="1200" dirty="0" smtClean="0">
                <a:solidFill>
                  <a:prstClr val="white"/>
                </a:solidFill>
                <a:latin typeface="微软雅黑" panose="020B0503020204020204" pitchFamily="34" charset="-122"/>
                <a:ea typeface="微软雅黑" panose="020B0503020204020204" pitchFamily="34" charset="-122"/>
                <a:cs typeface="+mn-cs"/>
              </a:defRPr>
            </a:lvl2pPr>
            <a:lvl3pPr>
              <a:defRPr lang="en-US" sz="4800" kern="1200" dirty="0" smtClean="0">
                <a:solidFill>
                  <a:prstClr val="white"/>
                </a:solidFill>
                <a:latin typeface="微软雅黑" panose="020B0503020204020204" pitchFamily="34" charset="-122"/>
                <a:ea typeface="微软雅黑" panose="020B0503020204020204" pitchFamily="34" charset="-122"/>
                <a:cs typeface="+mn-cs"/>
              </a:defRPr>
            </a:lvl3pPr>
            <a:lvl4pPr>
              <a:defRPr lang="en-US" sz="4800" kern="1200" dirty="0" smtClean="0">
                <a:solidFill>
                  <a:prstClr val="white"/>
                </a:solidFill>
                <a:latin typeface="微软雅黑" panose="020B0503020204020204" pitchFamily="34" charset="-122"/>
                <a:ea typeface="微软雅黑" panose="020B0503020204020204" pitchFamily="34" charset="-122"/>
                <a:cs typeface="+mn-cs"/>
              </a:defRPr>
            </a:lvl4pPr>
            <a:lvl5pPr>
              <a:defRPr lang="en-US" sz="4800" kern="1200" dirty="0">
                <a:solidFill>
                  <a:prstClr val="white"/>
                </a:solidFill>
                <a:latin typeface="微软雅黑" panose="020B0503020204020204" pitchFamily="34" charset="-122"/>
                <a:ea typeface="微软雅黑" panose="020B0503020204020204" pitchFamily="34" charset="-122"/>
                <a:cs typeface="+mn-cs"/>
              </a:defRPr>
            </a:lvl5pPr>
          </a:lstStyle>
          <a:p>
            <a:pPr marL="228600" marR="0" lvl="0" indent="-228600" algn="l" defTabSz="914400" rtl="0" eaLnBrk="1" fontAlgn="auto" latinLnBrk="0" hangingPunct="1">
              <a:lnSpc>
                <a:spcPct val="100000"/>
              </a:lnSpc>
              <a:spcBef>
                <a:spcPts val="0"/>
              </a:spcBef>
              <a:spcAft>
                <a:spcPts val="0"/>
              </a:spcAft>
              <a:buClrTx/>
              <a:buSzTx/>
              <a:tabLst/>
            </a:pPr>
            <a:r>
              <a:rPr lang="en-US" dirty="0"/>
              <a:t>00</a:t>
            </a:r>
          </a:p>
        </p:txBody>
      </p:sp>
      <p:sp>
        <p:nvSpPr>
          <p:cNvPr id="2" name="Title 1">
            <a:extLst>
              <a:ext uri="{FF2B5EF4-FFF2-40B4-BE49-F238E27FC236}">
                <a16:creationId xmlns:a16="http://schemas.microsoft.com/office/drawing/2014/main" id="{CFF297B9-F1ED-9D3F-A1FA-0F7516E81C59}"/>
              </a:ext>
            </a:extLst>
          </p:cNvPr>
          <p:cNvSpPr>
            <a:spLocks noGrp="1"/>
          </p:cNvSpPr>
          <p:nvPr>
            <p:ph type="title"/>
          </p:nvPr>
        </p:nvSpPr>
        <p:spPr bwMode="auto">
          <a:xfrm>
            <a:off x="4773864" y="2611334"/>
            <a:ext cx="3574474"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lvl1pPr algn="ctr">
              <a:defRPr sz="38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a:t>单击此处编辑母版标题样式</a:t>
            </a:r>
            <a:endParaRPr lang="en-US" altLang="zh-CN" dirty="0"/>
          </a:p>
        </p:txBody>
      </p:sp>
      <p:pic>
        <p:nvPicPr>
          <p:cNvPr id="3" name="Background 1" descr="Background pattern&#10;&#10;Description automatically generated">
            <a:extLst>
              <a:ext uri="{FF2B5EF4-FFF2-40B4-BE49-F238E27FC236}">
                <a16:creationId xmlns:a16="http://schemas.microsoft.com/office/drawing/2014/main" id="{9DB71CEB-757B-73BB-89C8-3F48C43720F7}"/>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sp>
        <p:nvSpPr>
          <p:cNvPr id="4" name="椭圆 4">
            <a:extLst>
              <a:ext uri="{FF2B5EF4-FFF2-40B4-BE49-F238E27FC236}">
                <a16:creationId xmlns:a16="http://schemas.microsoft.com/office/drawing/2014/main" id="{75B2286C-A63D-6887-0278-220C7BD272A8}"/>
              </a:ext>
            </a:extLst>
          </p:cNvPr>
          <p:cNvSpPr/>
          <p:nvPr/>
        </p:nvSpPr>
        <p:spPr>
          <a:xfrm>
            <a:off x="4500484" y="1542194"/>
            <a:ext cx="3957855" cy="3957855"/>
          </a:xfrm>
          <a:prstGeom prst="ellipse">
            <a:avLst/>
          </a:prstGeom>
          <a:noFill/>
          <a:ln w="28575">
            <a:solidFill>
              <a:srgbClr val="1847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lt"/>
            </a:endParaRPr>
          </a:p>
        </p:txBody>
      </p:sp>
      <p:sp>
        <p:nvSpPr>
          <p:cNvPr id="7" name="矩形 21">
            <a:extLst>
              <a:ext uri="{FF2B5EF4-FFF2-40B4-BE49-F238E27FC236}">
                <a16:creationId xmlns:a16="http://schemas.microsoft.com/office/drawing/2014/main" id="{605ECE08-45EE-EA5D-7C23-48225775B129}"/>
              </a:ext>
            </a:extLst>
          </p:cNvPr>
          <p:cNvSpPr/>
          <p:nvPr/>
        </p:nvSpPr>
        <p:spPr>
          <a:xfrm rot="13500000">
            <a:off x="3197913" y="2850072"/>
            <a:ext cx="1342093" cy="1342095"/>
          </a:xfrm>
          <a:prstGeom prst="rect">
            <a:avLst/>
          </a:prstGeom>
          <a:solidFill>
            <a:srgbClr val="18478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lt"/>
            </a:endParaRPr>
          </a:p>
        </p:txBody>
      </p:sp>
    </p:spTree>
    <p:extLst>
      <p:ext uri="{BB962C8B-B14F-4D97-AF65-F5344CB8AC3E}">
        <p14:creationId xmlns:p14="http://schemas.microsoft.com/office/powerpoint/2010/main" val="930522697"/>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One Content 1">
    <p:spTree>
      <p:nvGrpSpPr>
        <p:cNvPr id="1" name=""/>
        <p:cNvGrpSpPr/>
        <p:nvPr/>
      </p:nvGrpSpPr>
      <p:grpSpPr>
        <a:xfrm>
          <a:off x="0" y="0"/>
          <a:ext cx="0" cy="0"/>
          <a:chOff x="0" y="0"/>
          <a:chExt cx="0" cy="0"/>
        </a:xfrm>
      </p:grpSpPr>
      <p:sp>
        <p:nvSpPr>
          <p:cNvPr id="6" name="Comment top 1">
            <a:extLst>
              <a:ext uri="{FF2B5EF4-FFF2-40B4-BE49-F238E27FC236}">
                <a16:creationId xmlns:a16="http://schemas.microsoft.com/office/drawing/2014/main" id="{C5FDF62F-462E-9E1E-2FF0-C559F44D5865}"/>
              </a:ext>
            </a:extLst>
          </p:cNvPr>
          <p:cNvSpPr>
            <a:spLocks noGrp="1"/>
          </p:cNvSpPr>
          <p:nvPr>
            <p:ph sz="quarter" idx="23"/>
          </p:nvPr>
        </p:nvSpPr>
        <p:spPr>
          <a:xfrm>
            <a:off x="640080" y="1097280"/>
            <a:ext cx="10872788" cy="694944"/>
          </a:xfrm>
          <a:noFill/>
        </p:spPr>
        <p:txBody>
          <a:bodyPr vert="horz" wrap="square" lIns="73152" tIns="0" rIns="91439" bIns="0" rtlCol="0" anchor="t" anchorCtr="0">
            <a:noAutofit/>
          </a:bodyPr>
          <a:lstStyle>
            <a:lvl1pPr>
              <a:lnSpc>
                <a:spcPct val="100000"/>
              </a:lnSpc>
              <a:spcBef>
                <a:spcPts val="400"/>
              </a:spcBef>
              <a:spcAft>
                <a:spcPts val="0"/>
              </a:spcAft>
              <a:defRPr lang="en-US" sz="1400" smtClean="0">
                <a:solidFill>
                  <a:schemeClr val="tx2"/>
                </a:solidFill>
                <a:latin typeface="+mn-ea"/>
                <a:ea typeface="+mn-ea"/>
                <a:cs typeface="+mn-ea"/>
              </a:defRPr>
            </a:lvl1pPr>
            <a:lvl2pPr>
              <a:lnSpc>
                <a:spcPct val="100000"/>
              </a:lnSpc>
              <a:spcBef>
                <a:spcPts val="400"/>
              </a:spcBef>
              <a:spcAft>
                <a:spcPts val="0"/>
              </a:spcAft>
              <a:defRPr lang="en-US" sz="1300" smtClean="0">
                <a:solidFill>
                  <a:schemeClr val="tx2"/>
                </a:solidFill>
                <a:latin typeface="+mn-ea"/>
                <a:ea typeface="+mn-ea"/>
              </a:defRPr>
            </a:lvl2pPr>
            <a:lvl3pPr>
              <a:lnSpc>
                <a:spcPct val="100000"/>
              </a:lnSpc>
              <a:spcBef>
                <a:spcPts val="400"/>
              </a:spcBef>
              <a:spcAft>
                <a:spcPts val="0"/>
              </a:spcAft>
              <a:defRPr lang="en-US" sz="1200" smtClean="0">
                <a:solidFill>
                  <a:schemeClr val="tx2"/>
                </a:solidFill>
                <a:latin typeface="+mn-ea"/>
                <a:ea typeface="+mn-ea"/>
              </a:defRPr>
            </a:lvl3pPr>
            <a:lvl4pPr>
              <a:defRPr lang="en-US" smtClean="0">
                <a:solidFill>
                  <a:srgbClr val="000000"/>
                </a:solidFill>
              </a:defRPr>
            </a:lvl4pPr>
            <a:lvl5pPr>
              <a:defRPr lang="en-US">
                <a:solidFill>
                  <a:srgbClr val="000000"/>
                </a:solidFill>
              </a:defRPr>
            </a:lvl5pPr>
          </a:lstStyle>
          <a:p>
            <a:pPr marL="227013" lvl="0" indent="-169863">
              <a:spcBef>
                <a:spcPts val="0"/>
              </a:spcBef>
              <a:spcAft>
                <a:spcPts val="300"/>
              </a:spcAft>
              <a:buFont typeface="Wingdings" panose="05000000000000000000" pitchFamily="2" charset="2"/>
              <a:buChar char="§"/>
            </a:pPr>
            <a:r>
              <a:rPr lang="zh-CN" altLang="en-US"/>
              <a:t>单击此处编辑母版文本样式</a:t>
            </a:r>
          </a:p>
          <a:p>
            <a:pPr marL="227013" lvl="1" indent="-169863">
              <a:spcBef>
                <a:spcPts val="0"/>
              </a:spcBef>
              <a:spcAft>
                <a:spcPts val="300"/>
              </a:spcAft>
              <a:buFont typeface="Wingdings" panose="05000000000000000000" pitchFamily="2" charset="2"/>
              <a:buChar char="§"/>
            </a:pPr>
            <a:r>
              <a:rPr lang="zh-CN" altLang="en-US"/>
              <a:t>二级</a:t>
            </a:r>
          </a:p>
          <a:p>
            <a:pPr marL="227013" lvl="2" indent="-169863">
              <a:spcBef>
                <a:spcPts val="0"/>
              </a:spcBef>
              <a:spcAft>
                <a:spcPts val="300"/>
              </a:spcAft>
              <a:buFont typeface="Wingdings" panose="05000000000000000000" pitchFamily="2" charset="2"/>
              <a:buChar char="§"/>
            </a:pPr>
            <a:r>
              <a:rPr lang="zh-CN" altLang="en-US"/>
              <a:t>三级</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4999" y="6184605"/>
            <a:ext cx="10872216"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0" y="2212848"/>
            <a:ext cx="10872216" cy="3922776"/>
          </a:xfrm>
          <a:prstGeom prst="rect">
            <a:avLst/>
          </a:prstGeom>
          <a:noFill/>
        </p:spPr>
        <p:txBody>
          <a:bodyPr vert="horz" wrap="square" lIns="73152" tIns="0" rIns="91439" bIns="0" rtlCol="0" anchor="t" anchorCtr="0">
            <a:noAutofit/>
          </a:bodyPr>
          <a:lstStyle>
            <a:lvl1pPr marL="227013" indent="-169863">
              <a:lnSpc>
                <a:spcPct val="100000"/>
              </a:lnSpc>
              <a:spcBef>
                <a:spcPts val="0"/>
              </a:spcBef>
              <a:spcAft>
                <a:spcPts val="300"/>
              </a:spcAft>
              <a:buFont typeface="Wingdings" panose="05000000000000000000" pitchFamily="2" charset="2"/>
              <a:buChar char="§"/>
              <a:defRPr lang="en-US" sz="1400" dirty="0">
                <a:solidFill>
                  <a:schemeClr val="bg2">
                    <a:lumMod val="50000"/>
                  </a:schemeClr>
                </a:solidFill>
                <a:latin typeface="+mn-ea"/>
                <a:ea typeface="+mn-ea"/>
              </a:defRPr>
            </a:lvl1pPr>
            <a:lvl2pPr marL="574675" indent="-179388">
              <a:lnSpc>
                <a:spcPct val="100000"/>
              </a:lnSpc>
              <a:spcBef>
                <a:spcPts val="0"/>
              </a:spcBef>
              <a:spcAft>
                <a:spcPts val="300"/>
              </a:spcAft>
              <a:buFont typeface="Courier New" panose="02070309020205020404" pitchFamily="49" charset="0"/>
              <a:buChar char="o"/>
              <a:defRPr lang="en-US" sz="1300" dirty="0">
                <a:solidFill>
                  <a:schemeClr val="bg2">
                    <a:lumMod val="50000"/>
                  </a:schemeClr>
                </a:solidFill>
                <a:latin typeface="+mn-ea"/>
                <a:ea typeface="+mn-ea"/>
              </a:defRPr>
            </a:lvl2pPr>
            <a:lvl3pPr marL="857250" indent="-169863">
              <a:lnSpc>
                <a:spcPct val="100000"/>
              </a:lnSpc>
              <a:spcBef>
                <a:spcPts val="0"/>
              </a:spcBef>
              <a:spcAft>
                <a:spcPts val="300"/>
              </a:spcAft>
              <a:buFont typeface="Calibri Light" panose="020F0302020204030204" pitchFamily="34" charset="0"/>
              <a:buChar char="-"/>
              <a:defRPr lang="en-US" sz="1200" dirty="0">
                <a:solidFill>
                  <a:schemeClr val="bg2">
                    <a:lumMod val="50000"/>
                  </a:schemeClr>
                </a:solidFill>
                <a:latin typeface="+mn-ea"/>
                <a:ea typeface="+mn-ea"/>
              </a:defRPr>
            </a:lvl3pPr>
            <a:lvl4pPr marL="1084263" indent="-169863">
              <a:lnSpc>
                <a:spcPct val="100000"/>
              </a:lnSpc>
              <a:spcBef>
                <a:spcPts val="0"/>
              </a:spcBef>
              <a:spcAft>
                <a:spcPts val="300"/>
              </a:spcAft>
              <a:buFont typeface="Wingdings" panose="05000000000000000000" pitchFamily="2" charset="2"/>
              <a:buChar char="§"/>
              <a:defRPr lang="en-US" sz="1100" dirty="0">
                <a:solidFill>
                  <a:schemeClr val="bg2">
                    <a:lumMod val="50000"/>
                  </a:schemeClr>
                </a:solidFill>
                <a:latin typeface="+mn-ea"/>
                <a:ea typeface="+mn-ea"/>
              </a:defRPr>
            </a:lvl4pPr>
            <a:lvl5pPr marL="1309688" indent="-168275">
              <a:lnSpc>
                <a:spcPct val="100000"/>
              </a:lnSpc>
              <a:spcBef>
                <a:spcPts val="0"/>
              </a:spcBef>
              <a:spcAft>
                <a:spcPts val="300"/>
              </a:spcAft>
              <a:defRPr lang="en-US" sz="1100" dirty="0">
                <a:solidFill>
                  <a:schemeClr val="bg2">
                    <a:lumMod val="50000"/>
                  </a:schemeClr>
                </a:solidFill>
                <a:latin typeface="+mn-ea"/>
                <a:ea typeface="+mn-ea"/>
              </a:defRPr>
            </a:lvl5pPr>
          </a:lstStyle>
          <a:p>
            <a:pPr marL="227013" lvl="0" indent="-169863">
              <a:buFont typeface="Wingdings" panose="05000000000000000000" pitchFamily="2" charset="2"/>
              <a:buChar char="§"/>
            </a:pPr>
            <a:r>
              <a:rPr lang="zh-CN" altLang="en-US"/>
              <a:t>单击此处编辑母版文本样式</a:t>
            </a:r>
          </a:p>
          <a:p>
            <a:pPr marL="227013" lvl="1" indent="-169863">
              <a:buFont typeface="Wingdings" panose="05000000000000000000" pitchFamily="2" charset="2"/>
              <a:buChar char="§"/>
            </a:pPr>
            <a:r>
              <a:rPr lang="zh-CN" altLang="en-US"/>
              <a:t>二级</a:t>
            </a:r>
          </a:p>
          <a:p>
            <a:pPr marL="227013" lvl="2" indent="-169863">
              <a:buFont typeface="Wingdings" panose="05000000000000000000" pitchFamily="2" charset="2"/>
              <a:buChar char="§"/>
            </a:pPr>
            <a:r>
              <a:rPr lang="zh-CN" altLang="en-US"/>
              <a:t>三级</a:t>
            </a:r>
          </a:p>
          <a:p>
            <a:pPr marL="227013" lvl="3" indent="-169863">
              <a:buFont typeface="Wingdings" panose="05000000000000000000" pitchFamily="2" charset="2"/>
              <a:buChar char="§"/>
            </a:pPr>
            <a:r>
              <a:rPr lang="zh-CN" altLang="en-US"/>
              <a:t>四级</a:t>
            </a:r>
          </a:p>
          <a:p>
            <a:pPr marL="227013" lvl="4" indent="-169863">
              <a:buFont typeface="Wingdings" panose="05000000000000000000" pitchFamily="2" charset="2"/>
              <a:buChar char="§"/>
            </a:pPr>
            <a:r>
              <a:rPr lang="zh-CN" altLang="en-US"/>
              <a:t>五级</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828800"/>
            <a:ext cx="108722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2256894482"/>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One Content 2">
    <p:spTree>
      <p:nvGrpSpPr>
        <p:cNvPr id="1" name=""/>
        <p:cNvGrpSpPr/>
        <p:nvPr/>
      </p:nvGrpSpPr>
      <p:grpSpPr>
        <a:xfrm>
          <a:off x="0" y="0"/>
          <a:ext cx="0" cy="0"/>
          <a:chOff x="0" y="0"/>
          <a:chExt cx="0" cy="0"/>
        </a:xfrm>
      </p:grpSpPr>
      <p:sp>
        <p:nvSpPr>
          <p:cNvPr id="6" name="Comment top 1">
            <a:extLst>
              <a:ext uri="{FF2B5EF4-FFF2-40B4-BE49-F238E27FC236}">
                <a16:creationId xmlns:a16="http://schemas.microsoft.com/office/drawing/2014/main" id="{C5FDF62F-462E-9E1E-2FF0-C559F44D5865}"/>
              </a:ext>
            </a:extLst>
          </p:cNvPr>
          <p:cNvSpPr>
            <a:spLocks noGrp="1"/>
          </p:cNvSpPr>
          <p:nvPr>
            <p:ph sz="quarter" idx="23"/>
          </p:nvPr>
        </p:nvSpPr>
        <p:spPr>
          <a:xfrm>
            <a:off x="640080" y="1097280"/>
            <a:ext cx="10872788" cy="694944"/>
          </a:xfrm>
          <a:noFill/>
        </p:spPr>
        <p:txBody>
          <a:bodyPr vert="horz" wrap="square" lIns="73152" tIns="0" rIns="91439" bIns="0" rtlCol="0" anchor="t" anchorCtr="0">
            <a:noAutofit/>
          </a:bodyPr>
          <a:lstStyle>
            <a:lvl1pPr>
              <a:spcAft>
                <a:spcPts val="400"/>
              </a:spcAft>
              <a:defRPr lang="en-US" sz="1400" dirty="0">
                <a:solidFill>
                  <a:schemeClr val="tx2"/>
                </a:solidFill>
                <a:cs typeface="+mn-ea"/>
              </a:defRPr>
            </a:lvl1pPr>
            <a:lvl2pPr>
              <a:spcAft>
                <a:spcPts val="400"/>
              </a:spcAft>
              <a:defRPr lang="en-US" sz="1300" dirty="0">
                <a:solidFill>
                  <a:schemeClr val="tx2"/>
                </a:solidFill>
                <a:latin typeface="Microsoft YaHei UI" panose="020B0503020204020204" pitchFamily="34" charset="-122"/>
                <a:ea typeface="Microsoft YaHei UI" panose="020B0503020204020204" pitchFamily="34" charset="-122"/>
              </a:defRPr>
            </a:lvl2pPr>
            <a:lvl3pPr>
              <a:spcAft>
                <a:spcPts val="400"/>
              </a:spcAft>
              <a:defRPr lang="en-US" sz="1200" dirty="0">
                <a:solidFill>
                  <a:schemeClr val="tx2"/>
                </a:solidFill>
                <a:latin typeface="Microsoft YaHei UI" panose="020B0503020204020204" pitchFamily="34" charset="-122"/>
                <a:ea typeface="Microsoft YaHei UI" panose="020B0503020204020204" pitchFamily="34" charset="-122"/>
              </a:defRPr>
            </a:lvl3pPr>
            <a:lvl4pPr>
              <a:defRPr lang="en-US" smtClean="0">
                <a:solidFill>
                  <a:srgbClr val="000000"/>
                </a:solidFill>
              </a:defRPr>
            </a:lvl4pPr>
            <a:lvl5pPr>
              <a:defRPr lang="en-US">
                <a:solidFill>
                  <a:srgbClr val="000000"/>
                </a:solidFill>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4999" y="6184605"/>
            <a:ext cx="10872216" cy="274320"/>
          </a:xfrm>
          <a:prstGeom prst="rect">
            <a:avLst/>
          </a:prstGeom>
          <a:noFill/>
        </p:spPr>
        <p:txBody>
          <a:bodyPr vert="horz" wrap="square" lIns="0" tIns="0" rIns="91439" bIns="0" rtlCol="0" anchor="t" anchorCtr="0">
            <a:noAutofit/>
          </a:bodyPr>
          <a:lstStyle>
            <a:lvl1pPr>
              <a:lnSpc>
                <a:spcPts val="800"/>
              </a:lnSpc>
              <a:buNone/>
              <a:defRPr lang="en-US" sz="900" i="1">
                <a:solidFill>
                  <a:schemeClr val="tx1">
                    <a:lumMod val="50000"/>
                  </a:schemeClr>
                </a:solidFill>
                <a:latin typeface="+mn-ea"/>
                <a:ea typeface="+mn-ea"/>
                <a:cs typeface="+mn-ea"/>
              </a:defRPr>
            </a:lvl1pPr>
          </a:lstStyle>
          <a:p>
            <a:pPr marL="0" marR="0" lvl="0" indent="0" defTabSz="914400" fontAlgn="auto" latinLnBrk="0">
              <a:lnSpc>
                <a:spcPct val="100000"/>
              </a:lnSpc>
              <a:spcBef>
                <a:spcPts val="0"/>
              </a:spcBef>
              <a:spcAft>
                <a:spcPts val="0"/>
              </a:spcAft>
              <a:buClrTx/>
              <a:buSzTx/>
              <a:buFontTx/>
              <a:buNone/>
              <a:tabLst/>
            </a:pPr>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0" y="1837944"/>
            <a:ext cx="10872216" cy="4325112"/>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defRPr>
            </a:lvl1pPr>
            <a:lvl2pPr marL="574675" indent="-179388">
              <a:buFont typeface="Courier New" panose="02070309020205020404" pitchFamily="49" charset="0"/>
              <a:buChar char="o"/>
              <a:defRPr lang="en-US" sz="1300" dirty="0">
                <a:solidFill>
                  <a:schemeClr val="bg2">
                    <a:lumMod val="50000"/>
                  </a:schemeClr>
                </a:solidFill>
                <a:latin typeface="Microsoft YaHei UI" panose="020B0503020204020204" pitchFamily="34" charset="-122"/>
                <a:ea typeface="Microsoft YaHei UI" panose="020B0503020204020204"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Microsoft YaHei UI" panose="020B0503020204020204" pitchFamily="34" charset="-122"/>
                <a:ea typeface="Microsoft YaHei UI" panose="020B0503020204020204" pitchFamily="34" charset="-122"/>
              </a:defRPr>
            </a:lvl3pPr>
            <a:lvl4pPr marL="1084263" indent="-169863">
              <a:buFont typeface="Wingdings" panose="05000000000000000000" pitchFamily="2" charset="2"/>
              <a:buChar char="§"/>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4pPr>
            <a:lvl5pPr marL="1309688" indent="-168275">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lvl1pPr>
              <a:defRPr lang="en-US" dirty="0"/>
            </a:lvl1p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4016970034"/>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One Content 3">
    <p:spTree>
      <p:nvGrpSpPr>
        <p:cNvPr id="1" name=""/>
        <p:cNvGrpSpPr/>
        <p:nvPr/>
      </p:nvGrpSpPr>
      <p:grpSpPr>
        <a:xfrm>
          <a:off x="0" y="0"/>
          <a:ext cx="0" cy="0"/>
          <a:chOff x="0" y="0"/>
          <a:chExt cx="0" cy="0"/>
        </a:xfrm>
      </p:grpSpPr>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4999" y="6184605"/>
            <a:ext cx="10872216" cy="274320"/>
          </a:xfrm>
          <a:prstGeom prst="rect">
            <a:avLst/>
          </a:prstGeom>
        </p:spPr>
        <p:txBody>
          <a:bodyPr>
            <a:noAutofit/>
          </a:bodyPr>
          <a:lstStyle>
            <a:lvl1pPr>
              <a:lnSpc>
                <a:spcPts val="800"/>
              </a:lnSpc>
              <a:buNone/>
              <a:defRPr lang="en-US" sz="900" i="1" kern="1200" dirty="0">
                <a:solidFill>
                  <a:schemeClr val="tx1">
                    <a:lumMod val="50000"/>
                  </a:schemeClr>
                </a:solidFill>
                <a:latin typeface="Calibri"/>
                <a:ea typeface="Microsoft JhengHei"/>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40080" y="1097280"/>
            <a:ext cx="10872216" cy="5065776"/>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defRPr>
            </a:lvl1pPr>
            <a:lvl2pPr marL="574675" indent="-179388">
              <a:buFont typeface="Courier New" panose="02070309020205020404" pitchFamily="49" charset="0"/>
              <a:buChar char="o"/>
              <a:defRPr lang="en-US" sz="1300" dirty="0">
                <a:solidFill>
                  <a:schemeClr val="bg2">
                    <a:lumMod val="50000"/>
                  </a:schemeClr>
                </a:solidFill>
                <a:latin typeface="Microsoft YaHei UI" panose="020B0503020204020204" pitchFamily="34" charset="-122"/>
                <a:ea typeface="Microsoft YaHei UI" panose="020B0503020204020204"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Microsoft YaHei UI" panose="020B0503020204020204" pitchFamily="34" charset="-122"/>
                <a:ea typeface="Microsoft YaHei UI" panose="020B0503020204020204" pitchFamily="34" charset="-122"/>
              </a:defRPr>
            </a:lvl3pPr>
            <a:lvl4pPr marL="1084263" indent="-169863">
              <a:buFont typeface="Wingdings" panose="05000000000000000000" pitchFamily="2" charset="2"/>
              <a:buChar char="§"/>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4pPr>
            <a:lvl5pPr marL="1309688" indent="-168275">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2530672568"/>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Two Content 2">
    <p:spTree>
      <p:nvGrpSpPr>
        <p:cNvPr id="1" name=""/>
        <p:cNvGrpSpPr/>
        <p:nvPr/>
      </p:nvGrpSpPr>
      <p:grpSpPr>
        <a:xfrm>
          <a:off x="0" y="0"/>
          <a:ext cx="0" cy="0"/>
          <a:chOff x="0" y="0"/>
          <a:chExt cx="0" cy="0"/>
        </a:xfrm>
      </p:grpSpPr>
      <p:sp>
        <p:nvSpPr>
          <p:cNvPr id="9" name="Note 2">
            <a:extLst>
              <a:ext uri="{FF2B5EF4-FFF2-40B4-BE49-F238E27FC236}">
                <a16:creationId xmlns:a16="http://schemas.microsoft.com/office/drawing/2014/main" id="{FDF05ECA-3909-1D22-9C9F-11C8133C7426}"/>
              </a:ext>
            </a:extLst>
          </p:cNvPr>
          <p:cNvSpPr>
            <a:spLocks noGrp="1"/>
          </p:cNvSpPr>
          <p:nvPr>
            <p:ph type="body" sz="quarter" idx="20"/>
          </p:nvPr>
        </p:nvSpPr>
        <p:spPr>
          <a:xfrm>
            <a:off x="6124997" y="6184604"/>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5000" y="6184605"/>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5" name="Content 2">
            <a:extLst>
              <a:ext uri="{FF2B5EF4-FFF2-40B4-BE49-F238E27FC236}">
                <a16:creationId xmlns:a16="http://schemas.microsoft.com/office/drawing/2014/main" id="{995EADF6-FBEB-F510-F2F7-77A6CB266ABD}"/>
              </a:ext>
            </a:extLst>
          </p:cNvPr>
          <p:cNvSpPr>
            <a:spLocks noGrp="1"/>
          </p:cNvSpPr>
          <p:nvPr>
            <p:ph idx="21"/>
          </p:nvPr>
        </p:nvSpPr>
        <p:spPr>
          <a:xfrm>
            <a:off x="6124997" y="1472184"/>
            <a:ext cx="5383509" cy="4663440"/>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defRPr>
            </a:lvl1pPr>
            <a:lvl2pPr marL="574675" indent="-179388">
              <a:buFont typeface="Courier New" panose="02070309020205020404" pitchFamily="49" charset="0"/>
              <a:buChar char="o"/>
              <a:defRPr lang="en-US" sz="1300" dirty="0">
                <a:solidFill>
                  <a:schemeClr val="bg2">
                    <a:lumMod val="50000"/>
                  </a:schemeClr>
                </a:solidFill>
                <a:latin typeface="Microsoft YaHei UI" panose="020B0503020204020204" pitchFamily="34" charset="-122"/>
                <a:ea typeface="Microsoft YaHei UI" panose="020B0503020204020204"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Microsoft YaHei UI" panose="020B0503020204020204" pitchFamily="34" charset="-122"/>
                <a:ea typeface="Microsoft YaHei UI" panose="020B0503020204020204" pitchFamily="34" charset="-122"/>
              </a:defRPr>
            </a:lvl3pPr>
            <a:lvl4pPr marL="1084263" indent="-169863">
              <a:buFont typeface="Wingdings" panose="05000000000000000000" pitchFamily="2" charset="2"/>
              <a:buChar char="§"/>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4pPr>
            <a:lvl5pPr marL="1309688" indent="-168275">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8" name="Content title 2">
            <a:extLst>
              <a:ext uri="{FF2B5EF4-FFF2-40B4-BE49-F238E27FC236}">
                <a16:creationId xmlns:a16="http://schemas.microsoft.com/office/drawing/2014/main" id="{CDAA384F-CE84-F69E-6C77-E26501E0D0FD}"/>
              </a:ext>
            </a:extLst>
          </p:cNvPr>
          <p:cNvSpPr>
            <a:spLocks noGrp="1"/>
          </p:cNvSpPr>
          <p:nvPr>
            <p:ph type="body" sz="quarter" idx="19"/>
          </p:nvPr>
        </p:nvSpPr>
        <p:spPr>
          <a:xfrm>
            <a:off x="6124998" y="1067467"/>
            <a:ext cx="53858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1" y="1472184"/>
            <a:ext cx="5383509" cy="4663440"/>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defRPr>
            </a:lvl1pPr>
            <a:lvl2pPr marL="574675" indent="-179388">
              <a:buFont typeface="Courier New" panose="02070309020205020404" pitchFamily="49" charset="0"/>
              <a:buChar char="o"/>
              <a:defRPr lang="en-US" sz="1300" dirty="0">
                <a:solidFill>
                  <a:schemeClr val="bg2">
                    <a:lumMod val="50000"/>
                  </a:schemeClr>
                </a:solidFill>
                <a:latin typeface="Microsoft YaHei UI" panose="020B0503020204020204" pitchFamily="34" charset="-122"/>
                <a:ea typeface="Microsoft YaHei UI" panose="020B0503020204020204"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Microsoft YaHei UI" panose="020B0503020204020204" pitchFamily="34" charset="-122"/>
                <a:ea typeface="Microsoft YaHei UI" panose="020B0503020204020204" pitchFamily="34" charset="-122"/>
              </a:defRPr>
            </a:lvl3pPr>
            <a:lvl4pPr marL="1084263" indent="-169863">
              <a:buFont typeface="Wingdings" panose="05000000000000000000" pitchFamily="2" charset="2"/>
              <a:buChar char="§"/>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4pPr>
            <a:lvl5pPr marL="1309688" indent="-168275">
              <a:defRPr lang="en-US" sz="1100" dirty="0">
                <a:solidFill>
                  <a:schemeClr val="bg2">
                    <a:lumMod val="50000"/>
                  </a:schemeClr>
                </a:solidFill>
                <a:latin typeface="Microsoft YaHei UI" panose="020B0503020204020204" pitchFamily="34" charset="-122"/>
                <a:ea typeface="Microsoft YaHei UI" panose="020B0503020204020204"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067467"/>
            <a:ext cx="5384800"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3717660801"/>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1_Two Content 2">
    <p:spTree>
      <p:nvGrpSpPr>
        <p:cNvPr id="1" name=""/>
        <p:cNvGrpSpPr/>
        <p:nvPr/>
      </p:nvGrpSpPr>
      <p:grpSpPr>
        <a:xfrm>
          <a:off x="0" y="0"/>
          <a:ext cx="0" cy="0"/>
          <a:chOff x="0" y="0"/>
          <a:chExt cx="0" cy="0"/>
        </a:xfrm>
      </p:grpSpPr>
      <p:sp>
        <p:nvSpPr>
          <p:cNvPr id="6" name="Comment top 1">
            <a:extLst>
              <a:ext uri="{FF2B5EF4-FFF2-40B4-BE49-F238E27FC236}">
                <a16:creationId xmlns:a16="http://schemas.microsoft.com/office/drawing/2014/main" id="{C5FDF62F-462E-9E1E-2FF0-C559F44D5865}"/>
              </a:ext>
            </a:extLst>
          </p:cNvPr>
          <p:cNvSpPr>
            <a:spLocks noGrp="1"/>
          </p:cNvSpPr>
          <p:nvPr>
            <p:ph sz="quarter" idx="23"/>
          </p:nvPr>
        </p:nvSpPr>
        <p:spPr>
          <a:xfrm>
            <a:off x="640080" y="1097280"/>
            <a:ext cx="10872788" cy="694944"/>
          </a:xfrm>
          <a:noFill/>
        </p:spPr>
        <p:txBody>
          <a:bodyPr vert="horz" wrap="square" lIns="73152" tIns="0" rIns="91439" bIns="0" rtlCol="0" anchor="t" anchorCtr="0">
            <a:noAutofit/>
          </a:bodyPr>
          <a:lstStyle>
            <a:lvl1pPr>
              <a:spcBef>
                <a:spcPts val="400"/>
              </a:spcBef>
              <a:spcAft>
                <a:spcPts val="0"/>
              </a:spcAft>
              <a:defRPr lang="en-US" sz="1400" dirty="0">
                <a:solidFill>
                  <a:schemeClr val="tx2"/>
                </a:solidFill>
                <a:latin typeface="微软雅黑 Light" panose="020B0502040204020203" pitchFamily="34" charset="-122"/>
                <a:ea typeface="微软雅黑 Light" panose="020B0502040204020203" pitchFamily="34" charset="-122"/>
                <a:cs typeface="+mn-ea"/>
              </a:defRPr>
            </a:lvl1pPr>
            <a:lvl2pPr>
              <a:spcBef>
                <a:spcPts val="400"/>
              </a:spcBef>
              <a:spcAft>
                <a:spcPts val="0"/>
              </a:spcAft>
              <a:defRPr lang="en-US" sz="1300" dirty="0">
                <a:solidFill>
                  <a:schemeClr val="tx2"/>
                </a:solidFill>
                <a:latin typeface="微软雅黑 Light" panose="020B0502040204020203" pitchFamily="34" charset="-122"/>
                <a:ea typeface="微软雅黑 Light" panose="020B0502040204020203" pitchFamily="34" charset="-122"/>
              </a:defRPr>
            </a:lvl2pPr>
            <a:lvl3pPr>
              <a:spcBef>
                <a:spcPts val="400"/>
              </a:spcBef>
              <a:spcAft>
                <a:spcPts val="0"/>
              </a:spcAft>
              <a:defRPr lang="en-US" sz="1200" dirty="0">
                <a:solidFill>
                  <a:schemeClr val="tx2"/>
                </a:solidFill>
                <a:latin typeface="微软雅黑 Light" panose="020B0502040204020203" pitchFamily="34" charset="-122"/>
                <a:ea typeface="微软雅黑 Light" panose="020B0502040204020203" pitchFamily="34" charset="-122"/>
              </a:defRPr>
            </a:lvl3pPr>
            <a:lvl4pPr>
              <a:defRPr lang="en-US" smtClean="0">
                <a:solidFill>
                  <a:srgbClr val="000000"/>
                </a:solidFill>
              </a:defRPr>
            </a:lvl4pPr>
            <a:lvl5pPr>
              <a:defRPr lang="en-US">
                <a:solidFill>
                  <a:srgbClr val="000000"/>
                </a:solidFill>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p:txBody>
      </p:sp>
      <p:sp>
        <p:nvSpPr>
          <p:cNvPr id="9" name="Note 2">
            <a:extLst>
              <a:ext uri="{FF2B5EF4-FFF2-40B4-BE49-F238E27FC236}">
                <a16:creationId xmlns:a16="http://schemas.microsoft.com/office/drawing/2014/main" id="{FDF05ECA-3909-1D22-9C9F-11C8133C7426}"/>
              </a:ext>
            </a:extLst>
          </p:cNvPr>
          <p:cNvSpPr>
            <a:spLocks noGrp="1"/>
          </p:cNvSpPr>
          <p:nvPr>
            <p:ph type="body" sz="quarter" idx="20"/>
          </p:nvPr>
        </p:nvSpPr>
        <p:spPr>
          <a:xfrm>
            <a:off x="6124997" y="6184604"/>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5000" y="6184605"/>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5" name="Content 2">
            <a:extLst>
              <a:ext uri="{FF2B5EF4-FFF2-40B4-BE49-F238E27FC236}">
                <a16:creationId xmlns:a16="http://schemas.microsoft.com/office/drawing/2014/main" id="{995EADF6-FBEB-F510-F2F7-77A6CB266ABD}"/>
              </a:ext>
            </a:extLst>
          </p:cNvPr>
          <p:cNvSpPr>
            <a:spLocks noGrp="1"/>
          </p:cNvSpPr>
          <p:nvPr>
            <p:ph idx="21"/>
          </p:nvPr>
        </p:nvSpPr>
        <p:spPr>
          <a:xfrm>
            <a:off x="6124997" y="2212848"/>
            <a:ext cx="5383509" cy="3922776"/>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微软雅黑 Light" panose="020B0502040204020203" pitchFamily="34" charset="-122"/>
                <a:ea typeface="微软雅黑 Light" panose="020B0502040204020203" pitchFamily="34" charset="-122"/>
              </a:defRPr>
            </a:lvl1pPr>
            <a:lvl2pPr marL="574675" indent="-179388">
              <a:buFont typeface="Courier New" panose="02070309020205020404" pitchFamily="49" charset="0"/>
              <a:buChar char="o"/>
              <a:defRPr lang="en-US" sz="1300" dirty="0">
                <a:solidFill>
                  <a:schemeClr val="bg2">
                    <a:lumMod val="50000"/>
                  </a:schemeClr>
                </a:solidFill>
                <a:latin typeface="微软雅黑 Light" panose="020B0502040204020203" pitchFamily="34" charset="-122"/>
                <a:ea typeface="微软雅黑 Light" panose="020B0502040204020203"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微软雅黑 Light" panose="020B0502040204020203" pitchFamily="34" charset="-122"/>
                <a:ea typeface="微软雅黑 Light" panose="020B0502040204020203" pitchFamily="34" charset="-122"/>
              </a:defRPr>
            </a:lvl3pPr>
            <a:lvl4pPr marL="1084263" indent="-169863">
              <a:buFont typeface="Wingdings" panose="05000000000000000000" pitchFamily="2" charset="2"/>
              <a:buChar char="§"/>
              <a:defRPr lang="en-US" sz="1100" dirty="0">
                <a:solidFill>
                  <a:schemeClr val="bg2">
                    <a:lumMod val="50000"/>
                  </a:schemeClr>
                </a:solidFill>
                <a:latin typeface="微软雅黑 Light" panose="020B0502040204020203" pitchFamily="34" charset="-122"/>
                <a:ea typeface="微软雅黑 Light" panose="020B0502040204020203" pitchFamily="34" charset="-122"/>
              </a:defRPr>
            </a:lvl4pPr>
            <a:lvl5pPr marL="1309688" indent="-168275">
              <a:defRPr lang="en-US" sz="1100" dirty="0">
                <a:solidFill>
                  <a:schemeClr val="bg2">
                    <a:lumMod val="50000"/>
                  </a:schemeClr>
                </a:solidFill>
                <a:latin typeface="微软雅黑 Light" panose="020B0502040204020203" pitchFamily="34" charset="-122"/>
                <a:ea typeface="微软雅黑 Light" panose="020B0502040204020203"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8" name="Content title 2">
            <a:extLst>
              <a:ext uri="{FF2B5EF4-FFF2-40B4-BE49-F238E27FC236}">
                <a16:creationId xmlns:a16="http://schemas.microsoft.com/office/drawing/2014/main" id="{CDAA384F-CE84-F69E-6C77-E26501E0D0FD}"/>
              </a:ext>
            </a:extLst>
          </p:cNvPr>
          <p:cNvSpPr>
            <a:spLocks noGrp="1"/>
          </p:cNvSpPr>
          <p:nvPr>
            <p:ph type="body" sz="quarter" idx="19"/>
          </p:nvPr>
        </p:nvSpPr>
        <p:spPr>
          <a:xfrm>
            <a:off x="6124998" y="1828800"/>
            <a:ext cx="53858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微软雅黑" panose="020B0503020204020204" pitchFamily="34" charset="-122"/>
                <a:ea typeface="微软雅黑"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1" y="2212848"/>
            <a:ext cx="5383509" cy="3922776"/>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微软雅黑 Light" panose="020B0502040204020203" pitchFamily="34" charset="-122"/>
                <a:ea typeface="微软雅黑 Light" panose="020B0502040204020203" pitchFamily="34" charset="-122"/>
              </a:defRPr>
            </a:lvl1pPr>
            <a:lvl2pPr marL="574675" indent="-179388">
              <a:buFont typeface="Courier New" panose="02070309020205020404" pitchFamily="49" charset="0"/>
              <a:buChar char="o"/>
              <a:defRPr lang="en-US" sz="1300" dirty="0">
                <a:solidFill>
                  <a:schemeClr val="bg2">
                    <a:lumMod val="50000"/>
                  </a:schemeClr>
                </a:solidFill>
                <a:latin typeface="微软雅黑 Light" panose="020B0502040204020203" pitchFamily="34" charset="-122"/>
                <a:ea typeface="微软雅黑 Light" panose="020B0502040204020203"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微软雅黑 Light" panose="020B0502040204020203" pitchFamily="34" charset="-122"/>
                <a:ea typeface="微软雅黑 Light" panose="020B0502040204020203" pitchFamily="34" charset="-122"/>
              </a:defRPr>
            </a:lvl3pPr>
            <a:lvl4pPr marL="1084263" indent="-169863">
              <a:buFont typeface="Wingdings" panose="05000000000000000000" pitchFamily="2" charset="2"/>
              <a:buChar char="§"/>
              <a:defRPr lang="en-US" sz="1100" dirty="0">
                <a:solidFill>
                  <a:schemeClr val="bg2">
                    <a:lumMod val="50000"/>
                  </a:schemeClr>
                </a:solidFill>
                <a:latin typeface="微软雅黑 Light" panose="020B0502040204020203" pitchFamily="34" charset="-122"/>
                <a:ea typeface="微软雅黑 Light" panose="020B0502040204020203" pitchFamily="34" charset="-122"/>
              </a:defRPr>
            </a:lvl4pPr>
            <a:lvl5pPr marL="1309688" indent="-168275">
              <a:defRPr lang="en-US" sz="1100" dirty="0">
                <a:solidFill>
                  <a:schemeClr val="bg2">
                    <a:lumMod val="50000"/>
                  </a:schemeClr>
                </a:solidFill>
                <a:latin typeface="微软雅黑 Light" panose="020B0502040204020203" pitchFamily="34" charset="-122"/>
                <a:ea typeface="微软雅黑 Light" panose="020B0502040204020203"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828800"/>
            <a:ext cx="5384800"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微软雅黑" panose="020B0503020204020204" pitchFamily="34" charset="-122"/>
                <a:ea typeface="微软雅黑"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lvl1pPr>
              <a:defRPr>
                <a:latin typeface="+mj-ea"/>
                <a:ea typeface="+mj-ea"/>
              </a:defRPr>
            </a:lvl1p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lvl1pPr>
              <a:defRPr>
                <a:latin typeface="微软雅黑" panose="020B0503020204020204" pitchFamily="34" charset="-122"/>
                <a:ea typeface="微软雅黑" panose="020B0503020204020204" pitchFamily="34" charset="-122"/>
              </a:defRPr>
            </a:lvl1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388887235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Four Content 1">
    <p:spTree>
      <p:nvGrpSpPr>
        <p:cNvPr id="1" name=""/>
        <p:cNvGrpSpPr/>
        <p:nvPr/>
      </p:nvGrpSpPr>
      <p:grpSpPr>
        <a:xfrm>
          <a:off x="0" y="0"/>
          <a:ext cx="0" cy="0"/>
          <a:chOff x="0" y="0"/>
          <a:chExt cx="0" cy="0"/>
        </a:xfrm>
      </p:grpSpPr>
      <p:sp>
        <p:nvSpPr>
          <p:cNvPr id="19" name="Content bottom title 2">
            <a:extLst>
              <a:ext uri="{FF2B5EF4-FFF2-40B4-BE49-F238E27FC236}">
                <a16:creationId xmlns:a16="http://schemas.microsoft.com/office/drawing/2014/main" id="{5593DC21-8537-5035-8A03-D9E60D3BE957}"/>
              </a:ext>
            </a:extLst>
          </p:cNvPr>
          <p:cNvSpPr>
            <a:spLocks noGrp="1"/>
          </p:cNvSpPr>
          <p:nvPr>
            <p:ph type="body" sz="quarter" idx="26"/>
          </p:nvPr>
        </p:nvSpPr>
        <p:spPr>
          <a:xfrm>
            <a:off x="6124575" y="3630612"/>
            <a:ext cx="5383213" cy="356616"/>
          </a:xfrm>
          <a:solidFill>
            <a:schemeClr val="bg1"/>
          </a:solidFill>
          <a:ln>
            <a:noFill/>
          </a:ln>
        </p:spPr>
        <p:style>
          <a:lnRef idx="0">
            <a:scrgbClr r="0" g="0" b="0"/>
          </a:lnRef>
          <a:fillRef idx="0">
            <a:scrgbClr r="0" g="0" b="0"/>
          </a:fillRef>
          <a:effectRef idx="0">
            <a:scrgbClr r="0" g="0" b="0"/>
          </a:effectRef>
          <a:fontRef idx="minor">
            <a:schemeClr val="lt1"/>
          </a:fontRef>
        </p:style>
        <p:txBody>
          <a:bodyPr vert="horz" wrap="square" lIns="73152" tIns="0" rIns="91439" bIns="0" rtlCol="0" anchor="ctr" anchorCtr="0">
            <a:noAutofit/>
          </a:bodyPr>
          <a:lstStyle>
            <a:lvl1pPr algn="ctr">
              <a:buNone/>
              <a:defRPr lang="en-US" b="1" dirty="0">
                <a:solidFill>
                  <a:srgbClr val="2660AD"/>
                </a:solidFill>
                <a:latin typeface="+mj-ea"/>
                <a:ea typeface="+mj-ea"/>
              </a:defRPr>
            </a:lvl1pPr>
          </a:lstStyle>
          <a:p>
            <a:pPr marL="0" lvl="0" indent="0" algn="ctr">
              <a:buNone/>
            </a:pPr>
            <a:r>
              <a:rPr lang="zh-CN" altLang="en-US"/>
              <a:t>单击此处编辑母版文本样式</a:t>
            </a:r>
          </a:p>
        </p:txBody>
      </p:sp>
      <p:sp>
        <p:nvSpPr>
          <p:cNvPr id="15" name="Content bottom title 1">
            <a:extLst>
              <a:ext uri="{FF2B5EF4-FFF2-40B4-BE49-F238E27FC236}">
                <a16:creationId xmlns:a16="http://schemas.microsoft.com/office/drawing/2014/main" id="{2B15D03E-8DA2-3439-43D6-7B9641CC8924}"/>
              </a:ext>
            </a:extLst>
          </p:cNvPr>
          <p:cNvSpPr>
            <a:spLocks noGrp="1"/>
          </p:cNvSpPr>
          <p:nvPr>
            <p:ph type="body" sz="quarter" idx="25"/>
          </p:nvPr>
        </p:nvSpPr>
        <p:spPr>
          <a:xfrm>
            <a:off x="635000" y="3630168"/>
            <a:ext cx="5383213" cy="356616"/>
          </a:xfrm>
          <a:solidFill>
            <a:schemeClr val="bg1"/>
          </a:solidFill>
          <a:ln>
            <a:noFill/>
          </a:ln>
        </p:spPr>
        <p:style>
          <a:lnRef idx="0">
            <a:scrgbClr r="0" g="0" b="0"/>
          </a:lnRef>
          <a:fillRef idx="0">
            <a:scrgbClr r="0" g="0" b="0"/>
          </a:fillRef>
          <a:effectRef idx="0">
            <a:scrgbClr r="0" g="0" b="0"/>
          </a:effectRef>
          <a:fontRef idx="minor">
            <a:schemeClr val="lt1"/>
          </a:fontRef>
        </p:style>
        <p:txBody>
          <a:bodyPr vert="horz" wrap="square" lIns="73152" tIns="0" rIns="91439" bIns="0" rtlCol="0" anchor="ctr" anchorCtr="0">
            <a:noAutofit/>
          </a:bodyPr>
          <a:lstStyle>
            <a:lvl1pPr algn="ctr">
              <a:defRPr lang="en-US" b="1" dirty="0">
                <a:solidFill>
                  <a:srgbClr val="2660AD"/>
                </a:solidFill>
                <a:latin typeface="+mj-ea"/>
                <a:ea typeface="+mj-ea"/>
              </a:defRPr>
            </a:lvl1pPr>
            <a:lvl2pPr>
              <a:defRPr lang="en-US" smtClean="0">
                <a:solidFill>
                  <a:schemeClr val="lt1"/>
                </a:solidFill>
              </a:defRPr>
            </a:lvl2pPr>
            <a:lvl3pPr>
              <a:defRPr lang="en-US" b="1" smtClean="0">
                <a:solidFill>
                  <a:schemeClr val="lt1"/>
                </a:solidFill>
              </a:defRPr>
            </a:lvl3pPr>
            <a:lvl4pPr>
              <a:defRPr lang="en-US" smtClean="0">
                <a:solidFill>
                  <a:schemeClr val="lt1"/>
                </a:solidFill>
              </a:defRPr>
            </a:lvl4pPr>
            <a:lvl5pPr>
              <a:defRPr lang="en-US">
                <a:solidFill>
                  <a:schemeClr val="lt1"/>
                </a:solidFill>
              </a:defRPr>
            </a:lvl5pPr>
          </a:lstStyle>
          <a:p>
            <a:pPr marL="0" lvl="0" indent="0" algn="ctr">
              <a:buNone/>
            </a:pPr>
            <a:r>
              <a:rPr lang="zh-CN" altLang="en-US"/>
              <a:t>单击此处编辑母版文本样式</a:t>
            </a:r>
          </a:p>
        </p:txBody>
      </p:sp>
      <p:sp>
        <p:nvSpPr>
          <p:cNvPr id="7" name="Content bottom 2">
            <a:extLst>
              <a:ext uri="{FF2B5EF4-FFF2-40B4-BE49-F238E27FC236}">
                <a16:creationId xmlns:a16="http://schemas.microsoft.com/office/drawing/2014/main" id="{C8030505-DE30-8F7B-F818-E338A5B1B1AB}"/>
              </a:ext>
            </a:extLst>
          </p:cNvPr>
          <p:cNvSpPr>
            <a:spLocks noGrp="1"/>
          </p:cNvSpPr>
          <p:nvPr>
            <p:ph sz="quarter" idx="24"/>
          </p:nvPr>
        </p:nvSpPr>
        <p:spPr>
          <a:xfrm>
            <a:off x="6124575" y="4032504"/>
            <a:ext cx="5383213" cy="2103120"/>
          </a:xfrm>
          <a:noFill/>
        </p:spPr>
        <p:txBody>
          <a:bodyPr vert="horz" wrap="square" lIns="73152" tIns="0" rIns="91439" bIns="0" rtlCol="0" anchor="t" anchorCtr="0">
            <a:noAutofit/>
          </a:bodyPr>
          <a:lstStyle>
            <a:lvl1pPr>
              <a:defRPr lang="en-US" sz="1400" dirty="0">
                <a:solidFill>
                  <a:schemeClr val="bg2">
                    <a:lumMod val="50000"/>
                  </a:schemeClr>
                </a:solidFill>
                <a:latin typeface="+mn-ea"/>
                <a:ea typeface="+mn-ea"/>
              </a:defRPr>
            </a:lvl1pPr>
            <a:lvl2pPr>
              <a:defRPr lang="en-US" sz="1300" dirty="0">
                <a:solidFill>
                  <a:schemeClr val="bg2">
                    <a:lumMod val="50000"/>
                  </a:schemeClr>
                </a:solidFill>
                <a:latin typeface="+mn-ea"/>
                <a:ea typeface="+mn-ea"/>
              </a:defRPr>
            </a:lvl2pPr>
            <a:lvl3pPr>
              <a:defRPr lang="en-US" sz="1200" dirty="0">
                <a:solidFill>
                  <a:schemeClr val="bg2">
                    <a:lumMod val="50000"/>
                  </a:schemeClr>
                </a:solidFill>
                <a:latin typeface="+mn-ea"/>
                <a:ea typeface="+mn-ea"/>
              </a:defRPr>
            </a:lvl3pPr>
            <a:lvl4pPr>
              <a:defRPr lang="en-US" sz="1100" dirty="0">
                <a:solidFill>
                  <a:schemeClr val="bg2">
                    <a:lumMod val="50000"/>
                  </a:schemeClr>
                </a:solidFill>
                <a:latin typeface="+mn-ea"/>
                <a:ea typeface="+mn-ea"/>
              </a:defRPr>
            </a:lvl4pPr>
            <a:lvl5pPr>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3" name="Content bottom 1">
            <a:extLst>
              <a:ext uri="{FF2B5EF4-FFF2-40B4-BE49-F238E27FC236}">
                <a16:creationId xmlns:a16="http://schemas.microsoft.com/office/drawing/2014/main" id="{721266B5-74C4-4F09-B810-21BE0A0EB15F}"/>
              </a:ext>
            </a:extLst>
          </p:cNvPr>
          <p:cNvSpPr>
            <a:spLocks noGrp="1"/>
          </p:cNvSpPr>
          <p:nvPr>
            <p:ph sz="quarter" idx="23"/>
          </p:nvPr>
        </p:nvSpPr>
        <p:spPr>
          <a:xfrm>
            <a:off x="635000" y="4038599"/>
            <a:ext cx="5383213" cy="2103120"/>
          </a:xfrm>
          <a:noFill/>
        </p:spPr>
        <p:txBody>
          <a:bodyPr vert="horz" wrap="square" lIns="73152" tIns="0" rIns="91439" bIns="0" rtlCol="0" anchor="t" anchorCtr="0">
            <a:noAutofit/>
          </a:bodyPr>
          <a:lstStyle>
            <a:lvl1pPr>
              <a:defRPr lang="en-US" sz="1400" dirty="0">
                <a:solidFill>
                  <a:schemeClr val="bg2">
                    <a:lumMod val="50000"/>
                  </a:schemeClr>
                </a:solidFill>
                <a:latin typeface="+mn-ea"/>
                <a:ea typeface="+mn-ea"/>
              </a:defRPr>
            </a:lvl1pPr>
            <a:lvl2pPr>
              <a:defRPr lang="en-US" sz="1300" dirty="0">
                <a:solidFill>
                  <a:schemeClr val="bg2">
                    <a:lumMod val="50000"/>
                  </a:schemeClr>
                </a:solidFill>
                <a:latin typeface="+mn-ea"/>
                <a:ea typeface="+mn-ea"/>
              </a:defRPr>
            </a:lvl2pPr>
            <a:lvl3pPr>
              <a:defRPr lang="en-US" sz="1200" dirty="0">
                <a:solidFill>
                  <a:schemeClr val="bg2">
                    <a:lumMod val="50000"/>
                  </a:schemeClr>
                </a:solidFill>
                <a:latin typeface="+mn-ea"/>
                <a:ea typeface="+mn-ea"/>
              </a:defRPr>
            </a:lvl3pPr>
            <a:lvl4pPr>
              <a:defRPr lang="en-US" sz="1100" dirty="0">
                <a:solidFill>
                  <a:schemeClr val="bg2">
                    <a:lumMod val="50000"/>
                  </a:schemeClr>
                </a:solidFill>
                <a:latin typeface="+mn-ea"/>
                <a:ea typeface="+mn-ea"/>
              </a:defRPr>
            </a:lvl4pPr>
            <a:lvl5pPr>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9" name="Note 2">
            <a:extLst>
              <a:ext uri="{FF2B5EF4-FFF2-40B4-BE49-F238E27FC236}">
                <a16:creationId xmlns:a16="http://schemas.microsoft.com/office/drawing/2014/main" id="{FDF05ECA-3909-1D22-9C9F-11C8133C7426}"/>
              </a:ext>
            </a:extLst>
          </p:cNvPr>
          <p:cNvSpPr>
            <a:spLocks noGrp="1"/>
          </p:cNvSpPr>
          <p:nvPr>
            <p:ph type="body" sz="quarter" idx="20"/>
          </p:nvPr>
        </p:nvSpPr>
        <p:spPr>
          <a:xfrm>
            <a:off x="6124997" y="6184604"/>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5000" y="6184605"/>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5" name="Content 2">
            <a:extLst>
              <a:ext uri="{FF2B5EF4-FFF2-40B4-BE49-F238E27FC236}">
                <a16:creationId xmlns:a16="http://schemas.microsoft.com/office/drawing/2014/main" id="{995EADF6-FBEB-F510-F2F7-77A6CB266ABD}"/>
              </a:ext>
            </a:extLst>
          </p:cNvPr>
          <p:cNvSpPr>
            <a:spLocks noGrp="1"/>
          </p:cNvSpPr>
          <p:nvPr>
            <p:ph idx="21"/>
          </p:nvPr>
        </p:nvSpPr>
        <p:spPr>
          <a:xfrm>
            <a:off x="6124997" y="1472184"/>
            <a:ext cx="5383509" cy="2103120"/>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mn-ea"/>
                <a:ea typeface="+mn-ea"/>
              </a:defRPr>
            </a:lvl1pPr>
            <a:lvl2pPr marL="574675" indent="-179388">
              <a:buFont typeface="Courier New" panose="02070309020205020404" pitchFamily="49" charset="0"/>
              <a:buChar char="o"/>
              <a:defRPr lang="en-US" sz="1300" dirty="0">
                <a:solidFill>
                  <a:schemeClr val="bg2">
                    <a:lumMod val="50000"/>
                  </a:schemeClr>
                </a:solidFill>
                <a:latin typeface="+mn-ea"/>
                <a:ea typeface="+mn-ea"/>
              </a:defRPr>
            </a:lvl2pPr>
            <a:lvl3pPr marL="857250" indent="-169863">
              <a:buFont typeface="Calibri Light" panose="020F0302020204030204" pitchFamily="34" charset="0"/>
              <a:buChar char="-"/>
              <a:defRPr lang="en-US" sz="1200" dirty="0">
                <a:solidFill>
                  <a:schemeClr val="bg2">
                    <a:lumMod val="50000"/>
                  </a:schemeClr>
                </a:solidFill>
                <a:latin typeface="+mn-ea"/>
                <a:ea typeface="+mn-ea"/>
              </a:defRPr>
            </a:lvl3pPr>
            <a:lvl4pPr marL="1084263" indent="-169863">
              <a:buFont typeface="Wingdings" panose="05000000000000000000" pitchFamily="2" charset="2"/>
              <a:buChar char="§"/>
              <a:defRPr lang="en-US" sz="1100" dirty="0">
                <a:solidFill>
                  <a:schemeClr val="bg2">
                    <a:lumMod val="50000"/>
                  </a:schemeClr>
                </a:solidFill>
                <a:latin typeface="+mn-ea"/>
                <a:ea typeface="+mn-ea"/>
              </a:defRPr>
            </a:lvl4pPr>
            <a:lvl5pPr marL="1309688" indent="-168275">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8" name="Content title 2">
            <a:extLst>
              <a:ext uri="{FF2B5EF4-FFF2-40B4-BE49-F238E27FC236}">
                <a16:creationId xmlns:a16="http://schemas.microsoft.com/office/drawing/2014/main" id="{CDAA384F-CE84-F69E-6C77-E26501E0D0FD}"/>
              </a:ext>
            </a:extLst>
          </p:cNvPr>
          <p:cNvSpPr>
            <a:spLocks noGrp="1"/>
          </p:cNvSpPr>
          <p:nvPr>
            <p:ph type="body" sz="quarter" idx="19"/>
          </p:nvPr>
        </p:nvSpPr>
        <p:spPr>
          <a:xfrm>
            <a:off x="6124998" y="1067467"/>
            <a:ext cx="53858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j-ea"/>
                <a:ea typeface="+mj-ea"/>
              </a:defRPr>
            </a:lvl1pPr>
            <a:lvl2pPr>
              <a:buNone/>
              <a:defRPr/>
            </a:lvl2pPr>
            <a:lvl3pPr marL="0" indent="0" algn="ctr">
              <a:buNone/>
              <a:defRPr b="1"/>
            </a:lvl3pPr>
          </a:lstStyle>
          <a:p>
            <a:pPr lvl="0"/>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1" y="1472184"/>
            <a:ext cx="5383509" cy="2103120"/>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mn-ea"/>
                <a:ea typeface="+mn-ea"/>
              </a:defRPr>
            </a:lvl1pPr>
            <a:lvl2pPr marL="574675" indent="-179388">
              <a:buFont typeface="Courier New" panose="02070309020205020404" pitchFamily="49" charset="0"/>
              <a:buChar char="o"/>
              <a:defRPr lang="en-US" sz="1300" dirty="0">
                <a:solidFill>
                  <a:schemeClr val="bg2">
                    <a:lumMod val="50000"/>
                  </a:schemeClr>
                </a:solidFill>
                <a:latin typeface="+mn-ea"/>
                <a:ea typeface="+mn-ea"/>
              </a:defRPr>
            </a:lvl2pPr>
            <a:lvl3pPr marL="857250" indent="-169863">
              <a:buFont typeface="Calibri Light" panose="020F0302020204030204" pitchFamily="34" charset="0"/>
              <a:buChar char="-"/>
              <a:defRPr lang="en-US" sz="1200" dirty="0">
                <a:solidFill>
                  <a:schemeClr val="bg2">
                    <a:lumMod val="50000"/>
                  </a:schemeClr>
                </a:solidFill>
                <a:latin typeface="+mn-ea"/>
                <a:ea typeface="+mn-ea"/>
              </a:defRPr>
            </a:lvl3pPr>
            <a:lvl4pPr marL="1084263" indent="-169863">
              <a:buFont typeface="Wingdings" panose="05000000000000000000" pitchFamily="2" charset="2"/>
              <a:buChar char="§"/>
              <a:defRPr lang="en-US" sz="1100" dirty="0">
                <a:solidFill>
                  <a:schemeClr val="bg2">
                    <a:lumMod val="50000"/>
                  </a:schemeClr>
                </a:solidFill>
                <a:latin typeface="+mn-ea"/>
                <a:ea typeface="+mn-ea"/>
              </a:defRPr>
            </a:lvl4pPr>
            <a:lvl5pPr marL="1309688" indent="-168275">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067467"/>
            <a:ext cx="5384800"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j-ea"/>
                <a:ea typeface="+mj-ea"/>
              </a:defRPr>
            </a:lvl1pPr>
            <a:lvl2pPr>
              <a:buNone/>
              <a:defRPr/>
            </a:lvl2pPr>
            <a:lvl3pPr marL="0" indent="0" algn="ctr">
              <a:buNone/>
              <a:defRPr b="1"/>
            </a:lvl3pPr>
          </a:lstStyle>
          <a:p>
            <a:pPr lvl="0"/>
            <a:r>
              <a:rPr lang="zh-CN" altLang="en-US"/>
              <a:t>单击此处编辑母版文本样式</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lvl1pPr>
              <a:defRPr>
                <a:latin typeface="+mj-ea"/>
                <a:ea typeface="+mj-ea"/>
              </a:defRPr>
            </a:lvl1p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lvl1pPr>
              <a:defRPr>
                <a:latin typeface="+mj-ea"/>
                <a:ea typeface="+mj-ea"/>
              </a:defRPr>
            </a:lvl1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212763669"/>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Four Content 2">
    <p:spTree>
      <p:nvGrpSpPr>
        <p:cNvPr id="1" name=""/>
        <p:cNvGrpSpPr/>
        <p:nvPr/>
      </p:nvGrpSpPr>
      <p:grpSpPr>
        <a:xfrm>
          <a:off x="0" y="0"/>
          <a:ext cx="0" cy="0"/>
          <a:chOff x="0" y="0"/>
          <a:chExt cx="0" cy="0"/>
        </a:xfrm>
      </p:grpSpPr>
      <p:sp>
        <p:nvSpPr>
          <p:cNvPr id="19" name="Content bottom title 2">
            <a:extLst>
              <a:ext uri="{FF2B5EF4-FFF2-40B4-BE49-F238E27FC236}">
                <a16:creationId xmlns:a16="http://schemas.microsoft.com/office/drawing/2014/main" id="{5593DC21-8537-5035-8A03-D9E60D3BE957}"/>
              </a:ext>
            </a:extLst>
          </p:cNvPr>
          <p:cNvSpPr>
            <a:spLocks noGrp="1"/>
          </p:cNvSpPr>
          <p:nvPr>
            <p:ph type="body" sz="quarter" idx="26"/>
          </p:nvPr>
        </p:nvSpPr>
        <p:spPr>
          <a:xfrm>
            <a:off x="6124575" y="3630612"/>
            <a:ext cx="5383213" cy="356616"/>
          </a:xfrm>
          <a:solidFill>
            <a:schemeClr val="bg1"/>
          </a:solidFill>
          <a:ln>
            <a:noFill/>
          </a:ln>
        </p:spPr>
        <p:style>
          <a:lnRef idx="0">
            <a:scrgbClr r="0" g="0" b="0"/>
          </a:lnRef>
          <a:fillRef idx="0">
            <a:scrgbClr r="0" g="0" b="0"/>
          </a:fillRef>
          <a:effectRef idx="0">
            <a:scrgbClr r="0" g="0" b="0"/>
          </a:effectRef>
          <a:fontRef idx="minor">
            <a:schemeClr val="lt1"/>
          </a:fontRef>
        </p:style>
        <p:txBody>
          <a:bodyPr vert="horz" wrap="square" lIns="73152" tIns="0" rIns="91439" bIns="0" rtlCol="0" anchor="ctr" anchorCtr="0">
            <a:noAutofit/>
          </a:bodyPr>
          <a:lstStyle>
            <a:lvl1pPr algn="ctr">
              <a:buNone/>
              <a:defRPr lang="en-US" b="1" dirty="0">
                <a:solidFill>
                  <a:srgbClr val="2660AD"/>
                </a:solidFill>
                <a:latin typeface="Microsoft YaHei UI" panose="020B0503020204020204" pitchFamily="34" charset="-122"/>
                <a:ea typeface="Microsoft YaHei UI" panose="020B0503020204020204" pitchFamily="34" charset="-122"/>
              </a:defRPr>
            </a:lvl1pPr>
          </a:lstStyle>
          <a:p>
            <a:pPr marL="0" lvl="0" indent="0" algn="ctr">
              <a:buNone/>
            </a:pPr>
            <a:r>
              <a:rPr lang="zh-CN" altLang="en-US"/>
              <a:t>单击此处编辑母版文本样式</a:t>
            </a:r>
          </a:p>
        </p:txBody>
      </p:sp>
      <p:sp>
        <p:nvSpPr>
          <p:cNvPr id="7" name="Content bottom 2">
            <a:extLst>
              <a:ext uri="{FF2B5EF4-FFF2-40B4-BE49-F238E27FC236}">
                <a16:creationId xmlns:a16="http://schemas.microsoft.com/office/drawing/2014/main" id="{C8030505-DE30-8F7B-F818-E338A5B1B1AB}"/>
              </a:ext>
            </a:extLst>
          </p:cNvPr>
          <p:cNvSpPr>
            <a:spLocks noGrp="1"/>
          </p:cNvSpPr>
          <p:nvPr>
            <p:ph sz="quarter" idx="24"/>
          </p:nvPr>
        </p:nvSpPr>
        <p:spPr>
          <a:xfrm>
            <a:off x="6124575" y="4032504"/>
            <a:ext cx="5383213" cy="2103120"/>
          </a:xfrm>
          <a:noFill/>
        </p:spPr>
        <p:txBody>
          <a:bodyPr vert="horz" wrap="square" lIns="73152" tIns="0" rIns="91439" bIns="0" rtlCol="0" anchor="t" anchorCtr="0">
            <a:noAutofit/>
          </a:bodyPr>
          <a:lstStyle>
            <a:lvl1pPr>
              <a:defRPr lang="en-US" sz="1400" dirty="0">
                <a:solidFill>
                  <a:schemeClr val="bg2">
                    <a:lumMod val="50000"/>
                  </a:schemeClr>
                </a:solidFill>
                <a:latin typeface="+mn-ea"/>
                <a:ea typeface="+mn-ea"/>
              </a:defRPr>
            </a:lvl1pPr>
            <a:lvl2pPr>
              <a:defRPr lang="en-US" sz="1300" dirty="0">
                <a:solidFill>
                  <a:schemeClr val="bg2">
                    <a:lumMod val="50000"/>
                  </a:schemeClr>
                </a:solidFill>
                <a:latin typeface="+mn-ea"/>
              </a:defRPr>
            </a:lvl2pPr>
            <a:lvl3pPr>
              <a:defRPr lang="en-US" sz="1200" dirty="0">
                <a:solidFill>
                  <a:schemeClr val="bg2">
                    <a:lumMod val="50000"/>
                  </a:schemeClr>
                </a:solidFill>
                <a:latin typeface="+mn-ea"/>
              </a:defRPr>
            </a:lvl3pPr>
            <a:lvl4pPr>
              <a:defRPr lang="en-US" sz="1100" dirty="0">
                <a:solidFill>
                  <a:schemeClr val="bg2">
                    <a:lumMod val="50000"/>
                  </a:schemeClr>
                </a:solidFill>
                <a:latin typeface="+mn-ea"/>
              </a:defRPr>
            </a:lvl4pPr>
            <a:lvl5pPr>
              <a:defRPr lang="en-US" sz="1100" dirty="0">
                <a:solidFill>
                  <a:schemeClr val="bg2">
                    <a:lumMod val="50000"/>
                  </a:schemeClr>
                </a:solidFill>
                <a:latin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9" name="Note 2">
            <a:extLst>
              <a:ext uri="{FF2B5EF4-FFF2-40B4-BE49-F238E27FC236}">
                <a16:creationId xmlns:a16="http://schemas.microsoft.com/office/drawing/2014/main" id="{FDF05ECA-3909-1D22-9C9F-11C8133C7426}"/>
              </a:ext>
            </a:extLst>
          </p:cNvPr>
          <p:cNvSpPr>
            <a:spLocks noGrp="1"/>
          </p:cNvSpPr>
          <p:nvPr>
            <p:ph type="body" sz="quarter" idx="20"/>
          </p:nvPr>
        </p:nvSpPr>
        <p:spPr>
          <a:xfrm>
            <a:off x="6124997" y="6184604"/>
            <a:ext cx="5383509" cy="274320"/>
          </a:xfrm>
          <a:prstGeom prst="rect">
            <a:avLst/>
          </a:prstGeom>
          <a:noFill/>
        </p:spPr>
        <p:txBody>
          <a:bodyPr vert="horz" wrap="square" lIns="0" tIns="0" rIns="91439" bIns="0" rtlCol="0" anchor="t" anchorCtr="0">
            <a:noAutofit/>
          </a:bodyPr>
          <a:lstStyle>
            <a:lvl1pPr>
              <a:lnSpc>
                <a:spcPts val="800"/>
              </a:lnSpc>
              <a:buNone/>
              <a:defRPr lang="en-US" sz="900" i="1">
                <a:solidFill>
                  <a:schemeClr val="tx1">
                    <a:lumMod val="50000"/>
                  </a:schemeClr>
                </a:solidFill>
                <a:latin typeface="+mn-ea"/>
                <a:ea typeface="+mn-ea"/>
                <a:cs typeface="+mn-ea"/>
              </a:defRPr>
            </a:lvl1pPr>
          </a:lstStyle>
          <a:p>
            <a:pPr marL="0" marR="0" lvl="0" indent="0" defTabSz="914400" fontAlgn="auto" latinLnBrk="0">
              <a:lnSpc>
                <a:spcPct val="100000"/>
              </a:lnSpc>
              <a:spcBef>
                <a:spcPts val="0"/>
              </a:spcBef>
              <a:spcAft>
                <a:spcPts val="0"/>
              </a:spcAft>
              <a:buClrTx/>
              <a:buSzTx/>
              <a:buFontTx/>
              <a:buNone/>
              <a:tabLst/>
            </a:pPr>
            <a:r>
              <a:rPr lang="zh-CN" altLang="en-US"/>
              <a:t>单击此处编辑母版文本样式</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5000" y="6184605"/>
            <a:ext cx="5383509" cy="274320"/>
          </a:xfrm>
          <a:prstGeom prst="rect">
            <a:avLst/>
          </a:prstGeom>
          <a:noFill/>
        </p:spPr>
        <p:txBody>
          <a:bodyPr vert="horz" wrap="square" lIns="0" tIns="0" rIns="91439" bIns="0" rtlCol="0" anchor="t" anchorCtr="0">
            <a:noAutofit/>
          </a:bodyPr>
          <a:lstStyle>
            <a:lvl1pPr>
              <a:lnSpc>
                <a:spcPts val="800"/>
              </a:lnSpc>
              <a:buNone/>
              <a:defRPr lang="en-US" sz="900" i="1">
                <a:solidFill>
                  <a:schemeClr val="tx1">
                    <a:lumMod val="50000"/>
                  </a:schemeClr>
                </a:solidFill>
                <a:latin typeface="+mn-ea"/>
                <a:ea typeface="+mn-ea"/>
                <a:cs typeface="+mn-ea"/>
              </a:defRPr>
            </a:lvl1pPr>
          </a:lstStyle>
          <a:p>
            <a:pPr marL="0" marR="0" lvl="0" indent="0" defTabSz="914400" fontAlgn="auto" latinLnBrk="0">
              <a:lnSpc>
                <a:spcPct val="100000"/>
              </a:lnSpc>
              <a:spcBef>
                <a:spcPts val="0"/>
              </a:spcBef>
              <a:spcAft>
                <a:spcPts val="0"/>
              </a:spcAft>
              <a:buClrTx/>
              <a:buSzTx/>
              <a:buFontTx/>
              <a:buNone/>
              <a:tabLst/>
            </a:pPr>
            <a:r>
              <a:rPr lang="zh-CN" altLang="en-US"/>
              <a:t>单击此处编辑母版文本样式</a:t>
            </a:r>
          </a:p>
        </p:txBody>
      </p:sp>
      <p:sp>
        <p:nvSpPr>
          <p:cNvPr id="5" name="Content 2">
            <a:extLst>
              <a:ext uri="{FF2B5EF4-FFF2-40B4-BE49-F238E27FC236}">
                <a16:creationId xmlns:a16="http://schemas.microsoft.com/office/drawing/2014/main" id="{995EADF6-FBEB-F510-F2F7-77A6CB266ABD}"/>
              </a:ext>
            </a:extLst>
          </p:cNvPr>
          <p:cNvSpPr>
            <a:spLocks noGrp="1"/>
          </p:cNvSpPr>
          <p:nvPr>
            <p:ph idx="21"/>
          </p:nvPr>
        </p:nvSpPr>
        <p:spPr>
          <a:xfrm>
            <a:off x="6124997" y="1472184"/>
            <a:ext cx="5383509" cy="2103120"/>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a:solidFill>
                  <a:schemeClr val="bg2">
                    <a:lumMod val="50000"/>
                  </a:schemeClr>
                </a:solidFill>
                <a:latin typeface="+mn-ea"/>
                <a:ea typeface="+mn-ea"/>
              </a:defRPr>
            </a:lvl1pPr>
            <a:lvl2pPr marL="574675" indent="-179388">
              <a:buFont typeface="Courier New" panose="02070309020205020404" pitchFamily="49" charset="0"/>
              <a:buChar char="o"/>
              <a:defRPr lang="en-US" sz="1300">
                <a:solidFill>
                  <a:schemeClr val="bg2">
                    <a:lumMod val="50000"/>
                  </a:schemeClr>
                </a:solidFill>
                <a:latin typeface="+mn-ea"/>
              </a:defRPr>
            </a:lvl2pPr>
            <a:lvl3pPr marL="857250" indent="-169863">
              <a:buFont typeface="Calibri Light" panose="020F0302020204030204" pitchFamily="34" charset="0"/>
              <a:buChar char="-"/>
              <a:defRPr lang="en-US" sz="1200">
                <a:solidFill>
                  <a:schemeClr val="bg2">
                    <a:lumMod val="50000"/>
                  </a:schemeClr>
                </a:solidFill>
                <a:latin typeface="+mn-ea"/>
              </a:defRPr>
            </a:lvl3pPr>
            <a:lvl4pPr marL="1084263" indent="-169863">
              <a:buFont typeface="Wingdings" panose="05000000000000000000" pitchFamily="2" charset="2"/>
              <a:buChar char="§"/>
              <a:defRPr lang="en-US" sz="1100">
                <a:solidFill>
                  <a:schemeClr val="bg2">
                    <a:lumMod val="50000"/>
                  </a:schemeClr>
                </a:solidFill>
                <a:latin typeface="+mn-ea"/>
              </a:defRPr>
            </a:lvl4pPr>
            <a:lvl5pPr marL="1309688" indent="-168275">
              <a:defRPr lang="en-US" sz="1100" dirty="0">
                <a:solidFill>
                  <a:schemeClr val="bg2">
                    <a:lumMod val="50000"/>
                  </a:schemeClr>
                </a:solidFill>
                <a:latin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8" name="Content title 2">
            <a:extLst>
              <a:ext uri="{FF2B5EF4-FFF2-40B4-BE49-F238E27FC236}">
                <a16:creationId xmlns:a16="http://schemas.microsoft.com/office/drawing/2014/main" id="{CDAA384F-CE84-F69E-6C77-E26501E0D0FD}"/>
              </a:ext>
            </a:extLst>
          </p:cNvPr>
          <p:cNvSpPr>
            <a:spLocks noGrp="1"/>
          </p:cNvSpPr>
          <p:nvPr>
            <p:ph type="body" sz="quarter" idx="19"/>
          </p:nvPr>
        </p:nvSpPr>
        <p:spPr>
          <a:xfrm>
            <a:off x="6124998" y="1067467"/>
            <a:ext cx="53858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1" y="1472184"/>
            <a:ext cx="5383509" cy="4663440"/>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a:solidFill>
                  <a:schemeClr val="bg2">
                    <a:lumMod val="50000"/>
                  </a:schemeClr>
                </a:solidFill>
                <a:latin typeface="+mn-ea"/>
                <a:ea typeface="+mn-ea"/>
              </a:defRPr>
            </a:lvl1pPr>
            <a:lvl2pPr marL="574675" indent="-179388">
              <a:buFont typeface="Courier New" panose="02070309020205020404" pitchFamily="49" charset="0"/>
              <a:buChar char="o"/>
              <a:defRPr lang="en-US" sz="1300">
                <a:solidFill>
                  <a:schemeClr val="bg2">
                    <a:lumMod val="50000"/>
                  </a:schemeClr>
                </a:solidFill>
                <a:latin typeface="+mn-ea"/>
              </a:defRPr>
            </a:lvl2pPr>
            <a:lvl3pPr marL="857250" indent="-169863">
              <a:buFont typeface="Calibri Light" panose="020F0302020204030204" pitchFamily="34" charset="0"/>
              <a:buChar char="-"/>
              <a:defRPr lang="en-US" sz="1200">
                <a:solidFill>
                  <a:schemeClr val="bg2">
                    <a:lumMod val="50000"/>
                  </a:schemeClr>
                </a:solidFill>
                <a:latin typeface="+mn-ea"/>
              </a:defRPr>
            </a:lvl3pPr>
            <a:lvl4pPr marL="1084263" indent="-169863">
              <a:buFont typeface="Wingdings" panose="05000000000000000000" pitchFamily="2" charset="2"/>
              <a:buChar char="§"/>
              <a:defRPr lang="en-US" sz="1100">
                <a:solidFill>
                  <a:schemeClr val="bg2">
                    <a:lumMod val="50000"/>
                  </a:schemeClr>
                </a:solidFill>
                <a:latin typeface="+mn-ea"/>
              </a:defRPr>
            </a:lvl4pPr>
            <a:lvl5pPr marL="1309688" indent="-168275">
              <a:defRPr lang="en-US" sz="1100" dirty="0">
                <a:solidFill>
                  <a:schemeClr val="bg2">
                    <a:lumMod val="50000"/>
                  </a:schemeClr>
                </a:solidFill>
                <a:latin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067467"/>
            <a:ext cx="5384800"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149018752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Four content 3">
    <p:spTree>
      <p:nvGrpSpPr>
        <p:cNvPr id="1" name=""/>
        <p:cNvGrpSpPr/>
        <p:nvPr/>
      </p:nvGrpSpPr>
      <p:grpSpPr>
        <a:xfrm>
          <a:off x="0" y="0"/>
          <a:ext cx="0" cy="0"/>
          <a:chOff x="0" y="0"/>
          <a:chExt cx="0" cy="0"/>
        </a:xfrm>
      </p:grpSpPr>
      <p:sp>
        <p:nvSpPr>
          <p:cNvPr id="15" name="Content bottom title 1">
            <a:extLst>
              <a:ext uri="{FF2B5EF4-FFF2-40B4-BE49-F238E27FC236}">
                <a16:creationId xmlns:a16="http://schemas.microsoft.com/office/drawing/2014/main" id="{2B15D03E-8DA2-3439-43D6-7B9641CC8924}"/>
              </a:ext>
            </a:extLst>
          </p:cNvPr>
          <p:cNvSpPr>
            <a:spLocks noGrp="1"/>
          </p:cNvSpPr>
          <p:nvPr>
            <p:ph type="body" sz="quarter" idx="25"/>
          </p:nvPr>
        </p:nvSpPr>
        <p:spPr>
          <a:xfrm>
            <a:off x="635000" y="3630168"/>
            <a:ext cx="5383213" cy="356616"/>
          </a:xfrm>
          <a:solidFill>
            <a:schemeClr val="bg1"/>
          </a:solidFill>
          <a:ln>
            <a:noFill/>
          </a:ln>
        </p:spPr>
        <p:style>
          <a:lnRef idx="0">
            <a:scrgbClr r="0" g="0" b="0"/>
          </a:lnRef>
          <a:fillRef idx="0">
            <a:scrgbClr r="0" g="0" b="0"/>
          </a:fillRef>
          <a:effectRef idx="0">
            <a:scrgbClr r="0" g="0" b="0"/>
          </a:effectRef>
          <a:fontRef idx="minor">
            <a:schemeClr val="lt1"/>
          </a:fontRef>
        </p:style>
        <p:txBody>
          <a:bodyPr vert="horz" wrap="square" lIns="73152" tIns="0" rIns="91439" bIns="0" rtlCol="0" anchor="ctr" anchorCtr="0">
            <a:noAutofit/>
          </a:bodyPr>
          <a:lstStyle>
            <a:lvl1pPr algn="ctr">
              <a:defRPr lang="en-US" b="1" dirty="0">
                <a:solidFill>
                  <a:srgbClr val="2660AD"/>
                </a:solidFill>
                <a:latin typeface="Microsoft YaHei UI" panose="020B0503020204020204" pitchFamily="34" charset="-122"/>
                <a:ea typeface="Microsoft YaHei UI" panose="020B0503020204020204" pitchFamily="34" charset="-122"/>
              </a:defRPr>
            </a:lvl1pPr>
            <a:lvl2pPr>
              <a:defRPr lang="en-US" smtClean="0">
                <a:solidFill>
                  <a:schemeClr val="lt1"/>
                </a:solidFill>
              </a:defRPr>
            </a:lvl2pPr>
            <a:lvl3pPr>
              <a:defRPr lang="en-US" b="1" smtClean="0">
                <a:solidFill>
                  <a:schemeClr val="lt1"/>
                </a:solidFill>
              </a:defRPr>
            </a:lvl3pPr>
            <a:lvl4pPr>
              <a:defRPr lang="en-US" smtClean="0">
                <a:solidFill>
                  <a:schemeClr val="lt1"/>
                </a:solidFill>
              </a:defRPr>
            </a:lvl4pPr>
            <a:lvl5pPr>
              <a:defRPr lang="en-US">
                <a:solidFill>
                  <a:schemeClr val="lt1"/>
                </a:solidFill>
              </a:defRPr>
            </a:lvl5pPr>
          </a:lstStyle>
          <a:p>
            <a:pPr marL="0" lvl="0" indent="0" algn="ctr">
              <a:buNone/>
            </a:pPr>
            <a:r>
              <a:rPr lang="zh-CN" altLang="en-US"/>
              <a:t>单击此处编辑母版文本样式</a:t>
            </a:r>
          </a:p>
        </p:txBody>
      </p:sp>
      <p:sp>
        <p:nvSpPr>
          <p:cNvPr id="3" name="Content bottom 1">
            <a:extLst>
              <a:ext uri="{FF2B5EF4-FFF2-40B4-BE49-F238E27FC236}">
                <a16:creationId xmlns:a16="http://schemas.microsoft.com/office/drawing/2014/main" id="{721266B5-74C4-4F09-B810-21BE0A0EB15F}"/>
              </a:ext>
            </a:extLst>
          </p:cNvPr>
          <p:cNvSpPr>
            <a:spLocks noGrp="1"/>
          </p:cNvSpPr>
          <p:nvPr>
            <p:ph sz="quarter" idx="23"/>
          </p:nvPr>
        </p:nvSpPr>
        <p:spPr>
          <a:xfrm>
            <a:off x="635000" y="4038599"/>
            <a:ext cx="5383213" cy="2103120"/>
          </a:xfrm>
          <a:noFill/>
        </p:spPr>
        <p:txBody>
          <a:bodyPr vert="horz" wrap="square" lIns="73152" tIns="0" rIns="91439" bIns="0" rtlCol="0" anchor="t" anchorCtr="0">
            <a:noAutofit/>
          </a:bodyPr>
          <a:lstStyle>
            <a:lvl1pPr>
              <a:defRPr lang="en-US" sz="1400" dirty="0">
                <a:solidFill>
                  <a:schemeClr val="bg2">
                    <a:lumMod val="50000"/>
                  </a:schemeClr>
                </a:solidFill>
                <a:latin typeface="+mn-ea"/>
                <a:ea typeface="+mn-ea"/>
              </a:defRPr>
            </a:lvl1pPr>
            <a:lvl2pPr>
              <a:defRPr lang="en-US" sz="1300" dirty="0">
                <a:solidFill>
                  <a:schemeClr val="bg2">
                    <a:lumMod val="50000"/>
                  </a:schemeClr>
                </a:solidFill>
                <a:latin typeface="+mn-ea"/>
                <a:ea typeface="+mn-ea"/>
              </a:defRPr>
            </a:lvl2pPr>
            <a:lvl3pPr>
              <a:defRPr lang="en-US" sz="1200" dirty="0">
                <a:solidFill>
                  <a:schemeClr val="bg2">
                    <a:lumMod val="50000"/>
                  </a:schemeClr>
                </a:solidFill>
                <a:latin typeface="+mn-ea"/>
                <a:ea typeface="+mn-ea"/>
              </a:defRPr>
            </a:lvl3pPr>
            <a:lvl4pPr>
              <a:defRPr lang="en-US" sz="1100" dirty="0">
                <a:solidFill>
                  <a:schemeClr val="bg2">
                    <a:lumMod val="50000"/>
                  </a:schemeClr>
                </a:solidFill>
                <a:latin typeface="+mn-ea"/>
                <a:ea typeface="+mn-ea"/>
              </a:defRPr>
            </a:lvl4pPr>
            <a:lvl5pPr>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9" name="Note 2">
            <a:extLst>
              <a:ext uri="{FF2B5EF4-FFF2-40B4-BE49-F238E27FC236}">
                <a16:creationId xmlns:a16="http://schemas.microsoft.com/office/drawing/2014/main" id="{FDF05ECA-3909-1D22-9C9F-11C8133C7426}"/>
              </a:ext>
            </a:extLst>
          </p:cNvPr>
          <p:cNvSpPr>
            <a:spLocks noGrp="1"/>
          </p:cNvSpPr>
          <p:nvPr>
            <p:ph type="body" sz="quarter" idx="20"/>
          </p:nvPr>
        </p:nvSpPr>
        <p:spPr>
          <a:xfrm>
            <a:off x="6124997" y="6184604"/>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5000" y="6184605"/>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5" name="Content 2">
            <a:extLst>
              <a:ext uri="{FF2B5EF4-FFF2-40B4-BE49-F238E27FC236}">
                <a16:creationId xmlns:a16="http://schemas.microsoft.com/office/drawing/2014/main" id="{995EADF6-FBEB-F510-F2F7-77A6CB266ABD}"/>
              </a:ext>
            </a:extLst>
          </p:cNvPr>
          <p:cNvSpPr>
            <a:spLocks noGrp="1"/>
          </p:cNvSpPr>
          <p:nvPr>
            <p:ph idx="21"/>
          </p:nvPr>
        </p:nvSpPr>
        <p:spPr>
          <a:xfrm>
            <a:off x="6124997" y="1472184"/>
            <a:ext cx="5383509" cy="4663440"/>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mn-ea"/>
                <a:ea typeface="+mn-ea"/>
              </a:defRPr>
            </a:lvl1pPr>
            <a:lvl2pPr marL="574675" indent="-179388">
              <a:buFont typeface="Courier New" panose="02070309020205020404" pitchFamily="49" charset="0"/>
              <a:buChar char="o"/>
              <a:defRPr lang="en-US" sz="1300" dirty="0">
                <a:solidFill>
                  <a:schemeClr val="bg2">
                    <a:lumMod val="50000"/>
                  </a:schemeClr>
                </a:solidFill>
                <a:latin typeface="+mn-ea"/>
                <a:ea typeface="+mn-ea"/>
              </a:defRPr>
            </a:lvl2pPr>
            <a:lvl3pPr marL="857250" indent="-169863">
              <a:buFont typeface="Calibri Light" panose="020F0302020204030204" pitchFamily="34" charset="0"/>
              <a:buChar char="-"/>
              <a:defRPr lang="en-US" sz="1200" dirty="0">
                <a:solidFill>
                  <a:schemeClr val="bg2">
                    <a:lumMod val="50000"/>
                  </a:schemeClr>
                </a:solidFill>
                <a:latin typeface="+mn-ea"/>
                <a:ea typeface="+mn-ea"/>
              </a:defRPr>
            </a:lvl3pPr>
            <a:lvl4pPr marL="1084263" indent="-169863">
              <a:buFont typeface="Wingdings" panose="05000000000000000000" pitchFamily="2" charset="2"/>
              <a:buChar char="§"/>
              <a:defRPr lang="en-US" sz="1100" dirty="0">
                <a:solidFill>
                  <a:schemeClr val="bg2">
                    <a:lumMod val="50000"/>
                  </a:schemeClr>
                </a:solidFill>
                <a:latin typeface="+mn-ea"/>
                <a:ea typeface="+mn-ea"/>
              </a:defRPr>
            </a:lvl4pPr>
            <a:lvl5pPr marL="1309688" indent="-168275">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8" name="Content title 2">
            <a:extLst>
              <a:ext uri="{FF2B5EF4-FFF2-40B4-BE49-F238E27FC236}">
                <a16:creationId xmlns:a16="http://schemas.microsoft.com/office/drawing/2014/main" id="{CDAA384F-CE84-F69E-6C77-E26501E0D0FD}"/>
              </a:ext>
            </a:extLst>
          </p:cNvPr>
          <p:cNvSpPr>
            <a:spLocks noGrp="1"/>
          </p:cNvSpPr>
          <p:nvPr>
            <p:ph type="body" sz="quarter" idx="19"/>
          </p:nvPr>
        </p:nvSpPr>
        <p:spPr>
          <a:xfrm>
            <a:off x="6124998" y="1067467"/>
            <a:ext cx="53858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1" y="1472184"/>
            <a:ext cx="5383509" cy="2103120"/>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mn-ea"/>
                <a:ea typeface="+mn-ea"/>
              </a:defRPr>
            </a:lvl1pPr>
            <a:lvl2pPr marL="574675" indent="-179388">
              <a:buFont typeface="Courier New" panose="02070309020205020404" pitchFamily="49" charset="0"/>
              <a:buChar char="o"/>
              <a:defRPr lang="en-US" sz="1300" dirty="0">
                <a:solidFill>
                  <a:schemeClr val="bg2">
                    <a:lumMod val="50000"/>
                  </a:schemeClr>
                </a:solidFill>
                <a:latin typeface="+mn-ea"/>
                <a:ea typeface="+mn-ea"/>
              </a:defRPr>
            </a:lvl2pPr>
            <a:lvl3pPr marL="857250" indent="-169863">
              <a:buFont typeface="Calibri Light" panose="020F0302020204030204" pitchFamily="34" charset="0"/>
              <a:buChar char="-"/>
              <a:defRPr lang="en-US" sz="1200" dirty="0">
                <a:solidFill>
                  <a:schemeClr val="bg2">
                    <a:lumMod val="50000"/>
                  </a:schemeClr>
                </a:solidFill>
                <a:latin typeface="+mn-ea"/>
                <a:ea typeface="+mn-ea"/>
              </a:defRPr>
            </a:lvl3pPr>
            <a:lvl4pPr marL="1084263" indent="-169863">
              <a:buFont typeface="Wingdings" panose="05000000000000000000" pitchFamily="2" charset="2"/>
              <a:buChar char="§"/>
              <a:defRPr lang="en-US" sz="1100" dirty="0">
                <a:solidFill>
                  <a:schemeClr val="bg2">
                    <a:lumMod val="50000"/>
                  </a:schemeClr>
                </a:solidFill>
                <a:latin typeface="+mn-ea"/>
                <a:ea typeface="+mn-ea"/>
              </a:defRPr>
            </a:lvl4pPr>
            <a:lvl5pPr marL="1309688" indent="-168275">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067467"/>
            <a:ext cx="5384800"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UI" panose="020B0503020204020204" pitchFamily="34" charset="-122"/>
                <a:ea typeface="Microsoft YaHei U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87621503"/>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2_Two Content 2">
    <p:spTree>
      <p:nvGrpSpPr>
        <p:cNvPr id="1" name=""/>
        <p:cNvGrpSpPr/>
        <p:nvPr/>
      </p:nvGrpSpPr>
      <p:grpSpPr>
        <a:xfrm>
          <a:off x="0" y="0"/>
          <a:ext cx="0" cy="0"/>
          <a:chOff x="0" y="0"/>
          <a:chExt cx="0" cy="0"/>
        </a:xfrm>
      </p:grpSpPr>
      <p:sp>
        <p:nvSpPr>
          <p:cNvPr id="6" name="Comment top 1">
            <a:extLst>
              <a:ext uri="{FF2B5EF4-FFF2-40B4-BE49-F238E27FC236}">
                <a16:creationId xmlns:a16="http://schemas.microsoft.com/office/drawing/2014/main" id="{C5FDF62F-462E-9E1E-2FF0-C559F44D5865}"/>
              </a:ext>
            </a:extLst>
          </p:cNvPr>
          <p:cNvSpPr>
            <a:spLocks noGrp="1"/>
          </p:cNvSpPr>
          <p:nvPr>
            <p:ph sz="quarter" idx="23"/>
          </p:nvPr>
        </p:nvSpPr>
        <p:spPr>
          <a:xfrm>
            <a:off x="640080" y="1097280"/>
            <a:ext cx="10872788" cy="694944"/>
          </a:xfrm>
          <a:noFill/>
        </p:spPr>
        <p:txBody>
          <a:bodyPr vert="horz" wrap="square" lIns="73152" tIns="0" rIns="91439" bIns="0" rtlCol="0" anchor="t" anchorCtr="0">
            <a:noAutofit/>
          </a:bodyPr>
          <a:lstStyle>
            <a:lvl1pPr>
              <a:spcBef>
                <a:spcPts val="400"/>
              </a:spcBef>
              <a:spcAft>
                <a:spcPts val="0"/>
              </a:spcAft>
              <a:defRPr lang="en-US" sz="1400" dirty="0">
                <a:solidFill>
                  <a:schemeClr val="tx2"/>
                </a:solidFill>
                <a:latin typeface="Microsoft YaHei Light" panose="020B0502040204020203" pitchFamily="34" charset="-122"/>
                <a:ea typeface="Microsoft YaHei Light" panose="020B0502040204020203" pitchFamily="34" charset="-122"/>
                <a:cs typeface="+mn-ea"/>
              </a:defRPr>
            </a:lvl1pPr>
            <a:lvl2pPr>
              <a:spcBef>
                <a:spcPts val="400"/>
              </a:spcBef>
              <a:spcAft>
                <a:spcPts val="0"/>
              </a:spcAft>
              <a:defRPr lang="en-US" sz="1300" dirty="0">
                <a:solidFill>
                  <a:schemeClr val="tx2"/>
                </a:solidFill>
                <a:latin typeface="Microsoft YaHei Light" panose="020B0502040204020203" pitchFamily="34" charset="-122"/>
                <a:ea typeface="Microsoft YaHei Light" panose="020B0502040204020203" pitchFamily="34" charset="-122"/>
              </a:defRPr>
            </a:lvl2pPr>
            <a:lvl3pPr>
              <a:spcBef>
                <a:spcPts val="400"/>
              </a:spcBef>
              <a:spcAft>
                <a:spcPts val="0"/>
              </a:spcAft>
              <a:defRPr lang="en-US" sz="1200" dirty="0">
                <a:solidFill>
                  <a:schemeClr val="tx2"/>
                </a:solidFill>
                <a:latin typeface="Microsoft YaHei Light" panose="020B0502040204020203" pitchFamily="34" charset="-122"/>
                <a:ea typeface="Microsoft YaHei Light" panose="020B0502040204020203" pitchFamily="34" charset="-122"/>
              </a:defRPr>
            </a:lvl3pPr>
            <a:lvl4pPr>
              <a:defRPr lang="en-US" smtClean="0">
                <a:solidFill>
                  <a:srgbClr val="000000"/>
                </a:solidFill>
              </a:defRPr>
            </a:lvl4pPr>
            <a:lvl5pPr>
              <a:defRPr lang="en-US">
                <a:solidFill>
                  <a:srgbClr val="000000"/>
                </a:solidFill>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p:txBody>
      </p:sp>
      <p:sp>
        <p:nvSpPr>
          <p:cNvPr id="9" name="Note 2">
            <a:extLst>
              <a:ext uri="{FF2B5EF4-FFF2-40B4-BE49-F238E27FC236}">
                <a16:creationId xmlns:a16="http://schemas.microsoft.com/office/drawing/2014/main" id="{FDF05ECA-3909-1D22-9C9F-11C8133C7426}"/>
              </a:ext>
            </a:extLst>
          </p:cNvPr>
          <p:cNvSpPr>
            <a:spLocks noGrp="1"/>
          </p:cNvSpPr>
          <p:nvPr>
            <p:ph type="body" sz="quarter" idx="20"/>
          </p:nvPr>
        </p:nvSpPr>
        <p:spPr>
          <a:xfrm>
            <a:off x="6124997" y="6184604"/>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icrosoft YaHei Light" panose="020B0502040204020203" pitchFamily="34" charset="-122"/>
                <a:ea typeface="Microsoft YaHei Light" panose="020B0502040204020203" pitchFamily="3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5000" y="6184605"/>
            <a:ext cx="5383509" cy="274320"/>
          </a:xfrm>
          <a:prstGeom prst="rect">
            <a:avLst/>
          </a:prstGeom>
        </p:spPr>
        <p:txBody>
          <a:bodyPr>
            <a:noAutofit/>
          </a:bodyPr>
          <a:lstStyle>
            <a:lvl1pPr>
              <a:lnSpc>
                <a:spcPts val="800"/>
              </a:lnSpc>
              <a:buNone/>
              <a:defRPr lang="en-US" sz="900" i="1" kern="1200" dirty="0">
                <a:solidFill>
                  <a:schemeClr val="tx1">
                    <a:lumMod val="50000"/>
                  </a:schemeClr>
                </a:solidFill>
                <a:latin typeface="Microsoft YaHei Light" panose="020B0502040204020203" pitchFamily="34" charset="-122"/>
                <a:ea typeface="Microsoft YaHei Light" panose="020B0502040204020203" pitchFamily="3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5" name="Content 2">
            <a:extLst>
              <a:ext uri="{FF2B5EF4-FFF2-40B4-BE49-F238E27FC236}">
                <a16:creationId xmlns:a16="http://schemas.microsoft.com/office/drawing/2014/main" id="{995EADF6-FBEB-F510-F2F7-77A6CB266ABD}"/>
              </a:ext>
            </a:extLst>
          </p:cNvPr>
          <p:cNvSpPr>
            <a:spLocks noGrp="1"/>
          </p:cNvSpPr>
          <p:nvPr>
            <p:ph idx="21"/>
          </p:nvPr>
        </p:nvSpPr>
        <p:spPr>
          <a:xfrm>
            <a:off x="6124998" y="2611224"/>
            <a:ext cx="2670048" cy="3524399"/>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Microsoft YaHei Light" panose="020B0502040204020203" pitchFamily="34" charset="-122"/>
                <a:ea typeface="Microsoft YaHei Light" panose="020B0502040204020203" pitchFamily="34" charset="-122"/>
              </a:defRPr>
            </a:lvl1pPr>
            <a:lvl2pPr marL="574675" indent="-179388">
              <a:buFont typeface="Courier New" panose="02070309020205020404" pitchFamily="49" charset="0"/>
              <a:buChar char="o"/>
              <a:defRPr lang="en-US" sz="1300" dirty="0">
                <a:solidFill>
                  <a:schemeClr val="bg2">
                    <a:lumMod val="50000"/>
                  </a:schemeClr>
                </a:solidFill>
                <a:latin typeface="Microsoft YaHei Light" panose="020B0502040204020203" pitchFamily="34" charset="-122"/>
                <a:ea typeface="Microsoft YaHei Light" panose="020B0502040204020203"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Microsoft YaHei Light" panose="020B0502040204020203" pitchFamily="34" charset="-122"/>
                <a:ea typeface="Microsoft YaHei Light" panose="020B0502040204020203" pitchFamily="34" charset="-122"/>
              </a:defRPr>
            </a:lvl3pPr>
            <a:lvl4pPr marL="1084263" indent="-169863">
              <a:buFont typeface="Wingdings" panose="05000000000000000000" pitchFamily="2" charset="2"/>
              <a:buChar char="§"/>
              <a:defRPr lang="en-US" sz="1100" dirty="0">
                <a:solidFill>
                  <a:schemeClr val="bg2">
                    <a:lumMod val="50000"/>
                  </a:schemeClr>
                </a:solidFill>
                <a:latin typeface="Microsoft YaHei Light" panose="020B0502040204020203" pitchFamily="34" charset="-122"/>
                <a:ea typeface="Microsoft YaHei Light" panose="020B0502040204020203" pitchFamily="34" charset="-122"/>
              </a:defRPr>
            </a:lvl4pPr>
            <a:lvl5pPr marL="1309688" indent="-168275">
              <a:defRPr lang="en-US" sz="1100" dirty="0">
                <a:solidFill>
                  <a:schemeClr val="bg2">
                    <a:lumMod val="50000"/>
                  </a:schemeClr>
                </a:solidFill>
                <a:latin typeface="Microsoft YaHei Light" panose="020B0502040204020203" pitchFamily="34" charset="-122"/>
                <a:ea typeface="Microsoft YaHei Light" panose="020B0502040204020203"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8" name="Content title 2">
            <a:extLst>
              <a:ext uri="{FF2B5EF4-FFF2-40B4-BE49-F238E27FC236}">
                <a16:creationId xmlns:a16="http://schemas.microsoft.com/office/drawing/2014/main" id="{CDAA384F-CE84-F69E-6C77-E26501E0D0FD}"/>
              </a:ext>
            </a:extLst>
          </p:cNvPr>
          <p:cNvSpPr>
            <a:spLocks noGrp="1"/>
          </p:cNvSpPr>
          <p:nvPr>
            <p:ph type="body" sz="quarter" idx="19"/>
          </p:nvPr>
        </p:nvSpPr>
        <p:spPr>
          <a:xfrm>
            <a:off x="6124998" y="1828800"/>
            <a:ext cx="5383508"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panose="020B0503020204020204" pitchFamily="34" charset="-122"/>
                <a:ea typeface="Microsoft YaHe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1" y="2212848"/>
            <a:ext cx="5383509" cy="3922776"/>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Microsoft YaHei Light" panose="020B0502040204020203" pitchFamily="34" charset="-122"/>
                <a:ea typeface="Microsoft YaHei Light" panose="020B0502040204020203" pitchFamily="34" charset="-122"/>
              </a:defRPr>
            </a:lvl1pPr>
            <a:lvl2pPr marL="574675" indent="-179388">
              <a:buFont typeface="Courier New" panose="02070309020205020404" pitchFamily="49" charset="0"/>
              <a:buChar char="o"/>
              <a:defRPr lang="en-US" sz="1300" dirty="0">
                <a:solidFill>
                  <a:schemeClr val="bg2">
                    <a:lumMod val="50000"/>
                  </a:schemeClr>
                </a:solidFill>
                <a:latin typeface="Microsoft YaHei Light" panose="020B0502040204020203" pitchFamily="34" charset="-122"/>
                <a:ea typeface="Microsoft YaHei Light" panose="020B0502040204020203" pitchFamily="34" charset="-122"/>
              </a:defRPr>
            </a:lvl2pPr>
            <a:lvl3pPr marL="857250" indent="-169863">
              <a:buFont typeface="Calibri Light" panose="020F0302020204030204" pitchFamily="34" charset="0"/>
              <a:buChar char="-"/>
              <a:defRPr lang="en-US" sz="1200" dirty="0">
                <a:solidFill>
                  <a:schemeClr val="bg2">
                    <a:lumMod val="50000"/>
                  </a:schemeClr>
                </a:solidFill>
                <a:latin typeface="Microsoft YaHei Light" panose="020B0502040204020203" pitchFamily="34" charset="-122"/>
                <a:ea typeface="Microsoft YaHei Light" panose="020B0502040204020203" pitchFamily="34" charset="-122"/>
              </a:defRPr>
            </a:lvl3pPr>
            <a:lvl4pPr marL="1084263" indent="-169863">
              <a:buFont typeface="Wingdings" panose="05000000000000000000" pitchFamily="2" charset="2"/>
              <a:buChar char="§"/>
              <a:defRPr lang="en-US" sz="1100" dirty="0">
                <a:solidFill>
                  <a:schemeClr val="bg2">
                    <a:lumMod val="50000"/>
                  </a:schemeClr>
                </a:solidFill>
                <a:latin typeface="Microsoft YaHei Light" panose="020B0502040204020203" pitchFamily="34" charset="-122"/>
                <a:ea typeface="Microsoft YaHei Light" panose="020B0502040204020203" pitchFamily="34" charset="-122"/>
              </a:defRPr>
            </a:lvl4pPr>
            <a:lvl5pPr marL="1309688" indent="-168275">
              <a:defRPr lang="en-US" sz="1100" dirty="0">
                <a:solidFill>
                  <a:schemeClr val="bg2">
                    <a:lumMod val="50000"/>
                  </a:schemeClr>
                </a:solidFill>
                <a:latin typeface="Microsoft YaHei Light" panose="020B0502040204020203" pitchFamily="34" charset="-122"/>
                <a:ea typeface="Microsoft YaHei Light" panose="020B0502040204020203"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828800"/>
            <a:ext cx="5384800"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icrosoft YaHei" panose="020B0503020204020204" pitchFamily="34" charset="-122"/>
                <a:ea typeface="Microsoft YaHei" panose="020B0503020204020204" pitchFamily="34" charset="-122"/>
              </a:defRPr>
            </a:lvl1pPr>
            <a:lvl2pPr>
              <a:buNone/>
              <a:defRPr/>
            </a:lvl2pPr>
            <a:lvl3pPr marL="0" indent="0" algn="ctr">
              <a:buNone/>
              <a:defRPr b="1"/>
            </a:lvl3pPr>
          </a:lstStyle>
          <a:p>
            <a:pPr lvl="0"/>
            <a:r>
              <a:rPr lang="zh-CN" altLang="en-US"/>
              <a:t>单击此处编辑母版文本样式</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lvl1pPr>
              <a:defRPr>
                <a:latin typeface="Microsoft YaHei" panose="020B0503020204020204" pitchFamily="34" charset="-122"/>
                <a:ea typeface="Microsoft YaHei" panose="020B0503020204020204" pitchFamily="34" charset="-122"/>
              </a:defRPr>
            </a:lvl1p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lvl1pPr>
              <a:defRPr>
                <a:latin typeface="Microsoft YaHei" panose="020B0503020204020204" pitchFamily="34" charset="-122"/>
                <a:ea typeface="Microsoft YaHei" panose="020B0503020204020204" pitchFamily="34" charset="-122"/>
              </a:defRPr>
            </a:lvl1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
        <p:nvSpPr>
          <p:cNvPr id="11" name="Content Placeholder 10">
            <a:extLst>
              <a:ext uri="{FF2B5EF4-FFF2-40B4-BE49-F238E27FC236}">
                <a16:creationId xmlns:a16="http://schemas.microsoft.com/office/drawing/2014/main" id="{B6559E13-39FD-A21B-1C58-C2A3F9D6990C}"/>
              </a:ext>
            </a:extLst>
          </p:cNvPr>
          <p:cNvSpPr>
            <a:spLocks noGrp="1"/>
          </p:cNvSpPr>
          <p:nvPr>
            <p:ph sz="quarter" idx="24"/>
          </p:nvPr>
        </p:nvSpPr>
        <p:spPr>
          <a:xfrm>
            <a:off x="8837409" y="2611224"/>
            <a:ext cx="2670048" cy="3524399"/>
          </a:xfrm>
          <a:noFill/>
        </p:spPr>
        <p:txBody>
          <a:bodyPr vert="horz" wrap="square" lIns="73152" tIns="0" rIns="91439" bIns="0" rtlCol="0" anchor="t" anchorCtr="0">
            <a:noAutofit/>
          </a:bodyPr>
          <a:lstStyle>
            <a:lvl1pPr>
              <a:defRPr lang="en-US" sz="1400" dirty="0">
                <a:solidFill>
                  <a:schemeClr val="bg2">
                    <a:lumMod val="50000"/>
                  </a:schemeClr>
                </a:solidFill>
                <a:latin typeface="Microsoft YaHei Light" panose="020B0502040204020203" pitchFamily="34" charset="-122"/>
                <a:ea typeface="Microsoft YaHei Light" panose="020B0502040204020203" pitchFamily="34" charset="-122"/>
              </a:defRPr>
            </a:lvl1pPr>
            <a:lvl2pPr>
              <a:defRPr lang="en-US" sz="1300" dirty="0">
                <a:solidFill>
                  <a:schemeClr val="bg2">
                    <a:lumMod val="50000"/>
                  </a:schemeClr>
                </a:solidFill>
                <a:latin typeface="Microsoft YaHei Light" panose="020B0502040204020203" pitchFamily="34" charset="-122"/>
                <a:ea typeface="Microsoft YaHei Light" panose="020B0502040204020203" pitchFamily="34" charset="-122"/>
              </a:defRPr>
            </a:lvl2pPr>
            <a:lvl3pPr>
              <a:defRPr lang="en-US" sz="1200" dirty="0">
                <a:solidFill>
                  <a:schemeClr val="bg2">
                    <a:lumMod val="50000"/>
                  </a:schemeClr>
                </a:solidFill>
                <a:latin typeface="Microsoft YaHei Light" panose="020B0502040204020203" pitchFamily="34" charset="-122"/>
                <a:ea typeface="Microsoft YaHei Light" panose="020B0502040204020203" pitchFamily="34" charset="-122"/>
              </a:defRPr>
            </a:lvl3pPr>
            <a:lvl4pPr>
              <a:defRPr lang="en-US" sz="1100" dirty="0">
                <a:solidFill>
                  <a:schemeClr val="bg2">
                    <a:lumMod val="50000"/>
                  </a:schemeClr>
                </a:solidFill>
                <a:latin typeface="Microsoft YaHei Light" panose="020B0502040204020203" pitchFamily="34" charset="-122"/>
                <a:ea typeface="Microsoft YaHei Light" panose="020B0502040204020203" pitchFamily="34" charset="-122"/>
              </a:defRPr>
            </a:lvl4pPr>
            <a:lvl5pPr>
              <a:defRPr lang="en-US" sz="1100" dirty="0">
                <a:solidFill>
                  <a:schemeClr val="bg2">
                    <a:lumMod val="50000"/>
                  </a:schemeClr>
                </a:solidFill>
                <a:latin typeface="Microsoft YaHei Light" panose="020B0502040204020203" pitchFamily="34" charset="-122"/>
                <a:ea typeface="Microsoft YaHei Light" panose="020B0502040204020203" pitchFamily="34" charset="-122"/>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4" name="Text Placeholder 13">
            <a:extLst>
              <a:ext uri="{FF2B5EF4-FFF2-40B4-BE49-F238E27FC236}">
                <a16:creationId xmlns:a16="http://schemas.microsoft.com/office/drawing/2014/main" id="{67098B4E-07F5-7510-0018-F13A72FABA9B}"/>
              </a:ext>
            </a:extLst>
          </p:cNvPr>
          <p:cNvSpPr>
            <a:spLocks noGrp="1"/>
          </p:cNvSpPr>
          <p:nvPr>
            <p:ph type="body" sz="quarter" idx="25"/>
          </p:nvPr>
        </p:nvSpPr>
        <p:spPr>
          <a:xfrm>
            <a:off x="6134136" y="2212975"/>
            <a:ext cx="2670175" cy="356616"/>
          </a:xfrm>
          <a:solidFill>
            <a:schemeClr val="bg1"/>
          </a:solidFill>
          <a:ln>
            <a:noFill/>
          </a:ln>
        </p:spPr>
        <p:style>
          <a:lnRef idx="0">
            <a:scrgbClr r="0" g="0" b="0"/>
          </a:lnRef>
          <a:fillRef idx="0">
            <a:scrgbClr r="0" g="0" b="0"/>
          </a:fillRef>
          <a:effectRef idx="0">
            <a:scrgbClr r="0" g="0" b="0"/>
          </a:effectRef>
          <a:fontRef idx="minor">
            <a:schemeClr val="lt1"/>
          </a:fontRef>
        </p:style>
        <p:txBody>
          <a:bodyPr vert="horz" wrap="square" lIns="0" tIns="0" rIns="91439" bIns="0" rtlCol="0" anchor="ctr" anchorCtr="0">
            <a:noAutofit/>
          </a:bodyPr>
          <a:lstStyle>
            <a:lvl1pPr algn="ctr">
              <a:defRPr lang="en-US" sz="1100" b="1" dirty="0" smtClean="0">
                <a:solidFill>
                  <a:srgbClr val="2660AD"/>
                </a:solidFill>
                <a:latin typeface="Microsoft YaHei UI" panose="020B0503020204020204" pitchFamily="34" charset="-122"/>
                <a:ea typeface="Microsoft YaHei UI" panose="020B0503020204020204" pitchFamily="34" charset="-122"/>
              </a:defRPr>
            </a:lvl1pPr>
            <a:lvl2pPr>
              <a:defRPr lang="en-US" dirty="0" smtClean="0"/>
            </a:lvl2pPr>
            <a:lvl3pPr>
              <a:defRPr lang="en-US" b="1" dirty="0" smtClean="0"/>
            </a:lvl3pPr>
            <a:lvl4pPr>
              <a:defRPr lang="en-US" dirty="0" smtClean="0"/>
            </a:lvl4pPr>
            <a:lvl5pPr>
              <a:defRPr lang="en-US" dirty="0"/>
            </a:lvl5pPr>
          </a:lstStyle>
          <a:p>
            <a:pPr marL="0" lvl="0" indent="0" algn="ctr">
              <a:buNone/>
            </a:pPr>
            <a:r>
              <a:rPr lang="zh-CN" altLang="en-US"/>
              <a:t>单击此处编辑母版文本样式</a:t>
            </a:r>
          </a:p>
        </p:txBody>
      </p:sp>
      <p:sp>
        <p:nvSpPr>
          <p:cNvPr id="16" name="Text Placeholder 15">
            <a:extLst>
              <a:ext uri="{FF2B5EF4-FFF2-40B4-BE49-F238E27FC236}">
                <a16:creationId xmlns:a16="http://schemas.microsoft.com/office/drawing/2014/main" id="{0C8EF239-99D6-D78F-A977-4E5B08BB520A}"/>
              </a:ext>
            </a:extLst>
          </p:cNvPr>
          <p:cNvSpPr>
            <a:spLocks noGrp="1"/>
          </p:cNvSpPr>
          <p:nvPr>
            <p:ph type="body" sz="quarter" idx="26"/>
          </p:nvPr>
        </p:nvSpPr>
        <p:spPr>
          <a:xfrm>
            <a:off x="8837613" y="2212975"/>
            <a:ext cx="2670175" cy="356616"/>
          </a:xfrm>
          <a:solidFill>
            <a:schemeClr val="bg1"/>
          </a:solidFill>
          <a:ln>
            <a:noFill/>
          </a:ln>
        </p:spPr>
        <p:style>
          <a:lnRef idx="0">
            <a:scrgbClr r="0" g="0" b="0"/>
          </a:lnRef>
          <a:fillRef idx="0">
            <a:scrgbClr r="0" g="0" b="0"/>
          </a:fillRef>
          <a:effectRef idx="0">
            <a:scrgbClr r="0" g="0" b="0"/>
          </a:effectRef>
          <a:fontRef idx="minor">
            <a:schemeClr val="lt1"/>
          </a:fontRef>
        </p:style>
        <p:txBody>
          <a:bodyPr vert="horz" wrap="square" lIns="0" tIns="0" rIns="91439" bIns="0" rtlCol="0" anchor="ctr" anchorCtr="0">
            <a:noAutofit/>
          </a:bodyPr>
          <a:lstStyle>
            <a:lvl1pPr>
              <a:defRPr lang="en-US" sz="1100" b="1" dirty="0" smtClean="0">
                <a:solidFill>
                  <a:srgbClr val="2660AD"/>
                </a:solidFill>
                <a:latin typeface="Microsoft YaHei" panose="020B0503020204020204" pitchFamily="34" charset="-122"/>
                <a:ea typeface="Microsoft YaHei" panose="020B0503020204020204" pitchFamily="34" charset="-122"/>
              </a:defRPr>
            </a:lvl1pPr>
          </a:lstStyle>
          <a:p>
            <a:pPr marL="0" lvl="0" indent="0" algn="ctr">
              <a:buNone/>
            </a:pPr>
            <a:r>
              <a:rPr lang="zh-CN" altLang="en-US"/>
              <a:t>单击此处编辑母版文本样式</a:t>
            </a:r>
          </a:p>
        </p:txBody>
      </p:sp>
    </p:spTree>
    <p:extLst>
      <p:ext uri="{BB962C8B-B14F-4D97-AF65-F5344CB8AC3E}">
        <p14:creationId xmlns:p14="http://schemas.microsoft.com/office/powerpoint/2010/main" val="204340002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Three Content 1">
    <p:spTree>
      <p:nvGrpSpPr>
        <p:cNvPr id="1" name=""/>
        <p:cNvGrpSpPr/>
        <p:nvPr/>
      </p:nvGrpSpPr>
      <p:grpSpPr>
        <a:xfrm>
          <a:off x="0" y="0"/>
          <a:ext cx="0" cy="0"/>
          <a:chOff x="0" y="0"/>
          <a:chExt cx="0" cy="0"/>
        </a:xfrm>
      </p:grpSpPr>
      <p:sp>
        <p:nvSpPr>
          <p:cNvPr id="12" name="Note right 1">
            <a:extLst>
              <a:ext uri="{FF2B5EF4-FFF2-40B4-BE49-F238E27FC236}">
                <a16:creationId xmlns:a16="http://schemas.microsoft.com/office/drawing/2014/main" id="{603678FC-E6A4-85CB-D5D2-2FF3FDBD5C09}"/>
              </a:ext>
            </a:extLst>
          </p:cNvPr>
          <p:cNvSpPr>
            <a:spLocks noGrp="1"/>
          </p:cNvSpPr>
          <p:nvPr>
            <p:ph sz="quarter" idx="24"/>
          </p:nvPr>
        </p:nvSpPr>
        <p:spPr>
          <a:xfrm>
            <a:off x="7953375" y="2212974"/>
            <a:ext cx="3554413" cy="3922776"/>
          </a:xfrm>
          <a:noFill/>
        </p:spPr>
        <p:txBody>
          <a:bodyPr vert="horz" wrap="square" lIns="73152" tIns="0" rIns="91439" bIns="0" rtlCol="0" anchor="t" anchorCtr="0">
            <a:noAutofit/>
          </a:bodyPr>
          <a:lstStyle>
            <a:lvl1pPr>
              <a:defRPr lang="en-US" sz="1400" dirty="0">
                <a:solidFill>
                  <a:schemeClr val="bg2">
                    <a:lumMod val="50000"/>
                  </a:schemeClr>
                </a:solidFill>
                <a:latin typeface="+mn-ea"/>
                <a:ea typeface="+mn-ea"/>
              </a:defRPr>
            </a:lvl1pPr>
            <a:lvl2pPr>
              <a:defRPr lang="en-US" sz="1300" dirty="0">
                <a:solidFill>
                  <a:schemeClr val="bg2">
                    <a:lumMod val="50000"/>
                  </a:schemeClr>
                </a:solidFill>
                <a:latin typeface="+mn-ea"/>
                <a:ea typeface="+mn-ea"/>
              </a:defRPr>
            </a:lvl2pPr>
            <a:lvl3pPr>
              <a:defRPr lang="en-US" sz="1200" dirty="0">
                <a:solidFill>
                  <a:schemeClr val="bg2">
                    <a:lumMod val="50000"/>
                  </a:schemeClr>
                </a:solidFill>
                <a:latin typeface="+mn-ea"/>
                <a:ea typeface="+mn-ea"/>
              </a:defRPr>
            </a:lvl3pPr>
            <a:lvl4pPr>
              <a:defRPr lang="en-US" sz="1100" dirty="0">
                <a:solidFill>
                  <a:schemeClr val="bg2">
                    <a:lumMod val="50000"/>
                  </a:schemeClr>
                </a:solidFill>
                <a:latin typeface="+mn-ea"/>
                <a:ea typeface="+mn-ea"/>
              </a:defRPr>
            </a:lvl4pPr>
            <a:lvl5pPr>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9" name="Content right title 1">
            <a:extLst>
              <a:ext uri="{FF2B5EF4-FFF2-40B4-BE49-F238E27FC236}">
                <a16:creationId xmlns:a16="http://schemas.microsoft.com/office/drawing/2014/main" id="{9CD02332-741C-7E1E-4E05-4258BC8CE42A}"/>
              </a:ext>
            </a:extLst>
          </p:cNvPr>
          <p:cNvSpPr>
            <a:spLocks noGrp="1"/>
          </p:cNvSpPr>
          <p:nvPr>
            <p:ph type="body" sz="quarter" idx="25"/>
          </p:nvPr>
        </p:nvSpPr>
        <p:spPr>
          <a:xfrm>
            <a:off x="7953375" y="1828799"/>
            <a:ext cx="3554413" cy="356616"/>
          </a:xfrm>
          <a:solidFill>
            <a:schemeClr val="bg1"/>
          </a:solidFill>
          <a:ln>
            <a:noFill/>
          </a:ln>
        </p:spPr>
        <p:style>
          <a:lnRef idx="0">
            <a:scrgbClr r="0" g="0" b="0"/>
          </a:lnRef>
          <a:fillRef idx="0">
            <a:scrgbClr r="0" g="0" b="0"/>
          </a:fillRef>
          <a:effectRef idx="0">
            <a:scrgbClr r="0" g="0" b="0"/>
          </a:effectRef>
          <a:fontRef idx="minor">
            <a:schemeClr val="lt1"/>
          </a:fontRef>
        </p:style>
        <p:txBody>
          <a:bodyPr vert="horz" wrap="square" lIns="73152" tIns="0" rIns="91439" bIns="0" rtlCol="0" anchor="ctr" anchorCtr="0">
            <a:noAutofit/>
          </a:bodyPr>
          <a:lstStyle>
            <a:lvl1pPr algn="ctr">
              <a:buNone/>
              <a:defRPr lang="en-US" b="1" dirty="0">
                <a:solidFill>
                  <a:srgbClr val="2660AD"/>
                </a:solidFill>
                <a:latin typeface="+mj-ea"/>
                <a:ea typeface="+mj-ea"/>
              </a:defRPr>
            </a:lvl1pPr>
          </a:lstStyle>
          <a:p>
            <a:pPr marL="0" lvl="0" indent="0" algn="ctr">
              <a:buNone/>
            </a:pPr>
            <a:r>
              <a:rPr lang="zh-CN" altLang="en-US"/>
              <a:t>单击此处编辑母版文本样式</a:t>
            </a:r>
          </a:p>
        </p:txBody>
      </p:sp>
      <p:sp>
        <p:nvSpPr>
          <p:cNvPr id="21" name="Content right 1">
            <a:extLst>
              <a:ext uri="{FF2B5EF4-FFF2-40B4-BE49-F238E27FC236}">
                <a16:creationId xmlns:a16="http://schemas.microsoft.com/office/drawing/2014/main" id="{5B77532D-40C4-F6D4-0CC0-F11FC7463DF0}"/>
              </a:ext>
            </a:extLst>
          </p:cNvPr>
          <p:cNvSpPr>
            <a:spLocks noGrp="1"/>
          </p:cNvSpPr>
          <p:nvPr>
            <p:ph type="body" sz="quarter" idx="26"/>
          </p:nvPr>
        </p:nvSpPr>
        <p:spPr>
          <a:xfrm>
            <a:off x="7953375" y="6181344"/>
            <a:ext cx="3554413" cy="274320"/>
          </a:xfrm>
          <a:noFill/>
        </p:spPr>
        <p:txBody>
          <a:bodyPr vert="horz" wrap="square" lIns="73152" tIns="0" rIns="91439" bIns="0" rtlCol="0" anchor="t" anchorCtr="0">
            <a:noAutofit/>
          </a:bodyPr>
          <a:lstStyle>
            <a:lvl1pPr>
              <a:buNone/>
              <a:defRPr lang="en-US" sz="900" i="1" dirty="0">
                <a:solidFill>
                  <a:schemeClr val="tx1">
                    <a:lumMod val="50000"/>
                  </a:schemeClr>
                </a:solidFill>
                <a:latin typeface="+mn-ea"/>
                <a:ea typeface="+mn-ea"/>
                <a:cs typeface="+mn-ea"/>
              </a:defRPr>
            </a:lvl1pPr>
          </a:lstStyle>
          <a:p>
            <a:pPr marL="0" marR="0" lvl="0" indent="0" defTabSz="914400" fontAlgn="auto" latinLnBrk="0">
              <a:lnSpc>
                <a:spcPct val="100000"/>
              </a:lnSpc>
              <a:spcBef>
                <a:spcPts val="0"/>
              </a:spcBef>
              <a:spcAft>
                <a:spcPts val="0"/>
              </a:spcAft>
              <a:buClrTx/>
              <a:buSzTx/>
              <a:buFontTx/>
              <a:buNone/>
              <a:tabLst/>
            </a:pPr>
            <a:r>
              <a:rPr lang="zh-CN" altLang="en-US"/>
              <a:t>单击此处编辑母版文本样式</a:t>
            </a:r>
          </a:p>
        </p:txBody>
      </p:sp>
      <p:sp>
        <p:nvSpPr>
          <p:cNvPr id="6" name="Comment top 1">
            <a:extLst>
              <a:ext uri="{FF2B5EF4-FFF2-40B4-BE49-F238E27FC236}">
                <a16:creationId xmlns:a16="http://schemas.microsoft.com/office/drawing/2014/main" id="{C5FDF62F-462E-9E1E-2FF0-C559F44D5865}"/>
              </a:ext>
            </a:extLst>
          </p:cNvPr>
          <p:cNvSpPr>
            <a:spLocks noGrp="1"/>
          </p:cNvSpPr>
          <p:nvPr>
            <p:ph sz="quarter" idx="23"/>
          </p:nvPr>
        </p:nvSpPr>
        <p:spPr>
          <a:xfrm>
            <a:off x="640080" y="1097280"/>
            <a:ext cx="10872788" cy="694944"/>
          </a:xfrm>
          <a:noFill/>
        </p:spPr>
        <p:txBody>
          <a:bodyPr vert="horz" wrap="square" lIns="73152" tIns="0" rIns="91439" bIns="0" rtlCol="0" anchor="t" anchorCtr="0">
            <a:noAutofit/>
          </a:bodyPr>
          <a:lstStyle>
            <a:lvl1pPr>
              <a:spcAft>
                <a:spcPts val="0"/>
              </a:spcAft>
              <a:buNone/>
              <a:defRPr lang="en-US" sz="1400" dirty="0">
                <a:solidFill>
                  <a:schemeClr val="tx2"/>
                </a:solidFill>
                <a:latin typeface="+mn-ea"/>
                <a:ea typeface="+mn-ea"/>
                <a:cs typeface="+mn-ea"/>
              </a:defRPr>
            </a:lvl1pPr>
            <a:lvl2pPr>
              <a:spcAft>
                <a:spcPts val="0"/>
              </a:spcAft>
              <a:defRPr lang="en-US" sz="1300" dirty="0">
                <a:solidFill>
                  <a:schemeClr val="tx2"/>
                </a:solidFill>
                <a:latin typeface="+mn-ea"/>
                <a:ea typeface="+mn-ea"/>
              </a:defRPr>
            </a:lvl2pPr>
            <a:lvl3pPr>
              <a:spcAft>
                <a:spcPts val="0"/>
              </a:spcAft>
              <a:defRPr lang="en-US" sz="1200" dirty="0">
                <a:solidFill>
                  <a:schemeClr val="tx2"/>
                </a:solidFill>
                <a:latin typeface="+mn-ea"/>
                <a:ea typeface="+mn-ea"/>
              </a:defRPr>
            </a:lvl3pPr>
            <a:lvl4pPr>
              <a:defRPr lang="en-US" smtClean="0">
                <a:solidFill>
                  <a:srgbClr val="000000"/>
                </a:solidFill>
              </a:defRPr>
            </a:lvl4pPr>
            <a:lvl5pPr>
              <a:defRPr lang="en-US">
                <a:solidFill>
                  <a:srgbClr val="000000"/>
                </a:solidFill>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p:txBody>
      </p:sp>
      <p:sp>
        <p:nvSpPr>
          <p:cNvPr id="9" name="Note 2">
            <a:extLst>
              <a:ext uri="{FF2B5EF4-FFF2-40B4-BE49-F238E27FC236}">
                <a16:creationId xmlns:a16="http://schemas.microsoft.com/office/drawing/2014/main" id="{FDF05ECA-3909-1D22-9C9F-11C8133C7426}"/>
              </a:ext>
            </a:extLst>
          </p:cNvPr>
          <p:cNvSpPr>
            <a:spLocks noGrp="1"/>
          </p:cNvSpPr>
          <p:nvPr>
            <p:ph type="body" sz="quarter" idx="20"/>
          </p:nvPr>
        </p:nvSpPr>
        <p:spPr>
          <a:xfrm>
            <a:off x="4288536" y="6184604"/>
            <a:ext cx="3557016"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8" name="Note 1">
            <a:extLst>
              <a:ext uri="{FF2B5EF4-FFF2-40B4-BE49-F238E27FC236}">
                <a16:creationId xmlns:a16="http://schemas.microsoft.com/office/drawing/2014/main" id="{8034F6A9-E2E6-877E-F152-0DEF6295F5C8}"/>
              </a:ext>
            </a:extLst>
          </p:cNvPr>
          <p:cNvSpPr>
            <a:spLocks noGrp="1"/>
          </p:cNvSpPr>
          <p:nvPr>
            <p:ph type="body" sz="quarter" idx="10"/>
          </p:nvPr>
        </p:nvSpPr>
        <p:spPr>
          <a:xfrm>
            <a:off x="635000" y="6184605"/>
            <a:ext cx="3557016" cy="274320"/>
          </a:xfrm>
          <a:prstGeom prst="rect">
            <a:avLst/>
          </a:prstGeom>
        </p:spPr>
        <p:txBody>
          <a:bodyPr>
            <a:noAutofit/>
          </a:bodyPr>
          <a:lstStyle>
            <a:lvl1pPr>
              <a:lnSpc>
                <a:spcPts val="800"/>
              </a:lnSpc>
              <a:buNone/>
              <a:defRPr lang="en-US" sz="900" i="1" kern="1200" dirty="0">
                <a:solidFill>
                  <a:schemeClr val="tx1">
                    <a:lumMod val="50000"/>
                  </a:schemeClr>
                </a:solidFill>
                <a:latin typeface="+mn-ea"/>
                <a:ea typeface="+mn-ea"/>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单击此处编辑母版文本样式</a:t>
            </a:r>
          </a:p>
        </p:txBody>
      </p:sp>
      <p:sp>
        <p:nvSpPr>
          <p:cNvPr id="5" name="Content 2">
            <a:extLst>
              <a:ext uri="{FF2B5EF4-FFF2-40B4-BE49-F238E27FC236}">
                <a16:creationId xmlns:a16="http://schemas.microsoft.com/office/drawing/2014/main" id="{995EADF6-FBEB-F510-F2F7-77A6CB266ABD}"/>
              </a:ext>
            </a:extLst>
          </p:cNvPr>
          <p:cNvSpPr>
            <a:spLocks noGrp="1"/>
          </p:cNvSpPr>
          <p:nvPr>
            <p:ph idx="21"/>
          </p:nvPr>
        </p:nvSpPr>
        <p:spPr>
          <a:xfrm>
            <a:off x="4288536" y="2212848"/>
            <a:ext cx="3557016" cy="3922776"/>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mn-ea"/>
                <a:ea typeface="+mn-ea"/>
              </a:defRPr>
            </a:lvl1pPr>
            <a:lvl2pPr marL="574675" indent="-179388">
              <a:buFont typeface="Courier New" panose="02070309020205020404" pitchFamily="49" charset="0"/>
              <a:buChar char="o"/>
              <a:defRPr lang="en-US" sz="1300" dirty="0">
                <a:solidFill>
                  <a:schemeClr val="bg2">
                    <a:lumMod val="50000"/>
                  </a:schemeClr>
                </a:solidFill>
                <a:latin typeface="+mn-ea"/>
                <a:ea typeface="+mn-ea"/>
              </a:defRPr>
            </a:lvl2pPr>
            <a:lvl3pPr marL="857250" indent="-169863">
              <a:buFont typeface="Calibri Light" panose="020F0302020204030204" pitchFamily="34" charset="0"/>
              <a:buChar char="-"/>
              <a:defRPr lang="en-US" sz="1200" dirty="0">
                <a:solidFill>
                  <a:schemeClr val="bg2">
                    <a:lumMod val="50000"/>
                  </a:schemeClr>
                </a:solidFill>
                <a:latin typeface="+mn-ea"/>
                <a:ea typeface="+mn-ea"/>
              </a:defRPr>
            </a:lvl3pPr>
            <a:lvl4pPr marL="1084263" indent="-169863">
              <a:buFont typeface="Wingdings" panose="05000000000000000000" pitchFamily="2" charset="2"/>
              <a:buChar char="§"/>
              <a:defRPr lang="en-US" sz="1100" dirty="0">
                <a:solidFill>
                  <a:schemeClr val="bg2">
                    <a:lumMod val="50000"/>
                  </a:schemeClr>
                </a:solidFill>
                <a:latin typeface="+mn-ea"/>
                <a:ea typeface="+mn-ea"/>
              </a:defRPr>
            </a:lvl4pPr>
            <a:lvl5pPr marL="1309688" indent="-168275">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8" name="Content title 2">
            <a:extLst>
              <a:ext uri="{FF2B5EF4-FFF2-40B4-BE49-F238E27FC236}">
                <a16:creationId xmlns:a16="http://schemas.microsoft.com/office/drawing/2014/main" id="{CDAA384F-CE84-F69E-6C77-E26501E0D0FD}"/>
              </a:ext>
            </a:extLst>
          </p:cNvPr>
          <p:cNvSpPr>
            <a:spLocks noGrp="1"/>
          </p:cNvSpPr>
          <p:nvPr>
            <p:ph type="body" sz="quarter" idx="19"/>
          </p:nvPr>
        </p:nvSpPr>
        <p:spPr>
          <a:xfrm>
            <a:off x="4288536" y="1828800"/>
            <a:ext cx="35570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j-ea"/>
                <a:ea typeface="+mj-ea"/>
              </a:defRPr>
            </a:lvl1pPr>
            <a:lvl2pPr>
              <a:buNone/>
              <a:defRPr/>
            </a:lvl2pPr>
            <a:lvl3pPr marL="0" indent="0" algn="ctr">
              <a:buNone/>
              <a:defRPr b="1"/>
            </a:lvl3pPr>
          </a:lstStyle>
          <a:p>
            <a:pPr lvl="0"/>
            <a:r>
              <a:rPr lang="zh-CN" altLang="en-US"/>
              <a:t>单击此处编辑母版文本样式</a:t>
            </a:r>
          </a:p>
        </p:txBody>
      </p:sp>
      <p:sp>
        <p:nvSpPr>
          <p:cNvPr id="4" name="Content 1">
            <a:extLst>
              <a:ext uri="{FF2B5EF4-FFF2-40B4-BE49-F238E27FC236}">
                <a16:creationId xmlns:a16="http://schemas.microsoft.com/office/drawing/2014/main" id="{743199BC-7482-A29A-2A18-4022D93D687C}"/>
              </a:ext>
            </a:extLst>
          </p:cNvPr>
          <p:cNvSpPr>
            <a:spLocks noGrp="1"/>
          </p:cNvSpPr>
          <p:nvPr>
            <p:ph idx="1"/>
          </p:nvPr>
        </p:nvSpPr>
        <p:spPr>
          <a:xfrm>
            <a:off x="636291" y="2212848"/>
            <a:ext cx="3557016" cy="3922776"/>
          </a:xfrm>
          <a:prstGeom prst="rect">
            <a:avLst/>
          </a:prstGeom>
          <a:noFill/>
        </p:spPr>
        <p:txBody>
          <a:bodyPr vert="horz" wrap="square" lIns="73152" tIns="0" rIns="91439" bIns="0" rtlCol="0" anchor="t" anchorCtr="0">
            <a:noAutofit/>
          </a:bodyPr>
          <a:lstStyle>
            <a:lvl1pPr marL="227013" indent="-169863">
              <a:buFont typeface="Wingdings" panose="05000000000000000000" pitchFamily="2" charset="2"/>
              <a:buChar char="§"/>
              <a:defRPr lang="en-US" sz="1400" dirty="0">
                <a:solidFill>
                  <a:schemeClr val="bg2">
                    <a:lumMod val="50000"/>
                  </a:schemeClr>
                </a:solidFill>
                <a:latin typeface="+mn-ea"/>
                <a:ea typeface="+mn-ea"/>
              </a:defRPr>
            </a:lvl1pPr>
            <a:lvl2pPr marL="574675" indent="-179388">
              <a:buFont typeface="Courier New" panose="02070309020205020404" pitchFamily="49" charset="0"/>
              <a:buChar char="o"/>
              <a:defRPr lang="en-US" sz="1300" dirty="0">
                <a:solidFill>
                  <a:schemeClr val="bg2">
                    <a:lumMod val="50000"/>
                  </a:schemeClr>
                </a:solidFill>
                <a:latin typeface="+mn-ea"/>
                <a:ea typeface="+mn-ea"/>
              </a:defRPr>
            </a:lvl2pPr>
            <a:lvl3pPr marL="857250" indent="-169863">
              <a:buFont typeface="Calibri Light" panose="020F0302020204030204" pitchFamily="34" charset="0"/>
              <a:buChar char="-"/>
              <a:defRPr lang="en-US" sz="1200" dirty="0">
                <a:solidFill>
                  <a:schemeClr val="bg2">
                    <a:lumMod val="50000"/>
                  </a:schemeClr>
                </a:solidFill>
                <a:latin typeface="+mn-ea"/>
                <a:ea typeface="+mn-ea"/>
              </a:defRPr>
            </a:lvl3pPr>
            <a:lvl4pPr marL="1084263" indent="-169863">
              <a:buFont typeface="Wingdings" panose="05000000000000000000" pitchFamily="2" charset="2"/>
              <a:buChar char="§"/>
              <a:defRPr lang="en-US" sz="1100" dirty="0">
                <a:solidFill>
                  <a:schemeClr val="bg2">
                    <a:lumMod val="50000"/>
                  </a:schemeClr>
                </a:solidFill>
                <a:latin typeface="+mn-ea"/>
                <a:ea typeface="+mn-ea"/>
              </a:defRPr>
            </a:lvl4pPr>
            <a:lvl5pPr marL="1309688" indent="-168275">
              <a:defRPr lang="en-US" sz="1100" dirty="0">
                <a:solidFill>
                  <a:schemeClr val="bg2">
                    <a:lumMod val="50000"/>
                  </a:schemeClr>
                </a:solidFill>
                <a:latin typeface="+mn-ea"/>
                <a:ea typeface="+mn-ea"/>
              </a:defRPr>
            </a:lvl5pPr>
          </a:lstStyle>
          <a:p>
            <a:pPr marL="227013" lvl="0" indent="-169863">
              <a:lnSpc>
                <a:spcPct val="100000"/>
              </a:lnSpc>
              <a:spcBef>
                <a:spcPts val="0"/>
              </a:spcBef>
              <a:spcAft>
                <a:spcPts val="300"/>
              </a:spcAft>
              <a:buFont typeface="Wingdings" panose="05000000000000000000" pitchFamily="2" charset="2"/>
              <a:buChar char="§"/>
            </a:pPr>
            <a:r>
              <a:rPr lang="zh-CN" altLang="en-US"/>
              <a:t>单击此处编辑母版文本样式</a:t>
            </a:r>
          </a:p>
          <a:p>
            <a:pPr marL="227013" lvl="1" indent="-169863">
              <a:lnSpc>
                <a:spcPct val="100000"/>
              </a:lnSpc>
              <a:spcBef>
                <a:spcPts val="0"/>
              </a:spcBef>
              <a:spcAft>
                <a:spcPts val="300"/>
              </a:spcAft>
              <a:buFont typeface="Wingdings" panose="05000000000000000000" pitchFamily="2" charset="2"/>
              <a:buChar char="§"/>
            </a:pPr>
            <a:r>
              <a:rPr lang="zh-CN" altLang="en-US"/>
              <a:t>二级</a:t>
            </a:r>
          </a:p>
          <a:p>
            <a:pPr marL="227013" lvl="2" indent="-169863">
              <a:lnSpc>
                <a:spcPct val="100000"/>
              </a:lnSpc>
              <a:spcBef>
                <a:spcPts val="0"/>
              </a:spcBef>
              <a:spcAft>
                <a:spcPts val="300"/>
              </a:spcAft>
              <a:buFont typeface="Wingdings" panose="05000000000000000000" pitchFamily="2" charset="2"/>
              <a:buChar char="§"/>
            </a:pPr>
            <a:r>
              <a:rPr lang="zh-CN" altLang="en-US"/>
              <a:t>三级</a:t>
            </a:r>
          </a:p>
          <a:p>
            <a:pPr marL="227013" lvl="3" indent="-169863">
              <a:lnSpc>
                <a:spcPct val="100000"/>
              </a:lnSpc>
              <a:spcBef>
                <a:spcPts val="0"/>
              </a:spcBef>
              <a:spcAft>
                <a:spcPts val="300"/>
              </a:spcAft>
              <a:buFont typeface="Wingdings" panose="05000000000000000000" pitchFamily="2" charset="2"/>
              <a:buChar char="§"/>
            </a:pPr>
            <a:r>
              <a:rPr lang="zh-CN" altLang="en-US"/>
              <a:t>四级</a:t>
            </a:r>
          </a:p>
          <a:p>
            <a:pPr marL="227013" lvl="4" indent="-169863">
              <a:lnSpc>
                <a:spcPct val="100000"/>
              </a:lnSpc>
              <a:spcBef>
                <a:spcPts val="0"/>
              </a:spcBef>
              <a:spcAft>
                <a:spcPts val="300"/>
              </a:spcAft>
              <a:buFont typeface="Wingdings" panose="05000000000000000000" pitchFamily="2" charset="2"/>
              <a:buChar char="§"/>
            </a:pPr>
            <a:r>
              <a:rPr lang="zh-CN" altLang="en-US"/>
              <a:t>五级</a:t>
            </a:r>
            <a:endParaRPr lang="en-US" dirty="0"/>
          </a:p>
        </p:txBody>
      </p:sp>
      <p:sp>
        <p:nvSpPr>
          <p:cNvPr id="17" name="Content title 1">
            <a:extLst>
              <a:ext uri="{FF2B5EF4-FFF2-40B4-BE49-F238E27FC236}">
                <a16:creationId xmlns:a16="http://schemas.microsoft.com/office/drawing/2014/main" id="{2BD953EE-EE7E-F8A9-EC63-8F13F11B5327}"/>
              </a:ext>
            </a:extLst>
          </p:cNvPr>
          <p:cNvSpPr>
            <a:spLocks noGrp="1"/>
          </p:cNvSpPr>
          <p:nvPr>
            <p:ph type="body" sz="quarter" idx="18"/>
          </p:nvPr>
        </p:nvSpPr>
        <p:spPr>
          <a:xfrm>
            <a:off x="635000" y="1828800"/>
            <a:ext cx="3557016" cy="352425"/>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anchor="ctr">
            <a:noAutofit/>
          </a:bodyPr>
          <a:lstStyle>
            <a:lvl1pPr marL="0" indent="0" algn="ctr">
              <a:buNone/>
              <a:defRPr b="1">
                <a:solidFill>
                  <a:srgbClr val="2660AD"/>
                </a:solidFill>
                <a:latin typeface="+mj-ea"/>
                <a:ea typeface="+mj-ea"/>
              </a:defRPr>
            </a:lvl1pPr>
            <a:lvl2pPr>
              <a:buNone/>
              <a:defRPr/>
            </a:lvl2pPr>
            <a:lvl3pPr marL="0" indent="0" algn="ctr">
              <a:buNone/>
              <a:defRPr b="1"/>
            </a:lvl3pPr>
          </a:lstStyle>
          <a:p>
            <a:pPr lvl="0"/>
            <a:r>
              <a:rPr lang="zh-CN" altLang="en-US"/>
              <a:t>单击此处编辑母版文本样式</a:t>
            </a:r>
          </a:p>
        </p:txBody>
      </p:sp>
      <p:sp>
        <p:nvSpPr>
          <p:cNvPr id="13" name="Subtitle 1">
            <a:extLst>
              <a:ext uri="{FF2B5EF4-FFF2-40B4-BE49-F238E27FC236}">
                <a16:creationId xmlns:a16="http://schemas.microsoft.com/office/drawing/2014/main" id="{D64EC83B-2A28-DE3B-82F1-6493D40A28F7}"/>
              </a:ext>
            </a:extLst>
          </p:cNvPr>
          <p:cNvSpPr>
            <a:spLocks noGrp="1"/>
          </p:cNvSpPr>
          <p:nvPr>
            <p:ph idx="22"/>
          </p:nvPr>
        </p:nvSpPr>
        <p:spPr>
          <a:xfrm>
            <a:off x="634363" y="783565"/>
            <a:ext cx="10874145" cy="166199"/>
          </a:xfrm>
          <a:prstGeom prst="rect">
            <a:avLst/>
          </a:prstGeom>
          <a:noFill/>
        </p:spPr>
        <p:txBody>
          <a:bodyPr vert="horz" wrap="square" lIns="0" tIns="0" rIns="91439" bIns="0" rtlCol="0" anchor="t" anchorCtr="0">
            <a:spAutoFit/>
          </a:bodyPr>
          <a:lstStyle>
            <a:lvl1pPr>
              <a:defRPr>
                <a:solidFill>
                  <a:schemeClr val="accent1">
                    <a:lumMod val="75000"/>
                  </a:schemeClr>
                </a:solidFill>
                <a:latin typeface="+mj-ea"/>
                <a:ea typeface="+mj-ea"/>
              </a:defRPr>
            </a:lvl1pPr>
          </a:lstStyle>
          <a:p>
            <a:pPr marL="0" lvl="0" indent="0">
              <a:buFontTx/>
              <a:buNone/>
            </a:pPr>
            <a:r>
              <a:rPr lang="zh-CN" altLang="en-US"/>
              <a:t>单击此处编辑母版文本样式</a:t>
            </a:r>
          </a:p>
        </p:txBody>
      </p:sp>
      <p:sp>
        <p:nvSpPr>
          <p:cNvPr id="10" name="Title 1">
            <a:extLst>
              <a:ext uri="{FF2B5EF4-FFF2-40B4-BE49-F238E27FC236}">
                <a16:creationId xmlns:a16="http://schemas.microsoft.com/office/drawing/2014/main" id="{DE5F50CD-E632-FFAF-2479-17BCF797E3B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lvl1pPr>
              <a:defRPr>
                <a:latin typeface="+mj-ea"/>
                <a:ea typeface="+mj-ea"/>
              </a:defRPr>
            </a:lvl1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123280202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4_Custom Layout">
    <p:spTree>
      <p:nvGrpSpPr>
        <p:cNvPr id="1" name=""/>
        <p:cNvGrpSpPr/>
        <p:nvPr/>
      </p:nvGrpSpPr>
      <p:grpSpPr>
        <a:xfrm>
          <a:off x="0" y="0"/>
          <a:ext cx="0" cy="0"/>
          <a:chOff x="0" y="0"/>
          <a:chExt cx="0" cy="0"/>
        </a:xfrm>
      </p:grpSpPr>
      <p:pic>
        <p:nvPicPr>
          <p:cNvPr id="8" name="Background 1" descr="Background pattern&#10;&#10;Description automatically generated">
            <a:extLst>
              <a:ext uri="{FF2B5EF4-FFF2-40B4-BE49-F238E27FC236}">
                <a16:creationId xmlns:a16="http://schemas.microsoft.com/office/drawing/2014/main" id="{A1D16EC0-5307-C083-7B21-2C76A86CEB6C}"/>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pic>
        <p:nvPicPr>
          <p:cNvPr id="3" name="Logo 2" descr="Logo&#10;&#10;Description automatically generated">
            <a:extLst>
              <a:ext uri="{FF2B5EF4-FFF2-40B4-BE49-F238E27FC236}">
                <a16:creationId xmlns:a16="http://schemas.microsoft.com/office/drawing/2014/main" id="{353CA73A-271E-F2F5-D5E3-DEDD910094D7}"/>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023064" y="2606067"/>
            <a:ext cx="3351948" cy="822933"/>
          </a:xfrm>
          <a:prstGeom prst="rect">
            <a:avLst/>
          </a:prstGeom>
        </p:spPr>
      </p:pic>
      <p:sp>
        <p:nvSpPr>
          <p:cNvPr id="5" name="Subtitle 1">
            <a:extLst>
              <a:ext uri="{FF2B5EF4-FFF2-40B4-BE49-F238E27FC236}">
                <a16:creationId xmlns:a16="http://schemas.microsoft.com/office/drawing/2014/main" id="{A3121DF8-D3DC-E2FB-DA9E-66B2C11C55AA}"/>
              </a:ext>
            </a:extLst>
          </p:cNvPr>
          <p:cNvSpPr>
            <a:spLocks noGrp="1"/>
          </p:cNvSpPr>
          <p:nvPr>
            <p:ph idx="1"/>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zh-CN" altLang="en-US"/>
              <a:t>单击此处编辑母版文本样式</a:t>
            </a:r>
          </a:p>
        </p:txBody>
      </p:sp>
      <p:sp>
        <p:nvSpPr>
          <p:cNvPr id="4" name="Title 1">
            <a:extLst>
              <a:ext uri="{FF2B5EF4-FFF2-40B4-BE49-F238E27FC236}">
                <a16:creationId xmlns:a16="http://schemas.microsoft.com/office/drawing/2014/main" id="{B9DD8290-24B1-0C94-918B-438D50F0FD2F}"/>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pic>
        <p:nvPicPr>
          <p:cNvPr id="2" name="Background 1" descr="Background pattern&#10;&#10;Description automatically generated">
            <a:extLst>
              <a:ext uri="{FF2B5EF4-FFF2-40B4-BE49-F238E27FC236}">
                <a16:creationId xmlns:a16="http://schemas.microsoft.com/office/drawing/2014/main" id="{D871D778-2186-C8A9-6AEF-3910E92359D1}"/>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pic>
        <p:nvPicPr>
          <p:cNvPr id="6" name="Logo 2" descr="Logo&#10;&#10;Description automatically generated">
            <a:extLst>
              <a:ext uri="{FF2B5EF4-FFF2-40B4-BE49-F238E27FC236}">
                <a16:creationId xmlns:a16="http://schemas.microsoft.com/office/drawing/2014/main" id="{59005123-210B-FFB8-B6D2-4B7C2978197C}"/>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023064" y="2606067"/>
            <a:ext cx="3351948" cy="822933"/>
          </a:xfrm>
          <a:prstGeom prst="rect">
            <a:avLst/>
          </a:prstGeom>
        </p:spPr>
      </p:pic>
    </p:spTree>
    <p:extLst>
      <p:ext uri="{BB962C8B-B14F-4D97-AF65-F5344CB8AC3E}">
        <p14:creationId xmlns:p14="http://schemas.microsoft.com/office/powerpoint/2010/main" val="2991923192"/>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7_Custom Layout">
    <p:spTree>
      <p:nvGrpSpPr>
        <p:cNvPr id="1" name=""/>
        <p:cNvGrpSpPr/>
        <p:nvPr/>
      </p:nvGrpSpPr>
      <p:grpSpPr>
        <a:xfrm>
          <a:off x="0" y="0"/>
          <a:ext cx="0" cy="0"/>
          <a:chOff x="0" y="0"/>
          <a:chExt cx="0" cy="0"/>
        </a:xfrm>
      </p:grpSpPr>
      <p:pic>
        <p:nvPicPr>
          <p:cNvPr id="8" name="Background 1" descr="Background pattern&#10;&#10;Description automatically generated">
            <a:extLst>
              <a:ext uri="{FF2B5EF4-FFF2-40B4-BE49-F238E27FC236}">
                <a16:creationId xmlns:a16="http://schemas.microsoft.com/office/drawing/2014/main" id="{2834AC22-627B-7915-B0BE-5FDF84422094}"/>
              </a:ext>
            </a:extLst>
          </p:cNvPr>
          <p:cNvPicPr>
            <a:picLocks noChangeAspect="1"/>
          </p:cNvPicPr>
          <p:nvPr/>
        </p:nvPicPr>
        <p:blipFill rotWithShape="1">
          <a:blip r:embed="rId2" cstate="print">
            <a:alphaModFix amt="51000"/>
            <a:extLst>
              <a:ext uri="{28A0092B-C50C-407E-A947-70E740481C1C}">
                <a14:useLocalDpi xmlns:a14="http://schemas.microsoft.com/office/drawing/2010/main" val="0"/>
              </a:ext>
            </a:extLst>
          </a:blip>
          <a:srcRect t="7814" r="96" b="11995"/>
          <a:stretch/>
        </p:blipFill>
        <p:spPr>
          <a:xfrm>
            <a:off x="0" y="-16423"/>
            <a:ext cx="12180277" cy="6518031"/>
          </a:xfrm>
          <a:prstGeom prst="rect">
            <a:avLst/>
          </a:prstGeom>
        </p:spPr>
      </p:pic>
      <p:sp>
        <p:nvSpPr>
          <p:cNvPr id="2" name="Subtitle 1">
            <a:extLst>
              <a:ext uri="{FF2B5EF4-FFF2-40B4-BE49-F238E27FC236}">
                <a16:creationId xmlns:a16="http://schemas.microsoft.com/office/drawing/2014/main" id="{EE3CD315-0D5C-D4AF-DD73-2EA549C64F1D}"/>
              </a:ext>
            </a:extLst>
          </p:cNvPr>
          <p:cNvSpPr>
            <a:spLocks noGrp="1"/>
          </p:cNvSpPr>
          <p:nvPr>
            <p:ph idx="10"/>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zh-CN" altLang="en-US"/>
              <a:t>单击此处编辑母版文本样式</a:t>
            </a:r>
          </a:p>
        </p:txBody>
      </p:sp>
      <p:sp>
        <p:nvSpPr>
          <p:cNvPr id="3" name="Title 1">
            <a:extLst>
              <a:ext uri="{FF2B5EF4-FFF2-40B4-BE49-F238E27FC236}">
                <a16:creationId xmlns:a16="http://schemas.microsoft.com/office/drawing/2014/main" id="{AE4CCE8C-A9FB-E1BE-3CE4-6F320B073296}"/>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Tree>
    <p:extLst>
      <p:ext uri="{BB962C8B-B14F-4D97-AF65-F5344CB8AC3E}">
        <p14:creationId xmlns:p14="http://schemas.microsoft.com/office/powerpoint/2010/main" val="2964380411"/>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8"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BB041C07-56AB-4AD6-ACD0-02FB4A050EB4}"/>
              </a:ext>
            </a:extLst>
          </p:cNvPr>
          <p:cNvSpPr>
            <a:spLocks noGrp="1"/>
          </p:cNvSpPr>
          <p:nvPr>
            <p:ph type="title"/>
          </p:nvPr>
        </p:nvSpPr>
        <p:spPr>
          <a:xfrm>
            <a:off x="542925" y="331516"/>
            <a:ext cx="11145838" cy="535531"/>
          </a:xfrm>
        </p:spPr>
        <p:txBody>
          <a:bodyPr/>
          <a:lstStyle>
            <a:lvl1pPr>
              <a:defRPr sz="3200" b="1">
                <a:solidFill>
                  <a:srgbClr val="306AB2"/>
                </a:solidFill>
              </a:defRPr>
            </a:lvl1pPr>
          </a:lstStyle>
          <a:p>
            <a:r>
              <a:rPr lang="en-US"/>
              <a:t>Click to edit Master title style</a:t>
            </a:r>
          </a:p>
        </p:txBody>
      </p:sp>
    </p:spTree>
    <p:extLst>
      <p:ext uri="{BB962C8B-B14F-4D97-AF65-F5344CB8AC3E}">
        <p14:creationId xmlns:p14="http://schemas.microsoft.com/office/powerpoint/2010/main" val="2110034248"/>
      </p:ext>
    </p:extLst>
  </p:cSld>
  <p:clrMapOvr>
    <a:masterClrMapping/>
  </p:clrMapOvr>
  <p:extLst>
    <p:ext uri="{DCECCB84-F9BA-43D5-87BE-67443E8EF086}">
      <p15:sldGuideLst xmlns:p15="http://schemas.microsoft.com/office/powerpoint/2012/main">
        <p15:guide id="1" orient="horz" pos="663">
          <p15:clr>
            <a:srgbClr val="FBAE40"/>
          </p15:clr>
        </p15:guide>
        <p15:guide id="2" pos="347">
          <p15:clr>
            <a:srgbClr val="FBAE40"/>
          </p15:clr>
        </p15:guide>
        <p15:guide id="3" pos="7333">
          <p15:clr>
            <a:srgbClr val="FBAE40"/>
          </p15:clr>
        </p15:guide>
        <p15:guide id="4" orient="horz" pos="3906">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2FA9D-9E4D-4AC5-A9E5-8688F5C3CA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A473365-D148-495C-BF8F-4AB3186CBB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F3AA1E6-AB54-4887-9760-5015DF9CC959}"/>
              </a:ext>
            </a:extLst>
          </p:cNvPr>
          <p:cNvSpPr>
            <a:spLocks noGrp="1"/>
          </p:cNvSpPr>
          <p:nvPr>
            <p:ph type="dt" sz="half" idx="10"/>
          </p:nvPr>
        </p:nvSpPr>
        <p:spPr/>
        <p:txBody>
          <a:bodyPr/>
          <a:lstStyle>
            <a:lvl1pPr>
              <a:defRPr>
                <a:latin typeface="Calibri" panose="020F0502020204030204" pitchFamily="34" charset="0"/>
              </a:defRPr>
            </a:lvl1pPr>
          </a:lstStyle>
          <a:p>
            <a:pPr>
              <a:defRPr/>
            </a:pPr>
            <a:fld id="{E7ED7ED9-F823-4863-B9DF-CBAEB4BB0852}" type="datetime1">
              <a:rPr lang="en-US" smtClean="0">
                <a:solidFill>
                  <a:srgbClr val="515052">
                    <a:tint val="75000"/>
                  </a:srgbClr>
                </a:solidFill>
              </a:rPr>
              <a:t>7/17/2026</a:t>
            </a:fld>
            <a:endParaRPr lang="en-US" dirty="0">
              <a:solidFill>
                <a:srgbClr val="515052">
                  <a:tint val="75000"/>
                </a:srgbClr>
              </a:solidFill>
            </a:endParaRPr>
          </a:p>
        </p:txBody>
      </p:sp>
      <p:sp>
        <p:nvSpPr>
          <p:cNvPr id="5" name="Footer Placeholder 4">
            <a:extLst>
              <a:ext uri="{FF2B5EF4-FFF2-40B4-BE49-F238E27FC236}">
                <a16:creationId xmlns:a16="http://schemas.microsoft.com/office/drawing/2014/main" id="{C29AE6FE-8AA8-470B-B8B2-8EB1E564EEA2}"/>
              </a:ext>
            </a:extLst>
          </p:cNvPr>
          <p:cNvSpPr>
            <a:spLocks noGrp="1"/>
          </p:cNvSpPr>
          <p:nvPr>
            <p:ph type="ftr" sz="quarter" idx="11"/>
          </p:nvPr>
        </p:nvSpPr>
        <p:spPr/>
        <p:txBody>
          <a:bodyPr/>
          <a:lstStyle>
            <a:lvl1pPr>
              <a:defRPr>
                <a:latin typeface="Calibri" panose="020F0502020204030204" pitchFamily="34" charset="0"/>
              </a:defRPr>
            </a:lvl1pPr>
          </a:lstStyle>
          <a:p>
            <a:pPr>
              <a:defRPr/>
            </a:pPr>
            <a:endParaRPr lang="en-US" dirty="0">
              <a:solidFill>
                <a:srgbClr val="515052">
                  <a:tint val="75000"/>
                </a:srgbClr>
              </a:solidFill>
            </a:endParaRPr>
          </a:p>
        </p:txBody>
      </p:sp>
      <p:sp>
        <p:nvSpPr>
          <p:cNvPr id="8"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latin typeface="Calibri" panose="020F0502020204030204" pitchFamily="34" charset="0"/>
              </a:defRPr>
            </a:lvl1pPr>
          </a:lstStyle>
          <a:p>
            <a:pPr>
              <a:defRPr/>
            </a:pPr>
            <a:fld id="{CC7D48C0-AA79-46F3-BF6F-F82B468F2D98}" type="slidenum">
              <a:rPr lang="en-US" sz="1000" smtClean="0">
                <a:solidFill>
                  <a:prstClr val="white"/>
                </a:solidFill>
              </a:rPr>
              <a:pPr>
                <a:defRPr/>
              </a:pPr>
              <a:t>‹#›</a:t>
            </a:fld>
            <a:endParaRPr lang="en-US" sz="1000" dirty="0">
              <a:solidFill>
                <a:prstClr val="white"/>
              </a:solidFill>
            </a:endParaRPr>
          </a:p>
        </p:txBody>
      </p:sp>
    </p:spTree>
    <p:extLst>
      <p:ext uri="{BB962C8B-B14F-4D97-AF65-F5344CB8AC3E}">
        <p14:creationId xmlns:p14="http://schemas.microsoft.com/office/powerpoint/2010/main" val="4046096658"/>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obj">
  <p:cSld name="FS - Title and Content">
    <p:spTree>
      <p:nvGrpSpPr>
        <p:cNvPr id="1" name=""/>
        <p:cNvGrpSpPr/>
        <p:nvPr/>
      </p:nvGrpSpPr>
      <p:grpSpPr>
        <a:xfrm>
          <a:off x="0" y="0"/>
          <a:ext cx="0" cy="0"/>
          <a:chOff x="0" y="0"/>
          <a:chExt cx="0" cy="0"/>
        </a:xfrm>
      </p:grpSpPr>
      <p:sp>
        <p:nvSpPr>
          <p:cNvPr id="6" name="Do not remove" hidden="1">
            <a:extLst>
              <a:ext uri="{FF2B5EF4-FFF2-40B4-BE49-F238E27FC236}">
                <a16:creationId xmlns:a16="http://schemas.microsoft.com/office/drawing/2014/main" id="{1782588A-7E73-6720-0106-07B6B63E7BC6}"/>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7" name="Rectangle 6">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9"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r:embed="rId3"/>
          <a:srcRect l="8591" t="32054" r="4677" b="40437"/>
          <a:stretch/>
        </p:blipFill>
        <p:spPr>
          <a:xfrm>
            <a:off x="0" y="6522721"/>
            <a:ext cx="7837402" cy="335280"/>
          </a:xfrm>
          <a:prstGeom prst="rect">
            <a:avLst/>
          </a:prstGeom>
        </p:spPr>
      </p:pic>
      <p:sp>
        <p:nvSpPr>
          <p:cNvPr id="2" name="Title 1">
            <a:extLst>
              <a:ext uri="{FF2B5EF4-FFF2-40B4-BE49-F238E27FC236}">
                <a16:creationId xmlns:a16="http://schemas.microsoft.com/office/drawing/2014/main" id="{75F39FC7-5D40-462A-AAB4-A9DC6AB7CED7}"/>
              </a:ext>
            </a:extLst>
          </p:cNvPr>
          <p:cNvSpPr>
            <a:spLocks noGrp="1"/>
          </p:cNvSpPr>
          <p:nvPr>
            <p:ph type="title"/>
          </p:nvPr>
        </p:nvSpPr>
        <p:spPr>
          <a:xfrm>
            <a:off x="0" y="109670"/>
            <a:ext cx="11022003" cy="701731"/>
          </a:xfrm>
          <a:prstGeom prst="rect">
            <a:avLst/>
          </a:prstGeom>
        </p:spPr>
        <p:txBody>
          <a:bodyPr/>
          <a:lstStyle/>
          <a:p>
            <a:endParaRPr lang="en-US" dirty="0"/>
          </a:p>
        </p:txBody>
      </p:sp>
      <p:sp>
        <p:nvSpPr>
          <p:cNvPr id="3" name="Content Placeholder 2">
            <a:extLst>
              <a:ext uri="{FF2B5EF4-FFF2-40B4-BE49-F238E27FC236}">
                <a16:creationId xmlns:a16="http://schemas.microsoft.com/office/drawing/2014/main" id="{DBABE0AF-7B5A-44CA-9F9C-55A4128206CE}"/>
              </a:ext>
            </a:extLst>
          </p:cNvPr>
          <p:cNvSpPr>
            <a:spLocks noGrp="1"/>
          </p:cNvSpPr>
          <p:nvPr>
            <p:ph idx="1"/>
          </p:nvPr>
        </p:nvSpPr>
        <p:spPr>
          <a:xfrm>
            <a:off x="597567" y="1040780"/>
            <a:ext cx="11022003" cy="2234330"/>
          </a:xfrm>
        </p:spPr>
        <p:txBody>
          <a:bodyPr/>
          <a:lstStyle>
            <a:lvl1pPr marL="119063" indent="0">
              <a:lnSpc>
                <a:spcPct val="150000"/>
              </a:lnSpc>
              <a:spcAft>
                <a:spcPts val="600"/>
              </a:spcAft>
              <a:buNone/>
              <a:defRPr sz="1400">
                <a:latin typeface="微软雅黑" panose="020B0503020204020204" pitchFamily="34" charset="-122"/>
                <a:ea typeface="微软雅黑" panose="020B0503020204020204" pitchFamily="34" charset="-122"/>
              </a:defRPr>
            </a:lvl1pPr>
            <a:lvl2pPr marL="284163" indent="-165100">
              <a:lnSpc>
                <a:spcPct val="150000"/>
              </a:lnSpc>
              <a:spcAft>
                <a:spcPts val="600"/>
              </a:spcAft>
              <a:defRPr sz="1400">
                <a:latin typeface="微软雅黑" panose="020B0503020204020204" pitchFamily="34" charset="-122"/>
                <a:ea typeface="微软雅黑" panose="020B0503020204020204" pitchFamily="34" charset="-122"/>
              </a:defRPr>
            </a:lvl2pPr>
            <a:lvl3pPr marL="457200" indent="-173038">
              <a:lnSpc>
                <a:spcPct val="150000"/>
              </a:lnSpc>
              <a:spcAft>
                <a:spcPts val="600"/>
              </a:spcAft>
              <a:defRPr sz="1400">
                <a:latin typeface="微软雅黑" panose="020B0503020204020204" pitchFamily="34" charset="-122"/>
                <a:ea typeface="微软雅黑" panose="020B0503020204020204" pitchFamily="34" charset="-122"/>
              </a:defRPr>
            </a:lvl3pPr>
            <a:lvl4pPr marL="542925" indent="-180975">
              <a:lnSpc>
                <a:spcPct val="150000"/>
              </a:lnSpc>
              <a:spcAft>
                <a:spcPts val="600"/>
              </a:spcAft>
              <a:defRPr sz="1400">
                <a:latin typeface="微软雅黑" panose="020B0503020204020204" pitchFamily="34" charset="-122"/>
                <a:ea typeface="微软雅黑" panose="020B0503020204020204" pitchFamily="34" charset="-122"/>
              </a:defRPr>
            </a:lvl4pPr>
            <a:lvl5pPr marL="712788" indent="-169863">
              <a:lnSpc>
                <a:spcPct val="150000"/>
              </a:lnSpc>
              <a:spcAft>
                <a:spcPts val="600"/>
              </a:spcAft>
              <a:defRPr sz="1400">
                <a:latin typeface="微软雅黑" panose="020B0503020204020204" pitchFamily="34" charset="-122"/>
                <a:ea typeface="微软雅黑" panose="020B0503020204020204" pitchFamily="34" charset="-122"/>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C18B290-FB1F-442D-B218-B0E55B8F874C}"/>
              </a:ext>
            </a:extLst>
          </p:cNvPr>
          <p:cNvSpPr>
            <a:spLocks noGrp="1"/>
          </p:cNvSpPr>
          <p:nvPr>
            <p:ph type="dt" sz="half" idx="10"/>
          </p:nvPr>
        </p:nvSpPr>
        <p:spPr>
          <a:xfrm>
            <a:off x="177031" y="6551861"/>
            <a:ext cx="2743200" cy="276999"/>
          </a:xfrm>
        </p:spPr>
        <p:txBody>
          <a:bodyPr/>
          <a:lstStyle>
            <a:lvl1pPr>
              <a:defRPr>
                <a:solidFill>
                  <a:schemeClr val="bg1"/>
                </a:solidFill>
              </a:defRPr>
            </a:lvl1pPr>
          </a:lstStyle>
          <a:p>
            <a:pPr>
              <a:defRPr/>
            </a:pPr>
            <a:fld id="{52B96CAC-867B-4D3E-B3A9-77BCBD927423}" type="datetime1">
              <a:rPr lang="en-US" smtClean="0"/>
              <a:t>7/17/2026</a:t>
            </a:fld>
            <a:endParaRPr lang="en-US"/>
          </a:p>
        </p:txBody>
      </p:sp>
      <p:sp>
        <p:nvSpPr>
          <p:cNvPr id="5" name="Footer Placeholder 4">
            <a:extLst>
              <a:ext uri="{FF2B5EF4-FFF2-40B4-BE49-F238E27FC236}">
                <a16:creationId xmlns:a16="http://schemas.microsoft.com/office/drawing/2014/main" id="{BB18DE60-482C-4610-9E91-20B7D516DAC0}"/>
              </a:ext>
            </a:extLst>
          </p:cNvPr>
          <p:cNvSpPr>
            <a:spLocks noGrp="1"/>
          </p:cNvSpPr>
          <p:nvPr>
            <p:ph type="ftr" sz="quarter" idx="11"/>
          </p:nvPr>
        </p:nvSpPr>
        <p:spPr>
          <a:xfrm>
            <a:off x="4051168" y="6568668"/>
            <a:ext cx="4114800" cy="276999"/>
          </a:xfrm>
        </p:spPr>
        <p:txBody>
          <a:bodyPr/>
          <a:lstStyle>
            <a:lvl1pPr>
              <a:defRPr>
                <a:solidFill>
                  <a:schemeClr val="bg1"/>
                </a:solidFill>
              </a:defRPr>
            </a:lvl1pPr>
          </a:lstStyle>
          <a:p>
            <a:pPr>
              <a:defRPr/>
            </a:pPr>
            <a:endParaRPr lang="en-US" dirty="0"/>
          </a:p>
        </p:txBody>
      </p:sp>
      <p:sp>
        <p:nvSpPr>
          <p:cNvPr id="8"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C7D48C0-AA79-46F3-BF6F-F82B468F2D98}" type="slidenum">
              <a:rPr kumimoji="0" lang="en-US" sz="1000" b="0" i="0" u="none" strike="noStrike" kern="1200" cap="none" spc="0" normalizeH="0" baseline="0" noProof="0" smtClean="0">
                <a:ln>
                  <a:noFill/>
                </a:ln>
                <a:solidFill>
                  <a:prstClr val="white"/>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white"/>
              </a:solidFill>
              <a:effectLst/>
              <a:uLnTx/>
              <a:uFillTx/>
              <a:latin typeface="Calibri Light"/>
              <a:ea typeface="+mn-ea"/>
              <a:cs typeface="+mn-cs"/>
            </a:endParaRPr>
          </a:p>
        </p:txBody>
      </p:sp>
    </p:spTree>
    <p:extLst>
      <p:ext uri="{BB962C8B-B14F-4D97-AF65-F5344CB8AC3E}">
        <p14:creationId xmlns:p14="http://schemas.microsoft.com/office/powerpoint/2010/main" val="14934280"/>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userDrawn="1">
  <p:cSld name="1_Title Slide">
    <p:bg>
      <p:bgPr>
        <a:solidFill>
          <a:schemeClr val="bg1"/>
        </a:solidFill>
        <a:effectLst/>
      </p:bgPr>
    </p:bg>
    <p:spTree>
      <p:nvGrpSpPr>
        <p:cNvPr id="1" name=""/>
        <p:cNvGrpSpPr/>
        <p:nvPr/>
      </p:nvGrpSpPr>
      <p:grpSpPr>
        <a:xfrm>
          <a:off x="0" y="0"/>
          <a:ext cx="0" cy="0"/>
          <a:chOff x="0" y="0"/>
          <a:chExt cx="0" cy="0"/>
        </a:xfrm>
      </p:grpSpPr>
      <p:sp>
        <p:nvSpPr>
          <p:cNvPr id="15" name="Slide Number Placeholder 5"/>
          <p:cNvSpPr>
            <a:spLocks noGrp="1"/>
          </p:cNvSpPr>
          <p:nvPr>
            <p:ph type="sldNum" sz="quarter" idx="12"/>
          </p:nvPr>
        </p:nvSpPr>
        <p:spPr>
          <a:xfrm>
            <a:off x="11339945" y="6185813"/>
            <a:ext cx="371833" cy="365125"/>
          </a:xfrm>
        </p:spPr>
        <p:txBody>
          <a:bodyPr/>
          <a:lstStyle>
            <a:lvl1pPr algn="ctr">
              <a:defRPr sz="800">
                <a:solidFill>
                  <a:schemeClr val="bg2">
                    <a:lumMod val="25000"/>
                  </a:schemeClr>
                </a:solidFill>
              </a:defRPr>
            </a:lvl1pPr>
          </a:lstStyle>
          <a:p>
            <a:fld id="{63490F10-EF7F-4B21-BC75-6E67116F5CF6}" type="slidenum">
              <a:rPr lang="en-US" smtClean="0"/>
              <a:pPr/>
              <a:t>‹#›</a:t>
            </a:fld>
            <a:endParaRPr lang="en-US"/>
          </a:p>
        </p:txBody>
      </p:sp>
      <p:pic>
        <p:nvPicPr>
          <p:cNvPr id="2" name="Picture 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49287" y="178191"/>
            <a:ext cx="1440000" cy="353533"/>
          </a:xfrm>
          <a:prstGeom prst="rect">
            <a:avLst/>
          </a:prstGeom>
        </p:spPr>
      </p:pic>
    </p:spTree>
    <p:extLst>
      <p:ext uri="{BB962C8B-B14F-4D97-AF65-F5344CB8AC3E}">
        <p14:creationId xmlns:p14="http://schemas.microsoft.com/office/powerpoint/2010/main" val="456511836"/>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930BAFED-1C5F-CBAE-122F-165642587DD4}"/>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2" name="Title 1">
            <a:extLst>
              <a:ext uri="{FF2B5EF4-FFF2-40B4-BE49-F238E27FC236}">
                <a16:creationId xmlns:a16="http://schemas.microsoft.com/office/drawing/2014/main" id="{BB041C07-56AB-4AD6-ACD0-02FB4A050EB4}"/>
              </a:ext>
            </a:extLst>
          </p:cNvPr>
          <p:cNvSpPr>
            <a:spLocks noGrp="1"/>
          </p:cNvSpPr>
          <p:nvPr>
            <p:ph type="title"/>
          </p:nvPr>
        </p:nvSpPr>
        <p:spPr>
          <a:xfrm>
            <a:off x="838200" y="787841"/>
            <a:ext cx="10515600" cy="480131"/>
          </a:xfrm>
        </p:spPr>
        <p:txBody>
          <a:bodyPr/>
          <a:lstStyle>
            <a:lvl1pPr>
              <a:defRPr sz="2800"/>
            </a:lvl1pPr>
          </a:lstStyle>
          <a:p>
            <a:r>
              <a:rPr lang="en-US"/>
              <a:t>Click to edit Master title style</a:t>
            </a:r>
          </a:p>
        </p:txBody>
      </p:sp>
      <p:sp>
        <p:nvSpPr>
          <p:cNvPr id="3" name="Date Placeholder 2">
            <a:extLst>
              <a:ext uri="{FF2B5EF4-FFF2-40B4-BE49-F238E27FC236}">
                <a16:creationId xmlns:a16="http://schemas.microsoft.com/office/drawing/2014/main" id="{39E7E9B8-6786-4BEB-A198-1D1F7DEACDFE}"/>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71F6CEEB-EEF8-44AB-B973-876828F9B9B6}"/>
              </a:ext>
            </a:extLst>
          </p:cNvPr>
          <p:cNvSpPr>
            <a:spLocks noGrp="1"/>
          </p:cNvSpPr>
          <p:nvPr>
            <p:ph type="ftr" sz="quarter" idx="11"/>
          </p:nvPr>
        </p:nvSpPr>
        <p:spPr/>
        <p:txBody>
          <a:bodyPr/>
          <a:lstStyle/>
          <a:p>
            <a:endParaRPr lang="en-US"/>
          </a:p>
        </p:txBody>
      </p:sp>
      <p:sp>
        <p:nvSpPr>
          <p:cNvPr id="6"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dirty="0"/>
          </a:p>
        </p:txBody>
      </p:sp>
    </p:spTree>
    <p:extLst>
      <p:ext uri="{BB962C8B-B14F-4D97-AF65-F5344CB8AC3E}">
        <p14:creationId xmlns:p14="http://schemas.microsoft.com/office/powerpoint/2010/main" val="4102676760"/>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FA79139-24FB-960A-490F-1366A48A42E9}"/>
              </a:ext>
            </a:extLst>
          </p:cNvPr>
          <p:cNvSpPr/>
          <p:nvPr userDrawn="1"/>
        </p:nvSpPr>
        <p:spPr>
          <a:xfrm>
            <a:off x="0" y="6523038"/>
            <a:ext cx="12192000" cy="334962"/>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prstClr val="white"/>
              </a:solidFill>
            </a:endParaRPr>
          </a:p>
        </p:txBody>
      </p:sp>
      <p:pic>
        <p:nvPicPr>
          <p:cNvPr id="6" name="Graphic 11">
            <a:extLst>
              <a:ext uri="{FF2B5EF4-FFF2-40B4-BE49-F238E27FC236}">
                <a16:creationId xmlns:a16="http://schemas.microsoft.com/office/drawing/2014/main" id="{7982BD61-AA01-9FD6-8387-B5AA4F136656}"/>
              </a:ext>
            </a:extLst>
          </p:cNvPr>
          <p:cNvPicPr>
            <a:picLocks noChangeAspect="1"/>
          </p:cNvPicPr>
          <p:nvPr userDrawn="1"/>
        </p:nvPicPr>
        <p:blipFill>
          <a:blip r:embed="rId2">
            <a:extLst>
              <a:ext uri="{28A0092B-C50C-407E-A947-70E740481C1C}">
                <a14:useLocalDpi xmlns:a14="http://schemas.microsoft.com/office/drawing/2010/main" val="0"/>
              </a:ext>
            </a:extLst>
          </a:blip>
          <a:srcRect l="8591" t="32054" r="4677" b="40437"/>
          <a:stretch>
            <a:fillRect/>
          </a:stretch>
        </p:blipFill>
        <p:spPr bwMode="auto">
          <a:xfrm>
            <a:off x="0" y="6523038"/>
            <a:ext cx="7837488"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301FDB3C-3C0D-4A67-AA7D-A13C542778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6E357D-FEE2-4154-9C5F-580779336B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A27D22-26B1-48D7-B7AA-90279E0BFC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a:extLst>
              <a:ext uri="{FF2B5EF4-FFF2-40B4-BE49-F238E27FC236}">
                <a16:creationId xmlns:a16="http://schemas.microsoft.com/office/drawing/2014/main" id="{8DC31E1F-2888-0F1C-0596-7ADDFFACD934}"/>
              </a:ext>
            </a:extLst>
          </p:cNvPr>
          <p:cNvSpPr>
            <a:spLocks noGrp="1"/>
          </p:cNvSpPr>
          <p:nvPr>
            <p:ph type="dt" sz="half" idx="10"/>
          </p:nvPr>
        </p:nvSpPr>
        <p:spPr/>
        <p:txBody>
          <a:bodyPr/>
          <a:lstStyle>
            <a:lvl1pPr>
              <a:defRPr/>
            </a:lvl1pPr>
          </a:lstStyle>
          <a:p>
            <a:pPr>
              <a:defRPr/>
            </a:pPr>
            <a:fld id="{F79D291F-B8AB-460D-A19B-C43609D48CA6}" type="datetime1">
              <a:rPr lang="en-US"/>
              <a:pPr>
                <a:defRPr/>
              </a:pPr>
              <a:t>7/17/2026</a:t>
            </a:fld>
            <a:endParaRPr lang="en-US" dirty="0"/>
          </a:p>
        </p:txBody>
      </p:sp>
      <p:sp>
        <p:nvSpPr>
          <p:cNvPr id="8" name="Footer Placeholder 5">
            <a:extLst>
              <a:ext uri="{FF2B5EF4-FFF2-40B4-BE49-F238E27FC236}">
                <a16:creationId xmlns:a16="http://schemas.microsoft.com/office/drawing/2014/main" id="{CC571B56-1A74-4E5F-2676-8FBD029C673D}"/>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1">
            <a:extLst>
              <a:ext uri="{FF2B5EF4-FFF2-40B4-BE49-F238E27FC236}">
                <a16:creationId xmlns:a16="http://schemas.microsoft.com/office/drawing/2014/main" id="{8F406302-A11F-EC3A-FBDE-66CC0863A738}"/>
              </a:ext>
            </a:extLst>
          </p:cNvPr>
          <p:cNvSpPr>
            <a:spLocks noGrp="1"/>
          </p:cNvSpPr>
          <p:nvPr>
            <p:ph type="sldNum" sz="quarter" idx="12"/>
          </p:nvPr>
        </p:nvSpPr>
        <p:spPr/>
        <p:txBody>
          <a:bodyPr/>
          <a:lstStyle>
            <a:lvl1pPr>
              <a:defRPr/>
            </a:lvl1pPr>
          </a:lstStyle>
          <a:p>
            <a:fld id="{05621B9F-1970-48AD-B786-E3CEEEFD0D1A}" type="slidenum">
              <a:rPr lang="en-US" altLang="zh-CN"/>
              <a:pPr/>
              <a:t>‹#›</a:t>
            </a:fld>
            <a:endParaRPr lang="en-US" altLang="zh-CN"/>
          </a:p>
        </p:txBody>
      </p:sp>
    </p:spTree>
    <p:extLst>
      <p:ext uri="{BB962C8B-B14F-4D97-AF65-F5344CB8AC3E}">
        <p14:creationId xmlns:p14="http://schemas.microsoft.com/office/powerpoint/2010/main" val="2309215116"/>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96E6AE8E-2EB1-7121-4241-18D0A429D69F}"/>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2" name="Title 1">
            <a:extLst>
              <a:ext uri="{FF2B5EF4-FFF2-40B4-BE49-F238E27FC236}">
                <a16:creationId xmlns:a16="http://schemas.microsoft.com/office/drawing/2014/main" id="{BB041C07-56AB-4AD6-ACD0-02FB4A050EB4}"/>
              </a:ext>
            </a:extLst>
          </p:cNvPr>
          <p:cNvSpPr>
            <a:spLocks noGrp="1"/>
          </p:cNvSpPr>
          <p:nvPr>
            <p:ph type="title"/>
          </p:nvPr>
        </p:nvSpPr>
        <p:spPr>
          <a:xfrm>
            <a:off x="838200" y="787841"/>
            <a:ext cx="10515600" cy="480131"/>
          </a:xfrm>
        </p:spPr>
        <p:txBody>
          <a:bodyPr/>
          <a:lstStyle>
            <a:lvl1pPr>
              <a:defRPr sz="2800"/>
            </a:lvl1pPr>
          </a:lstStyle>
          <a:p>
            <a:r>
              <a:rPr lang="en-US"/>
              <a:t>Click to edit Master title style</a:t>
            </a:r>
          </a:p>
        </p:txBody>
      </p:sp>
      <p:sp>
        <p:nvSpPr>
          <p:cNvPr id="3" name="Date Placeholder 2">
            <a:extLst>
              <a:ext uri="{FF2B5EF4-FFF2-40B4-BE49-F238E27FC236}">
                <a16:creationId xmlns:a16="http://schemas.microsoft.com/office/drawing/2014/main" id="{39E7E9B8-6786-4BEB-A198-1D1F7DEACDFE}"/>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71F6CEEB-EEF8-44AB-B973-876828F9B9B6}"/>
              </a:ext>
            </a:extLst>
          </p:cNvPr>
          <p:cNvSpPr>
            <a:spLocks noGrp="1"/>
          </p:cNvSpPr>
          <p:nvPr>
            <p:ph type="ftr" sz="quarter" idx="11"/>
          </p:nvPr>
        </p:nvSpPr>
        <p:spPr/>
        <p:txBody>
          <a:bodyPr/>
          <a:lstStyle/>
          <a:p>
            <a:endParaRPr lang="en-US"/>
          </a:p>
        </p:txBody>
      </p:sp>
      <p:sp>
        <p:nvSpPr>
          <p:cNvPr id="6"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defRPr>
            </a:lvl1pPr>
          </a:lstStyle>
          <a:p>
            <a:fld id="{CC7D48C0-AA79-46F3-BF6F-F82B468F2D98}" type="slidenum">
              <a:rPr lang="en-US" sz="1000" smtClean="0"/>
              <a:pPr/>
              <a:t>‹#›</a:t>
            </a:fld>
            <a:endParaRPr lang="en-US" sz="1000" dirty="0"/>
          </a:p>
        </p:txBody>
      </p:sp>
    </p:spTree>
    <p:extLst>
      <p:ext uri="{BB962C8B-B14F-4D97-AF65-F5344CB8AC3E}">
        <p14:creationId xmlns:p14="http://schemas.microsoft.com/office/powerpoint/2010/main" val="550350460"/>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FA79139-24FB-960A-490F-1366A48A42E9}"/>
              </a:ext>
            </a:extLst>
          </p:cNvPr>
          <p:cNvSpPr/>
          <p:nvPr userDrawn="1"/>
        </p:nvSpPr>
        <p:spPr>
          <a:xfrm>
            <a:off x="0" y="6523038"/>
            <a:ext cx="12192000" cy="334962"/>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prstClr val="white"/>
              </a:solidFill>
            </a:endParaRPr>
          </a:p>
        </p:txBody>
      </p:sp>
      <p:pic>
        <p:nvPicPr>
          <p:cNvPr id="6" name="Graphic 11">
            <a:extLst>
              <a:ext uri="{FF2B5EF4-FFF2-40B4-BE49-F238E27FC236}">
                <a16:creationId xmlns:a16="http://schemas.microsoft.com/office/drawing/2014/main" id="{7982BD61-AA01-9FD6-8387-B5AA4F136656}"/>
              </a:ext>
            </a:extLst>
          </p:cNvPr>
          <p:cNvPicPr>
            <a:picLocks noChangeAspect="1"/>
          </p:cNvPicPr>
          <p:nvPr userDrawn="1"/>
        </p:nvPicPr>
        <p:blipFill>
          <a:blip r:embed="rId2">
            <a:extLst>
              <a:ext uri="{28A0092B-C50C-407E-A947-70E740481C1C}">
                <a14:useLocalDpi xmlns:a14="http://schemas.microsoft.com/office/drawing/2010/main" val="0"/>
              </a:ext>
            </a:extLst>
          </a:blip>
          <a:srcRect l="8591" t="32054" r="4677" b="40437"/>
          <a:stretch>
            <a:fillRect/>
          </a:stretch>
        </p:blipFill>
        <p:spPr bwMode="auto">
          <a:xfrm>
            <a:off x="0" y="6523038"/>
            <a:ext cx="7837488"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301FDB3C-3C0D-4A67-AA7D-A13C542778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6E357D-FEE2-4154-9C5F-580779336B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A27D22-26B1-48D7-B7AA-90279E0BFC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a:extLst>
              <a:ext uri="{FF2B5EF4-FFF2-40B4-BE49-F238E27FC236}">
                <a16:creationId xmlns:a16="http://schemas.microsoft.com/office/drawing/2014/main" id="{8DC31E1F-2888-0F1C-0596-7ADDFFACD934}"/>
              </a:ext>
            </a:extLst>
          </p:cNvPr>
          <p:cNvSpPr>
            <a:spLocks noGrp="1"/>
          </p:cNvSpPr>
          <p:nvPr>
            <p:ph type="dt" sz="half" idx="10"/>
          </p:nvPr>
        </p:nvSpPr>
        <p:spPr/>
        <p:txBody>
          <a:bodyPr/>
          <a:lstStyle>
            <a:lvl1pPr>
              <a:defRPr/>
            </a:lvl1pPr>
          </a:lstStyle>
          <a:p>
            <a:pPr>
              <a:defRPr/>
            </a:pPr>
            <a:fld id="{F79D291F-B8AB-460D-A19B-C43609D48CA6}" type="datetime1">
              <a:rPr lang="en-US"/>
              <a:pPr>
                <a:defRPr/>
              </a:pPr>
              <a:t>7/17/2026</a:t>
            </a:fld>
            <a:endParaRPr lang="en-US" dirty="0"/>
          </a:p>
        </p:txBody>
      </p:sp>
      <p:sp>
        <p:nvSpPr>
          <p:cNvPr id="8" name="Footer Placeholder 5">
            <a:extLst>
              <a:ext uri="{FF2B5EF4-FFF2-40B4-BE49-F238E27FC236}">
                <a16:creationId xmlns:a16="http://schemas.microsoft.com/office/drawing/2014/main" id="{CC571B56-1A74-4E5F-2676-8FBD029C673D}"/>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1">
            <a:extLst>
              <a:ext uri="{FF2B5EF4-FFF2-40B4-BE49-F238E27FC236}">
                <a16:creationId xmlns:a16="http://schemas.microsoft.com/office/drawing/2014/main" id="{8F406302-A11F-EC3A-FBDE-66CC0863A738}"/>
              </a:ext>
            </a:extLst>
          </p:cNvPr>
          <p:cNvSpPr>
            <a:spLocks noGrp="1"/>
          </p:cNvSpPr>
          <p:nvPr>
            <p:ph type="sldNum" sz="quarter" idx="12"/>
          </p:nvPr>
        </p:nvSpPr>
        <p:spPr/>
        <p:txBody>
          <a:bodyPr/>
          <a:lstStyle>
            <a:lvl1pPr>
              <a:defRPr/>
            </a:lvl1pPr>
          </a:lstStyle>
          <a:p>
            <a:fld id="{05621B9F-1970-48AD-B786-E3CEEEFD0D1A}" type="slidenum">
              <a:rPr lang="en-US" altLang="zh-CN"/>
              <a:pPr/>
              <a:t>‹#›</a:t>
            </a:fld>
            <a:endParaRPr lang="en-US" altLang="zh-CN"/>
          </a:p>
        </p:txBody>
      </p:sp>
    </p:spTree>
    <p:extLst>
      <p:ext uri="{BB962C8B-B14F-4D97-AF65-F5344CB8AC3E}">
        <p14:creationId xmlns:p14="http://schemas.microsoft.com/office/powerpoint/2010/main" val="2114680434"/>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FA79139-24FB-960A-490F-1366A48A42E9}"/>
              </a:ext>
            </a:extLst>
          </p:cNvPr>
          <p:cNvSpPr/>
          <p:nvPr userDrawn="1"/>
        </p:nvSpPr>
        <p:spPr>
          <a:xfrm>
            <a:off x="0" y="6523038"/>
            <a:ext cx="12192000" cy="334962"/>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prstClr val="white"/>
              </a:solidFill>
            </a:endParaRPr>
          </a:p>
        </p:txBody>
      </p:sp>
      <p:pic>
        <p:nvPicPr>
          <p:cNvPr id="6" name="Graphic 11">
            <a:extLst>
              <a:ext uri="{FF2B5EF4-FFF2-40B4-BE49-F238E27FC236}">
                <a16:creationId xmlns:a16="http://schemas.microsoft.com/office/drawing/2014/main" id="{7982BD61-AA01-9FD6-8387-B5AA4F136656}"/>
              </a:ext>
            </a:extLst>
          </p:cNvPr>
          <p:cNvPicPr>
            <a:picLocks noChangeAspect="1"/>
          </p:cNvPicPr>
          <p:nvPr userDrawn="1"/>
        </p:nvPicPr>
        <p:blipFill>
          <a:blip r:embed="rId2">
            <a:extLst>
              <a:ext uri="{28A0092B-C50C-407E-A947-70E740481C1C}">
                <a14:useLocalDpi xmlns:a14="http://schemas.microsoft.com/office/drawing/2010/main" val="0"/>
              </a:ext>
            </a:extLst>
          </a:blip>
          <a:srcRect l="8591" t="32054" r="4677" b="40437"/>
          <a:stretch>
            <a:fillRect/>
          </a:stretch>
        </p:blipFill>
        <p:spPr bwMode="auto">
          <a:xfrm>
            <a:off x="0" y="6523038"/>
            <a:ext cx="7837488"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301FDB3C-3C0D-4A67-AA7D-A13C542778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6E357D-FEE2-4154-9C5F-580779336B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A27D22-26B1-48D7-B7AA-90279E0BFC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a:extLst>
              <a:ext uri="{FF2B5EF4-FFF2-40B4-BE49-F238E27FC236}">
                <a16:creationId xmlns:a16="http://schemas.microsoft.com/office/drawing/2014/main" id="{8DC31E1F-2888-0F1C-0596-7ADDFFACD934}"/>
              </a:ext>
            </a:extLst>
          </p:cNvPr>
          <p:cNvSpPr>
            <a:spLocks noGrp="1"/>
          </p:cNvSpPr>
          <p:nvPr>
            <p:ph type="dt" sz="half" idx="10"/>
          </p:nvPr>
        </p:nvSpPr>
        <p:spPr/>
        <p:txBody>
          <a:bodyPr/>
          <a:lstStyle>
            <a:lvl1pPr>
              <a:defRPr/>
            </a:lvl1pPr>
          </a:lstStyle>
          <a:p>
            <a:pPr>
              <a:defRPr/>
            </a:pPr>
            <a:fld id="{F79D291F-B8AB-460D-A19B-C43609D48CA6}" type="datetime1">
              <a:rPr lang="en-US"/>
              <a:pPr>
                <a:defRPr/>
              </a:pPr>
              <a:t>7/17/2026</a:t>
            </a:fld>
            <a:endParaRPr lang="en-US" dirty="0"/>
          </a:p>
        </p:txBody>
      </p:sp>
      <p:sp>
        <p:nvSpPr>
          <p:cNvPr id="8" name="Footer Placeholder 5">
            <a:extLst>
              <a:ext uri="{FF2B5EF4-FFF2-40B4-BE49-F238E27FC236}">
                <a16:creationId xmlns:a16="http://schemas.microsoft.com/office/drawing/2014/main" id="{CC571B56-1A74-4E5F-2676-8FBD029C673D}"/>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1">
            <a:extLst>
              <a:ext uri="{FF2B5EF4-FFF2-40B4-BE49-F238E27FC236}">
                <a16:creationId xmlns:a16="http://schemas.microsoft.com/office/drawing/2014/main" id="{8F406302-A11F-EC3A-FBDE-66CC0863A738}"/>
              </a:ext>
            </a:extLst>
          </p:cNvPr>
          <p:cNvSpPr>
            <a:spLocks noGrp="1"/>
          </p:cNvSpPr>
          <p:nvPr>
            <p:ph type="sldNum" sz="quarter" idx="12"/>
          </p:nvPr>
        </p:nvSpPr>
        <p:spPr/>
        <p:txBody>
          <a:bodyPr/>
          <a:lstStyle>
            <a:lvl1pPr>
              <a:defRPr/>
            </a:lvl1pPr>
          </a:lstStyle>
          <a:p>
            <a:fld id="{05621B9F-1970-48AD-B786-E3CEEEFD0D1A}" type="slidenum">
              <a:rPr lang="en-US" altLang="zh-CN"/>
              <a:pPr/>
              <a:t>‹#›</a:t>
            </a:fld>
            <a:endParaRPr lang="en-US" altLang="zh-CN"/>
          </a:p>
        </p:txBody>
      </p:sp>
    </p:spTree>
    <p:extLst>
      <p:ext uri="{BB962C8B-B14F-4D97-AF65-F5344CB8AC3E}">
        <p14:creationId xmlns:p14="http://schemas.microsoft.com/office/powerpoint/2010/main" val="2114680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11" Type="http://schemas.openxmlformats.org/officeDocument/2006/relationships/image" Target="../media/image3.svg"/><Relationship Id="rId5" Type="http://schemas.openxmlformats.org/officeDocument/2006/relationships/slideLayout" Target="../slideLayouts/slideLayout5.xml"/><Relationship Id="rId10" Type="http://schemas.openxmlformats.org/officeDocument/2006/relationships/image" Target="../media/image2.emf"/><Relationship Id="rId4" Type="http://schemas.openxmlformats.org/officeDocument/2006/relationships/slideLayout" Target="../slideLayouts/slideLayout4.xml"/><Relationship Id="rId9"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7" Type="http://schemas.openxmlformats.org/officeDocument/2006/relationships/image" Target="../media/image2.emf"/><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oleObject" Target="../embeddings/oleObject2.bin"/><Relationship Id="rId5" Type="http://schemas.openxmlformats.org/officeDocument/2006/relationships/image" Target="../media/image1.png"/><Relationship Id="rId4" Type="http://schemas.openxmlformats.org/officeDocument/2006/relationships/tags" Target="../tags/tag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tags" Target="../tags/tag4.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theme" Target="../theme/theme3.xml"/><Relationship Id="rId2" Type="http://schemas.openxmlformats.org/officeDocument/2006/relationships/slideLayout" Target="../slideLayouts/slideLayout9.xml"/><Relationship Id="rId16" Type="http://schemas.openxmlformats.org/officeDocument/2006/relationships/image" Target="../media/image2.emf"/><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oleObject" Target="../embeddings/oleObject3.bin"/><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18" Type="http://schemas.openxmlformats.org/officeDocument/2006/relationships/image" Target="../media/image1.png"/><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tags" Target="../tags/tag5.xml"/><Relationship Id="rId2" Type="http://schemas.openxmlformats.org/officeDocument/2006/relationships/slideLayout" Target="../slideLayouts/slideLayout20.xml"/><Relationship Id="rId16" Type="http://schemas.openxmlformats.org/officeDocument/2006/relationships/theme" Target="../theme/theme4.xml"/><Relationship Id="rId20" Type="http://schemas.openxmlformats.org/officeDocument/2006/relationships/image" Target="../media/image2.emf"/><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10" Type="http://schemas.openxmlformats.org/officeDocument/2006/relationships/slideLayout" Target="../slideLayouts/slideLayout28.xml"/><Relationship Id="rId19" Type="http://schemas.openxmlformats.org/officeDocument/2006/relationships/oleObject" Target="../embeddings/oleObject4.bin"/><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oleObject" Target="../embeddings/oleObject5.bin"/><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image" Target="../media/image1.png"/><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tags" Target="../tags/tag7.xml"/><Relationship Id="rId5" Type="http://schemas.openxmlformats.org/officeDocument/2006/relationships/slideLayout" Target="../slideLayouts/slideLayout38.xml"/><Relationship Id="rId10" Type="http://schemas.openxmlformats.org/officeDocument/2006/relationships/theme" Target="../theme/theme5.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image" Target="../media/image2.emf"/></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0.xml"/><Relationship Id="rId13" Type="http://schemas.openxmlformats.org/officeDocument/2006/relationships/slideLayout" Target="../slideLayouts/slideLayout55.xml"/><Relationship Id="rId18" Type="http://schemas.openxmlformats.org/officeDocument/2006/relationships/theme" Target="../theme/theme6.xml"/><Relationship Id="rId3" Type="http://schemas.openxmlformats.org/officeDocument/2006/relationships/slideLayout" Target="../slideLayouts/slideLayout45.xml"/><Relationship Id="rId21" Type="http://schemas.openxmlformats.org/officeDocument/2006/relationships/image" Target="../media/image2.emf"/><Relationship Id="rId7" Type="http://schemas.openxmlformats.org/officeDocument/2006/relationships/slideLayout" Target="../slideLayouts/slideLayout49.xml"/><Relationship Id="rId12" Type="http://schemas.openxmlformats.org/officeDocument/2006/relationships/slideLayout" Target="../slideLayouts/slideLayout54.xml"/><Relationship Id="rId17" Type="http://schemas.openxmlformats.org/officeDocument/2006/relationships/slideLayout" Target="../slideLayouts/slideLayout59.xml"/><Relationship Id="rId2" Type="http://schemas.openxmlformats.org/officeDocument/2006/relationships/slideLayout" Target="../slideLayouts/slideLayout44.xml"/><Relationship Id="rId16" Type="http://schemas.openxmlformats.org/officeDocument/2006/relationships/slideLayout" Target="../slideLayouts/slideLayout58.xml"/><Relationship Id="rId20" Type="http://schemas.openxmlformats.org/officeDocument/2006/relationships/oleObject" Target="../embeddings/oleObject6.bin"/><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slideLayout" Target="../slideLayouts/slideLayout53.xml"/><Relationship Id="rId5" Type="http://schemas.openxmlformats.org/officeDocument/2006/relationships/slideLayout" Target="../slideLayouts/slideLayout47.xml"/><Relationship Id="rId15" Type="http://schemas.openxmlformats.org/officeDocument/2006/relationships/slideLayout" Target="../slideLayouts/slideLayout57.xml"/><Relationship Id="rId23" Type="http://schemas.openxmlformats.org/officeDocument/2006/relationships/image" Target="../media/image6.png"/><Relationship Id="rId10" Type="http://schemas.openxmlformats.org/officeDocument/2006/relationships/slideLayout" Target="../slideLayouts/slideLayout52.xml"/><Relationship Id="rId19" Type="http://schemas.openxmlformats.org/officeDocument/2006/relationships/tags" Target="../tags/tag12.xml"/><Relationship Id="rId4" Type="http://schemas.openxmlformats.org/officeDocument/2006/relationships/slideLayout" Target="../slideLayouts/slideLayout46.xml"/><Relationship Id="rId9" Type="http://schemas.openxmlformats.org/officeDocument/2006/relationships/slideLayout" Target="../slideLayouts/slideLayout51.xml"/><Relationship Id="rId14" Type="http://schemas.openxmlformats.org/officeDocument/2006/relationships/slideLayout" Target="../slideLayouts/slideLayout56.xml"/><Relationship Id="rId22" Type="http://schemas.openxmlformats.org/officeDocument/2006/relationships/image" Target="../media/image4.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18" Type="http://schemas.openxmlformats.org/officeDocument/2006/relationships/slideLayout" Target="../slideLayouts/slideLayout77.xml"/><Relationship Id="rId3" Type="http://schemas.openxmlformats.org/officeDocument/2006/relationships/slideLayout" Target="../slideLayouts/slideLayout62.xml"/><Relationship Id="rId21" Type="http://schemas.openxmlformats.org/officeDocument/2006/relationships/oleObject" Target="../embeddings/oleObject7.bin"/><Relationship Id="rId7" Type="http://schemas.openxmlformats.org/officeDocument/2006/relationships/slideLayout" Target="../slideLayouts/slideLayout66.xml"/><Relationship Id="rId12" Type="http://schemas.openxmlformats.org/officeDocument/2006/relationships/slideLayout" Target="../slideLayouts/slideLayout71.xml"/><Relationship Id="rId17" Type="http://schemas.openxmlformats.org/officeDocument/2006/relationships/slideLayout" Target="../slideLayouts/slideLayout76.xml"/><Relationship Id="rId2" Type="http://schemas.openxmlformats.org/officeDocument/2006/relationships/slideLayout" Target="../slideLayouts/slideLayout61.xml"/><Relationship Id="rId16" Type="http://schemas.openxmlformats.org/officeDocument/2006/relationships/slideLayout" Target="../slideLayouts/slideLayout75.xml"/><Relationship Id="rId20" Type="http://schemas.openxmlformats.org/officeDocument/2006/relationships/tags" Target="../tags/tag13.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24" Type="http://schemas.openxmlformats.org/officeDocument/2006/relationships/image" Target="../media/image6.png"/><Relationship Id="rId5" Type="http://schemas.openxmlformats.org/officeDocument/2006/relationships/slideLayout" Target="../slideLayouts/slideLayout64.xml"/><Relationship Id="rId15" Type="http://schemas.openxmlformats.org/officeDocument/2006/relationships/slideLayout" Target="../slideLayouts/slideLayout74.xml"/><Relationship Id="rId23" Type="http://schemas.openxmlformats.org/officeDocument/2006/relationships/image" Target="../media/image4.png"/><Relationship Id="rId10" Type="http://schemas.openxmlformats.org/officeDocument/2006/relationships/slideLayout" Target="../slideLayouts/slideLayout69.xml"/><Relationship Id="rId19" Type="http://schemas.openxmlformats.org/officeDocument/2006/relationships/theme" Target="../theme/theme7.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 Id="rId22" Type="http://schemas.openxmlformats.org/officeDocument/2006/relationships/image" Target="../media/image2.emf"/></Relationships>
</file>

<file path=ppt/slideMasters/_rels/slideMaster8.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slideLayout" Target="../slideLayouts/slideLayout80.xml"/><Relationship Id="rId7" Type="http://schemas.openxmlformats.org/officeDocument/2006/relationships/image" Target="../media/image1.png"/><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tags" Target="../tags/tag14.xml"/><Relationship Id="rId5" Type="http://schemas.openxmlformats.org/officeDocument/2006/relationships/theme" Target="../theme/theme8.xml"/><Relationship Id="rId4" Type="http://schemas.openxmlformats.org/officeDocument/2006/relationships/slideLayout" Target="../slideLayouts/slideLayout81.xml"/><Relationship Id="rId9" Type="http://schemas.openxmlformats.org/officeDocument/2006/relationships/image" Target="../media/image2.emf"/></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89.xml"/><Relationship Id="rId13" Type="http://schemas.openxmlformats.org/officeDocument/2006/relationships/slideLayout" Target="../slideLayouts/slideLayout94.xml"/><Relationship Id="rId18" Type="http://schemas.openxmlformats.org/officeDocument/2006/relationships/slideLayout" Target="../slideLayouts/slideLayout99.xml"/><Relationship Id="rId3" Type="http://schemas.openxmlformats.org/officeDocument/2006/relationships/slideLayout" Target="../slideLayouts/slideLayout84.xml"/><Relationship Id="rId21" Type="http://schemas.openxmlformats.org/officeDocument/2006/relationships/tags" Target="../tags/tag15.xml"/><Relationship Id="rId7" Type="http://schemas.openxmlformats.org/officeDocument/2006/relationships/slideLayout" Target="../slideLayouts/slideLayout88.xml"/><Relationship Id="rId12" Type="http://schemas.openxmlformats.org/officeDocument/2006/relationships/slideLayout" Target="../slideLayouts/slideLayout93.xml"/><Relationship Id="rId17" Type="http://schemas.openxmlformats.org/officeDocument/2006/relationships/slideLayout" Target="../slideLayouts/slideLayout98.xml"/><Relationship Id="rId25" Type="http://schemas.openxmlformats.org/officeDocument/2006/relationships/image" Target="../media/image6.png"/><Relationship Id="rId2" Type="http://schemas.openxmlformats.org/officeDocument/2006/relationships/slideLayout" Target="../slideLayouts/slideLayout83.xml"/><Relationship Id="rId16" Type="http://schemas.openxmlformats.org/officeDocument/2006/relationships/slideLayout" Target="../slideLayouts/slideLayout97.xml"/><Relationship Id="rId20" Type="http://schemas.openxmlformats.org/officeDocument/2006/relationships/theme" Target="../theme/theme9.xml"/><Relationship Id="rId1" Type="http://schemas.openxmlformats.org/officeDocument/2006/relationships/slideLayout" Target="../slideLayouts/slideLayout82.xml"/><Relationship Id="rId6" Type="http://schemas.openxmlformats.org/officeDocument/2006/relationships/slideLayout" Target="../slideLayouts/slideLayout87.xml"/><Relationship Id="rId11" Type="http://schemas.openxmlformats.org/officeDocument/2006/relationships/slideLayout" Target="../slideLayouts/slideLayout92.xml"/><Relationship Id="rId24" Type="http://schemas.openxmlformats.org/officeDocument/2006/relationships/image" Target="../media/image4.png"/><Relationship Id="rId5" Type="http://schemas.openxmlformats.org/officeDocument/2006/relationships/slideLayout" Target="../slideLayouts/slideLayout86.xml"/><Relationship Id="rId15" Type="http://schemas.openxmlformats.org/officeDocument/2006/relationships/slideLayout" Target="../slideLayouts/slideLayout96.xml"/><Relationship Id="rId23" Type="http://schemas.openxmlformats.org/officeDocument/2006/relationships/image" Target="../media/image2.emf"/><Relationship Id="rId10" Type="http://schemas.openxmlformats.org/officeDocument/2006/relationships/slideLayout" Target="../slideLayouts/slideLayout91.xml"/><Relationship Id="rId19" Type="http://schemas.openxmlformats.org/officeDocument/2006/relationships/slideLayout" Target="../slideLayouts/slideLayout100.xml"/><Relationship Id="rId4" Type="http://schemas.openxmlformats.org/officeDocument/2006/relationships/slideLayout" Target="../slideLayouts/slideLayout85.xml"/><Relationship Id="rId9" Type="http://schemas.openxmlformats.org/officeDocument/2006/relationships/slideLayout" Target="../slideLayouts/slideLayout90.xml"/><Relationship Id="rId14" Type="http://schemas.openxmlformats.org/officeDocument/2006/relationships/slideLayout" Target="../slideLayouts/slideLayout95.xml"/><Relationship Id="rId22" Type="http://schemas.openxmlformats.org/officeDocument/2006/relationships/oleObject" Target="../embeddings/oleObject9.bin"/></Relationships>
</file>

<file path=ppt/slideMasters/_rels/slideMaster10.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103.xml"/><Relationship Id="rId7" Type="http://schemas.openxmlformats.org/officeDocument/2006/relationships/tags" Target="../tags/tag17.xml"/><Relationship Id="rId2" Type="http://schemas.openxmlformats.org/officeDocument/2006/relationships/slideLayout" Target="../slideLayouts/slideLayout102.xml"/><Relationship Id="rId1" Type="http://schemas.openxmlformats.org/officeDocument/2006/relationships/slideLayout" Target="../slideLayouts/slideLayout101.xml"/><Relationship Id="rId6" Type="http://schemas.openxmlformats.org/officeDocument/2006/relationships/theme" Target="../theme/theme10.xml"/><Relationship Id="rId11" Type="http://schemas.openxmlformats.org/officeDocument/2006/relationships/image" Target="../media/image3.svg"/><Relationship Id="rId5" Type="http://schemas.openxmlformats.org/officeDocument/2006/relationships/slideLayout" Target="../slideLayouts/slideLayout105.xml"/><Relationship Id="rId10" Type="http://schemas.openxmlformats.org/officeDocument/2006/relationships/image" Target="../media/image2.emf"/><Relationship Id="rId4" Type="http://schemas.openxmlformats.org/officeDocument/2006/relationships/slideLayout" Target="../slideLayouts/slideLayout104.xml"/><Relationship Id="rId9" Type="http://schemas.openxmlformats.org/officeDocument/2006/relationships/oleObject" Target="../embeddings/oleObject10.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8">
            <a:lum/>
          </a:blip>
          <a:srcRect/>
          <a:stretch>
            <a:fillRect/>
          </a:stretch>
        </a:blip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B38B45AA-AC4B-8CD7-B790-F2E6053358F4}"/>
              </a:ext>
            </a:extLst>
          </p:cNvPr>
          <p:cNvGraphicFramePr>
            <a:graphicFrameLocks noChangeAspect="1"/>
          </p:cNvGraphicFramePr>
          <p:nvPr userDrawn="1">
            <p:custDataLst>
              <p:tags r:id="rId7"/>
            </p:custDataLst>
            <p:extLst>
              <p:ext uri="{D42A27DB-BD31-4B8C-83A1-F6EECF244321}">
                <p14:modId xmlns:p14="http://schemas.microsoft.com/office/powerpoint/2010/main" val="29452367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338" imgH="338" progId="TCLayout.ActiveDocument.1">
                  <p:embed/>
                </p:oleObj>
              </mc:Choice>
              <mc:Fallback>
                <p:oleObj name="think-cell Slide" r:id="rId9" imgW="338" imgH="338" progId="TCLayout.ActiveDocument.1">
                  <p:embed/>
                  <p:pic>
                    <p:nvPicPr>
                      <p:cNvPr id="6" name="think-cell data - do not delete" hidden="1">
                        <a:extLst>
                          <a:ext uri="{FF2B5EF4-FFF2-40B4-BE49-F238E27FC236}">
                            <a16:creationId xmlns:a16="http://schemas.microsoft.com/office/drawing/2014/main" id="{B38B45AA-AC4B-8CD7-B790-F2E6053358F4}"/>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7" name="Rectangle 6">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9"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11"/>
              </a:ext>
            </a:extLst>
          </a:blip>
          <a:srcRect l="8591" t="32054" r="4677" b="40437"/>
          <a:stretch/>
        </p:blipFill>
        <p:spPr>
          <a:xfrm>
            <a:off x="0" y="6522721"/>
            <a:ext cx="7837402" cy="335280"/>
          </a:xfrm>
          <a:prstGeom prst="rect">
            <a:avLst/>
          </a:prstGeom>
        </p:spPr>
      </p:pic>
      <p:sp>
        <p:nvSpPr>
          <p:cNvPr id="2" name="Title Placeholder 1">
            <a:extLst>
              <a:ext uri="{FF2B5EF4-FFF2-40B4-BE49-F238E27FC236}">
                <a16:creationId xmlns:a16="http://schemas.microsoft.com/office/drawing/2014/main" id="{6EE52D3B-1640-43FA-A33B-870224C719F7}"/>
              </a:ext>
            </a:extLst>
          </p:cNvPr>
          <p:cNvSpPr>
            <a:spLocks noGrp="1"/>
          </p:cNvSpPr>
          <p:nvPr>
            <p:ph type="title"/>
          </p:nvPr>
        </p:nvSpPr>
        <p:spPr>
          <a:xfrm>
            <a:off x="838200" y="677041"/>
            <a:ext cx="10515600" cy="701731"/>
          </a:xfrm>
          <a:prstGeom prst="rect">
            <a:avLst/>
          </a:prstGeom>
        </p:spPr>
        <p:txBody>
          <a:bodyPr vert="horz" lIns="0" tIns="45720" rIns="0" bIns="45720" rtlCol="0" anchor="ctr">
            <a:spAutoFit/>
          </a:bodyPr>
          <a:lstStyle/>
          <a:p>
            <a:r>
              <a:rPr lang="en-US"/>
              <a:t>Click to edit Master title style</a:t>
            </a:r>
          </a:p>
        </p:txBody>
      </p:sp>
      <p:sp>
        <p:nvSpPr>
          <p:cNvPr id="3" name="Text Placeholder 2">
            <a:extLst>
              <a:ext uri="{FF2B5EF4-FFF2-40B4-BE49-F238E27FC236}">
                <a16:creationId xmlns:a16="http://schemas.microsoft.com/office/drawing/2014/main" id="{64D03963-46E1-4422-98B0-F8C00E7A8054}"/>
              </a:ext>
            </a:extLst>
          </p:cNvPr>
          <p:cNvSpPr>
            <a:spLocks noGrp="1"/>
          </p:cNvSpPr>
          <p:nvPr>
            <p:ph type="body" idx="1"/>
          </p:nvPr>
        </p:nvSpPr>
        <p:spPr>
          <a:xfrm>
            <a:off x="838200" y="1825625"/>
            <a:ext cx="10515600" cy="1844608"/>
          </a:xfrm>
          <a:prstGeom prst="rect">
            <a:avLst/>
          </a:prstGeom>
        </p:spPr>
        <p:txBody>
          <a:bodyPr vert="horz" lIns="0" tIns="45720" rIns="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A91239-53F7-499D-9987-29D62F3E2A5E}"/>
              </a:ext>
            </a:extLst>
          </p:cNvPr>
          <p:cNvSpPr>
            <a:spLocks noGrp="1"/>
          </p:cNvSpPr>
          <p:nvPr>
            <p:ph type="dt" sz="half" idx="2"/>
          </p:nvPr>
        </p:nvSpPr>
        <p:spPr>
          <a:xfrm>
            <a:off x="838200" y="6400413"/>
            <a:ext cx="2743200" cy="276999"/>
          </a:xfrm>
          <a:prstGeom prst="rect">
            <a:avLst/>
          </a:prstGeom>
        </p:spPr>
        <p:txBody>
          <a:bodyPr vert="horz" lIns="0" tIns="45720" rIns="0" bIns="45720" rtlCol="0" anchor="ctr">
            <a:spAutoFit/>
          </a:bodyP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818FC6ED-0376-4286-B5C9-90D492627976}"/>
              </a:ext>
            </a:extLst>
          </p:cNvPr>
          <p:cNvSpPr>
            <a:spLocks noGrp="1"/>
          </p:cNvSpPr>
          <p:nvPr>
            <p:ph type="ftr" sz="quarter" idx="3"/>
          </p:nvPr>
        </p:nvSpPr>
        <p:spPr>
          <a:xfrm>
            <a:off x="4038600" y="6400413"/>
            <a:ext cx="4114800" cy="276999"/>
          </a:xfrm>
          <a:prstGeom prst="rect">
            <a:avLst/>
          </a:prstGeom>
        </p:spPr>
        <p:txBody>
          <a:bodyPr vert="horz" lIns="0" tIns="45720" rIns="0" bIns="45720" rtlCol="0" anchor="ctr">
            <a:spAutoFit/>
          </a:bodyPr>
          <a:lstStyle>
            <a:lvl1pPr algn="ctr">
              <a:defRPr sz="1200">
                <a:solidFill>
                  <a:schemeClr val="tx1">
                    <a:tint val="75000"/>
                  </a:schemeClr>
                </a:solidFill>
              </a:defRPr>
            </a:lvl1pPr>
          </a:lstStyle>
          <a:p>
            <a:endParaRPr lang="en-US"/>
          </a:p>
        </p:txBody>
      </p:sp>
    </p:spTree>
    <p:extLst>
      <p:ext uri="{BB962C8B-B14F-4D97-AF65-F5344CB8AC3E}">
        <p14:creationId xmlns:p14="http://schemas.microsoft.com/office/powerpoint/2010/main" val="975300328"/>
      </p:ext>
    </p:extLst>
  </p:cSld>
  <p:clrMap bg1="lt1" tx1="dk1" bg2="lt2" tx2="dk2" accent1="accent1" accent2="accent2" accent3="accent3" accent4="accent4" accent5="accent5" accent6="accent6" hlink="hlink" folHlink="folHlink"/>
  <p:sldLayoutIdLst>
    <p:sldLayoutId id="2147483678" r:id="rId1"/>
    <p:sldLayoutId id="2147484069" r:id="rId2"/>
    <p:sldLayoutId id="2147484135" r:id="rId3"/>
    <p:sldLayoutId id="2147484136" r:id="rId4"/>
    <p:sldLayoutId id="2147484189"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BAF62A3E-A12F-DA5A-1F16-5D35FABC11DA}"/>
              </a:ext>
            </a:extLst>
          </p:cNvPr>
          <p:cNvGraphicFramePr>
            <a:graphicFrameLocks/>
          </p:cNvGraphicFramePr>
          <p:nvPr userDrawn="1">
            <p:custDataLst>
              <p:tags r:id="rId4"/>
            </p:custDataLst>
            <p:extLst>
              <p:ext uri="{D42A27DB-BD31-4B8C-83A1-F6EECF244321}">
                <p14:modId xmlns:p14="http://schemas.microsoft.com/office/powerpoint/2010/main" val="1004745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38" imgH="338" progId="TCLayout.ActiveDocument.1">
                  <p:embed/>
                </p:oleObj>
              </mc:Choice>
              <mc:Fallback>
                <p:oleObj name="think-cell Slide" r:id="rId6" imgW="338" imgH="338" progId="TCLayout.ActiveDocument.1">
                  <p:embed/>
                  <p:pic>
                    <p:nvPicPr>
                      <p:cNvPr id="6" name="think-cell data - do not delete" hidden="1">
                        <a:extLst>
                          <a:ext uri="{FF2B5EF4-FFF2-40B4-BE49-F238E27FC236}">
                            <a16:creationId xmlns:a16="http://schemas.microsoft.com/office/drawing/2014/main" id="{BAF62A3E-A12F-DA5A-1F16-5D35FABC11DA}"/>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6EE52D3B-1640-43FA-A33B-870224C719F7}"/>
              </a:ext>
            </a:extLst>
          </p:cNvPr>
          <p:cNvSpPr>
            <a:spLocks noGrp="1"/>
          </p:cNvSpPr>
          <p:nvPr>
            <p:ph type="title"/>
          </p:nvPr>
        </p:nvSpPr>
        <p:spPr>
          <a:xfrm>
            <a:off x="838200" y="677041"/>
            <a:ext cx="10515600" cy="701731"/>
          </a:xfrm>
          <a:prstGeom prst="rect">
            <a:avLst/>
          </a:prstGeom>
        </p:spPr>
        <p:txBody>
          <a:bodyPr vert="horz" lIns="0" tIns="45720" rIns="0" bIns="45720" rtlCol="0" anchor="ctr">
            <a:spAutoFit/>
          </a:bodyPr>
          <a:lstStyle/>
          <a:p>
            <a:r>
              <a:rPr lang="en-US"/>
              <a:t>Click to edit Master title style</a:t>
            </a:r>
          </a:p>
        </p:txBody>
      </p:sp>
      <p:sp>
        <p:nvSpPr>
          <p:cNvPr id="3" name="Text Placeholder 2">
            <a:extLst>
              <a:ext uri="{FF2B5EF4-FFF2-40B4-BE49-F238E27FC236}">
                <a16:creationId xmlns:a16="http://schemas.microsoft.com/office/drawing/2014/main" id="{64D03963-46E1-4422-98B0-F8C00E7A8054}"/>
              </a:ext>
            </a:extLst>
          </p:cNvPr>
          <p:cNvSpPr>
            <a:spLocks noGrp="1"/>
          </p:cNvSpPr>
          <p:nvPr>
            <p:ph type="body" idx="1"/>
          </p:nvPr>
        </p:nvSpPr>
        <p:spPr>
          <a:xfrm>
            <a:off x="838200" y="1825625"/>
            <a:ext cx="10515600" cy="1844608"/>
          </a:xfrm>
          <a:prstGeom prst="rect">
            <a:avLst/>
          </a:prstGeom>
        </p:spPr>
        <p:txBody>
          <a:bodyPr vert="horz" lIns="0" tIns="45720" rIns="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A91239-53F7-499D-9987-29D62F3E2A5E}"/>
              </a:ext>
            </a:extLst>
          </p:cNvPr>
          <p:cNvSpPr>
            <a:spLocks noGrp="1"/>
          </p:cNvSpPr>
          <p:nvPr>
            <p:ph type="dt" sz="half" idx="2"/>
          </p:nvPr>
        </p:nvSpPr>
        <p:spPr>
          <a:xfrm>
            <a:off x="838200" y="6400413"/>
            <a:ext cx="2743200" cy="276999"/>
          </a:xfrm>
          <a:prstGeom prst="rect">
            <a:avLst/>
          </a:prstGeom>
        </p:spPr>
        <p:txBody>
          <a:bodyPr vert="horz" lIns="0" tIns="45720" rIns="0" bIns="45720" rtlCol="0" anchor="ctr">
            <a:spAutoFit/>
          </a:bodyP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515052">
                  <a:tint val="75000"/>
                </a:srgbClr>
              </a:solidFill>
              <a:effectLst/>
              <a:uLnTx/>
              <a:uFillTx/>
              <a:latin typeface="Calibri Light"/>
              <a:ea typeface="+mn-ea"/>
              <a:cs typeface="+mn-cs"/>
            </a:endParaRPr>
          </a:p>
        </p:txBody>
      </p:sp>
      <p:sp>
        <p:nvSpPr>
          <p:cNvPr id="5" name="Footer Placeholder 4">
            <a:extLst>
              <a:ext uri="{FF2B5EF4-FFF2-40B4-BE49-F238E27FC236}">
                <a16:creationId xmlns:a16="http://schemas.microsoft.com/office/drawing/2014/main" id="{818FC6ED-0376-4286-B5C9-90D492627976}"/>
              </a:ext>
            </a:extLst>
          </p:cNvPr>
          <p:cNvSpPr>
            <a:spLocks noGrp="1"/>
          </p:cNvSpPr>
          <p:nvPr>
            <p:ph type="ftr" sz="quarter" idx="3"/>
          </p:nvPr>
        </p:nvSpPr>
        <p:spPr>
          <a:xfrm>
            <a:off x="4038600" y="6400413"/>
            <a:ext cx="4114800" cy="276999"/>
          </a:xfrm>
          <a:prstGeom prst="rect">
            <a:avLst/>
          </a:prstGeom>
        </p:spPr>
        <p:txBody>
          <a:bodyPr vert="horz" lIns="0" tIns="45720" rIns="0" bIns="45720" rtlCol="0" anchor="ctr">
            <a:spAutoFit/>
          </a:bodyP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515052">
                  <a:tint val="75000"/>
                </a:srgbClr>
              </a:solidFill>
              <a:effectLst/>
              <a:uLnTx/>
              <a:uFillTx/>
              <a:latin typeface="Calibri Light"/>
              <a:ea typeface="+mn-ea"/>
              <a:cs typeface="+mn-cs"/>
            </a:endParaRPr>
          </a:p>
        </p:txBody>
      </p:sp>
    </p:spTree>
    <p:extLst>
      <p:ext uri="{BB962C8B-B14F-4D97-AF65-F5344CB8AC3E}">
        <p14:creationId xmlns:p14="http://schemas.microsoft.com/office/powerpoint/2010/main" val="739904180"/>
      </p:ext>
    </p:extLst>
  </p:cSld>
  <p:clrMap bg1="lt1" tx1="dk1" bg2="lt2" tx2="dk2" accent1="accent1" accent2="accent2" accent3="accent3" accent4="accent4" accent5="accent5" accent6="accent6" hlink="hlink" folHlink="folHlink"/>
  <p:sldLayoutIdLst>
    <p:sldLayoutId id="2147483721" r:id="rId1"/>
    <p:sldLayoutId id="2147483726"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50ACD88-8A7E-9E5F-4C3E-3034BBA5F6B8}"/>
              </a:ext>
            </a:extLst>
          </p:cNvPr>
          <p:cNvGraphicFramePr>
            <a:graphicFrameLocks noChangeAspect="1"/>
          </p:cNvGraphicFramePr>
          <p:nvPr userDrawn="1">
            <p:custDataLst>
              <p:tags r:id="rId13"/>
            </p:custDataLst>
            <p:extLst>
              <p:ext uri="{D42A27DB-BD31-4B8C-83A1-F6EECF244321}">
                <p14:modId xmlns:p14="http://schemas.microsoft.com/office/powerpoint/2010/main" val="11656495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338" imgH="338" progId="TCLayout.ActiveDocument.1">
                  <p:embed/>
                </p:oleObj>
              </mc:Choice>
              <mc:Fallback>
                <p:oleObj name="think-cell Slide" r:id="rId15" imgW="338" imgH="338" progId="TCLayout.ActiveDocument.1">
                  <p:embed/>
                  <p:pic>
                    <p:nvPicPr>
                      <p:cNvPr id="6" name="think-cell data - do not delete" hidden="1">
                        <a:extLst>
                          <a:ext uri="{FF2B5EF4-FFF2-40B4-BE49-F238E27FC236}">
                            <a16:creationId xmlns:a16="http://schemas.microsoft.com/office/drawing/2014/main" id="{E50ACD88-8A7E-9E5F-4C3E-3034BBA5F6B8}"/>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6EE52D3B-1640-43FA-A33B-870224C719F7}"/>
              </a:ext>
            </a:extLst>
          </p:cNvPr>
          <p:cNvSpPr>
            <a:spLocks noGrp="1"/>
          </p:cNvSpPr>
          <p:nvPr>
            <p:ph type="title"/>
          </p:nvPr>
        </p:nvSpPr>
        <p:spPr>
          <a:xfrm>
            <a:off x="838200" y="677041"/>
            <a:ext cx="10515600" cy="701731"/>
          </a:xfrm>
          <a:prstGeom prst="rect">
            <a:avLst/>
          </a:prstGeom>
        </p:spPr>
        <p:txBody>
          <a:bodyPr vert="horz" lIns="0" tIns="45720" rIns="0" bIns="45720" rtlCol="0" anchor="ctr">
            <a:spAutoFit/>
          </a:bodyPr>
          <a:lstStyle/>
          <a:p>
            <a:r>
              <a:rPr lang="en-US"/>
              <a:t>Click to edit Master title style</a:t>
            </a:r>
          </a:p>
        </p:txBody>
      </p:sp>
      <p:sp>
        <p:nvSpPr>
          <p:cNvPr id="3" name="Text Placeholder 2">
            <a:extLst>
              <a:ext uri="{FF2B5EF4-FFF2-40B4-BE49-F238E27FC236}">
                <a16:creationId xmlns:a16="http://schemas.microsoft.com/office/drawing/2014/main" id="{64D03963-46E1-4422-98B0-F8C00E7A8054}"/>
              </a:ext>
            </a:extLst>
          </p:cNvPr>
          <p:cNvSpPr>
            <a:spLocks noGrp="1"/>
          </p:cNvSpPr>
          <p:nvPr>
            <p:ph type="body" idx="1"/>
          </p:nvPr>
        </p:nvSpPr>
        <p:spPr>
          <a:xfrm>
            <a:off x="838200" y="1825625"/>
            <a:ext cx="10515600" cy="1844608"/>
          </a:xfrm>
          <a:prstGeom prst="rect">
            <a:avLst/>
          </a:prstGeom>
        </p:spPr>
        <p:txBody>
          <a:bodyPr vert="horz" lIns="0" tIns="45720" rIns="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A91239-53F7-499D-9987-29D62F3E2A5E}"/>
              </a:ext>
            </a:extLst>
          </p:cNvPr>
          <p:cNvSpPr>
            <a:spLocks noGrp="1"/>
          </p:cNvSpPr>
          <p:nvPr>
            <p:ph type="dt" sz="half" idx="2"/>
          </p:nvPr>
        </p:nvSpPr>
        <p:spPr>
          <a:xfrm>
            <a:off x="838200" y="6400413"/>
            <a:ext cx="2743200" cy="276999"/>
          </a:xfrm>
          <a:prstGeom prst="rect">
            <a:avLst/>
          </a:prstGeom>
        </p:spPr>
        <p:txBody>
          <a:bodyPr vert="horz" lIns="0" tIns="45720" rIns="0" bIns="45720" rtlCol="0" anchor="ctr">
            <a:spAutoFit/>
          </a:bodyPr>
          <a:lstStyle>
            <a:lvl1pPr algn="l">
              <a:defRPr sz="1200">
                <a:solidFill>
                  <a:schemeClr val="tx1">
                    <a:tint val="75000"/>
                  </a:schemeClr>
                </a:solidFill>
              </a:defRPr>
            </a:lvl1pPr>
          </a:lstStyle>
          <a:p>
            <a:fld id="{F5273542-AE95-439F-83F4-D8754E60CE08}" type="datetime1">
              <a:rPr lang="en-US" smtClean="0"/>
              <a:t>7/17/2026</a:t>
            </a:fld>
            <a:endParaRPr lang="en-US"/>
          </a:p>
        </p:txBody>
      </p:sp>
      <p:sp>
        <p:nvSpPr>
          <p:cNvPr id="5" name="Footer Placeholder 4">
            <a:extLst>
              <a:ext uri="{FF2B5EF4-FFF2-40B4-BE49-F238E27FC236}">
                <a16:creationId xmlns:a16="http://schemas.microsoft.com/office/drawing/2014/main" id="{818FC6ED-0376-4286-B5C9-90D492627976}"/>
              </a:ext>
            </a:extLst>
          </p:cNvPr>
          <p:cNvSpPr>
            <a:spLocks noGrp="1"/>
          </p:cNvSpPr>
          <p:nvPr>
            <p:ph type="ftr" sz="quarter" idx="3"/>
          </p:nvPr>
        </p:nvSpPr>
        <p:spPr>
          <a:xfrm>
            <a:off x="4038600" y="6400413"/>
            <a:ext cx="4114800" cy="276999"/>
          </a:xfrm>
          <a:prstGeom prst="rect">
            <a:avLst/>
          </a:prstGeom>
        </p:spPr>
        <p:txBody>
          <a:bodyPr vert="horz" lIns="0" tIns="45720" rIns="0" bIns="45720" rtlCol="0" anchor="ctr">
            <a:spAutoFit/>
          </a:bodyPr>
          <a:lstStyle>
            <a:lvl1pPr algn="ctr">
              <a:defRPr sz="1200">
                <a:solidFill>
                  <a:schemeClr val="tx1">
                    <a:tint val="75000"/>
                  </a:schemeClr>
                </a:solidFill>
              </a:defRPr>
            </a:lvl1pPr>
          </a:lstStyle>
          <a:p>
            <a:endParaRPr lang="en-US"/>
          </a:p>
        </p:txBody>
      </p:sp>
    </p:spTree>
    <p:extLst>
      <p:ext uri="{BB962C8B-B14F-4D97-AF65-F5344CB8AC3E}">
        <p14:creationId xmlns:p14="http://schemas.microsoft.com/office/powerpoint/2010/main" val="1946395620"/>
      </p:ext>
    </p:extLst>
  </p:cSld>
  <p:clrMap bg1="lt1" tx1="dk1" bg2="lt2" tx2="dk2" accent1="accent1" accent2="accent2" accent3="accent3" accent4="accent4" accent5="accent5" accent6="accent6" hlink="hlink" folHlink="folHlink"/>
  <p:sldLayoutIdLst>
    <p:sldLayoutId id="2147484013" r:id="rId1"/>
    <p:sldLayoutId id="2147484014" r:id="rId2"/>
    <p:sldLayoutId id="2147484015" r:id="rId3"/>
    <p:sldLayoutId id="2147484016" r:id="rId4"/>
    <p:sldLayoutId id="2147484017" r:id="rId5"/>
    <p:sldLayoutId id="2147484018" r:id="rId6"/>
    <p:sldLayoutId id="2147484019" r:id="rId7"/>
    <p:sldLayoutId id="2147484020" r:id="rId8"/>
    <p:sldLayoutId id="2147484021" r:id="rId9"/>
    <p:sldLayoutId id="2147484022" r:id="rId10"/>
    <p:sldLayoutId id="214748402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1C47E897-BD07-E5E9-49AA-F8822EDC2A8E}"/>
              </a:ext>
            </a:extLst>
          </p:cNvPr>
          <p:cNvGraphicFramePr>
            <a:graphicFrameLocks noChangeAspect="1"/>
          </p:cNvGraphicFramePr>
          <p:nvPr userDrawn="1">
            <p:custDataLst>
              <p:tags r:id="rId17"/>
            </p:custDataLst>
            <p:extLst>
              <p:ext uri="{D42A27DB-BD31-4B8C-83A1-F6EECF244321}">
                <p14:modId xmlns:p14="http://schemas.microsoft.com/office/powerpoint/2010/main" val="1933523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9" imgW="338" imgH="338" progId="TCLayout.ActiveDocument.1">
                  <p:embed/>
                </p:oleObj>
              </mc:Choice>
              <mc:Fallback>
                <p:oleObj name="think-cell Slide" r:id="rId19" imgW="338" imgH="338" progId="TCLayout.ActiveDocument.1">
                  <p:embed/>
                  <p:pic>
                    <p:nvPicPr>
                      <p:cNvPr id="6" name="think-cell data - do not delete" hidden="1">
                        <a:extLst>
                          <a:ext uri="{FF2B5EF4-FFF2-40B4-BE49-F238E27FC236}">
                            <a16:creationId xmlns:a16="http://schemas.microsoft.com/office/drawing/2014/main" id="{1C47E897-BD07-E5E9-49AA-F8822EDC2A8E}"/>
                          </a:ext>
                        </a:extLst>
                      </p:cNvPr>
                      <p:cNvPicPr/>
                      <p:nvPr/>
                    </p:nvPicPr>
                    <p:blipFill>
                      <a:blip r:embed="rId20"/>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6EE52D3B-1640-43FA-A33B-870224C719F7}"/>
              </a:ext>
            </a:extLst>
          </p:cNvPr>
          <p:cNvSpPr>
            <a:spLocks noGrp="1"/>
          </p:cNvSpPr>
          <p:nvPr>
            <p:ph type="title"/>
          </p:nvPr>
        </p:nvSpPr>
        <p:spPr>
          <a:xfrm>
            <a:off x="838200" y="677041"/>
            <a:ext cx="10515600" cy="701731"/>
          </a:xfrm>
          <a:prstGeom prst="rect">
            <a:avLst/>
          </a:prstGeom>
        </p:spPr>
        <p:txBody>
          <a:bodyPr vert="horz" lIns="0" tIns="45720" rIns="0" bIns="45720" rtlCol="0" anchor="ctr">
            <a:spAutoFit/>
          </a:bodyPr>
          <a:lstStyle/>
          <a:p>
            <a:r>
              <a:rPr lang="en-US"/>
              <a:t>Click to edit Master title style</a:t>
            </a:r>
          </a:p>
        </p:txBody>
      </p:sp>
      <p:sp>
        <p:nvSpPr>
          <p:cNvPr id="3" name="Text Placeholder 2">
            <a:extLst>
              <a:ext uri="{FF2B5EF4-FFF2-40B4-BE49-F238E27FC236}">
                <a16:creationId xmlns:a16="http://schemas.microsoft.com/office/drawing/2014/main" id="{64D03963-46E1-4422-98B0-F8C00E7A8054}"/>
              </a:ext>
            </a:extLst>
          </p:cNvPr>
          <p:cNvSpPr>
            <a:spLocks noGrp="1"/>
          </p:cNvSpPr>
          <p:nvPr>
            <p:ph type="body" idx="1"/>
          </p:nvPr>
        </p:nvSpPr>
        <p:spPr>
          <a:xfrm>
            <a:off x="838200" y="1825625"/>
            <a:ext cx="10515600" cy="1844608"/>
          </a:xfrm>
          <a:prstGeom prst="rect">
            <a:avLst/>
          </a:prstGeom>
        </p:spPr>
        <p:txBody>
          <a:bodyPr vert="horz" lIns="0" tIns="45720" rIns="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A91239-53F7-499D-9987-29D62F3E2A5E}"/>
              </a:ext>
            </a:extLst>
          </p:cNvPr>
          <p:cNvSpPr>
            <a:spLocks noGrp="1"/>
          </p:cNvSpPr>
          <p:nvPr>
            <p:ph type="dt" sz="half" idx="2"/>
          </p:nvPr>
        </p:nvSpPr>
        <p:spPr>
          <a:xfrm>
            <a:off x="838200" y="6400413"/>
            <a:ext cx="2743200" cy="276999"/>
          </a:xfrm>
          <a:prstGeom prst="rect">
            <a:avLst/>
          </a:prstGeom>
        </p:spPr>
        <p:txBody>
          <a:bodyPr vert="horz" lIns="0" tIns="45720" rIns="0" bIns="45720" rtlCol="0" anchor="ctr">
            <a:spAutoFit/>
          </a:bodyP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818FC6ED-0376-4286-B5C9-90D492627976}"/>
              </a:ext>
            </a:extLst>
          </p:cNvPr>
          <p:cNvSpPr>
            <a:spLocks noGrp="1"/>
          </p:cNvSpPr>
          <p:nvPr>
            <p:ph type="ftr" sz="quarter" idx="3"/>
          </p:nvPr>
        </p:nvSpPr>
        <p:spPr>
          <a:xfrm>
            <a:off x="4038600" y="6400413"/>
            <a:ext cx="4114800" cy="276999"/>
          </a:xfrm>
          <a:prstGeom prst="rect">
            <a:avLst/>
          </a:prstGeom>
        </p:spPr>
        <p:txBody>
          <a:bodyPr vert="horz" lIns="0" tIns="45720" rIns="0" bIns="45720" rtlCol="0" anchor="ctr">
            <a:spAutoFit/>
          </a:bodyPr>
          <a:lstStyle>
            <a:lvl1pPr algn="ctr">
              <a:defRPr sz="1200">
                <a:solidFill>
                  <a:schemeClr val="tx1">
                    <a:tint val="75000"/>
                  </a:schemeClr>
                </a:solidFill>
              </a:defRPr>
            </a:lvl1pPr>
          </a:lstStyle>
          <a:p>
            <a:endParaRPr lang="en-US"/>
          </a:p>
        </p:txBody>
      </p:sp>
    </p:spTree>
    <p:extLst>
      <p:ext uri="{BB962C8B-B14F-4D97-AF65-F5344CB8AC3E}">
        <p14:creationId xmlns:p14="http://schemas.microsoft.com/office/powerpoint/2010/main" val="3166632811"/>
      </p:ext>
    </p:extLst>
  </p:cSld>
  <p:clrMap bg1="lt1" tx1="dk1" bg2="lt2" tx2="dk2" accent1="accent1" accent2="accent2" accent3="accent3" accent4="accent4" accent5="accent5" accent6="accent6" hlink="hlink" folHlink="folHlink"/>
  <p:sldLayoutIdLst>
    <p:sldLayoutId id="2147484025" r:id="rId1"/>
    <p:sldLayoutId id="2147484026" r:id="rId2"/>
    <p:sldLayoutId id="2147484027" r:id="rId3"/>
    <p:sldLayoutId id="2147484028" r:id="rId4"/>
    <p:sldLayoutId id="2147484029" r:id="rId5"/>
    <p:sldLayoutId id="2147484030" r:id="rId6"/>
    <p:sldLayoutId id="2147484031" r:id="rId7"/>
    <p:sldLayoutId id="2147484032" r:id="rId8"/>
    <p:sldLayoutId id="2147484033" r:id="rId9"/>
    <p:sldLayoutId id="2147484034" r:id="rId10"/>
    <p:sldLayoutId id="2147484035" r:id="rId11"/>
    <p:sldLayoutId id="2147484036" r:id="rId12"/>
    <p:sldLayoutId id="2147484098" r:id="rId13"/>
    <p:sldLayoutId id="2147484099" r:id="rId14"/>
    <p:sldLayoutId id="2147484100" r:id="rId1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46944960-ECFD-36E9-4BF0-25F58F346A1F}"/>
              </a:ext>
            </a:extLst>
          </p:cNvPr>
          <p:cNvGraphicFramePr>
            <a:graphicFrameLocks noChangeAspect="1"/>
          </p:cNvGraphicFramePr>
          <p:nvPr userDrawn="1">
            <p:custDataLst>
              <p:tags r:id="rId11"/>
            </p:custDataLst>
            <p:extLst>
              <p:ext uri="{D42A27DB-BD31-4B8C-83A1-F6EECF244321}">
                <p14:modId xmlns:p14="http://schemas.microsoft.com/office/powerpoint/2010/main" val="5405334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338" imgH="338" progId="TCLayout.ActiveDocument.1">
                  <p:embed/>
                </p:oleObj>
              </mc:Choice>
              <mc:Fallback>
                <p:oleObj name="think-cell Slide" r:id="rId13" imgW="338" imgH="338" progId="TCLayout.ActiveDocument.1">
                  <p:embed/>
                  <p:pic>
                    <p:nvPicPr>
                      <p:cNvPr id="2" name="think-cell data - do not delete" hidden="1">
                        <a:extLst>
                          <a:ext uri="{FF2B5EF4-FFF2-40B4-BE49-F238E27FC236}">
                            <a16:creationId xmlns:a16="http://schemas.microsoft.com/office/drawing/2014/main" id="{46944960-ECFD-36E9-4BF0-25F58F346A1F}"/>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64D03963-46E1-4422-98B0-F8C00E7A8054}"/>
              </a:ext>
            </a:extLst>
          </p:cNvPr>
          <p:cNvSpPr>
            <a:spLocks noGrp="1"/>
          </p:cNvSpPr>
          <p:nvPr>
            <p:ph type="body" idx="1"/>
          </p:nvPr>
        </p:nvSpPr>
        <p:spPr>
          <a:xfrm>
            <a:off x="838200" y="1825625"/>
            <a:ext cx="10515600" cy="1844608"/>
          </a:xfrm>
          <a:prstGeom prst="rect">
            <a:avLst/>
          </a:prstGeom>
        </p:spPr>
        <p:txBody>
          <a:bodyPr vert="horz" lIns="0" tIns="45720" rIns="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A91239-53F7-499D-9987-29D62F3E2A5E}"/>
              </a:ext>
            </a:extLst>
          </p:cNvPr>
          <p:cNvSpPr>
            <a:spLocks noGrp="1"/>
          </p:cNvSpPr>
          <p:nvPr>
            <p:ph type="dt" sz="half" idx="2"/>
          </p:nvPr>
        </p:nvSpPr>
        <p:spPr>
          <a:xfrm>
            <a:off x="838200" y="6400413"/>
            <a:ext cx="2743200" cy="276999"/>
          </a:xfrm>
          <a:prstGeom prst="rect">
            <a:avLst/>
          </a:prstGeom>
        </p:spPr>
        <p:txBody>
          <a:bodyPr vert="horz" lIns="0" tIns="45720" rIns="0" bIns="45720" rtlCol="0" anchor="ctr">
            <a:spAutoFit/>
          </a:bodyP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C5E3F083-F2F5-42D7-8783-444E01864150}" type="datetime1">
              <a:rPr kumimoji="0" lang="en-US" sz="1200" b="0" i="0" u="none" strike="noStrike" kern="1200" cap="none" spc="0" normalizeH="0" baseline="0" noProof="0" smtClean="0">
                <a:ln>
                  <a:noFill/>
                </a:ln>
                <a:solidFill>
                  <a:srgbClr val="515052">
                    <a:tint val="75000"/>
                  </a:srgbClr>
                </a:solidFill>
                <a:effectLst/>
                <a:uLnTx/>
                <a:uFillTx/>
                <a:latin typeface="Calibri Light"/>
                <a:ea typeface="+mn-ea"/>
                <a:cs typeface="+mn-cs"/>
              </a:rPr>
              <a:t>7/17/2026</a:t>
            </a:fld>
            <a:endParaRPr kumimoji="0" lang="en-US" sz="1200" b="0" i="0" u="none" strike="noStrike" kern="1200" cap="none" spc="0" normalizeH="0" baseline="0" noProof="0">
              <a:ln>
                <a:noFill/>
              </a:ln>
              <a:solidFill>
                <a:srgbClr val="515052">
                  <a:tint val="75000"/>
                </a:srgbClr>
              </a:solidFill>
              <a:effectLst/>
              <a:uLnTx/>
              <a:uFillTx/>
              <a:latin typeface="Calibri Light"/>
              <a:ea typeface="+mn-ea"/>
              <a:cs typeface="+mn-cs"/>
            </a:endParaRPr>
          </a:p>
        </p:txBody>
      </p:sp>
      <p:sp>
        <p:nvSpPr>
          <p:cNvPr id="5" name="Footer Placeholder 4">
            <a:extLst>
              <a:ext uri="{FF2B5EF4-FFF2-40B4-BE49-F238E27FC236}">
                <a16:creationId xmlns:a16="http://schemas.microsoft.com/office/drawing/2014/main" id="{818FC6ED-0376-4286-B5C9-90D492627976}"/>
              </a:ext>
            </a:extLst>
          </p:cNvPr>
          <p:cNvSpPr>
            <a:spLocks noGrp="1"/>
          </p:cNvSpPr>
          <p:nvPr>
            <p:ph type="ftr" sz="quarter" idx="3"/>
          </p:nvPr>
        </p:nvSpPr>
        <p:spPr>
          <a:xfrm>
            <a:off x="4038600" y="6400413"/>
            <a:ext cx="4114800" cy="276999"/>
          </a:xfrm>
          <a:prstGeom prst="rect">
            <a:avLst/>
          </a:prstGeom>
        </p:spPr>
        <p:txBody>
          <a:bodyPr vert="horz" lIns="0" tIns="45720" rIns="0" bIns="45720" rtlCol="0" anchor="ctr">
            <a:spAutoFit/>
          </a:bodyP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515052">
                  <a:tint val="75000"/>
                </a:srgbClr>
              </a:solidFill>
              <a:effectLst/>
              <a:uLnTx/>
              <a:uFillTx/>
              <a:latin typeface="Calibri Light"/>
              <a:ea typeface="+mn-ea"/>
              <a:cs typeface="+mn-cs"/>
            </a:endParaRPr>
          </a:p>
        </p:txBody>
      </p:sp>
      <p:sp>
        <p:nvSpPr>
          <p:cNvPr id="6" name="Rectangle 5">
            <a:extLst>
              <a:ext uri="{FF2B5EF4-FFF2-40B4-BE49-F238E27FC236}">
                <a16:creationId xmlns:a16="http://schemas.microsoft.com/office/drawing/2014/main" id="{7AE3A2AA-8A1F-4FA5-C758-1C8BCB49AFFB}"/>
              </a:ext>
            </a:extLst>
          </p:cNvPr>
          <p:cNvSpPr/>
          <p:nvPr userDrawn="1"/>
        </p:nvSpPr>
        <p:spPr>
          <a:xfrm>
            <a:off x="-2593075" y="0"/>
            <a:ext cx="641444" cy="38213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EA9486B-0337-8EE1-75D7-9A3D16C78FA5}"/>
              </a:ext>
            </a:extLst>
          </p:cNvPr>
          <p:cNvSpPr/>
          <p:nvPr userDrawn="1"/>
        </p:nvSpPr>
        <p:spPr>
          <a:xfrm>
            <a:off x="-1690048" y="-1"/>
            <a:ext cx="641444" cy="3821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9CC7B8E-9843-71AB-B900-DCCD778AE514}"/>
              </a:ext>
            </a:extLst>
          </p:cNvPr>
          <p:cNvSpPr/>
          <p:nvPr userDrawn="1"/>
        </p:nvSpPr>
        <p:spPr>
          <a:xfrm>
            <a:off x="-787021" y="-2"/>
            <a:ext cx="641444" cy="38213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5ABC49B-0B55-DF39-1972-6CE83BB9997F}"/>
              </a:ext>
            </a:extLst>
          </p:cNvPr>
          <p:cNvSpPr/>
          <p:nvPr userDrawn="1"/>
        </p:nvSpPr>
        <p:spPr>
          <a:xfrm>
            <a:off x="-2593075" y="485972"/>
            <a:ext cx="641444" cy="382137"/>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4545C7B-C0E2-8D3D-644B-98C00EA21BFC}"/>
              </a:ext>
            </a:extLst>
          </p:cNvPr>
          <p:cNvSpPr/>
          <p:nvPr userDrawn="1"/>
        </p:nvSpPr>
        <p:spPr>
          <a:xfrm>
            <a:off x="-1690048" y="485972"/>
            <a:ext cx="641444" cy="382137"/>
          </a:xfrm>
          <a:prstGeom prst="rect">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E164672-5BE9-BD2F-EE70-8B196B27193A}"/>
              </a:ext>
            </a:extLst>
          </p:cNvPr>
          <p:cNvSpPr/>
          <p:nvPr userDrawn="1"/>
        </p:nvSpPr>
        <p:spPr>
          <a:xfrm>
            <a:off x="-787021" y="485971"/>
            <a:ext cx="641444" cy="38213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20AF93D-4A90-30F9-E2A1-19C0A321AC59}"/>
              </a:ext>
            </a:extLst>
          </p:cNvPr>
          <p:cNvSpPr/>
          <p:nvPr userDrawn="1"/>
        </p:nvSpPr>
        <p:spPr>
          <a:xfrm>
            <a:off x="-2593075" y="971944"/>
            <a:ext cx="641444" cy="382137"/>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A87EEC9-9D32-15E6-61A4-DD55468C0B1A}"/>
              </a:ext>
            </a:extLst>
          </p:cNvPr>
          <p:cNvSpPr/>
          <p:nvPr userDrawn="1"/>
        </p:nvSpPr>
        <p:spPr>
          <a:xfrm>
            <a:off x="-1690048" y="971943"/>
            <a:ext cx="641444" cy="38213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4D12F87-EBDB-0F20-394A-2EFB575B5D4B}"/>
              </a:ext>
            </a:extLst>
          </p:cNvPr>
          <p:cNvSpPr/>
          <p:nvPr userDrawn="1"/>
        </p:nvSpPr>
        <p:spPr>
          <a:xfrm>
            <a:off x="-787021" y="971943"/>
            <a:ext cx="641444" cy="382137"/>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428826D-7284-26D4-6B2B-CC14B030C51A}"/>
              </a:ext>
            </a:extLst>
          </p:cNvPr>
          <p:cNvSpPr/>
          <p:nvPr userDrawn="1"/>
        </p:nvSpPr>
        <p:spPr>
          <a:xfrm>
            <a:off x="-2593075" y="1457916"/>
            <a:ext cx="641444" cy="382137"/>
          </a:xfrm>
          <a:prstGeom prst="rect">
            <a:avLst/>
          </a:prstGeom>
          <a:solidFill>
            <a:srgbClr val="DF9D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highlight>
                <a:srgbClr val="DF9D47"/>
              </a:highlight>
            </a:endParaRPr>
          </a:p>
        </p:txBody>
      </p:sp>
      <p:sp>
        <p:nvSpPr>
          <p:cNvPr id="17" name="Rectangle 16">
            <a:extLst>
              <a:ext uri="{FF2B5EF4-FFF2-40B4-BE49-F238E27FC236}">
                <a16:creationId xmlns:a16="http://schemas.microsoft.com/office/drawing/2014/main" id="{73A68C3C-125C-C890-543F-C24E5968B2AE}"/>
              </a:ext>
            </a:extLst>
          </p:cNvPr>
          <p:cNvSpPr/>
          <p:nvPr userDrawn="1"/>
        </p:nvSpPr>
        <p:spPr>
          <a:xfrm>
            <a:off x="-1690048" y="1460868"/>
            <a:ext cx="641444" cy="38213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5C3D44E-AD61-F055-9DE8-5C08743545E0}"/>
              </a:ext>
            </a:extLst>
          </p:cNvPr>
          <p:cNvSpPr/>
          <p:nvPr userDrawn="1"/>
        </p:nvSpPr>
        <p:spPr>
          <a:xfrm>
            <a:off x="-787021" y="1457916"/>
            <a:ext cx="641444" cy="382137"/>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25C9E5D8-8626-6939-8A08-589C6A90EBFE}"/>
              </a:ext>
            </a:extLst>
          </p:cNvPr>
          <p:cNvSpPr txBox="1"/>
          <p:nvPr userDrawn="1"/>
        </p:nvSpPr>
        <p:spPr>
          <a:xfrm>
            <a:off x="-2688609" y="2251881"/>
            <a:ext cx="2543032" cy="1554272"/>
          </a:xfrm>
          <a:prstGeom prst="rect">
            <a:avLst/>
          </a:prstGeom>
          <a:noFill/>
        </p:spPr>
        <p:txBody>
          <a:bodyPr wrap="square" rtlCol="0">
            <a:spAutoFit/>
          </a:bodyPr>
          <a:lstStyle/>
          <a:p>
            <a:r>
              <a:rPr lang="en-US" sz="1100">
                <a:latin typeface="+mj-lt"/>
              </a:rPr>
              <a:t>Headline: Calibri, 28</a:t>
            </a:r>
          </a:p>
          <a:p>
            <a:r>
              <a:rPr lang="en-US" sz="1100">
                <a:latin typeface="+mj-lt"/>
              </a:rPr>
              <a:t>Body: Calibri, 13 or 12, width for 12</a:t>
            </a:r>
          </a:p>
          <a:p>
            <a:r>
              <a:rPr lang="en-US" sz="1100">
                <a:latin typeface="+mj-lt"/>
              </a:rPr>
              <a:t>Chart headline: Calibri, 12.5</a:t>
            </a:r>
          </a:p>
          <a:p>
            <a:r>
              <a:rPr lang="en-US" sz="1100">
                <a:latin typeface="+mj-lt"/>
              </a:rPr>
              <a:t>Chart body: Calibri, 10, Black</a:t>
            </a:r>
          </a:p>
          <a:p>
            <a:endParaRPr lang="en-US" sz="1100">
              <a:latin typeface="+mj-lt"/>
            </a:endParaRPr>
          </a:p>
          <a:p>
            <a:r>
              <a:rPr lang="en-US" sz="1100">
                <a:latin typeface="+mj-lt"/>
              </a:rPr>
              <a:t>Single chart: height for 4, width for 12</a:t>
            </a:r>
          </a:p>
          <a:p>
            <a:r>
              <a:rPr lang="en-US" sz="1100">
                <a:latin typeface="+mj-lt"/>
              </a:rPr>
              <a:t>Two chart: height for 4.3, width for 5.8</a:t>
            </a:r>
          </a:p>
          <a:p>
            <a:endParaRPr lang="en-US"/>
          </a:p>
        </p:txBody>
      </p:sp>
      <p:sp>
        <p:nvSpPr>
          <p:cNvPr id="23" name="Title Placeholder 22">
            <a:extLst>
              <a:ext uri="{FF2B5EF4-FFF2-40B4-BE49-F238E27FC236}">
                <a16:creationId xmlns:a16="http://schemas.microsoft.com/office/drawing/2014/main" id="{7C610F17-D2B6-2DF3-A2D6-4F6AFDDC36AD}"/>
              </a:ext>
            </a:extLst>
          </p:cNvPr>
          <p:cNvSpPr>
            <a:spLocks noGrp="1"/>
          </p:cNvSpPr>
          <p:nvPr>
            <p:ph type="title"/>
          </p:nvPr>
        </p:nvSpPr>
        <p:spPr>
          <a:xfrm>
            <a:off x="561474" y="149917"/>
            <a:ext cx="10515600" cy="693654"/>
          </a:xfrm>
          <a:prstGeom prst="rect">
            <a:avLst/>
          </a:prstGeom>
        </p:spPr>
        <p:txBody>
          <a:bodyPr vert="horz" lIns="91440" tIns="45720" rIns="91440" bIns="45720" rtlCol="0" anchor="ctr">
            <a:normAutofit/>
          </a:bodyPr>
          <a:lstStyle/>
          <a:p>
            <a:endParaRPr lang="en-US"/>
          </a:p>
        </p:txBody>
      </p:sp>
    </p:spTree>
    <p:extLst>
      <p:ext uri="{BB962C8B-B14F-4D97-AF65-F5344CB8AC3E}">
        <p14:creationId xmlns:p14="http://schemas.microsoft.com/office/powerpoint/2010/main" val="1200128577"/>
      </p:ext>
    </p:extLst>
  </p:cSld>
  <p:clrMap bg1="lt1" tx1="dk1" bg2="lt2" tx2="dk2" accent1="accent1" accent2="accent2" accent3="accent3" accent4="accent4" accent5="accent5" accent6="accent6" hlink="hlink" folHlink="folHlink"/>
  <p:sldLayoutIdLst>
    <p:sldLayoutId id="2147484052" r:id="rId1"/>
    <p:sldLayoutId id="2147484053" r:id="rId2"/>
    <p:sldLayoutId id="2147484054" r:id="rId3"/>
    <p:sldLayoutId id="2147484055" r:id="rId4"/>
    <p:sldLayoutId id="2147484056" r:id="rId5"/>
    <p:sldLayoutId id="2147484057" r:id="rId6"/>
    <p:sldLayoutId id="2147484058" r:id="rId7"/>
    <p:sldLayoutId id="2147484059" r:id="rId8"/>
    <p:sldLayoutId id="2147484060" r:id="rId9"/>
  </p:sldLayoutIdLst>
  <p:hf hdr="0" ftr="0" dt="0"/>
  <p:txStyles>
    <p:titleStyle>
      <a:lvl1pPr algn="l" defTabSz="914400" rtl="0" eaLnBrk="1" latinLnBrk="0" hangingPunct="1">
        <a:lnSpc>
          <a:spcPct val="90000"/>
        </a:lnSpc>
        <a:spcBef>
          <a:spcPct val="0"/>
        </a:spcBef>
        <a:buNone/>
        <a:defRPr sz="2800" b="1" kern="1200">
          <a:solidFill>
            <a:schemeClr val="accent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ACB13399-364D-CAFC-6634-AF7C992349D4}"/>
              </a:ext>
            </a:extLst>
          </p:cNvPr>
          <p:cNvGraphicFramePr>
            <a:graphicFrameLocks noChangeAspect="1"/>
          </p:cNvGraphicFramePr>
          <p:nvPr userDrawn="1">
            <p:custDataLst>
              <p:tags r:id="rId19"/>
            </p:custDataLst>
            <p:extLst>
              <p:ext uri="{D42A27DB-BD31-4B8C-83A1-F6EECF244321}">
                <p14:modId xmlns:p14="http://schemas.microsoft.com/office/powerpoint/2010/main" val="12246345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0" imgW="338" imgH="338" progId="TCLayout.ActiveDocument.1">
                  <p:embed/>
                </p:oleObj>
              </mc:Choice>
              <mc:Fallback>
                <p:oleObj name="think-cell Slide" r:id="rId20" imgW="338" imgH="338" progId="TCLayout.ActiveDocument.1">
                  <p:embed/>
                  <p:pic>
                    <p:nvPicPr>
                      <p:cNvPr id="4" name="think-cell data - do not delete" hidden="1">
                        <a:extLst>
                          <a:ext uri="{FF2B5EF4-FFF2-40B4-BE49-F238E27FC236}">
                            <a16:creationId xmlns:a16="http://schemas.microsoft.com/office/drawing/2014/main" id="{ACB13399-364D-CAFC-6634-AF7C992349D4}"/>
                          </a:ext>
                        </a:extLst>
                      </p:cNvPr>
                      <p:cNvPicPr/>
                      <p:nvPr/>
                    </p:nvPicPr>
                    <p:blipFill>
                      <a:blip r:embed="rId21"/>
                      <a:stretch>
                        <a:fillRect/>
                      </a:stretch>
                    </p:blipFill>
                    <p:spPr>
                      <a:xfrm>
                        <a:off x="1588" y="1588"/>
                        <a:ext cx="1588" cy="1588"/>
                      </a:xfrm>
                      <a:prstGeom prst="rect">
                        <a:avLst/>
                      </a:prstGeom>
                    </p:spPr>
                  </p:pic>
                </p:oleObj>
              </mc:Fallback>
            </mc:AlternateContent>
          </a:graphicData>
        </a:graphic>
      </p:graphicFrame>
      <p:sp>
        <p:nvSpPr>
          <p:cNvPr id="5" name="Graphic bottom 2">
            <a:extLst>
              <a:ext uri="{FF2B5EF4-FFF2-40B4-BE49-F238E27FC236}">
                <a16:creationId xmlns:a16="http://schemas.microsoft.com/office/drawing/2014/main" id="{A20B2161-F2D3-4511-1FAC-F54C2AAE36A7}"/>
              </a:ext>
            </a:extLst>
          </p:cNvPr>
          <p:cNvSpPr/>
          <p:nvPr/>
        </p:nvSpPr>
        <p:spPr>
          <a:xfrm>
            <a:off x="0" y="6523038"/>
            <a:ext cx="12192000" cy="334962"/>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endParaRPr>
          </a:p>
        </p:txBody>
      </p:sp>
      <p:pic>
        <p:nvPicPr>
          <p:cNvPr id="6" name="Graphic bottom 1">
            <a:extLst>
              <a:ext uri="{FF2B5EF4-FFF2-40B4-BE49-F238E27FC236}">
                <a16:creationId xmlns:a16="http://schemas.microsoft.com/office/drawing/2014/main" id="{228E1214-C310-1A88-A392-E96BE83B57F0}"/>
              </a:ext>
            </a:extLst>
          </p:cNvPr>
          <p:cNvPicPr>
            <a:picLocks noChangeAspect="1"/>
          </p:cNvPicPr>
          <p:nvPr/>
        </p:nvPicPr>
        <p:blipFill>
          <a:blip r:embed="rId22">
            <a:extLst>
              <a:ext uri="{28A0092B-C50C-407E-A947-70E740481C1C}">
                <a14:useLocalDpi xmlns:a14="http://schemas.microsoft.com/office/drawing/2010/main" val="0"/>
              </a:ext>
            </a:extLst>
          </a:blip>
          <a:srcRect l="8591" t="32054" r="4677" b="40437"/>
          <a:stretch>
            <a:fillRect/>
          </a:stretch>
        </p:blipFill>
        <p:spPr bwMode="auto">
          <a:xfrm>
            <a:off x="0" y="6523038"/>
            <a:ext cx="7837488"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7" name="Group 16">
            <a:extLst>
              <a:ext uri="{FF2B5EF4-FFF2-40B4-BE49-F238E27FC236}">
                <a16:creationId xmlns:a16="http://schemas.microsoft.com/office/drawing/2014/main" id="{7D9A4A50-EBF0-D1B8-09C9-89124A8F1AF7}"/>
              </a:ext>
            </a:extLst>
          </p:cNvPr>
          <p:cNvGrpSpPr/>
          <p:nvPr/>
        </p:nvGrpSpPr>
        <p:grpSpPr>
          <a:xfrm>
            <a:off x="9160590" y="6562572"/>
            <a:ext cx="2550106" cy="255578"/>
            <a:chOff x="9160590" y="6563831"/>
            <a:chExt cx="2550106" cy="255578"/>
          </a:xfrm>
        </p:grpSpPr>
        <p:pic>
          <p:nvPicPr>
            <p:cNvPr id="18" name="logo 2" descr="Logo&#10;&#10;Description automatically generated">
              <a:extLst>
                <a:ext uri="{FF2B5EF4-FFF2-40B4-BE49-F238E27FC236}">
                  <a16:creationId xmlns:a16="http://schemas.microsoft.com/office/drawing/2014/main" id="{E9987DFE-66DD-F423-E410-325DAB6F58F1}"/>
                </a:ext>
              </a:extLst>
            </p:cNvPr>
            <p:cNvPicPr>
              <a:picLocks noChangeAspect="1"/>
            </p:cNvPicPr>
            <p:nvPr/>
          </p:nvPicPr>
          <p:blipFill rotWithShape="1">
            <a:blip r:embed="rId23" cstate="hqprint">
              <a:extLst>
                <a:ext uri="{28A0092B-C50C-407E-A947-70E740481C1C}">
                  <a14:useLocalDpi xmlns:a14="http://schemas.microsoft.com/office/drawing/2010/main" val="0"/>
                </a:ext>
              </a:extLst>
            </a:blip>
            <a:srcRect r="76699"/>
            <a:stretch/>
          </p:blipFill>
          <p:spPr>
            <a:xfrm>
              <a:off x="11468126" y="6563831"/>
              <a:ext cx="242570" cy="255578"/>
            </a:xfrm>
            <a:prstGeom prst="rect">
              <a:avLst/>
            </a:prstGeom>
          </p:spPr>
        </p:pic>
        <p:sp>
          <p:nvSpPr>
            <p:cNvPr id="19" name="logo 1">
              <a:extLst>
                <a:ext uri="{FF2B5EF4-FFF2-40B4-BE49-F238E27FC236}">
                  <a16:creationId xmlns:a16="http://schemas.microsoft.com/office/drawing/2014/main" id="{F86A28C3-423E-C4E7-4EE0-BE7BF504D2B3}"/>
                </a:ext>
              </a:extLst>
            </p:cNvPr>
            <p:cNvSpPr/>
            <p:nvPr/>
          </p:nvSpPr>
          <p:spPr>
            <a:xfrm>
              <a:off x="9160590" y="6614676"/>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30" normalizeH="0" baseline="0" noProof="0" dirty="0">
                  <a:ln>
                    <a:noFill/>
                  </a:ln>
                  <a:solidFill>
                    <a:prstClr val="white"/>
                  </a:solidFill>
                  <a:effectLst/>
                  <a:uLnTx/>
                  <a:uFillTx/>
                  <a:latin typeface="Calibri"/>
                  <a:ea typeface="Microsoft JhengHei"/>
                  <a:cs typeface="+mn-ea"/>
                  <a:sym typeface="+mn-lt"/>
                </a:rPr>
                <a:t>CSOP Asset Management Limited</a:t>
              </a:r>
              <a:endParaRPr kumimoji="0" lang="zh-CN" altLang="en-US" sz="1000" b="0" i="0" u="none" strike="noStrike" kern="1200" cap="none" spc="0" normalizeH="0" baseline="0" noProof="0" dirty="0">
                <a:ln>
                  <a:noFill/>
                </a:ln>
                <a:solidFill>
                  <a:prstClr val="white"/>
                </a:solidFill>
                <a:effectLst/>
                <a:uLnTx/>
                <a:uFillTx/>
                <a:latin typeface="Calibri"/>
                <a:ea typeface="Microsoft JhengHei"/>
                <a:cs typeface="+mn-ea"/>
                <a:sym typeface="+mn-lt"/>
              </a:endParaRPr>
            </a:p>
          </p:txBody>
        </p:sp>
      </p:grpSp>
      <p:sp>
        <p:nvSpPr>
          <p:cNvPr id="20" name="Subtitle 1">
            <a:extLst>
              <a:ext uri="{FF2B5EF4-FFF2-40B4-BE49-F238E27FC236}">
                <a16:creationId xmlns:a16="http://schemas.microsoft.com/office/drawing/2014/main" id="{312DC31F-A2F8-E70A-F60E-4589D63BC73F}"/>
              </a:ext>
            </a:extLst>
          </p:cNvPr>
          <p:cNvSpPr>
            <a:spLocks noGrp="1"/>
          </p:cNvSpPr>
          <p:nvPr>
            <p:ph type="body" idx="1"/>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en-US" dirty="0"/>
              <a:t>Click to edit Master text styles</a:t>
            </a:r>
          </a:p>
        </p:txBody>
      </p:sp>
      <p:sp>
        <p:nvSpPr>
          <p:cNvPr id="2050" name="Title 1">
            <a:extLst>
              <a:ext uri="{FF2B5EF4-FFF2-40B4-BE49-F238E27FC236}">
                <a16:creationId xmlns:a16="http://schemas.microsoft.com/office/drawing/2014/main" id="{60727DD9-D1DC-2A18-A12F-C924DEEFB287}"/>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
        <p:nvSpPr>
          <p:cNvPr id="2" name="Graphic bottom 2">
            <a:extLst>
              <a:ext uri="{FF2B5EF4-FFF2-40B4-BE49-F238E27FC236}">
                <a16:creationId xmlns:a16="http://schemas.microsoft.com/office/drawing/2014/main" id="{31B9E1A9-2BC3-2FF8-1E4B-D11B55EE77B3}"/>
              </a:ext>
            </a:extLst>
          </p:cNvPr>
          <p:cNvSpPr/>
          <p:nvPr/>
        </p:nvSpPr>
        <p:spPr>
          <a:xfrm>
            <a:off x="0" y="6523038"/>
            <a:ext cx="12192000" cy="334962"/>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endParaRPr>
          </a:p>
        </p:txBody>
      </p:sp>
      <p:pic>
        <p:nvPicPr>
          <p:cNvPr id="3" name="Graphic bottom 1">
            <a:extLst>
              <a:ext uri="{FF2B5EF4-FFF2-40B4-BE49-F238E27FC236}">
                <a16:creationId xmlns:a16="http://schemas.microsoft.com/office/drawing/2014/main" id="{B75B0DDE-E33E-3367-2FFA-6792DEC95A20}"/>
              </a:ext>
            </a:extLst>
          </p:cNvPr>
          <p:cNvPicPr>
            <a:picLocks noChangeAspect="1"/>
          </p:cNvPicPr>
          <p:nvPr/>
        </p:nvPicPr>
        <p:blipFill>
          <a:blip r:embed="rId22">
            <a:extLst>
              <a:ext uri="{28A0092B-C50C-407E-A947-70E740481C1C}">
                <a14:useLocalDpi xmlns:a14="http://schemas.microsoft.com/office/drawing/2010/main" val="0"/>
              </a:ext>
            </a:extLst>
          </a:blip>
          <a:srcRect l="8591" t="32054" r="4677" b="40437"/>
          <a:stretch>
            <a:fillRect/>
          </a:stretch>
        </p:blipFill>
        <p:spPr bwMode="auto">
          <a:xfrm>
            <a:off x="0" y="6523038"/>
            <a:ext cx="7837488"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Group 6">
            <a:extLst>
              <a:ext uri="{FF2B5EF4-FFF2-40B4-BE49-F238E27FC236}">
                <a16:creationId xmlns:a16="http://schemas.microsoft.com/office/drawing/2014/main" id="{EBB790F5-2DB4-AD7C-86CF-F32299643D57}"/>
              </a:ext>
            </a:extLst>
          </p:cNvPr>
          <p:cNvGrpSpPr/>
          <p:nvPr/>
        </p:nvGrpSpPr>
        <p:grpSpPr>
          <a:xfrm>
            <a:off x="9160590" y="6562572"/>
            <a:ext cx="2550106" cy="255578"/>
            <a:chOff x="9160590" y="6563831"/>
            <a:chExt cx="2550106" cy="255578"/>
          </a:xfrm>
        </p:grpSpPr>
        <p:pic>
          <p:nvPicPr>
            <p:cNvPr id="8" name="logo 2" descr="Logo&#10;&#10;Description automatically generated">
              <a:extLst>
                <a:ext uri="{FF2B5EF4-FFF2-40B4-BE49-F238E27FC236}">
                  <a16:creationId xmlns:a16="http://schemas.microsoft.com/office/drawing/2014/main" id="{1A01BB7A-7F60-CDDB-AE90-897255E7994C}"/>
                </a:ext>
              </a:extLst>
            </p:cNvPr>
            <p:cNvPicPr>
              <a:picLocks noChangeAspect="1"/>
            </p:cNvPicPr>
            <p:nvPr userDrawn="1"/>
          </p:nvPicPr>
          <p:blipFill rotWithShape="1">
            <a:blip r:embed="rId23" cstate="hqprint">
              <a:extLst>
                <a:ext uri="{28A0092B-C50C-407E-A947-70E740481C1C}">
                  <a14:useLocalDpi xmlns:a14="http://schemas.microsoft.com/office/drawing/2010/main" val="0"/>
                </a:ext>
              </a:extLst>
            </a:blip>
            <a:srcRect r="76699"/>
            <a:stretch/>
          </p:blipFill>
          <p:spPr>
            <a:xfrm>
              <a:off x="11468126" y="6563831"/>
              <a:ext cx="242570" cy="255578"/>
            </a:xfrm>
            <a:prstGeom prst="rect">
              <a:avLst/>
            </a:prstGeom>
          </p:spPr>
        </p:pic>
        <p:sp>
          <p:nvSpPr>
            <p:cNvPr id="9" name="logo 1">
              <a:extLst>
                <a:ext uri="{FF2B5EF4-FFF2-40B4-BE49-F238E27FC236}">
                  <a16:creationId xmlns:a16="http://schemas.microsoft.com/office/drawing/2014/main" id="{842819EA-E4B4-EFE9-3EFF-378870E530CA}"/>
                </a:ext>
              </a:extLst>
            </p:cNvPr>
            <p:cNvSpPr/>
            <p:nvPr/>
          </p:nvSpPr>
          <p:spPr>
            <a:xfrm>
              <a:off x="9160590" y="6614676"/>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30" normalizeH="0" baseline="0" noProof="0" dirty="0">
                  <a:ln>
                    <a:noFill/>
                  </a:ln>
                  <a:solidFill>
                    <a:prstClr val="white"/>
                  </a:solidFill>
                  <a:effectLst/>
                  <a:uLnTx/>
                  <a:uFillTx/>
                  <a:latin typeface="+mj-ea"/>
                  <a:ea typeface="+mj-ea"/>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mj-ea"/>
                <a:ea typeface="+mj-ea"/>
                <a:cs typeface="+mn-ea"/>
                <a:sym typeface="+mn-lt"/>
              </a:endParaRPr>
            </a:p>
          </p:txBody>
        </p:sp>
      </p:grpSp>
    </p:spTree>
    <p:extLst>
      <p:ext uri="{BB962C8B-B14F-4D97-AF65-F5344CB8AC3E}">
        <p14:creationId xmlns:p14="http://schemas.microsoft.com/office/powerpoint/2010/main" val="1078716039"/>
      </p:ext>
    </p:extLst>
  </p:cSld>
  <p:clrMap bg1="lt1" tx1="dk1" bg2="lt2" tx2="dk2" accent1="accent1" accent2="accent2" accent3="accent3" accent4="accent4" accent5="accent5" accent6="accent6" hlink="hlink" folHlink="folHlink"/>
  <p:sldLayoutIdLst>
    <p:sldLayoutId id="2147484079" r:id="rId1"/>
    <p:sldLayoutId id="2147484080" r:id="rId2"/>
    <p:sldLayoutId id="2147484081" r:id="rId3"/>
    <p:sldLayoutId id="2147484082" r:id="rId4"/>
    <p:sldLayoutId id="2147484083" r:id="rId5"/>
    <p:sldLayoutId id="2147484084" r:id="rId6"/>
    <p:sldLayoutId id="2147484085" r:id="rId7"/>
    <p:sldLayoutId id="2147484086" r:id="rId8"/>
    <p:sldLayoutId id="2147484087" r:id="rId9"/>
    <p:sldLayoutId id="2147484088" r:id="rId10"/>
    <p:sldLayoutId id="2147484089" r:id="rId11"/>
    <p:sldLayoutId id="2147484090" r:id="rId12"/>
    <p:sldLayoutId id="2147484091" r:id="rId13"/>
    <p:sldLayoutId id="2147484092" r:id="rId14"/>
    <p:sldLayoutId id="2147484093" r:id="rId15"/>
    <p:sldLayoutId id="2147484094" r:id="rId16"/>
    <p:sldLayoutId id="2147484096" r:id="rId17"/>
  </p:sldLayoutIdLst>
  <p:txStyles>
    <p:titleStyle>
      <a:lvl1pPr marL="0" marR="0" indent="0" algn="l" defTabSz="914400" rtl="0" eaLnBrk="1" fontAlgn="base" latinLnBrk="0" hangingPunct="1">
        <a:lnSpc>
          <a:spcPct val="90000"/>
        </a:lnSpc>
        <a:spcBef>
          <a:spcPts val="1000"/>
        </a:spcBef>
        <a:spcAft>
          <a:spcPct val="0"/>
        </a:spcAft>
        <a:buClrTx/>
        <a:buSzTx/>
        <a:buFont typeface="Arial" panose="020B0604020202020204" pitchFamily="34" charset="0"/>
        <a:buNone/>
        <a:tabLst/>
        <a:defRPr kumimoji="0" lang="en-US" altLang="zh-CN" sz="2800" b="1" i="0" u="none" strike="noStrike" kern="1200" cap="none" spc="0" normalizeH="0" baseline="0">
          <a:ln>
            <a:noFill/>
          </a:ln>
          <a:solidFill>
            <a:srgbClr val="2660AD"/>
          </a:solidFill>
          <a:effectLst/>
          <a:uLnTx/>
          <a:uFillTx/>
          <a:latin typeface="Microsoft YaHei UI" panose="020B0503020204020204" pitchFamily="34" charset="-122"/>
          <a:ea typeface="Microsoft YaHei UI" panose="020B0503020204020204" pitchFamily="34" charset="-122"/>
          <a:cs typeface="+mn-cs"/>
        </a:defRPr>
      </a:lvl1pPr>
      <a:lvl2pPr algn="l" rtl="0" eaLnBrk="1" fontAlgn="base" hangingPunct="1">
        <a:lnSpc>
          <a:spcPct val="90000"/>
        </a:lnSpc>
        <a:spcBef>
          <a:spcPct val="0"/>
        </a:spcBef>
        <a:spcAft>
          <a:spcPct val="0"/>
        </a:spcAft>
        <a:defRPr sz="4400">
          <a:solidFill>
            <a:schemeClr val="tx1"/>
          </a:solidFill>
          <a:latin typeface="Calibri" panose="020F0502020204030204" pitchFamily="34" charset="0"/>
        </a:defRPr>
      </a:lvl2pPr>
      <a:lvl3pPr algn="l" rtl="0" eaLnBrk="1" fontAlgn="base" hangingPunct="1">
        <a:lnSpc>
          <a:spcPct val="90000"/>
        </a:lnSpc>
        <a:spcBef>
          <a:spcPct val="0"/>
        </a:spcBef>
        <a:spcAft>
          <a:spcPct val="0"/>
        </a:spcAft>
        <a:defRPr sz="4400">
          <a:solidFill>
            <a:schemeClr val="tx1"/>
          </a:solidFill>
          <a:latin typeface="Calibri" panose="020F0502020204030204" pitchFamily="34" charset="0"/>
        </a:defRPr>
      </a:lvl3pPr>
      <a:lvl4pPr algn="l" rtl="0" eaLnBrk="1" fontAlgn="base" hangingPunct="1">
        <a:lnSpc>
          <a:spcPct val="90000"/>
        </a:lnSpc>
        <a:spcBef>
          <a:spcPct val="0"/>
        </a:spcBef>
        <a:spcAft>
          <a:spcPct val="0"/>
        </a:spcAft>
        <a:defRPr sz="4400">
          <a:solidFill>
            <a:schemeClr val="tx1"/>
          </a:solidFill>
          <a:latin typeface="Calibri" panose="020F0502020204030204" pitchFamily="34" charset="0"/>
        </a:defRPr>
      </a:lvl4pPr>
      <a:lvl5pPr algn="l" rtl="0" eaLnBrk="1" fontAlgn="base" hangingPunct="1">
        <a:lnSpc>
          <a:spcPct val="90000"/>
        </a:lnSpc>
        <a:spcBef>
          <a:spcPct val="0"/>
        </a:spcBef>
        <a:spcAft>
          <a:spcPct val="0"/>
        </a:spcAft>
        <a:defRPr sz="4400">
          <a:solidFill>
            <a:schemeClr val="tx1"/>
          </a:solidFill>
          <a:latin typeface="Calibri" panose="020F0502020204030204" pitchFamily="34" charset="0"/>
        </a:defRPr>
      </a:lvl5pPr>
      <a:lvl6pPr marL="457200" algn="l" rtl="0" eaLnBrk="1" fontAlgn="base" hangingPunct="1">
        <a:lnSpc>
          <a:spcPct val="90000"/>
        </a:lnSpc>
        <a:spcBef>
          <a:spcPct val="0"/>
        </a:spcBef>
        <a:spcAft>
          <a:spcPct val="0"/>
        </a:spcAft>
        <a:defRPr sz="4400">
          <a:solidFill>
            <a:schemeClr val="tx1"/>
          </a:solidFill>
          <a:latin typeface="Calibri" panose="020F0502020204030204" pitchFamily="34" charset="0"/>
        </a:defRPr>
      </a:lvl6pPr>
      <a:lvl7pPr marL="914400" algn="l" rtl="0" eaLnBrk="1" fontAlgn="base" hangingPunct="1">
        <a:lnSpc>
          <a:spcPct val="90000"/>
        </a:lnSpc>
        <a:spcBef>
          <a:spcPct val="0"/>
        </a:spcBef>
        <a:spcAft>
          <a:spcPct val="0"/>
        </a:spcAft>
        <a:defRPr sz="4400">
          <a:solidFill>
            <a:schemeClr val="tx1"/>
          </a:solidFill>
          <a:latin typeface="Calibri" panose="020F0502020204030204" pitchFamily="34" charset="0"/>
        </a:defRPr>
      </a:lvl7pPr>
      <a:lvl8pPr marL="1371600" algn="l" rtl="0" eaLnBrk="1" fontAlgn="base" hangingPunct="1">
        <a:lnSpc>
          <a:spcPct val="90000"/>
        </a:lnSpc>
        <a:spcBef>
          <a:spcPct val="0"/>
        </a:spcBef>
        <a:spcAft>
          <a:spcPct val="0"/>
        </a:spcAft>
        <a:defRPr sz="4400">
          <a:solidFill>
            <a:schemeClr val="tx1"/>
          </a:solidFill>
          <a:latin typeface="Calibri" panose="020F0502020204030204" pitchFamily="34" charset="0"/>
        </a:defRPr>
      </a:lvl8pPr>
      <a:lvl9pPr marL="1828800" algn="l" rtl="0" eaLnBrk="1" fontAlgn="base" hangingPunct="1">
        <a:lnSpc>
          <a:spcPct val="90000"/>
        </a:lnSpc>
        <a:spcBef>
          <a:spcPct val="0"/>
        </a:spcBef>
        <a:spcAft>
          <a:spcPct val="0"/>
        </a:spcAft>
        <a:defRPr sz="4400">
          <a:solidFill>
            <a:schemeClr val="tx1"/>
          </a:solidFill>
          <a:latin typeface="Calibri" panose="020F0502020204030204" pitchFamily="34" charset="0"/>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lang="en-US" sz="1200" kern="1200" dirty="0" smtClean="0">
          <a:solidFill>
            <a:schemeClr val="accent1">
              <a:lumMod val="75000"/>
            </a:schemeClr>
          </a:solidFill>
          <a:latin typeface="Microsoft YaHei UI" panose="020B0503020204020204" pitchFamily="34" charset="-122"/>
          <a:ea typeface="Microsoft YaHei UI" panose="020B0503020204020204" pitchFamily="34" charset="-122"/>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lang="en-US" sz="2400" kern="1200" dirty="0" smtClean="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lang="en-US" sz="2000" kern="1200" dirty="0" smtClean="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lang="en-US" sz="1300" kern="1200" dirty="0" smtClean="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lang="en-US" sz="1300" kern="1200" dirty="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B18AFBC7-6E76-15FD-6F80-52C59D899A24}"/>
              </a:ext>
            </a:extLst>
          </p:cNvPr>
          <p:cNvGraphicFramePr>
            <a:graphicFrameLocks noChangeAspect="1"/>
          </p:cNvGraphicFramePr>
          <p:nvPr userDrawn="1">
            <p:custDataLst>
              <p:tags r:id="rId20"/>
            </p:custDataLst>
            <p:extLst>
              <p:ext uri="{D42A27DB-BD31-4B8C-83A1-F6EECF244321}">
                <p14:modId xmlns:p14="http://schemas.microsoft.com/office/powerpoint/2010/main" val="21289813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1" imgW="338" imgH="338" progId="TCLayout.ActiveDocument.1">
                  <p:embed/>
                </p:oleObj>
              </mc:Choice>
              <mc:Fallback>
                <p:oleObj name="think-cell Slide" r:id="rId21" imgW="338" imgH="338" progId="TCLayout.ActiveDocument.1">
                  <p:embed/>
                  <p:pic>
                    <p:nvPicPr>
                      <p:cNvPr id="10" name="think-cell data - do not delete" hidden="1">
                        <a:extLst>
                          <a:ext uri="{FF2B5EF4-FFF2-40B4-BE49-F238E27FC236}">
                            <a16:creationId xmlns:a16="http://schemas.microsoft.com/office/drawing/2014/main" id="{B18AFBC7-6E76-15FD-6F80-52C59D899A24}"/>
                          </a:ext>
                        </a:extLst>
                      </p:cNvPr>
                      <p:cNvPicPr/>
                      <p:nvPr/>
                    </p:nvPicPr>
                    <p:blipFill>
                      <a:blip r:embed="rId22"/>
                      <a:stretch>
                        <a:fillRect/>
                      </a:stretch>
                    </p:blipFill>
                    <p:spPr>
                      <a:xfrm>
                        <a:off x="1588" y="1588"/>
                        <a:ext cx="1588" cy="1588"/>
                      </a:xfrm>
                      <a:prstGeom prst="rect">
                        <a:avLst/>
                      </a:prstGeom>
                    </p:spPr>
                  </p:pic>
                </p:oleObj>
              </mc:Fallback>
            </mc:AlternateContent>
          </a:graphicData>
        </a:graphic>
      </p:graphicFrame>
      <p:sp>
        <p:nvSpPr>
          <p:cNvPr id="5" name="Graphic bottom 2">
            <a:extLst>
              <a:ext uri="{FF2B5EF4-FFF2-40B4-BE49-F238E27FC236}">
                <a16:creationId xmlns:a16="http://schemas.microsoft.com/office/drawing/2014/main" id="{A20B2161-F2D3-4511-1FAC-F54C2AAE36A7}"/>
              </a:ext>
            </a:extLst>
          </p:cNvPr>
          <p:cNvSpPr/>
          <p:nvPr/>
        </p:nvSpPr>
        <p:spPr>
          <a:xfrm>
            <a:off x="0" y="6523038"/>
            <a:ext cx="12192000" cy="334962"/>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endParaRPr>
          </a:p>
        </p:txBody>
      </p:sp>
      <p:pic>
        <p:nvPicPr>
          <p:cNvPr id="6" name="Graphic bottom 1">
            <a:extLst>
              <a:ext uri="{FF2B5EF4-FFF2-40B4-BE49-F238E27FC236}">
                <a16:creationId xmlns:a16="http://schemas.microsoft.com/office/drawing/2014/main" id="{228E1214-C310-1A88-A392-E96BE83B57F0}"/>
              </a:ext>
            </a:extLst>
          </p:cNvPr>
          <p:cNvPicPr>
            <a:picLocks noChangeAspect="1"/>
          </p:cNvPicPr>
          <p:nvPr/>
        </p:nvPicPr>
        <p:blipFill>
          <a:blip r:embed="rId23">
            <a:extLst>
              <a:ext uri="{28A0092B-C50C-407E-A947-70E740481C1C}">
                <a14:useLocalDpi xmlns:a14="http://schemas.microsoft.com/office/drawing/2010/main" val="0"/>
              </a:ext>
            </a:extLst>
          </a:blip>
          <a:srcRect l="8591" t="32054" r="4677" b="40437"/>
          <a:stretch>
            <a:fillRect/>
          </a:stretch>
        </p:blipFill>
        <p:spPr bwMode="auto">
          <a:xfrm>
            <a:off x="0" y="6523038"/>
            <a:ext cx="7837488"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Slide Number Placeholder 1">
            <a:extLst>
              <a:ext uri="{FF2B5EF4-FFF2-40B4-BE49-F238E27FC236}">
                <a16:creationId xmlns:a16="http://schemas.microsoft.com/office/drawing/2014/main" id="{A1912889-D59F-17E7-2D37-923680AC6999}"/>
              </a:ext>
            </a:extLst>
          </p:cNvPr>
          <p:cNvSpPr txBox="1">
            <a:spLocks/>
          </p:cNvSpPr>
          <p:nvPr/>
        </p:nvSpPr>
        <p:spPr>
          <a:xfrm>
            <a:off x="9296905" y="6557574"/>
            <a:ext cx="2743200" cy="276999"/>
          </a:xfrm>
          <a:prstGeom prst="rect">
            <a:avLst/>
          </a:prstGeom>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5pPr>
            <a:lvl6pPr marL="2286000" algn="l" defTabSz="914400" rtl="0" eaLnBrk="1" latinLnBrk="0" hangingPunct="1">
              <a:defRPr kern="1200">
                <a:solidFill>
                  <a:schemeClr val="tx1"/>
                </a:solidFill>
                <a:latin typeface="Calibri" panose="020F0502020204030204" pitchFamily="34" charset="0"/>
                <a:ea typeface="微軟正黑體" panose="020B0604030504040204" pitchFamily="34" charset="-120"/>
                <a:cs typeface="+mn-cs"/>
              </a:defRPr>
            </a:lvl6pPr>
            <a:lvl7pPr marL="2743200" algn="l" defTabSz="914400" rtl="0" eaLnBrk="1" latinLnBrk="0" hangingPunct="1">
              <a:defRPr kern="1200">
                <a:solidFill>
                  <a:schemeClr val="tx1"/>
                </a:solidFill>
                <a:latin typeface="Calibri" panose="020F0502020204030204" pitchFamily="34" charset="0"/>
                <a:ea typeface="微軟正黑體" panose="020B0604030504040204" pitchFamily="34" charset="-120"/>
                <a:cs typeface="+mn-cs"/>
              </a:defRPr>
            </a:lvl7pPr>
            <a:lvl8pPr marL="3200400" algn="l" defTabSz="914400" rtl="0" eaLnBrk="1" latinLnBrk="0" hangingPunct="1">
              <a:defRPr kern="1200">
                <a:solidFill>
                  <a:schemeClr val="tx1"/>
                </a:solidFill>
                <a:latin typeface="Calibri" panose="020F0502020204030204" pitchFamily="34" charset="0"/>
                <a:ea typeface="微軟正黑體" panose="020B0604030504040204" pitchFamily="34" charset="-120"/>
                <a:cs typeface="+mn-cs"/>
              </a:defRPr>
            </a:lvl8pPr>
            <a:lvl9pPr marL="3657600" algn="l" defTabSz="914400" rtl="0" eaLnBrk="1" latinLnBrk="0" hangingPunct="1">
              <a:defRPr kern="1200">
                <a:solidFill>
                  <a:schemeClr val="tx1"/>
                </a:solidFill>
                <a:latin typeface="Calibri" panose="020F0502020204030204" pitchFamily="34" charset="0"/>
                <a:ea typeface="微軟正黑體" panose="020B0604030504040204" pitchFamily="34" charset="-120"/>
                <a:cs typeface="+mn-cs"/>
              </a:defRPr>
            </a:lvl9pPr>
          </a:lstStyle>
          <a:p>
            <a:pPr algn="r" eaLnBrk="1" fontAlgn="auto" hangingPunct="1">
              <a:spcBef>
                <a:spcPts val="0"/>
              </a:spcBef>
              <a:spcAft>
                <a:spcPts val="0"/>
              </a:spcAft>
              <a:defRPr/>
            </a:pPr>
            <a:fld id="{CC7D48C0-AA79-46F3-BF6F-F82B468F2D98}" type="slidenum">
              <a:rPr lang="en-US" sz="1000" smtClean="0">
                <a:solidFill>
                  <a:prstClr val="white"/>
                </a:solidFill>
                <a:latin typeface="Calibri"/>
                <a:ea typeface="Microsoft JhengHei"/>
                <a:cs typeface="+mn-ea"/>
                <a:sym typeface="+mn-lt"/>
              </a:rPr>
              <a:pPr algn="r" eaLnBrk="1" fontAlgn="auto" hangingPunct="1">
                <a:spcBef>
                  <a:spcPts val="0"/>
                </a:spcBef>
                <a:spcAft>
                  <a:spcPts val="0"/>
                </a:spcAft>
                <a:defRPr/>
              </a:pPr>
              <a:t>‹#›</a:t>
            </a:fld>
            <a:endParaRPr lang="en-US" sz="1000" dirty="0">
              <a:solidFill>
                <a:prstClr val="white"/>
              </a:solidFill>
              <a:latin typeface="Calibri"/>
              <a:ea typeface="Microsoft JhengHei"/>
              <a:cs typeface="+mn-ea"/>
              <a:sym typeface="+mn-lt"/>
            </a:endParaRPr>
          </a:p>
        </p:txBody>
      </p:sp>
      <p:grpSp>
        <p:nvGrpSpPr>
          <p:cNvPr id="17" name="Group 16">
            <a:extLst>
              <a:ext uri="{FF2B5EF4-FFF2-40B4-BE49-F238E27FC236}">
                <a16:creationId xmlns:a16="http://schemas.microsoft.com/office/drawing/2014/main" id="{7D9A4A50-EBF0-D1B8-09C9-89124A8F1AF7}"/>
              </a:ext>
            </a:extLst>
          </p:cNvPr>
          <p:cNvGrpSpPr/>
          <p:nvPr/>
        </p:nvGrpSpPr>
        <p:grpSpPr>
          <a:xfrm>
            <a:off x="9160590" y="6562572"/>
            <a:ext cx="2550106" cy="255578"/>
            <a:chOff x="9160590" y="6563831"/>
            <a:chExt cx="2550106" cy="255578"/>
          </a:xfrm>
        </p:grpSpPr>
        <p:pic>
          <p:nvPicPr>
            <p:cNvPr id="18" name="logo 2" descr="Logo&#10;&#10;Description automatically generated">
              <a:extLst>
                <a:ext uri="{FF2B5EF4-FFF2-40B4-BE49-F238E27FC236}">
                  <a16:creationId xmlns:a16="http://schemas.microsoft.com/office/drawing/2014/main" id="{E9987DFE-66DD-F423-E410-325DAB6F58F1}"/>
                </a:ext>
              </a:extLst>
            </p:cNvPr>
            <p:cNvPicPr>
              <a:picLocks noChangeAspect="1"/>
            </p:cNvPicPr>
            <p:nvPr/>
          </p:nvPicPr>
          <p:blipFill rotWithShape="1">
            <a:blip r:embed="rId24" cstate="hqprint">
              <a:extLst>
                <a:ext uri="{28A0092B-C50C-407E-A947-70E740481C1C}">
                  <a14:useLocalDpi xmlns:a14="http://schemas.microsoft.com/office/drawing/2010/main" val="0"/>
                </a:ext>
              </a:extLst>
            </a:blip>
            <a:srcRect r="76699"/>
            <a:stretch/>
          </p:blipFill>
          <p:spPr>
            <a:xfrm>
              <a:off x="11468126" y="6563831"/>
              <a:ext cx="242570" cy="255578"/>
            </a:xfrm>
            <a:prstGeom prst="rect">
              <a:avLst/>
            </a:prstGeom>
          </p:spPr>
        </p:pic>
        <p:sp>
          <p:nvSpPr>
            <p:cNvPr id="19" name="logo 1">
              <a:extLst>
                <a:ext uri="{FF2B5EF4-FFF2-40B4-BE49-F238E27FC236}">
                  <a16:creationId xmlns:a16="http://schemas.microsoft.com/office/drawing/2014/main" id="{F86A28C3-423E-C4E7-4EE0-BE7BF504D2B3}"/>
                </a:ext>
              </a:extLst>
            </p:cNvPr>
            <p:cNvSpPr/>
            <p:nvPr/>
          </p:nvSpPr>
          <p:spPr>
            <a:xfrm>
              <a:off x="9160590" y="6614676"/>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30" normalizeH="0" baseline="0" noProof="0" dirty="0">
                  <a:ln>
                    <a:noFill/>
                  </a:ln>
                  <a:solidFill>
                    <a:prstClr val="white"/>
                  </a:solidFill>
                  <a:effectLst/>
                  <a:uLnTx/>
                  <a:uFillTx/>
                  <a:latin typeface="Calibri"/>
                  <a:ea typeface="Microsoft JhengHei"/>
                  <a:cs typeface="+mn-ea"/>
                  <a:sym typeface="+mn-lt"/>
                </a:rPr>
                <a:t>CSOP Asset Management Limited</a:t>
              </a:r>
              <a:endParaRPr kumimoji="0" lang="zh-CN" altLang="en-US" sz="1000" b="0" i="0" u="none" strike="noStrike" kern="1200" cap="none" spc="0" normalizeH="0" baseline="0" noProof="0" dirty="0">
                <a:ln>
                  <a:noFill/>
                </a:ln>
                <a:solidFill>
                  <a:prstClr val="white"/>
                </a:solidFill>
                <a:effectLst/>
                <a:uLnTx/>
                <a:uFillTx/>
                <a:latin typeface="Calibri"/>
                <a:ea typeface="Microsoft JhengHei"/>
                <a:cs typeface="+mn-ea"/>
                <a:sym typeface="+mn-lt"/>
              </a:endParaRPr>
            </a:p>
          </p:txBody>
        </p:sp>
      </p:grpSp>
      <p:sp>
        <p:nvSpPr>
          <p:cNvPr id="20" name="Subtitle 1">
            <a:extLst>
              <a:ext uri="{FF2B5EF4-FFF2-40B4-BE49-F238E27FC236}">
                <a16:creationId xmlns:a16="http://schemas.microsoft.com/office/drawing/2014/main" id="{312DC31F-A2F8-E70A-F60E-4589D63BC73F}"/>
              </a:ext>
            </a:extLst>
          </p:cNvPr>
          <p:cNvSpPr>
            <a:spLocks noGrp="1"/>
          </p:cNvSpPr>
          <p:nvPr>
            <p:ph type="body" idx="1"/>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en-US" dirty="0"/>
              <a:t>Click to edit Master text styles</a:t>
            </a:r>
          </a:p>
        </p:txBody>
      </p:sp>
      <p:sp>
        <p:nvSpPr>
          <p:cNvPr id="2050" name="Title 1">
            <a:extLst>
              <a:ext uri="{FF2B5EF4-FFF2-40B4-BE49-F238E27FC236}">
                <a16:creationId xmlns:a16="http://schemas.microsoft.com/office/drawing/2014/main" id="{60727DD9-D1DC-2A18-A12F-C924DEEFB287}"/>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
        <p:nvSpPr>
          <p:cNvPr id="2" name="Graphic bottom 2">
            <a:extLst>
              <a:ext uri="{FF2B5EF4-FFF2-40B4-BE49-F238E27FC236}">
                <a16:creationId xmlns:a16="http://schemas.microsoft.com/office/drawing/2014/main" id="{31B9E1A9-2BC3-2FF8-1E4B-D11B55EE77B3}"/>
              </a:ext>
            </a:extLst>
          </p:cNvPr>
          <p:cNvSpPr/>
          <p:nvPr/>
        </p:nvSpPr>
        <p:spPr>
          <a:xfrm>
            <a:off x="0" y="6523038"/>
            <a:ext cx="12192000" cy="334962"/>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endParaRPr>
          </a:p>
        </p:txBody>
      </p:sp>
      <p:pic>
        <p:nvPicPr>
          <p:cNvPr id="3" name="Graphic bottom 1">
            <a:extLst>
              <a:ext uri="{FF2B5EF4-FFF2-40B4-BE49-F238E27FC236}">
                <a16:creationId xmlns:a16="http://schemas.microsoft.com/office/drawing/2014/main" id="{B75B0DDE-E33E-3367-2FFA-6792DEC95A20}"/>
              </a:ext>
            </a:extLst>
          </p:cNvPr>
          <p:cNvPicPr>
            <a:picLocks noChangeAspect="1"/>
          </p:cNvPicPr>
          <p:nvPr/>
        </p:nvPicPr>
        <p:blipFill>
          <a:blip r:embed="rId23">
            <a:extLst>
              <a:ext uri="{28A0092B-C50C-407E-A947-70E740481C1C}">
                <a14:useLocalDpi xmlns:a14="http://schemas.microsoft.com/office/drawing/2010/main" val="0"/>
              </a:ext>
            </a:extLst>
          </a:blip>
          <a:srcRect l="8591" t="32054" r="4677" b="40437"/>
          <a:stretch>
            <a:fillRect/>
          </a:stretch>
        </p:blipFill>
        <p:spPr bwMode="auto">
          <a:xfrm>
            <a:off x="0" y="6523038"/>
            <a:ext cx="7837488"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1">
            <a:extLst>
              <a:ext uri="{FF2B5EF4-FFF2-40B4-BE49-F238E27FC236}">
                <a16:creationId xmlns:a16="http://schemas.microsoft.com/office/drawing/2014/main" id="{8C4EBE2E-69BE-7AFD-955B-423999BEF89A}"/>
              </a:ext>
            </a:extLst>
          </p:cNvPr>
          <p:cNvSpPr txBox="1">
            <a:spLocks/>
          </p:cNvSpPr>
          <p:nvPr/>
        </p:nvSpPr>
        <p:spPr>
          <a:xfrm>
            <a:off x="9296905" y="6557574"/>
            <a:ext cx="2743200" cy="276999"/>
          </a:xfrm>
          <a:prstGeom prst="rect">
            <a:avLst/>
          </a:prstGeom>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5pPr>
            <a:lvl6pPr marL="2286000" algn="l" defTabSz="914400" rtl="0" eaLnBrk="1" latinLnBrk="0" hangingPunct="1">
              <a:defRPr kern="1200">
                <a:solidFill>
                  <a:schemeClr val="tx1"/>
                </a:solidFill>
                <a:latin typeface="Calibri" panose="020F0502020204030204" pitchFamily="34" charset="0"/>
                <a:ea typeface="微軟正黑體" panose="020B0604030504040204" pitchFamily="34" charset="-120"/>
                <a:cs typeface="+mn-cs"/>
              </a:defRPr>
            </a:lvl6pPr>
            <a:lvl7pPr marL="2743200" algn="l" defTabSz="914400" rtl="0" eaLnBrk="1" latinLnBrk="0" hangingPunct="1">
              <a:defRPr kern="1200">
                <a:solidFill>
                  <a:schemeClr val="tx1"/>
                </a:solidFill>
                <a:latin typeface="Calibri" panose="020F0502020204030204" pitchFamily="34" charset="0"/>
                <a:ea typeface="微軟正黑體" panose="020B0604030504040204" pitchFamily="34" charset="-120"/>
                <a:cs typeface="+mn-cs"/>
              </a:defRPr>
            </a:lvl7pPr>
            <a:lvl8pPr marL="3200400" algn="l" defTabSz="914400" rtl="0" eaLnBrk="1" latinLnBrk="0" hangingPunct="1">
              <a:defRPr kern="1200">
                <a:solidFill>
                  <a:schemeClr val="tx1"/>
                </a:solidFill>
                <a:latin typeface="Calibri" panose="020F0502020204030204" pitchFamily="34" charset="0"/>
                <a:ea typeface="微軟正黑體" panose="020B0604030504040204" pitchFamily="34" charset="-120"/>
                <a:cs typeface="+mn-cs"/>
              </a:defRPr>
            </a:lvl8pPr>
            <a:lvl9pPr marL="3657600" algn="l" defTabSz="914400" rtl="0" eaLnBrk="1" latinLnBrk="0" hangingPunct="1">
              <a:defRPr kern="1200">
                <a:solidFill>
                  <a:schemeClr val="tx1"/>
                </a:solidFill>
                <a:latin typeface="Calibri" panose="020F0502020204030204" pitchFamily="34" charset="0"/>
                <a:ea typeface="微軟正黑體" panose="020B0604030504040204" pitchFamily="34" charset="-120"/>
                <a:cs typeface="+mn-cs"/>
              </a:defRPr>
            </a:lvl9pPr>
          </a:lstStyle>
          <a:p>
            <a:pPr algn="r" eaLnBrk="1" fontAlgn="auto" hangingPunct="1">
              <a:spcBef>
                <a:spcPts val="0"/>
              </a:spcBef>
              <a:spcAft>
                <a:spcPts val="0"/>
              </a:spcAft>
              <a:defRPr/>
            </a:pPr>
            <a:fld id="{CC7D48C0-AA79-46F3-BF6F-F82B468F2D98}" type="slidenum">
              <a:rPr lang="en-US" sz="1000" smtClean="0">
                <a:solidFill>
                  <a:prstClr val="white"/>
                </a:solidFill>
                <a:latin typeface="Calibri"/>
                <a:ea typeface="Microsoft JhengHei"/>
                <a:cs typeface="+mn-ea"/>
                <a:sym typeface="+mn-lt"/>
              </a:rPr>
              <a:pPr algn="r" eaLnBrk="1" fontAlgn="auto" hangingPunct="1">
                <a:spcBef>
                  <a:spcPts val="0"/>
                </a:spcBef>
                <a:spcAft>
                  <a:spcPts val="0"/>
                </a:spcAft>
                <a:defRPr/>
              </a:pPr>
              <a:t>‹#›</a:t>
            </a:fld>
            <a:endParaRPr lang="en-US" sz="1000" dirty="0">
              <a:solidFill>
                <a:prstClr val="white"/>
              </a:solidFill>
              <a:latin typeface="Calibri"/>
              <a:ea typeface="Microsoft JhengHei"/>
              <a:cs typeface="+mn-ea"/>
              <a:sym typeface="+mn-lt"/>
            </a:endParaRPr>
          </a:p>
        </p:txBody>
      </p:sp>
      <p:grpSp>
        <p:nvGrpSpPr>
          <p:cNvPr id="7" name="Group 6">
            <a:extLst>
              <a:ext uri="{FF2B5EF4-FFF2-40B4-BE49-F238E27FC236}">
                <a16:creationId xmlns:a16="http://schemas.microsoft.com/office/drawing/2014/main" id="{EBB790F5-2DB4-AD7C-86CF-F32299643D57}"/>
              </a:ext>
            </a:extLst>
          </p:cNvPr>
          <p:cNvGrpSpPr/>
          <p:nvPr/>
        </p:nvGrpSpPr>
        <p:grpSpPr>
          <a:xfrm>
            <a:off x="9160590" y="6562572"/>
            <a:ext cx="2550106" cy="255578"/>
            <a:chOff x="9160590" y="6563831"/>
            <a:chExt cx="2550106" cy="255578"/>
          </a:xfrm>
        </p:grpSpPr>
        <p:pic>
          <p:nvPicPr>
            <p:cNvPr id="8" name="logo 2" descr="Logo&#10;&#10;Description automatically generated">
              <a:extLst>
                <a:ext uri="{FF2B5EF4-FFF2-40B4-BE49-F238E27FC236}">
                  <a16:creationId xmlns:a16="http://schemas.microsoft.com/office/drawing/2014/main" id="{1A01BB7A-7F60-CDDB-AE90-897255E7994C}"/>
                </a:ext>
              </a:extLst>
            </p:cNvPr>
            <p:cNvPicPr>
              <a:picLocks noChangeAspect="1"/>
            </p:cNvPicPr>
            <p:nvPr userDrawn="1"/>
          </p:nvPicPr>
          <p:blipFill rotWithShape="1">
            <a:blip r:embed="rId24" cstate="hqprint">
              <a:extLst>
                <a:ext uri="{28A0092B-C50C-407E-A947-70E740481C1C}">
                  <a14:useLocalDpi xmlns:a14="http://schemas.microsoft.com/office/drawing/2010/main" val="0"/>
                </a:ext>
              </a:extLst>
            </a:blip>
            <a:srcRect r="76699"/>
            <a:stretch/>
          </p:blipFill>
          <p:spPr>
            <a:xfrm>
              <a:off x="11468126" y="6563831"/>
              <a:ext cx="242570" cy="255578"/>
            </a:xfrm>
            <a:prstGeom prst="rect">
              <a:avLst/>
            </a:prstGeom>
          </p:spPr>
        </p:pic>
        <p:sp>
          <p:nvSpPr>
            <p:cNvPr id="9" name="logo 1">
              <a:extLst>
                <a:ext uri="{FF2B5EF4-FFF2-40B4-BE49-F238E27FC236}">
                  <a16:creationId xmlns:a16="http://schemas.microsoft.com/office/drawing/2014/main" id="{842819EA-E4B4-EFE9-3EFF-378870E530CA}"/>
                </a:ext>
              </a:extLst>
            </p:cNvPr>
            <p:cNvSpPr/>
            <p:nvPr/>
          </p:nvSpPr>
          <p:spPr>
            <a:xfrm>
              <a:off x="9160590" y="6614676"/>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30" normalizeH="0" baseline="0" noProof="0" dirty="0">
                  <a:ln>
                    <a:noFill/>
                  </a:ln>
                  <a:solidFill>
                    <a:prstClr val="white"/>
                  </a:solidFill>
                  <a:effectLst/>
                  <a:uLnTx/>
                  <a:uFillTx/>
                  <a:latin typeface="+mj-ea"/>
                  <a:ea typeface="+mj-ea"/>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mj-ea"/>
                <a:ea typeface="+mj-ea"/>
                <a:cs typeface="+mn-ea"/>
                <a:sym typeface="+mn-lt"/>
              </a:endParaRPr>
            </a:p>
          </p:txBody>
        </p:sp>
      </p:grpSp>
    </p:spTree>
    <p:extLst>
      <p:ext uri="{BB962C8B-B14F-4D97-AF65-F5344CB8AC3E}">
        <p14:creationId xmlns:p14="http://schemas.microsoft.com/office/powerpoint/2010/main" val="883402237"/>
      </p:ext>
    </p:extLst>
  </p:cSld>
  <p:clrMap bg1="lt1" tx1="dk1" bg2="lt2" tx2="dk2" accent1="accent1" accent2="accent2" accent3="accent3" accent4="accent4" accent5="accent5" accent6="accent6" hlink="hlink" folHlink="folHlink"/>
  <p:sldLayoutIdLst>
    <p:sldLayoutId id="2147484140" r:id="rId1"/>
    <p:sldLayoutId id="2147484141" r:id="rId2"/>
    <p:sldLayoutId id="2147484142" r:id="rId3"/>
    <p:sldLayoutId id="2147484143" r:id="rId4"/>
    <p:sldLayoutId id="2147484144" r:id="rId5"/>
    <p:sldLayoutId id="2147484145" r:id="rId6"/>
    <p:sldLayoutId id="2147484146" r:id="rId7"/>
    <p:sldLayoutId id="2147484147" r:id="rId8"/>
    <p:sldLayoutId id="2147484148" r:id="rId9"/>
    <p:sldLayoutId id="2147484149" r:id="rId10"/>
    <p:sldLayoutId id="2147484150" r:id="rId11"/>
    <p:sldLayoutId id="2147484151" r:id="rId12"/>
    <p:sldLayoutId id="2147484152" r:id="rId13"/>
    <p:sldLayoutId id="2147484153" r:id="rId14"/>
    <p:sldLayoutId id="2147484154" r:id="rId15"/>
    <p:sldLayoutId id="2147484155" r:id="rId16"/>
    <p:sldLayoutId id="2147484156" r:id="rId17"/>
    <p:sldLayoutId id="2147484157" r:id="rId18"/>
  </p:sldLayoutIdLst>
  <p:txStyles>
    <p:titleStyle>
      <a:lvl1pPr marL="0" marR="0" indent="0" algn="l" defTabSz="914400" rtl="0" eaLnBrk="1" fontAlgn="base" latinLnBrk="0" hangingPunct="1">
        <a:lnSpc>
          <a:spcPct val="90000"/>
        </a:lnSpc>
        <a:spcBef>
          <a:spcPts val="1000"/>
        </a:spcBef>
        <a:spcAft>
          <a:spcPct val="0"/>
        </a:spcAft>
        <a:buClrTx/>
        <a:buSzTx/>
        <a:buFont typeface="Arial" panose="020B0604020202020204" pitchFamily="34" charset="0"/>
        <a:buNone/>
        <a:tabLst/>
        <a:defRPr kumimoji="0" lang="en-US" altLang="zh-CN" sz="2800" b="1" i="0" u="none" strike="noStrike" kern="1200" cap="none" spc="0" normalizeH="0" baseline="0">
          <a:ln>
            <a:noFill/>
          </a:ln>
          <a:solidFill>
            <a:srgbClr val="2660AD"/>
          </a:solidFill>
          <a:effectLst/>
          <a:uLnTx/>
          <a:uFillTx/>
          <a:latin typeface="Microsoft YaHei UI" panose="020B0503020204020204" pitchFamily="34" charset="-122"/>
          <a:ea typeface="Microsoft YaHei UI" panose="020B0503020204020204" pitchFamily="34" charset="-122"/>
          <a:cs typeface="+mn-cs"/>
        </a:defRPr>
      </a:lvl1pPr>
      <a:lvl2pPr algn="l" rtl="0" eaLnBrk="1" fontAlgn="base" hangingPunct="1">
        <a:lnSpc>
          <a:spcPct val="90000"/>
        </a:lnSpc>
        <a:spcBef>
          <a:spcPct val="0"/>
        </a:spcBef>
        <a:spcAft>
          <a:spcPct val="0"/>
        </a:spcAft>
        <a:defRPr sz="4400">
          <a:solidFill>
            <a:schemeClr val="tx1"/>
          </a:solidFill>
          <a:latin typeface="Calibri" panose="020F0502020204030204" pitchFamily="34" charset="0"/>
        </a:defRPr>
      </a:lvl2pPr>
      <a:lvl3pPr algn="l" rtl="0" eaLnBrk="1" fontAlgn="base" hangingPunct="1">
        <a:lnSpc>
          <a:spcPct val="90000"/>
        </a:lnSpc>
        <a:spcBef>
          <a:spcPct val="0"/>
        </a:spcBef>
        <a:spcAft>
          <a:spcPct val="0"/>
        </a:spcAft>
        <a:defRPr sz="4400">
          <a:solidFill>
            <a:schemeClr val="tx1"/>
          </a:solidFill>
          <a:latin typeface="Calibri" panose="020F0502020204030204" pitchFamily="34" charset="0"/>
        </a:defRPr>
      </a:lvl3pPr>
      <a:lvl4pPr algn="l" rtl="0" eaLnBrk="1" fontAlgn="base" hangingPunct="1">
        <a:lnSpc>
          <a:spcPct val="90000"/>
        </a:lnSpc>
        <a:spcBef>
          <a:spcPct val="0"/>
        </a:spcBef>
        <a:spcAft>
          <a:spcPct val="0"/>
        </a:spcAft>
        <a:defRPr sz="4400">
          <a:solidFill>
            <a:schemeClr val="tx1"/>
          </a:solidFill>
          <a:latin typeface="Calibri" panose="020F0502020204030204" pitchFamily="34" charset="0"/>
        </a:defRPr>
      </a:lvl4pPr>
      <a:lvl5pPr algn="l" rtl="0" eaLnBrk="1" fontAlgn="base" hangingPunct="1">
        <a:lnSpc>
          <a:spcPct val="90000"/>
        </a:lnSpc>
        <a:spcBef>
          <a:spcPct val="0"/>
        </a:spcBef>
        <a:spcAft>
          <a:spcPct val="0"/>
        </a:spcAft>
        <a:defRPr sz="4400">
          <a:solidFill>
            <a:schemeClr val="tx1"/>
          </a:solidFill>
          <a:latin typeface="Calibri" panose="020F0502020204030204" pitchFamily="34" charset="0"/>
        </a:defRPr>
      </a:lvl5pPr>
      <a:lvl6pPr marL="457200" algn="l" rtl="0" eaLnBrk="1" fontAlgn="base" hangingPunct="1">
        <a:lnSpc>
          <a:spcPct val="90000"/>
        </a:lnSpc>
        <a:spcBef>
          <a:spcPct val="0"/>
        </a:spcBef>
        <a:spcAft>
          <a:spcPct val="0"/>
        </a:spcAft>
        <a:defRPr sz="4400">
          <a:solidFill>
            <a:schemeClr val="tx1"/>
          </a:solidFill>
          <a:latin typeface="Calibri" panose="020F0502020204030204" pitchFamily="34" charset="0"/>
        </a:defRPr>
      </a:lvl6pPr>
      <a:lvl7pPr marL="914400" algn="l" rtl="0" eaLnBrk="1" fontAlgn="base" hangingPunct="1">
        <a:lnSpc>
          <a:spcPct val="90000"/>
        </a:lnSpc>
        <a:spcBef>
          <a:spcPct val="0"/>
        </a:spcBef>
        <a:spcAft>
          <a:spcPct val="0"/>
        </a:spcAft>
        <a:defRPr sz="4400">
          <a:solidFill>
            <a:schemeClr val="tx1"/>
          </a:solidFill>
          <a:latin typeface="Calibri" panose="020F0502020204030204" pitchFamily="34" charset="0"/>
        </a:defRPr>
      </a:lvl7pPr>
      <a:lvl8pPr marL="1371600" algn="l" rtl="0" eaLnBrk="1" fontAlgn="base" hangingPunct="1">
        <a:lnSpc>
          <a:spcPct val="90000"/>
        </a:lnSpc>
        <a:spcBef>
          <a:spcPct val="0"/>
        </a:spcBef>
        <a:spcAft>
          <a:spcPct val="0"/>
        </a:spcAft>
        <a:defRPr sz="4400">
          <a:solidFill>
            <a:schemeClr val="tx1"/>
          </a:solidFill>
          <a:latin typeface="Calibri" panose="020F0502020204030204" pitchFamily="34" charset="0"/>
        </a:defRPr>
      </a:lvl8pPr>
      <a:lvl9pPr marL="1828800" algn="l" rtl="0" eaLnBrk="1" fontAlgn="base" hangingPunct="1">
        <a:lnSpc>
          <a:spcPct val="90000"/>
        </a:lnSpc>
        <a:spcBef>
          <a:spcPct val="0"/>
        </a:spcBef>
        <a:spcAft>
          <a:spcPct val="0"/>
        </a:spcAft>
        <a:defRPr sz="4400">
          <a:solidFill>
            <a:schemeClr val="tx1"/>
          </a:solidFill>
          <a:latin typeface="Calibri" panose="020F0502020204030204" pitchFamily="34" charset="0"/>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lang="en-US" sz="1200" kern="1200" dirty="0" smtClean="0">
          <a:solidFill>
            <a:schemeClr val="accent1">
              <a:lumMod val="75000"/>
            </a:schemeClr>
          </a:solidFill>
          <a:latin typeface="Microsoft YaHei UI" panose="020B0503020204020204" pitchFamily="34" charset="-122"/>
          <a:ea typeface="Microsoft YaHei UI" panose="020B0503020204020204" pitchFamily="34" charset="-122"/>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lang="en-US" sz="2400" kern="1200" dirty="0" smtClean="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lang="en-US" sz="2000" kern="1200" dirty="0" smtClean="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lang="en-US" sz="1300" kern="1200" dirty="0" smtClean="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lang="en-US" sz="1300" kern="1200" dirty="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FD3A748-2609-6433-D6E8-98C3C92EA0EA}"/>
              </a:ext>
            </a:extLst>
          </p:cNvPr>
          <p:cNvGraphicFramePr>
            <a:graphicFrameLocks noChangeAspect="1"/>
          </p:cNvGraphicFramePr>
          <p:nvPr userDrawn="1">
            <p:custDataLst>
              <p:tags r:id="rId6"/>
            </p:custDataLst>
            <p:extLst>
              <p:ext uri="{D42A27DB-BD31-4B8C-83A1-F6EECF244321}">
                <p14:modId xmlns:p14="http://schemas.microsoft.com/office/powerpoint/2010/main" val="10673731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38" imgH="338" progId="TCLayout.ActiveDocument.1">
                  <p:embed/>
                </p:oleObj>
              </mc:Choice>
              <mc:Fallback>
                <p:oleObj name="think-cell Slide" r:id="rId8" imgW="338" imgH="338" progId="TCLayout.ActiveDocument.1">
                  <p:embed/>
                  <p:pic>
                    <p:nvPicPr>
                      <p:cNvPr id="6" name="think-cell data - do not delete" hidden="1">
                        <a:extLst>
                          <a:ext uri="{FF2B5EF4-FFF2-40B4-BE49-F238E27FC236}">
                            <a16:creationId xmlns:a16="http://schemas.microsoft.com/office/drawing/2014/main" id="{EFD3A748-2609-6433-D6E8-98C3C92EA0EA}"/>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6EE52D3B-1640-43FA-A33B-870224C719F7}"/>
              </a:ext>
            </a:extLst>
          </p:cNvPr>
          <p:cNvSpPr>
            <a:spLocks noGrp="1"/>
          </p:cNvSpPr>
          <p:nvPr>
            <p:ph type="title"/>
          </p:nvPr>
        </p:nvSpPr>
        <p:spPr>
          <a:xfrm>
            <a:off x="838200" y="677041"/>
            <a:ext cx="10515600" cy="701731"/>
          </a:xfrm>
          <a:prstGeom prst="rect">
            <a:avLst/>
          </a:prstGeom>
        </p:spPr>
        <p:txBody>
          <a:bodyPr vert="horz" lIns="0" tIns="45720" rIns="0" bIns="45720" rtlCol="0" anchor="ctr">
            <a:spAutoFit/>
          </a:bodyPr>
          <a:lstStyle/>
          <a:p>
            <a:r>
              <a:rPr lang="en-US"/>
              <a:t>Click to edit Master title style</a:t>
            </a:r>
          </a:p>
        </p:txBody>
      </p:sp>
      <p:sp>
        <p:nvSpPr>
          <p:cNvPr id="3" name="Text Placeholder 2">
            <a:extLst>
              <a:ext uri="{FF2B5EF4-FFF2-40B4-BE49-F238E27FC236}">
                <a16:creationId xmlns:a16="http://schemas.microsoft.com/office/drawing/2014/main" id="{64D03963-46E1-4422-98B0-F8C00E7A8054}"/>
              </a:ext>
            </a:extLst>
          </p:cNvPr>
          <p:cNvSpPr>
            <a:spLocks noGrp="1"/>
          </p:cNvSpPr>
          <p:nvPr>
            <p:ph type="body" idx="1"/>
          </p:nvPr>
        </p:nvSpPr>
        <p:spPr>
          <a:xfrm>
            <a:off x="838200" y="1825625"/>
            <a:ext cx="10515600" cy="1844608"/>
          </a:xfrm>
          <a:prstGeom prst="rect">
            <a:avLst/>
          </a:prstGeom>
        </p:spPr>
        <p:txBody>
          <a:bodyPr vert="horz" lIns="0" tIns="45720" rIns="0" bIns="4572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0A91239-53F7-499D-9987-29D62F3E2A5E}"/>
              </a:ext>
            </a:extLst>
          </p:cNvPr>
          <p:cNvSpPr>
            <a:spLocks noGrp="1"/>
          </p:cNvSpPr>
          <p:nvPr>
            <p:ph type="dt" sz="half" idx="2"/>
          </p:nvPr>
        </p:nvSpPr>
        <p:spPr>
          <a:xfrm>
            <a:off x="838200" y="6400413"/>
            <a:ext cx="2743200" cy="276999"/>
          </a:xfrm>
          <a:prstGeom prst="rect">
            <a:avLst/>
          </a:prstGeom>
        </p:spPr>
        <p:txBody>
          <a:bodyPr vert="horz" lIns="0" tIns="45720" rIns="0" bIns="45720" rtlCol="0" anchor="ctr">
            <a:spAutoFit/>
          </a:bodyPr>
          <a:lstStyle>
            <a:lvl1pPr algn="l">
              <a:defRPr sz="1200">
                <a:solidFill>
                  <a:schemeClr val="tx1">
                    <a:tint val="75000"/>
                  </a:schemeClr>
                </a:solidFill>
                <a:latin typeface="Calibri" panose="020F0502020204030204" pitchFamily="34" charset="0"/>
              </a:defRPr>
            </a:lvl1pPr>
          </a:lstStyle>
          <a:p>
            <a:pPr>
              <a:defRPr/>
            </a:pPr>
            <a:fld id="{17107607-C214-4B82-8A5F-9C2281BF4287}" type="datetime1">
              <a:rPr lang="en-US" smtClean="0">
                <a:solidFill>
                  <a:srgbClr val="515052">
                    <a:tint val="75000"/>
                  </a:srgbClr>
                </a:solidFill>
              </a:rPr>
              <a:t>7/17/2026</a:t>
            </a:fld>
            <a:endParaRPr lang="en-US" dirty="0">
              <a:solidFill>
                <a:srgbClr val="515052">
                  <a:tint val="75000"/>
                </a:srgbClr>
              </a:solidFill>
            </a:endParaRPr>
          </a:p>
        </p:txBody>
      </p:sp>
      <p:sp>
        <p:nvSpPr>
          <p:cNvPr id="5" name="Footer Placeholder 4">
            <a:extLst>
              <a:ext uri="{FF2B5EF4-FFF2-40B4-BE49-F238E27FC236}">
                <a16:creationId xmlns:a16="http://schemas.microsoft.com/office/drawing/2014/main" id="{818FC6ED-0376-4286-B5C9-90D492627976}"/>
              </a:ext>
            </a:extLst>
          </p:cNvPr>
          <p:cNvSpPr>
            <a:spLocks noGrp="1"/>
          </p:cNvSpPr>
          <p:nvPr>
            <p:ph type="ftr" sz="quarter" idx="3"/>
          </p:nvPr>
        </p:nvSpPr>
        <p:spPr>
          <a:xfrm>
            <a:off x="4038600" y="6400413"/>
            <a:ext cx="4114800" cy="276999"/>
          </a:xfrm>
          <a:prstGeom prst="rect">
            <a:avLst/>
          </a:prstGeom>
        </p:spPr>
        <p:txBody>
          <a:bodyPr vert="horz" lIns="0" tIns="45720" rIns="0" bIns="45720" rtlCol="0" anchor="ctr">
            <a:spAutoFit/>
          </a:bodyPr>
          <a:lstStyle>
            <a:lvl1pPr algn="ctr">
              <a:defRPr sz="1200">
                <a:solidFill>
                  <a:schemeClr val="tx1">
                    <a:tint val="75000"/>
                  </a:schemeClr>
                </a:solidFill>
                <a:latin typeface="Calibri" panose="020F0502020204030204" pitchFamily="34" charset="0"/>
              </a:defRPr>
            </a:lvl1pPr>
          </a:lstStyle>
          <a:p>
            <a:pPr>
              <a:defRPr/>
            </a:pPr>
            <a:endParaRPr lang="en-US" dirty="0">
              <a:solidFill>
                <a:srgbClr val="515052">
                  <a:tint val="75000"/>
                </a:srgbClr>
              </a:solidFill>
            </a:endParaRPr>
          </a:p>
        </p:txBody>
      </p:sp>
      <p:sp>
        <p:nvSpPr>
          <p:cNvPr id="8" name="Slide Number Placeholder 1"/>
          <p:cNvSpPr>
            <a:spLocks noGrp="1"/>
          </p:cNvSpPr>
          <p:nvPr>
            <p:ph type="sldNum" sz="quarter" idx="4"/>
          </p:nvPr>
        </p:nvSpPr>
        <p:spPr>
          <a:xfrm>
            <a:off x="9296905" y="6557574"/>
            <a:ext cx="2743200" cy="276999"/>
          </a:xfrm>
          <a:prstGeom prst="rect">
            <a:avLst/>
          </a:prstGeom>
        </p:spPr>
        <p:txBody>
          <a:bodyPr/>
          <a:lstStyle>
            <a:lvl1pPr algn="r">
              <a:defRPr>
                <a:solidFill>
                  <a:schemeClr val="bg1"/>
                </a:solidFill>
                <a:latin typeface="Calibri" panose="020F0502020204030204" pitchFamily="34" charset="0"/>
              </a:defRPr>
            </a:lvl1pPr>
          </a:lstStyle>
          <a:p>
            <a:pPr>
              <a:defRPr/>
            </a:pPr>
            <a:fld id="{CC7D48C0-AA79-46F3-BF6F-F82B468F2D98}" type="slidenum">
              <a:rPr lang="en-US" sz="1000" smtClean="0">
                <a:solidFill>
                  <a:prstClr val="white"/>
                </a:solidFill>
              </a:rPr>
              <a:pPr>
                <a:defRPr/>
              </a:pPr>
              <a:t>‹#›</a:t>
            </a:fld>
            <a:endParaRPr lang="en-US" sz="1000" dirty="0">
              <a:solidFill>
                <a:prstClr val="white"/>
              </a:solidFill>
            </a:endParaRPr>
          </a:p>
        </p:txBody>
      </p:sp>
    </p:spTree>
    <p:extLst>
      <p:ext uri="{BB962C8B-B14F-4D97-AF65-F5344CB8AC3E}">
        <p14:creationId xmlns:p14="http://schemas.microsoft.com/office/powerpoint/2010/main" val="412364203"/>
      </p:ext>
    </p:extLst>
  </p:cSld>
  <p:clrMap bg1="lt1" tx1="dk1" bg2="lt2" tx2="dk2" accent1="accent1" accent2="accent2" accent3="accent3" accent4="accent4" accent5="accent5" accent6="accent6" hlink="hlink" folHlink="folHlink"/>
  <p:sldLayoutIdLst>
    <p:sldLayoutId id="2147484159" r:id="rId1"/>
    <p:sldLayoutId id="2147484160" r:id="rId2"/>
    <p:sldLayoutId id="2147484161" r:id="rId3"/>
    <p:sldLayoutId id="2147484162"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A9D51954-C761-F47B-BC4F-0461593BF489}"/>
              </a:ext>
            </a:extLst>
          </p:cNvPr>
          <p:cNvGraphicFramePr>
            <a:graphicFrameLocks noChangeAspect="1"/>
          </p:cNvGraphicFramePr>
          <p:nvPr userDrawn="1">
            <p:custDataLst>
              <p:tags r:id="rId21"/>
            </p:custDataLst>
            <p:extLst>
              <p:ext uri="{D42A27DB-BD31-4B8C-83A1-F6EECF244321}">
                <p14:modId xmlns:p14="http://schemas.microsoft.com/office/powerpoint/2010/main" val="24418470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2" imgW="338" imgH="338" progId="TCLayout.ActiveDocument.1">
                  <p:embed/>
                </p:oleObj>
              </mc:Choice>
              <mc:Fallback>
                <p:oleObj name="think-cell Slide" r:id="rId22" imgW="338" imgH="338" progId="TCLayout.ActiveDocument.1">
                  <p:embed/>
                  <p:pic>
                    <p:nvPicPr>
                      <p:cNvPr id="10" name="think-cell data - do not delete" hidden="1">
                        <a:extLst>
                          <a:ext uri="{FF2B5EF4-FFF2-40B4-BE49-F238E27FC236}">
                            <a16:creationId xmlns:a16="http://schemas.microsoft.com/office/drawing/2014/main" id="{A9D51954-C761-F47B-BC4F-0461593BF489}"/>
                          </a:ext>
                        </a:extLst>
                      </p:cNvPr>
                      <p:cNvPicPr/>
                      <p:nvPr/>
                    </p:nvPicPr>
                    <p:blipFill>
                      <a:blip r:embed="rId23"/>
                      <a:stretch>
                        <a:fillRect/>
                      </a:stretch>
                    </p:blipFill>
                    <p:spPr>
                      <a:xfrm>
                        <a:off x="1588" y="1588"/>
                        <a:ext cx="1588" cy="1588"/>
                      </a:xfrm>
                      <a:prstGeom prst="rect">
                        <a:avLst/>
                      </a:prstGeom>
                    </p:spPr>
                  </p:pic>
                </p:oleObj>
              </mc:Fallback>
            </mc:AlternateContent>
          </a:graphicData>
        </a:graphic>
      </p:graphicFrame>
      <p:sp>
        <p:nvSpPr>
          <p:cNvPr id="5" name="Graphic bottom 2">
            <a:extLst>
              <a:ext uri="{FF2B5EF4-FFF2-40B4-BE49-F238E27FC236}">
                <a16:creationId xmlns:a16="http://schemas.microsoft.com/office/drawing/2014/main" id="{A20B2161-F2D3-4511-1FAC-F54C2AAE36A7}"/>
              </a:ext>
            </a:extLst>
          </p:cNvPr>
          <p:cNvSpPr/>
          <p:nvPr/>
        </p:nvSpPr>
        <p:spPr>
          <a:xfrm>
            <a:off x="0" y="6523038"/>
            <a:ext cx="12192000" cy="334962"/>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endParaRPr>
          </a:p>
        </p:txBody>
      </p:sp>
      <p:pic>
        <p:nvPicPr>
          <p:cNvPr id="6" name="Graphic bottom 1">
            <a:extLst>
              <a:ext uri="{FF2B5EF4-FFF2-40B4-BE49-F238E27FC236}">
                <a16:creationId xmlns:a16="http://schemas.microsoft.com/office/drawing/2014/main" id="{228E1214-C310-1A88-A392-E96BE83B57F0}"/>
              </a:ext>
            </a:extLst>
          </p:cNvPr>
          <p:cNvPicPr>
            <a:picLocks noChangeAspect="1"/>
          </p:cNvPicPr>
          <p:nvPr/>
        </p:nvPicPr>
        <p:blipFill>
          <a:blip r:embed="rId24">
            <a:extLst>
              <a:ext uri="{28A0092B-C50C-407E-A947-70E740481C1C}">
                <a14:useLocalDpi xmlns:a14="http://schemas.microsoft.com/office/drawing/2010/main" val="0"/>
              </a:ext>
            </a:extLst>
          </a:blip>
          <a:srcRect l="8591" t="32054" r="4677" b="40437"/>
          <a:stretch>
            <a:fillRect/>
          </a:stretch>
        </p:blipFill>
        <p:spPr bwMode="auto">
          <a:xfrm>
            <a:off x="0" y="6523038"/>
            <a:ext cx="7837488"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Slide Number Placeholder 1">
            <a:extLst>
              <a:ext uri="{FF2B5EF4-FFF2-40B4-BE49-F238E27FC236}">
                <a16:creationId xmlns:a16="http://schemas.microsoft.com/office/drawing/2014/main" id="{A1912889-D59F-17E7-2D37-923680AC6999}"/>
              </a:ext>
            </a:extLst>
          </p:cNvPr>
          <p:cNvSpPr txBox="1">
            <a:spLocks/>
          </p:cNvSpPr>
          <p:nvPr/>
        </p:nvSpPr>
        <p:spPr>
          <a:xfrm>
            <a:off x="9296905" y="6557574"/>
            <a:ext cx="2743200" cy="276999"/>
          </a:xfrm>
          <a:prstGeom prst="rect">
            <a:avLst/>
          </a:prstGeom>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5pPr>
            <a:lvl6pPr marL="2286000" algn="l" defTabSz="914400" rtl="0" eaLnBrk="1" latinLnBrk="0" hangingPunct="1">
              <a:defRPr kern="1200">
                <a:solidFill>
                  <a:schemeClr val="tx1"/>
                </a:solidFill>
                <a:latin typeface="Calibri" panose="020F0502020204030204" pitchFamily="34" charset="0"/>
                <a:ea typeface="微軟正黑體" panose="020B0604030504040204" pitchFamily="34" charset="-120"/>
                <a:cs typeface="+mn-cs"/>
              </a:defRPr>
            </a:lvl6pPr>
            <a:lvl7pPr marL="2743200" algn="l" defTabSz="914400" rtl="0" eaLnBrk="1" latinLnBrk="0" hangingPunct="1">
              <a:defRPr kern="1200">
                <a:solidFill>
                  <a:schemeClr val="tx1"/>
                </a:solidFill>
                <a:latin typeface="Calibri" panose="020F0502020204030204" pitchFamily="34" charset="0"/>
                <a:ea typeface="微軟正黑體" panose="020B0604030504040204" pitchFamily="34" charset="-120"/>
                <a:cs typeface="+mn-cs"/>
              </a:defRPr>
            </a:lvl7pPr>
            <a:lvl8pPr marL="3200400" algn="l" defTabSz="914400" rtl="0" eaLnBrk="1" latinLnBrk="0" hangingPunct="1">
              <a:defRPr kern="1200">
                <a:solidFill>
                  <a:schemeClr val="tx1"/>
                </a:solidFill>
                <a:latin typeface="Calibri" panose="020F0502020204030204" pitchFamily="34" charset="0"/>
                <a:ea typeface="微軟正黑體" panose="020B0604030504040204" pitchFamily="34" charset="-120"/>
                <a:cs typeface="+mn-cs"/>
              </a:defRPr>
            </a:lvl8pPr>
            <a:lvl9pPr marL="3657600" algn="l" defTabSz="914400" rtl="0" eaLnBrk="1" latinLnBrk="0" hangingPunct="1">
              <a:defRPr kern="1200">
                <a:solidFill>
                  <a:schemeClr val="tx1"/>
                </a:solidFill>
                <a:latin typeface="Calibri" panose="020F0502020204030204" pitchFamily="34" charset="0"/>
                <a:ea typeface="微軟正黑體" panose="020B0604030504040204" pitchFamily="34" charset="-120"/>
                <a:cs typeface="+mn-cs"/>
              </a:defRPr>
            </a:lvl9pPr>
          </a:lstStyle>
          <a:p>
            <a:pPr algn="r" eaLnBrk="1" fontAlgn="auto" hangingPunct="1">
              <a:spcBef>
                <a:spcPts val="0"/>
              </a:spcBef>
              <a:spcAft>
                <a:spcPts val="0"/>
              </a:spcAft>
              <a:defRPr/>
            </a:pPr>
            <a:fld id="{CC7D48C0-AA79-46F3-BF6F-F82B468F2D98}" type="slidenum">
              <a:rPr lang="en-US" sz="1000" smtClean="0">
                <a:solidFill>
                  <a:prstClr val="white"/>
                </a:solidFill>
                <a:latin typeface="Calibri"/>
                <a:ea typeface="Microsoft JhengHei"/>
                <a:cs typeface="+mn-ea"/>
                <a:sym typeface="+mn-lt"/>
              </a:rPr>
              <a:pPr algn="r" eaLnBrk="1" fontAlgn="auto" hangingPunct="1">
                <a:spcBef>
                  <a:spcPts val="0"/>
                </a:spcBef>
                <a:spcAft>
                  <a:spcPts val="0"/>
                </a:spcAft>
                <a:defRPr/>
              </a:pPr>
              <a:t>‹#›</a:t>
            </a:fld>
            <a:endParaRPr lang="en-US" sz="1000" dirty="0">
              <a:solidFill>
                <a:prstClr val="white"/>
              </a:solidFill>
              <a:latin typeface="Calibri"/>
              <a:ea typeface="Microsoft JhengHei"/>
              <a:cs typeface="+mn-ea"/>
              <a:sym typeface="+mn-lt"/>
            </a:endParaRPr>
          </a:p>
        </p:txBody>
      </p:sp>
      <p:grpSp>
        <p:nvGrpSpPr>
          <p:cNvPr id="17" name="Group 16">
            <a:extLst>
              <a:ext uri="{FF2B5EF4-FFF2-40B4-BE49-F238E27FC236}">
                <a16:creationId xmlns:a16="http://schemas.microsoft.com/office/drawing/2014/main" id="{7D9A4A50-EBF0-D1B8-09C9-89124A8F1AF7}"/>
              </a:ext>
            </a:extLst>
          </p:cNvPr>
          <p:cNvGrpSpPr/>
          <p:nvPr/>
        </p:nvGrpSpPr>
        <p:grpSpPr>
          <a:xfrm>
            <a:off x="9160590" y="6562572"/>
            <a:ext cx="2550106" cy="255578"/>
            <a:chOff x="9160590" y="6563831"/>
            <a:chExt cx="2550106" cy="255578"/>
          </a:xfrm>
        </p:grpSpPr>
        <p:pic>
          <p:nvPicPr>
            <p:cNvPr id="18" name="logo 2" descr="Logo&#10;&#10;Description automatically generated">
              <a:extLst>
                <a:ext uri="{FF2B5EF4-FFF2-40B4-BE49-F238E27FC236}">
                  <a16:creationId xmlns:a16="http://schemas.microsoft.com/office/drawing/2014/main" id="{E9987DFE-66DD-F423-E410-325DAB6F58F1}"/>
                </a:ext>
              </a:extLst>
            </p:cNvPr>
            <p:cNvPicPr>
              <a:picLocks noChangeAspect="1"/>
            </p:cNvPicPr>
            <p:nvPr/>
          </p:nvPicPr>
          <p:blipFill rotWithShape="1">
            <a:blip r:embed="rId25" cstate="hqprint">
              <a:extLst>
                <a:ext uri="{28A0092B-C50C-407E-A947-70E740481C1C}">
                  <a14:useLocalDpi xmlns:a14="http://schemas.microsoft.com/office/drawing/2010/main" val="0"/>
                </a:ext>
              </a:extLst>
            </a:blip>
            <a:srcRect r="76699"/>
            <a:stretch/>
          </p:blipFill>
          <p:spPr>
            <a:xfrm>
              <a:off x="11468126" y="6563831"/>
              <a:ext cx="242570" cy="255578"/>
            </a:xfrm>
            <a:prstGeom prst="rect">
              <a:avLst/>
            </a:prstGeom>
          </p:spPr>
        </p:pic>
        <p:sp>
          <p:nvSpPr>
            <p:cNvPr id="19" name="logo 1">
              <a:extLst>
                <a:ext uri="{FF2B5EF4-FFF2-40B4-BE49-F238E27FC236}">
                  <a16:creationId xmlns:a16="http://schemas.microsoft.com/office/drawing/2014/main" id="{F86A28C3-423E-C4E7-4EE0-BE7BF504D2B3}"/>
                </a:ext>
              </a:extLst>
            </p:cNvPr>
            <p:cNvSpPr/>
            <p:nvPr/>
          </p:nvSpPr>
          <p:spPr>
            <a:xfrm>
              <a:off x="9160590" y="6614676"/>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Calibri"/>
                  <a:ea typeface="Microsoft JhengHei"/>
                  <a:cs typeface="+mn-ea"/>
                  <a:sym typeface="+mn-lt"/>
                </a:rPr>
                <a:t>南方東英</a:t>
              </a:r>
              <a:r>
                <a:rPr kumimoji="0" lang="en-US" altLang="zh-CN" sz="1000" b="0" i="0" u="none" strike="noStrike" kern="1200" cap="none" spc="-30" normalizeH="0" baseline="0" noProof="0" dirty="0">
                  <a:ln>
                    <a:noFill/>
                  </a:ln>
                  <a:solidFill>
                    <a:prstClr val="white"/>
                  </a:solidFill>
                  <a:effectLst/>
                  <a:uLnTx/>
                  <a:uFillTx/>
                  <a:latin typeface="Calibri"/>
                  <a:ea typeface="Microsoft JhengHei"/>
                  <a:cs typeface="+mn-ea"/>
                  <a:sym typeface="+mn-lt"/>
                </a:rPr>
                <a:t> Asset Management Limited</a:t>
              </a:r>
              <a:endParaRPr kumimoji="0" lang="zh-CN" altLang="en-US" sz="1000" b="0" i="0" u="none" strike="noStrike" kern="1200" cap="none" spc="0" normalizeH="0" baseline="0" noProof="0" dirty="0">
                <a:ln>
                  <a:noFill/>
                </a:ln>
                <a:solidFill>
                  <a:prstClr val="white"/>
                </a:solidFill>
                <a:effectLst/>
                <a:uLnTx/>
                <a:uFillTx/>
                <a:latin typeface="Calibri"/>
                <a:ea typeface="Microsoft JhengHei"/>
                <a:cs typeface="+mn-ea"/>
                <a:sym typeface="+mn-lt"/>
              </a:endParaRPr>
            </a:p>
          </p:txBody>
        </p:sp>
      </p:grpSp>
      <p:sp>
        <p:nvSpPr>
          <p:cNvPr id="20" name="Subtitle 1">
            <a:extLst>
              <a:ext uri="{FF2B5EF4-FFF2-40B4-BE49-F238E27FC236}">
                <a16:creationId xmlns:a16="http://schemas.microsoft.com/office/drawing/2014/main" id="{312DC31F-A2F8-E70A-F60E-4589D63BC73F}"/>
              </a:ext>
            </a:extLst>
          </p:cNvPr>
          <p:cNvSpPr>
            <a:spLocks noGrp="1"/>
          </p:cNvSpPr>
          <p:nvPr>
            <p:ph type="body" idx="1"/>
          </p:nvPr>
        </p:nvSpPr>
        <p:spPr>
          <a:xfrm>
            <a:off x="634363" y="783565"/>
            <a:ext cx="10874145" cy="166199"/>
          </a:xfrm>
          <a:prstGeom prst="rect">
            <a:avLst/>
          </a:prstGeom>
          <a:noFill/>
        </p:spPr>
        <p:txBody>
          <a:bodyPr vert="horz" wrap="square" lIns="0" tIns="0" rIns="91439" bIns="0" rtlCol="0" anchor="t" anchorCtr="0">
            <a:spAutoFit/>
          </a:bodyPr>
          <a:lstStyle/>
          <a:p>
            <a:pPr marL="0" lvl="0" indent="0">
              <a:buFontTx/>
              <a:buNone/>
            </a:pPr>
            <a:r>
              <a:rPr lang="en-US" dirty="0"/>
              <a:t>Click to edit Master text styles</a:t>
            </a:r>
          </a:p>
        </p:txBody>
      </p:sp>
      <p:sp>
        <p:nvSpPr>
          <p:cNvPr id="2050" name="Title 1">
            <a:extLst>
              <a:ext uri="{FF2B5EF4-FFF2-40B4-BE49-F238E27FC236}">
                <a16:creationId xmlns:a16="http://schemas.microsoft.com/office/drawing/2014/main" id="{60727DD9-D1DC-2A18-A12F-C924DEEFB287}"/>
              </a:ext>
            </a:extLst>
          </p:cNvPr>
          <p:cNvSpPr>
            <a:spLocks noGrp="1"/>
          </p:cNvSpPr>
          <p:nvPr>
            <p:ph type="title"/>
          </p:nvPr>
        </p:nvSpPr>
        <p:spPr bwMode="auto">
          <a:xfrm>
            <a:off x="634364" y="277936"/>
            <a:ext cx="10874145"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spAutoFit/>
          </a:body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lang="zh-CN" altLang="en-US"/>
              <a:t>单击此处编辑母版标题样式</a:t>
            </a:r>
            <a:endParaRPr lang="en-US" altLang="zh-CN" dirty="0"/>
          </a:p>
        </p:txBody>
      </p:sp>
      <p:sp>
        <p:nvSpPr>
          <p:cNvPr id="2" name="Graphic bottom 2">
            <a:extLst>
              <a:ext uri="{FF2B5EF4-FFF2-40B4-BE49-F238E27FC236}">
                <a16:creationId xmlns:a16="http://schemas.microsoft.com/office/drawing/2014/main" id="{31B9E1A9-2BC3-2FF8-1E4B-D11B55EE77B3}"/>
              </a:ext>
            </a:extLst>
          </p:cNvPr>
          <p:cNvSpPr/>
          <p:nvPr/>
        </p:nvSpPr>
        <p:spPr>
          <a:xfrm>
            <a:off x="0" y="6523038"/>
            <a:ext cx="12192000" cy="334962"/>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endParaRPr>
          </a:p>
        </p:txBody>
      </p:sp>
      <p:pic>
        <p:nvPicPr>
          <p:cNvPr id="3" name="Graphic bottom 1">
            <a:extLst>
              <a:ext uri="{FF2B5EF4-FFF2-40B4-BE49-F238E27FC236}">
                <a16:creationId xmlns:a16="http://schemas.microsoft.com/office/drawing/2014/main" id="{B75B0DDE-E33E-3367-2FFA-6792DEC95A20}"/>
              </a:ext>
            </a:extLst>
          </p:cNvPr>
          <p:cNvPicPr>
            <a:picLocks noChangeAspect="1"/>
          </p:cNvPicPr>
          <p:nvPr/>
        </p:nvPicPr>
        <p:blipFill>
          <a:blip r:embed="rId24">
            <a:extLst>
              <a:ext uri="{28A0092B-C50C-407E-A947-70E740481C1C}">
                <a14:useLocalDpi xmlns:a14="http://schemas.microsoft.com/office/drawing/2010/main" val="0"/>
              </a:ext>
            </a:extLst>
          </a:blip>
          <a:srcRect l="8591" t="32054" r="4677" b="40437"/>
          <a:stretch>
            <a:fillRect/>
          </a:stretch>
        </p:blipFill>
        <p:spPr bwMode="auto">
          <a:xfrm>
            <a:off x="0" y="6523038"/>
            <a:ext cx="7837488"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1">
            <a:extLst>
              <a:ext uri="{FF2B5EF4-FFF2-40B4-BE49-F238E27FC236}">
                <a16:creationId xmlns:a16="http://schemas.microsoft.com/office/drawing/2014/main" id="{8C4EBE2E-69BE-7AFD-955B-423999BEF89A}"/>
              </a:ext>
            </a:extLst>
          </p:cNvPr>
          <p:cNvSpPr txBox="1">
            <a:spLocks/>
          </p:cNvSpPr>
          <p:nvPr/>
        </p:nvSpPr>
        <p:spPr>
          <a:xfrm>
            <a:off x="9296905" y="6557574"/>
            <a:ext cx="2743200" cy="276999"/>
          </a:xfrm>
          <a:prstGeom prst="rect">
            <a:avLst/>
          </a:prstGeom>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微軟正黑體" panose="020B0604030504040204" pitchFamily="34" charset="-120"/>
                <a:cs typeface="+mn-cs"/>
              </a:defRPr>
            </a:lvl5pPr>
            <a:lvl6pPr marL="2286000" algn="l" defTabSz="914400" rtl="0" eaLnBrk="1" latinLnBrk="0" hangingPunct="1">
              <a:defRPr kern="1200">
                <a:solidFill>
                  <a:schemeClr val="tx1"/>
                </a:solidFill>
                <a:latin typeface="Calibri" panose="020F0502020204030204" pitchFamily="34" charset="0"/>
                <a:ea typeface="微軟正黑體" panose="020B0604030504040204" pitchFamily="34" charset="-120"/>
                <a:cs typeface="+mn-cs"/>
              </a:defRPr>
            </a:lvl6pPr>
            <a:lvl7pPr marL="2743200" algn="l" defTabSz="914400" rtl="0" eaLnBrk="1" latinLnBrk="0" hangingPunct="1">
              <a:defRPr kern="1200">
                <a:solidFill>
                  <a:schemeClr val="tx1"/>
                </a:solidFill>
                <a:latin typeface="Calibri" panose="020F0502020204030204" pitchFamily="34" charset="0"/>
                <a:ea typeface="微軟正黑體" panose="020B0604030504040204" pitchFamily="34" charset="-120"/>
                <a:cs typeface="+mn-cs"/>
              </a:defRPr>
            </a:lvl7pPr>
            <a:lvl8pPr marL="3200400" algn="l" defTabSz="914400" rtl="0" eaLnBrk="1" latinLnBrk="0" hangingPunct="1">
              <a:defRPr kern="1200">
                <a:solidFill>
                  <a:schemeClr val="tx1"/>
                </a:solidFill>
                <a:latin typeface="Calibri" panose="020F0502020204030204" pitchFamily="34" charset="0"/>
                <a:ea typeface="微軟正黑體" panose="020B0604030504040204" pitchFamily="34" charset="-120"/>
                <a:cs typeface="+mn-cs"/>
              </a:defRPr>
            </a:lvl8pPr>
            <a:lvl9pPr marL="3657600" algn="l" defTabSz="914400" rtl="0" eaLnBrk="1" latinLnBrk="0" hangingPunct="1">
              <a:defRPr kern="1200">
                <a:solidFill>
                  <a:schemeClr val="tx1"/>
                </a:solidFill>
                <a:latin typeface="Calibri" panose="020F0502020204030204" pitchFamily="34" charset="0"/>
                <a:ea typeface="微軟正黑體" panose="020B0604030504040204" pitchFamily="34" charset="-120"/>
                <a:cs typeface="+mn-cs"/>
              </a:defRPr>
            </a:lvl9pPr>
          </a:lstStyle>
          <a:p>
            <a:pPr algn="r" eaLnBrk="1" fontAlgn="auto" hangingPunct="1">
              <a:spcBef>
                <a:spcPts val="0"/>
              </a:spcBef>
              <a:spcAft>
                <a:spcPts val="0"/>
              </a:spcAft>
              <a:defRPr/>
            </a:pPr>
            <a:fld id="{CC7D48C0-AA79-46F3-BF6F-F82B468F2D98}" type="slidenum">
              <a:rPr lang="en-US" sz="1000" smtClean="0">
                <a:solidFill>
                  <a:prstClr val="white"/>
                </a:solidFill>
                <a:latin typeface="Calibri"/>
                <a:ea typeface="Microsoft JhengHei"/>
                <a:cs typeface="+mn-ea"/>
                <a:sym typeface="+mn-lt"/>
              </a:rPr>
              <a:pPr algn="r" eaLnBrk="1" fontAlgn="auto" hangingPunct="1">
                <a:spcBef>
                  <a:spcPts val="0"/>
                </a:spcBef>
                <a:spcAft>
                  <a:spcPts val="0"/>
                </a:spcAft>
                <a:defRPr/>
              </a:pPr>
              <a:t>‹#›</a:t>
            </a:fld>
            <a:endParaRPr lang="en-US" sz="1000" dirty="0">
              <a:solidFill>
                <a:prstClr val="white"/>
              </a:solidFill>
              <a:latin typeface="Calibri"/>
              <a:ea typeface="Microsoft JhengHei"/>
              <a:cs typeface="+mn-ea"/>
              <a:sym typeface="+mn-lt"/>
            </a:endParaRPr>
          </a:p>
        </p:txBody>
      </p:sp>
      <p:grpSp>
        <p:nvGrpSpPr>
          <p:cNvPr id="7" name="Group 6">
            <a:extLst>
              <a:ext uri="{FF2B5EF4-FFF2-40B4-BE49-F238E27FC236}">
                <a16:creationId xmlns:a16="http://schemas.microsoft.com/office/drawing/2014/main" id="{EBB790F5-2DB4-AD7C-86CF-F32299643D57}"/>
              </a:ext>
            </a:extLst>
          </p:cNvPr>
          <p:cNvGrpSpPr/>
          <p:nvPr/>
        </p:nvGrpSpPr>
        <p:grpSpPr>
          <a:xfrm>
            <a:off x="9160590" y="6562572"/>
            <a:ext cx="2550106" cy="255578"/>
            <a:chOff x="9160590" y="6563831"/>
            <a:chExt cx="2550106" cy="255578"/>
          </a:xfrm>
        </p:grpSpPr>
        <p:pic>
          <p:nvPicPr>
            <p:cNvPr id="8" name="logo 2" descr="Logo&#10;&#10;Description automatically generated">
              <a:extLst>
                <a:ext uri="{FF2B5EF4-FFF2-40B4-BE49-F238E27FC236}">
                  <a16:creationId xmlns:a16="http://schemas.microsoft.com/office/drawing/2014/main" id="{1A01BB7A-7F60-CDDB-AE90-897255E7994C}"/>
                </a:ext>
              </a:extLst>
            </p:cNvPr>
            <p:cNvPicPr>
              <a:picLocks noChangeAspect="1"/>
            </p:cNvPicPr>
            <p:nvPr userDrawn="1"/>
          </p:nvPicPr>
          <p:blipFill rotWithShape="1">
            <a:blip r:embed="rId25" cstate="hqprint">
              <a:extLst>
                <a:ext uri="{28A0092B-C50C-407E-A947-70E740481C1C}">
                  <a14:useLocalDpi xmlns:a14="http://schemas.microsoft.com/office/drawing/2010/main" val="0"/>
                </a:ext>
              </a:extLst>
            </a:blip>
            <a:srcRect r="76699"/>
            <a:stretch/>
          </p:blipFill>
          <p:spPr>
            <a:xfrm>
              <a:off x="11468126" y="6563831"/>
              <a:ext cx="242570" cy="255578"/>
            </a:xfrm>
            <a:prstGeom prst="rect">
              <a:avLst/>
            </a:prstGeom>
          </p:spPr>
        </p:pic>
        <p:sp>
          <p:nvSpPr>
            <p:cNvPr id="9" name="logo 1">
              <a:extLst>
                <a:ext uri="{FF2B5EF4-FFF2-40B4-BE49-F238E27FC236}">
                  <a16:creationId xmlns:a16="http://schemas.microsoft.com/office/drawing/2014/main" id="{842819EA-E4B4-EFE9-3EFF-378870E530CA}"/>
                </a:ext>
              </a:extLst>
            </p:cNvPr>
            <p:cNvSpPr/>
            <p:nvPr/>
          </p:nvSpPr>
          <p:spPr>
            <a:xfrm>
              <a:off x="9160590" y="6614676"/>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30" normalizeH="0" baseline="0" noProof="0" dirty="0">
                  <a:ln>
                    <a:noFill/>
                  </a:ln>
                  <a:solidFill>
                    <a:prstClr val="white"/>
                  </a:solidFill>
                  <a:effectLst/>
                  <a:uLnTx/>
                  <a:uFillTx/>
                  <a:latin typeface="+mj-ea"/>
                  <a:ea typeface="+mj-ea"/>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mj-ea"/>
                <a:ea typeface="+mj-ea"/>
                <a:cs typeface="+mn-ea"/>
                <a:sym typeface="+mn-lt"/>
              </a:endParaRPr>
            </a:p>
          </p:txBody>
        </p:sp>
      </p:grpSp>
    </p:spTree>
    <p:extLst>
      <p:ext uri="{BB962C8B-B14F-4D97-AF65-F5344CB8AC3E}">
        <p14:creationId xmlns:p14="http://schemas.microsoft.com/office/powerpoint/2010/main" val="1136362467"/>
      </p:ext>
    </p:extLst>
  </p:cSld>
  <p:clrMap bg1="lt1" tx1="dk1" bg2="lt2" tx2="dk2" accent1="accent1" accent2="accent2" accent3="accent3" accent4="accent4" accent5="accent5" accent6="accent6" hlink="hlink" folHlink="folHlink"/>
  <p:sldLayoutIdLst>
    <p:sldLayoutId id="2147484164" r:id="rId1"/>
    <p:sldLayoutId id="2147484165" r:id="rId2"/>
    <p:sldLayoutId id="2147484166" r:id="rId3"/>
    <p:sldLayoutId id="2147484167" r:id="rId4"/>
    <p:sldLayoutId id="2147484168" r:id="rId5"/>
    <p:sldLayoutId id="2147484169" r:id="rId6"/>
    <p:sldLayoutId id="2147484170" r:id="rId7"/>
    <p:sldLayoutId id="2147484171" r:id="rId8"/>
    <p:sldLayoutId id="2147484172" r:id="rId9"/>
    <p:sldLayoutId id="2147484173" r:id="rId10"/>
    <p:sldLayoutId id="2147484174" r:id="rId11"/>
    <p:sldLayoutId id="2147484175" r:id="rId12"/>
    <p:sldLayoutId id="2147484176" r:id="rId13"/>
    <p:sldLayoutId id="2147484177" r:id="rId14"/>
    <p:sldLayoutId id="2147484178" r:id="rId15"/>
    <p:sldLayoutId id="2147484179" r:id="rId16"/>
    <p:sldLayoutId id="2147484180" r:id="rId17"/>
    <p:sldLayoutId id="2147484181" r:id="rId18"/>
    <p:sldLayoutId id="2147484182" r:id="rId19"/>
  </p:sldLayoutIdLst>
  <p:txStyles>
    <p:titleStyle>
      <a:lvl1pPr marL="0" marR="0" indent="0" algn="l" defTabSz="914400" rtl="0" eaLnBrk="1" fontAlgn="base" latinLnBrk="0" hangingPunct="1">
        <a:lnSpc>
          <a:spcPct val="90000"/>
        </a:lnSpc>
        <a:spcBef>
          <a:spcPts val="1000"/>
        </a:spcBef>
        <a:spcAft>
          <a:spcPct val="0"/>
        </a:spcAft>
        <a:buClrTx/>
        <a:buSzTx/>
        <a:buFont typeface="Arial" panose="020B0604020202020204" pitchFamily="34" charset="0"/>
        <a:buNone/>
        <a:tabLst/>
        <a:defRPr kumimoji="0" lang="en-US" altLang="zh-CN" sz="2800" b="1" i="0" u="none" strike="noStrike" kern="1200" cap="none" spc="0" normalizeH="0" baseline="0">
          <a:ln>
            <a:noFill/>
          </a:ln>
          <a:solidFill>
            <a:srgbClr val="2660AD"/>
          </a:solidFill>
          <a:effectLst/>
          <a:uLnTx/>
          <a:uFillTx/>
          <a:latin typeface="Microsoft YaHei UI" panose="020B0503020204020204" pitchFamily="34" charset="-122"/>
          <a:ea typeface="Microsoft YaHei UI" panose="020B0503020204020204" pitchFamily="34" charset="-122"/>
          <a:cs typeface="+mn-cs"/>
        </a:defRPr>
      </a:lvl1pPr>
      <a:lvl2pPr algn="l" rtl="0" eaLnBrk="1" fontAlgn="base" hangingPunct="1">
        <a:lnSpc>
          <a:spcPct val="90000"/>
        </a:lnSpc>
        <a:spcBef>
          <a:spcPct val="0"/>
        </a:spcBef>
        <a:spcAft>
          <a:spcPct val="0"/>
        </a:spcAft>
        <a:defRPr sz="4400">
          <a:solidFill>
            <a:schemeClr val="tx1"/>
          </a:solidFill>
          <a:latin typeface="Calibri" panose="020F0502020204030204" pitchFamily="34" charset="0"/>
        </a:defRPr>
      </a:lvl2pPr>
      <a:lvl3pPr algn="l" rtl="0" eaLnBrk="1" fontAlgn="base" hangingPunct="1">
        <a:lnSpc>
          <a:spcPct val="90000"/>
        </a:lnSpc>
        <a:spcBef>
          <a:spcPct val="0"/>
        </a:spcBef>
        <a:spcAft>
          <a:spcPct val="0"/>
        </a:spcAft>
        <a:defRPr sz="4400">
          <a:solidFill>
            <a:schemeClr val="tx1"/>
          </a:solidFill>
          <a:latin typeface="Calibri" panose="020F0502020204030204" pitchFamily="34" charset="0"/>
        </a:defRPr>
      </a:lvl3pPr>
      <a:lvl4pPr algn="l" rtl="0" eaLnBrk="1" fontAlgn="base" hangingPunct="1">
        <a:lnSpc>
          <a:spcPct val="90000"/>
        </a:lnSpc>
        <a:spcBef>
          <a:spcPct val="0"/>
        </a:spcBef>
        <a:spcAft>
          <a:spcPct val="0"/>
        </a:spcAft>
        <a:defRPr sz="4400">
          <a:solidFill>
            <a:schemeClr val="tx1"/>
          </a:solidFill>
          <a:latin typeface="Calibri" panose="020F0502020204030204" pitchFamily="34" charset="0"/>
        </a:defRPr>
      </a:lvl4pPr>
      <a:lvl5pPr algn="l" rtl="0" eaLnBrk="1" fontAlgn="base" hangingPunct="1">
        <a:lnSpc>
          <a:spcPct val="90000"/>
        </a:lnSpc>
        <a:spcBef>
          <a:spcPct val="0"/>
        </a:spcBef>
        <a:spcAft>
          <a:spcPct val="0"/>
        </a:spcAft>
        <a:defRPr sz="4400">
          <a:solidFill>
            <a:schemeClr val="tx1"/>
          </a:solidFill>
          <a:latin typeface="Calibri" panose="020F0502020204030204" pitchFamily="34" charset="0"/>
        </a:defRPr>
      </a:lvl5pPr>
      <a:lvl6pPr marL="457200" algn="l" rtl="0" eaLnBrk="1" fontAlgn="base" hangingPunct="1">
        <a:lnSpc>
          <a:spcPct val="90000"/>
        </a:lnSpc>
        <a:spcBef>
          <a:spcPct val="0"/>
        </a:spcBef>
        <a:spcAft>
          <a:spcPct val="0"/>
        </a:spcAft>
        <a:defRPr sz="4400">
          <a:solidFill>
            <a:schemeClr val="tx1"/>
          </a:solidFill>
          <a:latin typeface="Calibri" panose="020F0502020204030204" pitchFamily="34" charset="0"/>
        </a:defRPr>
      </a:lvl6pPr>
      <a:lvl7pPr marL="914400" algn="l" rtl="0" eaLnBrk="1" fontAlgn="base" hangingPunct="1">
        <a:lnSpc>
          <a:spcPct val="90000"/>
        </a:lnSpc>
        <a:spcBef>
          <a:spcPct val="0"/>
        </a:spcBef>
        <a:spcAft>
          <a:spcPct val="0"/>
        </a:spcAft>
        <a:defRPr sz="4400">
          <a:solidFill>
            <a:schemeClr val="tx1"/>
          </a:solidFill>
          <a:latin typeface="Calibri" panose="020F0502020204030204" pitchFamily="34" charset="0"/>
        </a:defRPr>
      </a:lvl7pPr>
      <a:lvl8pPr marL="1371600" algn="l" rtl="0" eaLnBrk="1" fontAlgn="base" hangingPunct="1">
        <a:lnSpc>
          <a:spcPct val="90000"/>
        </a:lnSpc>
        <a:spcBef>
          <a:spcPct val="0"/>
        </a:spcBef>
        <a:spcAft>
          <a:spcPct val="0"/>
        </a:spcAft>
        <a:defRPr sz="4400">
          <a:solidFill>
            <a:schemeClr val="tx1"/>
          </a:solidFill>
          <a:latin typeface="Calibri" panose="020F0502020204030204" pitchFamily="34" charset="0"/>
        </a:defRPr>
      </a:lvl8pPr>
      <a:lvl9pPr marL="1828800" algn="l" rtl="0" eaLnBrk="1" fontAlgn="base" hangingPunct="1">
        <a:lnSpc>
          <a:spcPct val="90000"/>
        </a:lnSpc>
        <a:spcBef>
          <a:spcPct val="0"/>
        </a:spcBef>
        <a:spcAft>
          <a:spcPct val="0"/>
        </a:spcAft>
        <a:defRPr sz="4400">
          <a:solidFill>
            <a:schemeClr val="tx1"/>
          </a:solidFill>
          <a:latin typeface="Calibri" panose="020F0502020204030204" pitchFamily="34" charset="0"/>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lang="en-US" sz="1200" kern="1200" dirty="0" smtClean="0">
          <a:solidFill>
            <a:schemeClr val="accent1">
              <a:lumMod val="75000"/>
            </a:schemeClr>
          </a:solidFill>
          <a:latin typeface="Microsoft YaHei UI" panose="020B0503020204020204" pitchFamily="34" charset="-122"/>
          <a:ea typeface="Microsoft YaHei UI" panose="020B0503020204020204" pitchFamily="34" charset="-122"/>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lang="en-US" sz="2400" kern="1200" dirty="0" smtClean="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lang="en-US" sz="2000" kern="1200" dirty="0" smtClean="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lang="en-US" sz="1300" kern="1200" dirty="0" smtClean="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lang="en-US" sz="1300" kern="1200" dirty="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blipFill dpi="0" rotWithShape="1">
          <a:blip r:embed="rId8">
            <a:lum/>
          </a:blip>
          <a:srcRect/>
          <a:stretch>
            <a:fillRect/>
          </a:stretch>
        </a:blip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4B5FD831-8A2B-066D-F7E9-178FB3786EA3}"/>
              </a:ext>
            </a:extLst>
          </p:cNvPr>
          <p:cNvGraphicFramePr>
            <a:graphicFrameLocks noChangeAspect="1"/>
          </p:cNvGraphicFramePr>
          <p:nvPr userDrawn="1">
            <p:custDataLst>
              <p:tags r:id="rId7"/>
            </p:custDataLst>
            <p:extLst>
              <p:ext uri="{D42A27DB-BD31-4B8C-83A1-F6EECF244321}">
                <p14:modId xmlns:p14="http://schemas.microsoft.com/office/powerpoint/2010/main" val="1672863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338" imgH="338" progId="TCLayout.ActiveDocument.1">
                  <p:embed/>
                </p:oleObj>
              </mc:Choice>
              <mc:Fallback>
                <p:oleObj name="think-cell Slide" r:id="rId9" imgW="338" imgH="338" progId="TCLayout.ActiveDocument.1">
                  <p:embed/>
                  <p:pic>
                    <p:nvPicPr>
                      <p:cNvPr id="6" name="think-cell data - do not delete" hidden="1">
                        <a:extLst>
                          <a:ext uri="{FF2B5EF4-FFF2-40B4-BE49-F238E27FC236}">
                            <a16:creationId xmlns:a16="http://schemas.microsoft.com/office/drawing/2014/main" id="{4B5FD831-8A2B-066D-F7E9-178FB3786EA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7" name="Rectangle 6">
            <a:extLst>
              <a:ext uri="{FF2B5EF4-FFF2-40B4-BE49-F238E27FC236}">
                <a16:creationId xmlns:a16="http://schemas.microsoft.com/office/drawing/2014/main" id="{2C44A87A-4638-49CD-A7C2-871337C23C2D}"/>
              </a:ext>
            </a:extLst>
          </p:cNvPr>
          <p:cNvSpPr/>
          <p:nvPr userDrawn="1"/>
        </p:nvSpPr>
        <p:spPr>
          <a:xfrm>
            <a:off x="0" y="6522721"/>
            <a:ext cx="12192000" cy="335280"/>
          </a:xfrm>
          <a:prstGeom prst="rect">
            <a:avLst/>
          </a:prstGeom>
          <a:solidFill>
            <a:srgbClr val="306A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pic>
        <p:nvPicPr>
          <p:cNvPr id="9" name="Graphic 11">
            <a:extLst>
              <a:ext uri="{FF2B5EF4-FFF2-40B4-BE49-F238E27FC236}">
                <a16:creationId xmlns:a16="http://schemas.microsoft.com/office/drawing/2014/main" id="{43B3D79A-9F40-4F47-A540-7111E9EFC453}"/>
              </a:ext>
            </a:extLst>
          </p:cNvPr>
          <p:cNvPicPr>
            <a:picLocks noChangeAspect="1"/>
          </p:cNvPicPr>
          <p:nvPr userDrawn="1"/>
        </p:nvPicPr>
        <p:blipFill rotWithShape="1">
          <a:blip>
            <a:extLst>
              <a:ext uri="{96DAC541-7B7A-43D3-8B79-37D633B846F1}">
                <asvg:svgBlip xmlns:asvg="http://schemas.microsoft.com/office/drawing/2016/SVG/main" r:embed="rId11"/>
              </a:ext>
            </a:extLst>
          </a:blip>
          <a:srcRect l="8591" t="32054" r="4677" b="40437"/>
          <a:stretch/>
        </p:blipFill>
        <p:spPr>
          <a:xfrm>
            <a:off x="0" y="6522721"/>
            <a:ext cx="7837402" cy="335280"/>
          </a:xfrm>
          <a:prstGeom prst="rect">
            <a:avLst/>
          </a:prstGeom>
        </p:spPr>
      </p:pic>
      <p:sp>
        <p:nvSpPr>
          <p:cNvPr id="2" name="Title Placeholder 1">
            <a:extLst>
              <a:ext uri="{FF2B5EF4-FFF2-40B4-BE49-F238E27FC236}">
                <a16:creationId xmlns:a16="http://schemas.microsoft.com/office/drawing/2014/main" id="{6EE52D3B-1640-43FA-A33B-870224C719F7}"/>
              </a:ext>
            </a:extLst>
          </p:cNvPr>
          <p:cNvSpPr>
            <a:spLocks noGrp="1"/>
          </p:cNvSpPr>
          <p:nvPr>
            <p:ph type="title"/>
          </p:nvPr>
        </p:nvSpPr>
        <p:spPr>
          <a:xfrm>
            <a:off x="838200" y="677041"/>
            <a:ext cx="10515600" cy="701731"/>
          </a:xfrm>
          <a:prstGeom prst="rect">
            <a:avLst/>
          </a:prstGeom>
        </p:spPr>
        <p:txBody>
          <a:bodyPr vert="horz" lIns="0" tIns="45720" rIns="0" bIns="45720" rtlCol="0" anchor="ctr">
            <a:spAutoFit/>
          </a:bodyPr>
          <a:lstStyle/>
          <a:p>
            <a:r>
              <a:rPr lang="en-US"/>
              <a:t>Click to edit Master title style</a:t>
            </a:r>
          </a:p>
        </p:txBody>
      </p:sp>
      <p:sp>
        <p:nvSpPr>
          <p:cNvPr id="3" name="Text Placeholder 2">
            <a:extLst>
              <a:ext uri="{FF2B5EF4-FFF2-40B4-BE49-F238E27FC236}">
                <a16:creationId xmlns:a16="http://schemas.microsoft.com/office/drawing/2014/main" id="{64D03963-46E1-4422-98B0-F8C00E7A8054}"/>
              </a:ext>
            </a:extLst>
          </p:cNvPr>
          <p:cNvSpPr>
            <a:spLocks noGrp="1"/>
          </p:cNvSpPr>
          <p:nvPr>
            <p:ph type="body" idx="1"/>
          </p:nvPr>
        </p:nvSpPr>
        <p:spPr>
          <a:xfrm>
            <a:off x="838200" y="1825625"/>
            <a:ext cx="10515600" cy="1844608"/>
          </a:xfrm>
          <a:prstGeom prst="rect">
            <a:avLst/>
          </a:prstGeom>
        </p:spPr>
        <p:txBody>
          <a:bodyPr vert="horz" lIns="0" tIns="45720" rIns="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A91239-53F7-499D-9987-29D62F3E2A5E}"/>
              </a:ext>
            </a:extLst>
          </p:cNvPr>
          <p:cNvSpPr>
            <a:spLocks noGrp="1"/>
          </p:cNvSpPr>
          <p:nvPr>
            <p:ph type="dt" sz="half" idx="2"/>
          </p:nvPr>
        </p:nvSpPr>
        <p:spPr>
          <a:xfrm>
            <a:off x="838200" y="6400413"/>
            <a:ext cx="2743200" cy="276999"/>
          </a:xfrm>
          <a:prstGeom prst="rect">
            <a:avLst/>
          </a:prstGeom>
        </p:spPr>
        <p:txBody>
          <a:bodyPr vert="horz" lIns="0" tIns="45720" rIns="0" bIns="45720" rtlCol="0" anchor="ctr">
            <a:spAutoFit/>
          </a:bodyP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818FC6ED-0376-4286-B5C9-90D492627976}"/>
              </a:ext>
            </a:extLst>
          </p:cNvPr>
          <p:cNvSpPr>
            <a:spLocks noGrp="1"/>
          </p:cNvSpPr>
          <p:nvPr>
            <p:ph type="ftr" sz="quarter" idx="3"/>
          </p:nvPr>
        </p:nvSpPr>
        <p:spPr>
          <a:xfrm>
            <a:off x="4038600" y="6400413"/>
            <a:ext cx="4114800" cy="276999"/>
          </a:xfrm>
          <a:prstGeom prst="rect">
            <a:avLst/>
          </a:prstGeom>
        </p:spPr>
        <p:txBody>
          <a:bodyPr vert="horz" lIns="0" tIns="45720" rIns="0" bIns="45720" rtlCol="0" anchor="ctr">
            <a:spAutoFit/>
          </a:bodyPr>
          <a:lstStyle>
            <a:lvl1pPr algn="ctr">
              <a:defRPr sz="1200">
                <a:solidFill>
                  <a:schemeClr val="tx1">
                    <a:tint val="75000"/>
                  </a:schemeClr>
                </a:solidFill>
              </a:defRPr>
            </a:lvl1pPr>
          </a:lstStyle>
          <a:p>
            <a:endParaRPr lang="en-US"/>
          </a:p>
        </p:txBody>
      </p:sp>
    </p:spTree>
    <p:extLst>
      <p:ext uri="{BB962C8B-B14F-4D97-AF65-F5344CB8AC3E}">
        <p14:creationId xmlns:p14="http://schemas.microsoft.com/office/powerpoint/2010/main" val="4165197146"/>
      </p:ext>
    </p:extLst>
  </p:cSld>
  <p:clrMap bg1="lt1" tx1="dk1" bg2="lt2" tx2="dk2" accent1="accent1" accent2="accent2" accent3="accent3" accent4="accent4" accent5="accent5" accent6="accent6" hlink="hlink" folHlink="folHlink"/>
  <p:sldLayoutIdLst>
    <p:sldLayoutId id="2147484185" r:id="rId1"/>
    <p:sldLayoutId id="2147484186" r:id="rId2"/>
    <p:sldLayoutId id="2147484187" r:id="rId3"/>
    <p:sldLayoutId id="2147484188" r:id="rId4"/>
    <p:sldLayoutId id="2147484223"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10.png"/><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image" Target="../media/image11.jpg"/><Relationship Id="rId5" Type="http://schemas.openxmlformats.org/officeDocument/2006/relationships/image" Target="../media/image2.emf"/><Relationship Id="rId4" Type="http://schemas.openxmlformats.org/officeDocument/2006/relationships/oleObject" Target="../embeddings/oleObject11.bin"/></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81.xml"/></Relationships>
</file>

<file path=ppt/slides/_rels/slide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slideLayout" Target="../slideLayouts/slideLayout1.xml"/><Relationship Id="rId1" Type="http://schemas.openxmlformats.org/officeDocument/2006/relationships/tags" Target="../tags/tag22.xml"/><Relationship Id="rId5" Type="http://schemas.openxmlformats.org/officeDocument/2006/relationships/image" Target="../media/image6.png"/><Relationship Id="rId4" Type="http://schemas.openxmlformats.org/officeDocument/2006/relationships/image" Target="../media/image15.sv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3.xml"/><Relationship Id="rId1" Type="http://schemas.openxmlformats.org/officeDocument/2006/relationships/tags" Target="../tags/tag23.xml"/><Relationship Id="rId5" Type="http://schemas.openxmlformats.org/officeDocument/2006/relationships/image" Target="../media/image17.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13" Type="http://schemas.microsoft.com/office/2007/relationships/hdphoto" Target="../media/hdphoto1.wdp"/><Relationship Id="rId18" Type="http://schemas.openxmlformats.org/officeDocument/2006/relationships/image" Target="../media/image27.png"/><Relationship Id="rId26" Type="http://schemas.openxmlformats.org/officeDocument/2006/relationships/image" Target="../media/image35.png"/><Relationship Id="rId39" Type="http://schemas.openxmlformats.org/officeDocument/2006/relationships/image" Target="../media/image48.png"/><Relationship Id="rId21" Type="http://schemas.openxmlformats.org/officeDocument/2006/relationships/image" Target="../media/image30.png"/><Relationship Id="rId34" Type="http://schemas.openxmlformats.org/officeDocument/2006/relationships/image" Target="../media/image43.png"/><Relationship Id="rId42" Type="http://schemas.openxmlformats.org/officeDocument/2006/relationships/image" Target="../media/image51.png"/><Relationship Id="rId7" Type="http://schemas.openxmlformats.org/officeDocument/2006/relationships/slideLayout" Target="../slideLayouts/slideLayout2.xml"/><Relationship Id="rId2" Type="http://schemas.openxmlformats.org/officeDocument/2006/relationships/tags" Target="../tags/tag25.xml"/><Relationship Id="rId16" Type="http://schemas.openxmlformats.org/officeDocument/2006/relationships/image" Target="../media/image25.png"/><Relationship Id="rId20" Type="http://schemas.openxmlformats.org/officeDocument/2006/relationships/image" Target="../media/image29.jpeg"/><Relationship Id="rId29" Type="http://schemas.openxmlformats.org/officeDocument/2006/relationships/image" Target="../media/image38.png"/><Relationship Id="rId41" Type="http://schemas.openxmlformats.org/officeDocument/2006/relationships/image" Target="../media/image50.png"/><Relationship Id="rId1" Type="http://schemas.openxmlformats.org/officeDocument/2006/relationships/tags" Target="../tags/tag24.xml"/><Relationship Id="rId6" Type="http://schemas.openxmlformats.org/officeDocument/2006/relationships/tags" Target="../tags/tag29.xml"/><Relationship Id="rId11" Type="http://schemas.openxmlformats.org/officeDocument/2006/relationships/image" Target="../media/image21.jpeg"/><Relationship Id="rId24" Type="http://schemas.openxmlformats.org/officeDocument/2006/relationships/image" Target="../media/image33.png"/><Relationship Id="rId32" Type="http://schemas.openxmlformats.org/officeDocument/2006/relationships/image" Target="../media/image41.png"/><Relationship Id="rId37" Type="http://schemas.openxmlformats.org/officeDocument/2006/relationships/image" Target="../media/image46.png"/><Relationship Id="rId40" Type="http://schemas.openxmlformats.org/officeDocument/2006/relationships/image" Target="../media/image49.png"/><Relationship Id="rId5" Type="http://schemas.openxmlformats.org/officeDocument/2006/relationships/tags" Target="../tags/tag28.xml"/><Relationship Id="rId15" Type="http://schemas.openxmlformats.org/officeDocument/2006/relationships/image" Target="../media/image24.png"/><Relationship Id="rId23" Type="http://schemas.openxmlformats.org/officeDocument/2006/relationships/image" Target="../media/image32.png"/><Relationship Id="rId28" Type="http://schemas.openxmlformats.org/officeDocument/2006/relationships/image" Target="../media/image37.jpeg"/><Relationship Id="rId36" Type="http://schemas.openxmlformats.org/officeDocument/2006/relationships/image" Target="../media/image45.jpeg"/><Relationship Id="rId10" Type="http://schemas.openxmlformats.org/officeDocument/2006/relationships/image" Target="../media/image20.jpeg"/><Relationship Id="rId19" Type="http://schemas.openxmlformats.org/officeDocument/2006/relationships/image" Target="../media/image28.png"/><Relationship Id="rId31" Type="http://schemas.openxmlformats.org/officeDocument/2006/relationships/image" Target="../media/image40.jpeg"/><Relationship Id="rId44" Type="http://schemas.openxmlformats.org/officeDocument/2006/relationships/image" Target="../media/image16.png"/><Relationship Id="rId4" Type="http://schemas.openxmlformats.org/officeDocument/2006/relationships/tags" Target="../tags/tag27.xml"/><Relationship Id="rId9" Type="http://schemas.openxmlformats.org/officeDocument/2006/relationships/image" Target="../media/image19.jpeg"/><Relationship Id="rId14" Type="http://schemas.openxmlformats.org/officeDocument/2006/relationships/image" Target="../media/image23.jpeg"/><Relationship Id="rId22" Type="http://schemas.openxmlformats.org/officeDocument/2006/relationships/image" Target="../media/image31.png"/><Relationship Id="rId27" Type="http://schemas.openxmlformats.org/officeDocument/2006/relationships/image" Target="../media/image36.png"/><Relationship Id="rId30" Type="http://schemas.openxmlformats.org/officeDocument/2006/relationships/image" Target="../media/image39.png"/><Relationship Id="rId35" Type="http://schemas.openxmlformats.org/officeDocument/2006/relationships/image" Target="../media/image44.png"/><Relationship Id="rId43" Type="http://schemas.openxmlformats.org/officeDocument/2006/relationships/image" Target="../media/image52.png"/><Relationship Id="rId8" Type="http://schemas.openxmlformats.org/officeDocument/2006/relationships/image" Target="../media/image18.jpeg"/><Relationship Id="rId3" Type="http://schemas.openxmlformats.org/officeDocument/2006/relationships/tags" Target="../tags/tag26.xml"/><Relationship Id="rId12" Type="http://schemas.openxmlformats.org/officeDocument/2006/relationships/image" Target="../media/image22.png"/><Relationship Id="rId17" Type="http://schemas.openxmlformats.org/officeDocument/2006/relationships/image" Target="../media/image26.png"/><Relationship Id="rId25" Type="http://schemas.openxmlformats.org/officeDocument/2006/relationships/image" Target="../media/image34.png"/><Relationship Id="rId33" Type="http://schemas.openxmlformats.org/officeDocument/2006/relationships/image" Target="../media/image42.jpeg"/><Relationship Id="rId38" Type="http://schemas.openxmlformats.org/officeDocument/2006/relationships/image" Target="../media/image47.png"/></Relationships>
</file>

<file path=ppt/slides/_rels/slide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chart" Target="../charts/chart1.xml"/><Relationship Id="rId1" Type="http://schemas.openxmlformats.org/officeDocument/2006/relationships/slideLayout" Target="../slideLayouts/slideLayout34.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3.png"/><Relationship Id="rId18" Type="http://schemas.openxmlformats.org/officeDocument/2006/relationships/image" Target="../media/image67.png"/><Relationship Id="rId3" Type="http://schemas.openxmlformats.org/officeDocument/2006/relationships/image" Target="../media/image55.png"/><Relationship Id="rId21" Type="http://schemas.openxmlformats.org/officeDocument/2006/relationships/image" Target="../media/image70.png"/><Relationship Id="rId7" Type="http://schemas.openxmlformats.org/officeDocument/2006/relationships/image" Target="../media/image59.png"/><Relationship Id="rId12" Type="http://schemas.openxmlformats.org/officeDocument/2006/relationships/image" Target="../media/image28.png"/><Relationship Id="rId17" Type="http://schemas.openxmlformats.org/officeDocument/2006/relationships/image" Target="../media/image66.png"/><Relationship Id="rId2" Type="http://schemas.openxmlformats.org/officeDocument/2006/relationships/image" Target="../media/image54.png"/><Relationship Id="rId16" Type="http://schemas.openxmlformats.org/officeDocument/2006/relationships/image" Target="../media/image44.png"/><Relationship Id="rId20" Type="http://schemas.openxmlformats.org/officeDocument/2006/relationships/image" Target="../media/image69.jpeg"/><Relationship Id="rId1" Type="http://schemas.openxmlformats.org/officeDocument/2006/relationships/slideLayout" Target="../slideLayouts/slideLayout37.xml"/><Relationship Id="rId6" Type="http://schemas.openxmlformats.org/officeDocument/2006/relationships/image" Target="../media/image58.png"/><Relationship Id="rId11" Type="http://schemas.openxmlformats.org/officeDocument/2006/relationships/image" Target="../media/image62.png"/><Relationship Id="rId24" Type="http://schemas.openxmlformats.org/officeDocument/2006/relationships/image" Target="../media/image16.png"/><Relationship Id="rId5" Type="http://schemas.openxmlformats.org/officeDocument/2006/relationships/image" Target="../media/image57.png"/><Relationship Id="rId15" Type="http://schemas.openxmlformats.org/officeDocument/2006/relationships/image" Target="../media/image65.png"/><Relationship Id="rId23" Type="http://schemas.openxmlformats.org/officeDocument/2006/relationships/image" Target="../media/image72.png"/><Relationship Id="rId10" Type="http://schemas.openxmlformats.org/officeDocument/2006/relationships/image" Target="../media/image32.png"/><Relationship Id="rId19" Type="http://schemas.openxmlformats.org/officeDocument/2006/relationships/image" Target="../media/image68.png"/><Relationship Id="rId4" Type="http://schemas.openxmlformats.org/officeDocument/2006/relationships/image" Target="../media/image56.png"/><Relationship Id="rId9" Type="http://schemas.openxmlformats.org/officeDocument/2006/relationships/image" Target="../media/image61.png"/><Relationship Id="rId14" Type="http://schemas.openxmlformats.org/officeDocument/2006/relationships/image" Target="../media/image64.png"/><Relationship Id="rId22" Type="http://schemas.openxmlformats.org/officeDocument/2006/relationships/image" Target="../media/image71.jpeg"/></Relationships>
</file>

<file path=ppt/slides/_rels/slide8.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image" Target="../media/image16.png"/><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50.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73.png"/><Relationship Id="rId1" Type="http://schemas.openxmlformats.org/officeDocument/2006/relationships/slideLayout" Target="../slideLayouts/slideLayout49.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3.xml"/><Relationship Id="rId1" Type="http://schemas.openxmlformats.org/officeDocument/2006/relationships/slideLayout" Target="../slideLayouts/slideLayout49.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560.png"/><Relationship Id="rId2" Type="http://schemas.microsoft.com/office/2014/relationships/chartEx" Target="../charts/chartEx1.xml"/><Relationship Id="rId1" Type="http://schemas.openxmlformats.org/officeDocument/2006/relationships/slideLayout" Target="../slideLayouts/slideLayout49.xml"/><Relationship Id="rId5" Type="http://schemas.openxmlformats.org/officeDocument/2006/relationships/image" Target="../media/image16.png"/><Relationship Id="rId4" Type="http://schemas.openxmlformats.org/officeDocument/2006/relationships/chart" Target="../charts/chart3.xml"/></Relationships>
</file>

<file path=ppt/slides/_rels/slide12.xml.rels><?xml version="1.0" encoding="UTF-8" standalone="yes"?>
<Relationships xmlns="http://schemas.openxmlformats.org/package/2006/relationships"><Relationship Id="rId8" Type="http://schemas.openxmlformats.org/officeDocument/2006/relationships/image" Target="../media/image77.png"/><Relationship Id="rId3" Type="http://schemas.microsoft.com/office/2014/relationships/chartEx" Target="../charts/chartEx2.xml"/><Relationship Id="rId7" Type="http://schemas.openxmlformats.org/officeDocument/2006/relationships/image" Target="../media/image76.png"/><Relationship Id="rId2" Type="http://schemas.openxmlformats.org/officeDocument/2006/relationships/notesSlide" Target="../notesSlides/notesSlide4.xml"/><Relationship Id="rId1" Type="http://schemas.openxmlformats.org/officeDocument/2006/relationships/slideLayout" Target="../slideLayouts/slideLayout50.xml"/><Relationship Id="rId6" Type="http://schemas.openxmlformats.org/officeDocument/2006/relationships/image" Target="../media/image75.png"/><Relationship Id="rId5" Type="http://schemas.openxmlformats.org/officeDocument/2006/relationships/chart" Target="../charts/chart4.xml"/><Relationship Id="rId4" Type="http://schemas.openxmlformats.org/officeDocument/2006/relationships/image" Target="../media/image110.png"/><Relationship Id="rId9" Type="http://schemas.openxmlformats.org/officeDocument/2006/relationships/image" Target="../media/image78.png"/></Relationships>
</file>

<file path=ppt/slides/_rels/slide1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5.xml"/><Relationship Id="rId1" Type="http://schemas.openxmlformats.org/officeDocument/2006/relationships/slideLayout" Target="../slideLayouts/slideLayout24.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16.png"/><Relationship Id="rId2" Type="http://schemas.openxmlformats.org/officeDocument/2006/relationships/slideLayout" Target="../slideLayouts/slideLayout9.xml"/><Relationship Id="rId1" Type="http://schemas.openxmlformats.org/officeDocument/2006/relationships/tags" Target="../tags/tag30.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37.xml"/><Relationship Id="rId1" Type="http://schemas.openxmlformats.org/officeDocument/2006/relationships/tags" Target="../tags/tag31.xml"/><Relationship Id="rId4" Type="http://schemas.openxmlformats.org/officeDocument/2006/relationships/chart" Target="../charts/chart6.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82.png"/><Relationship Id="rId1" Type="http://schemas.openxmlformats.org/officeDocument/2006/relationships/slideLayout" Target="../slideLayouts/slideLayout34.xml"/><Relationship Id="rId4" Type="http://schemas.openxmlformats.org/officeDocument/2006/relationships/image" Target="../media/image83.png"/></Relationships>
</file>

<file path=ppt/slides/_rels/slide17.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34.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slideLayout" Target="../slideLayouts/slideLayout24.xml"/><Relationship Id="rId1" Type="http://schemas.openxmlformats.org/officeDocument/2006/relationships/tags" Target="../tags/tag32.xml"/><Relationship Id="rId5" Type="http://schemas.openxmlformats.org/officeDocument/2006/relationships/image" Target="../media/image6.png"/><Relationship Id="rId4" Type="http://schemas.openxmlformats.org/officeDocument/2006/relationships/image" Target="../media/image15.svg"/></Relationships>
</file>

<file path=ppt/slides/_rels/slide19.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image" Target="../media/image16.png"/><Relationship Id="rId1" Type="http://schemas.openxmlformats.org/officeDocument/2006/relationships/slideLayout" Target="../slideLayouts/slideLayout1.xml"/><Relationship Id="rId4" Type="http://schemas.openxmlformats.org/officeDocument/2006/relationships/chart" Target="../charts/chart10.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84.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85.png"/><Relationship Id="rId7" Type="http://schemas.openxmlformats.org/officeDocument/2006/relationships/image" Target="../media/image16.png"/><Relationship Id="rId2" Type="http://schemas.openxmlformats.org/officeDocument/2006/relationships/slideLayout" Target="../slideLayouts/slideLayout24.xml"/><Relationship Id="rId1" Type="http://schemas.openxmlformats.org/officeDocument/2006/relationships/tags" Target="../tags/tag33.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86.png"/></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image" Target="../media/image89.png"/></Relationships>
</file>

<file path=ppt/slides/_rels/slide23.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image" Target="../media/image16.png"/><Relationship Id="rId1" Type="http://schemas.openxmlformats.org/officeDocument/2006/relationships/slideLayout" Target="../slideLayouts/slideLayout1.xml"/><Relationship Id="rId4" Type="http://schemas.openxmlformats.org/officeDocument/2006/relationships/image" Target="../media/image93.jpeg"/></Relationships>
</file>

<file path=ppt/slides/_rels/slide24.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95.png"/></Relationships>
</file>

<file path=ppt/slides/_rels/slide25.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chart" Target="../charts/chart11.xml"/><Relationship Id="rId1" Type="http://schemas.openxmlformats.org/officeDocument/2006/relationships/slideLayout" Target="../slideLayouts/slideLayout24.xml"/><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0.xml"/><Relationship Id="rId1" Type="http://schemas.openxmlformats.org/officeDocument/2006/relationships/tags" Target="../tags/tag34.xml"/><Relationship Id="rId6" Type="http://schemas.openxmlformats.org/officeDocument/2006/relationships/image" Target="../media/image16.png"/><Relationship Id="rId5" Type="http://schemas.openxmlformats.org/officeDocument/2006/relationships/image" Target="../media/image97.png"/><Relationship Id="rId4" Type="http://schemas.openxmlformats.org/officeDocument/2006/relationships/image" Target="../media/image96.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0.xml"/><Relationship Id="rId1" Type="http://schemas.openxmlformats.org/officeDocument/2006/relationships/tags" Target="../tags/tag35.xml"/><Relationship Id="rId6" Type="http://schemas.openxmlformats.org/officeDocument/2006/relationships/image" Target="../media/image16.png"/><Relationship Id="rId5" Type="http://schemas.openxmlformats.org/officeDocument/2006/relationships/image" Target="../media/image99.png"/><Relationship Id="rId4" Type="http://schemas.openxmlformats.org/officeDocument/2006/relationships/image" Target="../media/image98.png"/></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02.png"/><Relationship Id="rId5" Type="http://schemas.openxmlformats.org/officeDocument/2006/relationships/image" Target="../media/image101.png"/><Relationship Id="rId4" Type="http://schemas.openxmlformats.org/officeDocument/2006/relationships/image" Target="../media/image100.png"/></Relationships>
</file>

<file path=ppt/slides/_rels/slide29.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image" Target="../media/image16.png"/><Relationship Id="rId1" Type="http://schemas.openxmlformats.org/officeDocument/2006/relationships/slideLayout" Target="../slideLayouts/slideLayout101.xml"/><Relationship Id="rId4" Type="http://schemas.openxmlformats.org/officeDocument/2006/relationships/chart" Target="../charts/chart14.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24.xml"/><Relationship Id="rId1" Type="http://schemas.openxmlformats.org/officeDocument/2006/relationships/tags" Target="../tags/tag36.xml"/><Relationship Id="rId5" Type="http://schemas.openxmlformats.org/officeDocument/2006/relationships/image" Target="../media/image105.jpeg"/><Relationship Id="rId4" Type="http://schemas.openxmlformats.org/officeDocument/2006/relationships/image" Target="../media/image104.png"/></Relationships>
</file>

<file path=ppt/slides/_rels/slide31.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image" Target="../media/image16.png"/><Relationship Id="rId1" Type="http://schemas.openxmlformats.org/officeDocument/2006/relationships/slideLayout" Target="../slideLayouts/slideLayout24.xml"/><Relationship Id="rId4" Type="http://schemas.openxmlformats.org/officeDocument/2006/relationships/chart" Target="../charts/chart16.xml"/></Relationships>
</file>

<file path=ppt/slides/_rels/slide32.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image" Target="../media/image106.jpeg"/><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16.png"/><Relationship Id="rId2" Type="http://schemas.openxmlformats.org/officeDocument/2006/relationships/slideLayout" Target="../slideLayouts/slideLayout3.xml"/><Relationship Id="rId1" Type="http://schemas.openxmlformats.org/officeDocument/2006/relationships/tags" Target="../tags/tag37.xml"/><Relationship Id="rId6" Type="http://schemas.openxmlformats.org/officeDocument/2006/relationships/image" Target="../media/image111.png"/><Relationship Id="rId5" Type="http://schemas.openxmlformats.org/officeDocument/2006/relationships/image" Target="../media/image109.png"/><Relationship Id="rId4" Type="http://schemas.openxmlformats.org/officeDocument/2006/relationships/image" Target="../media/image108.png"/></Relationships>
</file>

<file path=ppt/slides/_rels/slide34.xml.rels><?xml version="1.0" encoding="UTF-8" standalone="yes"?>
<Relationships xmlns="http://schemas.openxmlformats.org/package/2006/relationships"><Relationship Id="rId8" Type="http://schemas.openxmlformats.org/officeDocument/2006/relationships/image" Target="../media/image114.png"/><Relationship Id="rId3" Type="http://schemas.openxmlformats.org/officeDocument/2006/relationships/image" Target="../media/image1.png"/><Relationship Id="rId7" Type="http://schemas.openxmlformats.org/officeDocument/2006/relationships/image" Target="../media/image113.png"/><Relationship Id="rId2" Type="http://schemas.openxmlformats.org/officeDocument/2006/relationships/slideLayout" Target="../slideLayouts/slideLayout24.xml"/><Relationship Id="rId1" Type="http://schemas.openxmlformats.org/officeDocument/2006/relationships/themeOverride" Target="../theme/themeOverride8.xml"/><Relationship Id="rId6" Type="http://schemas.openxmlformats.org/officeDocument/2006/relationships/chart" Target="../charts/chart18.xml"/><Relationship Id="rId5" Type="http://schemas.openxmlformats.org/officeDocument/2006/relationships/image" Target="../media/image112.png"/><Relationship Id="rId4" Type="http://schemas.openxmlformats.org/officeDocument/2006/relationships/chart" Target="../charts/chart17.xml"/><Relationship Id="rId9" Type="http://schemas.openxmlformats.org/officeDocument/2006/relationships/image" Target="../media/image16.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4.xml"/><Relationship Id="rId1" Type="http://schemas.openxmlformats.org/officeDocument/2006/relationships/themeOverride" Target="../theme/themeOverride9.xml"/><Relationship Id="rId5" Type="http://schemas.openxmlformats.org/officeDocument/2006/relationships/image" Target="../media/image16.png"/><Relationship Id="rId4" Type="http://schemas.openxmlformats.org/officeDocument/2006/relationships/image" Target="../media/image115.jpeg"/></Relationships>
</file>

<file path=ppt/slides/_rels/slide36.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image" Target="../media/image116.png"/><Relationship Id="rId1" Type="http://schemas.openxmlformats.org/officeDocument/2006/relationships/slideLayout" Target="../slideLayouts/slideLayout24.xml"/><Relationship Id="rId4" Type="http://schemas.openxmlformats.org/officeDocument/2006/relationships/image" Target="../media/image6.png"/></Relationships>
</file>

<file path=ppt/slides/_rels/slide37.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slideLayout" Target="../slideLayouts/slideLayout24.xml"/><Relationship Id="rId4" Type="http://schemas.openxmlformats.org/officeDocument/2006/relationships/image" Target="../media/image16.png"/></Relationships>
</file>

<file path=ppt/slides/_rels/slide38.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chart" Target="../charts/chart19.xml"/><Relationship Id="rId1" Type="http://schemas.openxmlformats.org/officeDocument/2006/relationships/slideLayout" Target="../slideLayouts/slideLayout66.xml"/></Relationships>
</file>

<file path=ppt/slides/_rels/slide39.xml.rels><?xml version="1.0" encoding="UTF-8" standalone="yes"?>
<Relationships xmlns="http://schemas.openxmlformats.org/package/2006/relationships"><Relationship Id="rId3" Type="http://schemas.openxmlformats.org/officeDocument/2006/relationships/chart" Target="../charts/chart21.xml"/><Relationship Id="rId2" Type="http://schemas.openxmlformats.org/officeDocument/2006/relationships/notesSlide" Target="../notesSlides/notesSlide12.xml"/><Relationship Id="rId1" Type="http://schemas.openxmlformats.org/officeDocument/2006/relationships/slideLayout" Target="../slideLayouts/slideLayout66.xml"/><Relationship Id="rId6" Type="http://schemas.openxmlformats.org/officeDocument/2006/relationships/chart" Target="../charts/chart24.xml"/><Relationship Id="rId5" Type="http://schemas.openxmlformats.org/officeDocument/2006/relationships/chart" Target="../charts/chart23.xml"/><Relationship Id="rId4" Type="http://schemas.openxmlformats.org/officeDocument/2006/relationships/chart" Target="../charts/chart22.xml"/></Relationships>
</file>

<file path=ppt/slides/_rels/slide40.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3.xml"/><Relationship Id="rId1" Type="http://schemas.openxmlformats.org/officeDocument/2006/relationships/slideLayout" Target="../slideLayouts/slideLayout24.xml"/><Relationship Id="rId5" Type="http://schemas.openxmlformats.org/officeDocument/2006/relationships/image" Target="../media/image16.png"/><Relationship Id="rId4" Type="http://schemas.openxmlformats.org/officeDocument/2006/relationships/image" Target="../media/image121.jpg"/></Relationships>
</file>

<file path=ppt/slides/_rels/slide41.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14.xml"/><Relationship Id="rId1" Type="http://schemas.openxmlformats.org/officeDocument/2006/relationships/slideLayout" Target="../slideLayouts/slideLayout24.xml"/><Relationship Id="rId4" Type="http://schemas.openxmlformats.org/officeDocument/2006/relationships/image" Target="../media/image16.png"/></Relationships>
</file>

<file path=ppt/slides/_rels/slide4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4.xml"/></Relationships>
</file>

<file path=ppt/slides/_rels/slide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_rels/slide44.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16.xml"/><Relationship Id="rId1" Type="http://schemas.openxmlformats.org/officeDocument/2006/relationships/slideLayout" Target="../slideLayouts/slideLayout24.xml"/><Relationship Id="rId5" Type="http://schemas.openxmlformats.org/officeDocument/2006/relationships/image" Target="../media/image16.png"/><Relationship Id="rId4" Type="http://schemas.openxmlformats.org/officeDocument/2006/relationships/image" Target="../media/image124.png"/></Relationships>
</file>

<file path=ppt/slides/_rels/slide45.xml.rels><?xml version="1.0" encoding="UTF-8" standalone="yes"?>
<Relationships xmlns="http://schemas.openxmlformats.org/package/2006/relationships"><Relationship Id="rId8" Type="http://schemas.openxmlformats.org/officeDocument/2006/relationships/image" Target="../media/image127.png"/><Relationship Id="rId13" Type="http://schemas.openxmlformats.org/officeDocument/2006/relationships/image" Target="../media/image129.png"/><Relationship Id="rId18" Type="http://schemas.openxmlformats.org/officeDocument/2006/relationships/image" Target="../media/image134.png"/><Relationship Id="rId3" Type="http://schemas.openxmlformats.org/officeDocument/2006/relationships/image" Target="../media/image125.png"/><Relationship Id="rId7" Type="http://schemas.openxmlformats.org/officeDocument/2006/relationships/image" Target="../media/image126.png"/><Relationship Id="rId12" Type="http://schemas.openxmlformats.org/officeDocument/2006/relationships/image" Target="../media/image26.png"/><Relationship Id="rId17" Type="http://schemas.openxmlformats.org/officeDocument/2006/relationships/image" Target="../media/image133.png"/><Relationship Id="rId2" Type="http://schemas.openxmlformats.org/officeDocument/2006/relationships/notesSlide" Target="../notesSlides/notesSlide17.xml"/><Relationship Id="rId16" Type="http://schemas.openxmlformats.org/officeDocument/2006/relationships/image" Target="../media/image132.png"/><Relationship Id="rId20" Type="http://schemas.openxmlformats.org/officeDocument/2006/relationships/image" Target="../media/image16.png"/><Relationship Id="rId1" Type="http://schemas.openxmlformats.org/officeDocument/2006/relationships/slideLayout" Target="../slideLayouts/slideLayout24.xml"/><Relationship Id="rId6" Type="http://schemas.openxmlformats.org/officeDocument/2006/relationships/image" Target="../media/image32.png"/><Relationship Id="rId11" Type="http://schemas.openxmlformats.org/officeDocument/2006/relationships/image" Target="../media/image25.png"/><Relationship Id="rId5" Type="http://schemas.openxmlformats.org/officeDocument/2006/relationships/image" Target="../media/image31.png"/><Relationship Id="rId15" Type="http://schemas.openxmlformats.org/officeDocument/2006/relationships/image" Target="../media/image131.png"/><Relationship Id="rId10" Type="http://schemas.openxmlformats.org/officeDocument/2006/relationships/image" Target="../media/image24.png"/><Relationship Id="rId19" Type="http://schemas.openxmlformats.org/officeDocument/2006/relationships/chart" Target="../charts/chart25.xml"/><Relationship Id="rId4" Type="http://schemas.openxmlformats.org/officeDocument/2006/relationships/image" Target="../media/image29.jpeg"/><Relationship Id="rId9" Type="http://schemas.openxmlformats.org/officeDocument/2006/relationships/image" Target="../media/image128.png"/><Relationship Id="rId14" Type="http://schemas.openxmlformats.org/officeDocument/2006/relationships/image" Target="../media/image130.png"/></Relationships>
</file>

<file path=ppt/slides/_rels/slide46.xml.rels><?xml version="1.0" encoding="UTF-8" standalone="yes"?>
<Relationships xmlns="http://schemas.openxmlformats.org/package/2006/relationships"><Relationship Id="rId3" Type="http://schemas.openxmlformats.org/officeDocument/2006/relationships/chart" Target="../charts/chart27.xml"/><Relationship Id="rId2" Type="http://schemas.openxmlformats.org/officeDocument/2006/relationships/chart" Target="../charts/chart26.xml"/><Relationship Id="rId1" Type="http://schemas.openxmlformats.org/officeDocument/2006/relationships/slideLayout" Target="../slideLayouts/slideLayout24.xml"/><Relationship Id="rId4" Type="http://schemas.openxmlformats.org/officeDocument/2006/relationships/image" Target="../media/image16.png"/></Relationships>
</file>

<file path=ppt/slides/_rels/slide47.xml.rels><?xml version="1.0" encoding="UTF-8" standalone="yes"?>
<Relationships xmlns="http://schemas.openxmlformats.org/package/2006/relationships"><Relationship Id="rId3" Type="http://schemas.openxmlformats.org/officeDocument/2006/relationships/chart" Target="../charts/chart29.xml"/><Relationship Id="rId2" Type="http://schemas.openxmlformats.org/officeDocument/2006/relationships/chart" Target="../charts/chart28.xml"/><Relationship Id="rId1" Type="http://schemas.openxmlformats.org/officeDocument/2006/relationships/slideLayout" Target="../slideLayouts/slideLayout24.xml"/><Relationship Id="rId4" Type="http://schemas.openxmlformats.org/officeDocument/2006/relationships/image" Target="../media/image16.png"/></Relationships>
</file>

<file path=ppt/slides/_rels/slide48.xml.rels><?xml version="1.0" encoding="UTF-8" standalone="yes"?>
<Relationships xmlns="http://schemas.openxmlformats.org/package/2006/relationships"><Relationship Id="rId3" Type="http://schemas.openxmlformats.org/officeDocument/2006/relationships/chart" Target="../charts/chart31.xml"/><Relationship Id="rId2" Type="http://schemas.openxmlformats.org/officeDocument/2006/relationships/chart" Target="../charts/chart30.xml"/><Relationship Id="rId1" Type="http://schemas.openxmlformats.org/officeDocument/2006/relationships/slideLayout" Target="../slideLayouts/slideLayout24.xml"/><Relationship Id="rId5" Type="http://schemas.openxmlformats.org/officeDocument/2006/relationships/image" Target="../media/image16.png"/><Relationship Id="rId4" Type="http://schemas.openxmlformats.org/officeDocument/2006/relationships/chart" Target="../charts/chart32.xml"/></Relationships>
</file>

<file path=ppt/slides/_rels/slide49.xml.rels><?xml version="1.0" encoding="UTF-8" standalone="yes"?>
<Relationships xmlns="http://schemas.openxmlformats.org/package/2006/relationships"><Relationship Id="rId3" Type="http://schemas.openxmlformats.org/officeDocument/2006/relationships/chart" Target="../charts/chart34.xml"/><Relationship Id="rId2" Type="http://schemas.openxmlformats.org/officeDocument/2006/relationships/chart" Target="../charts/chart33.xml"/><Relationship Id="rId1" Type="http://schemas.openxmlformats.org/officeDocument/2006/relationships/slideLayout" Target="../slideLayouts/slideLayout24.xml"/><Relationship Id="rId4" Type="http://schemas.openxmlformats.org/officeDocument/2006/relationships/image" Target="../media/image1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0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7077EABD-11DF-ABDF-9966-AFF4AFCF89B4}"/>
              </a:ext>
            </a:extLst>
          </p:cNvPr>
          <p:cNvGraphicFramePr>
            <a:graphicFrameLocks/>
          </p:cNvGraphicFramePr>
          <p:nvPr>
            <p:custDataLst>
              <p:tags r:id="rId2"/>
            </p:custDataLst>
            <p:extLst>
              <p:ext uri="{D42A27DB-BD31-4B8C-83A1-F6EECF244321}">
                <p14:modId xmlns:p14="http://schemas.microsoft.com/office/powerpoint/2010/main" val="38416564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38" imgH="338" progId="TCLayout.ActiveDocument.1">
                  <p:embed/>
                </p:oleObj>
              </mc:Choice>
              <mc:Fallback>
                <p:oleObj name="think-cell Slide" r:id="rId4" imgW="338" imgH="338" progId="TCLayout.ActiveDocument.1">
                  <p:embed/>
                  <p:pic>
                    <p:nvPicPr>
                      <p:cNvPr id="3" name="think-cell data - do not delete" hidden="1">
                        <a:extLst>
                          <a:ext uri="{FF2B5EF4-FFF2-40B4-BE49-F238E27FC236}">
                            <a16:creationId xmlns:a16="http://schemas.microsoft.com/office/drawing/2014/main" id="{7077EABD-11DF-ABDF-9966-AFF4AFCF89B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C0A84915-AF2A-A439-EE1C-AB60CD062CAB}"/>
              </a:ext>
            </a:extLst>
          </p:cNvPr>
          <p:cNvSpPr>
            <a:spLocks noChangeAspect="1"/>
          </p:cNvSpPr>
          <p:nvPr/>
        </p:nvSpPr>
        <p:spPr>
          <a:xfrm>
            <a:off x="0" y="0"/>
            <a:ext cx="12192000" cy="6955391"/>
          </a:xfrm>
          <a:prstGeom prst="rect">
            <a:avLst/>
          </a:prstGeom>
          <a:blipFill dpi="0" rotWithShape="1">
            <a:blip r:embed="rId6"/>
            <a:srcRect/>
            <a:stretch>
              <a:fillRect b="-16858"/>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dk1"/>
                </a:solidFill>
                <a:prstDash val="solid"/>
                <a:miter lim="800000"/>
              </a14:hiddenLine>
            </a:ext>
          </a:extLst>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7" name="Rectangle 6">
            <a:extLst>
              <a:ext uri="{FF2B5EF4-FFF2-40B4-BE49-F238E27FC236}">
                <a16:creationId xmlns:a16="http://schemas.microsoft.com/office/drawing/2014/main" id="{4B148543-06C9-A330-06AE-4D14DA7E2625}"/>
              </a:ext>
            </a:extLst>
          </p:cNvPr>
          <p:cNvSpPr/>
          <p:nvPr/>
        </p:nvSpPr>
        <p:spPr>
          <a:xfrm>
            <a:off x="0" y="0"/>
            <a:ext cx="12192000" cy="6955391"/>
          </a:xfrm>
          <a:prstGeom prst="rect">
            <a:avLst/>
          </a:prstGeom>
          <a:gradFill flip="none" rotWithShape="1">
            <a:gsLst>
              <a:gs pos="0">
                <a:srgbClr val="FFFFFF"/>
              </a:gs>
              <a:gs pos="40000">
                <a:schemeClr val="bg1">
                  <a:alpha val="75000"/>
                </a:schemeClr>
              </a:gs>
              <a:gs pos="100000">
                <a:schemeClr val="bg1">
                  <a:alpha val="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cs typeface="+mn-ea"/>
              <a:sym typeface="+mn-lt"/>
            </a:endParaRPr>
          </a:p>
        </p:txBody>
      </p:sp>
      <p:pic>
        <p:nvPicPr>
          <p:cNvPr id="10" name="Picture 9" descr="Logo&#10;&#10;Description automatically generated">
            <a:extLst>
              <a:ext uri="{FF2B5EF4-FFF2-40B4-BE49-F238E27FC236}">
                <a16:creationId xmlns:a16="http://schemas.microsoft.com/office/drawing/2014/main" id="{35CE8992-D90B-4A0B-8A19-72124257782F}"/>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459732" y="826532"/>
            <a:ext cx="3351948" cy="822933"/>
          </a:xfrm>
          <a:prstGeom prst="rect">
            <a:avLst/>
          </a:prstGeom>
        </p:spPr>
      </p:pic>
      <p:sp>
        <p:nvSpPr>
          <p:cNvPr id="8" name="Title 1">
            <a:extLst>
              <a:ext uri="{FF2B5EF4-FFF2-40B4-BE49-F238E27FC236}">
                <a16:creationId xmlns:a16="http://schemas.microsoft.com/office/drawing/2014/main" id="{66007BE5-B67F-47EA-9D4A-11CA60B431F0}"/>
              </a:ext>
            </a:extLst>
          </p:cNvPr>
          <p:cNvSpPr>
            <a:spLocks noGrp="1"/>
          </p:cNvSpPr>
          <p:nvPr>
            <p:ph type="ctrTitle"/>
          </p:nvPr>
        </p:nvSpPr>
        <p:spPr>
          <a:xfrm>
            <a:off x="575601" y="3576753"/>
            <a:ext cx="8806524" cy="1138773"/>
          </a:xfrm>
        </p:spPr>
        <p:txBody>
          <a:bodyPr vert="horz" wrap="square" rIns="0">
            <a:spAutoFit/>
          </a:bodyPr>
          <a:lstStyle/>
          <a:p>
            <a:pPr algn="l">
              <a:lnSpc>
                <a:spcPct val="100000"/>
              </a:lnSpc>
            </a:pPr>
            <a:r>
              <a:rPr lang="zh-TW" altLang="en-US" sz="3200" b="1" dirty="0">
                <a:solidFill>
                  <a:srgbClr val="2660AD"/>
                </a:solidFill>
                <a:ea typeface="微软雅黑" panose="020B0503020204020204" pitchFamily="34" charset="-122"/>
              </a:rPr>
              <a:t>韓芯存勢</a:t>
            </a:r>
            <a:r>
              <a:rPr lang="zh-CN" altLang="en-US" sz="3200" b="1" dirty="0">
                <a:solidFill>
                  <a:srgbClr val="2660AD"/>
                </a:solidFill>
                <a:ea typeface="微软雅黑" panose="020B0503020204020204" pitchFamily="34" charset="-122"/>
              </a:rPr>
              <a:t>：</a:t>
            </a:r>
            <a:r>
              <a:rPr lang="zh-TW" altLang="en-US" sz="3200" b="1" dirty="0">
                <a:solidFill>
                  <a:srgbClr val="2660AD"/>
                </a:solidFill>
                <a:ea typeface="微软雅黑" panose="020B0503020204020204" pitchFamily="34" charset="-122"/>
              </a:rPr>
              <a:t>拆解三星與 </a:t>
            </a:r>
            <a:r>
              <a:rPr lang="en-US" altLang="zh-TW" sz="3200" b="1" dirty="0">
                <a:solidFill>
                  <a:srgbClr val="2660AD"/>
                </a:solidFill>
                <a:ea typeface="微软雅黑" panose="020B0503020204020204" pitchFamily="34" charset="-122"/>
              </a:rPr>
              <a:t>SK </a:t>
            </a:r>
            <a:r>
              <a:rPr lang="zh-TW" altLang="en-US" sz="3200" b="1" dirty="0">
                <a:solidFill>
                  <a:srgbClr val="2660AD"/>
                </a:solidFill>
                <a:ea typeface="微软雅黑" panose="020B0503020204020204" pitchFamily="34" charset="-122"/>
              </a:rPr>
              <a:t>海力士核心競爭力</a:t>
            </a:r>
            <a:br>
              <a:rPr lang="en-US" altLang="zh-CN" sz="4000" b="1" dirty="0">
                <a:solidFill>
                  <a:srgbClr val="2660AD"/>
                </a:solidFill>
                <a:ea typeface="微软雅黑" panose="020B0503020204020204" pitchFamily="34" charset="-122"/>
              </a:rPr>
            </a:br>
            <a:br>
              <a:rPr lang="en-US" altLang="zh-CN" sz="1800" b="1" dirty="0">
                <a:solidFill>
                  <a:srgbClr val="2660AD"/>
                </a:solidFill>
                <a:ea typeface="微软雅黑" panose="020B0503020204020204" pitchFamily="34" charset="-122"/>
              </a:rPr>
            </a:br>
            <a:r>
              <a:rPr lang="zh-CN" altLang="en-US" sz="1800" b="1" dirty="0">
                <a:solidFill>
                  <a:srgbClr val="2660AD"/>
                </a:solidFill>
                <a:ea typeface="微软雅黑" panose="020B0503020204020204" pitchFamily="34" charset="-122"/>
              </a:rPr>
              <a:t>南方東英資産管理有限公司</a:t>
            </a:r>
            <a:endParaRPr lang="en-US" sz="1400" b="1" dirty="0">
              <a:solidFill>
                <a:schemeClr val="accent1"/>
              </a:solidFill>
              <a:latin typeface="+mn-lt"/>
              <a:ea typeface="+mn-ea"/>
              <a:cs typeface="+mn-ea"/>
              <a:sym typeface="+mn-lt"/>
            </a:endParaRPr>
          </a:p>
        </p:txBody>
      </p:sp>
      <p:sp>
        <p:nvSpPr>
          <p:cNvPr id="9" name="Subtitle 2">
            <a:extLst>
              <a:ext uri="{FF2B5EF4-FFF2-40B4-BE49-F238E27FC236}">
                <a16:creationId xmlns:a16="http://schemas.microsoft.com/office/drawing/2014/main" id="{3F5A776B-1C0B-4972-9900-E47843A517F0}"/>
              </a:ext>
            </a:extLst>
          </p:cNvPr>
          <p:cNvSpPr>
            <a:spLocks noGrp="1"/>
          </p:cNvSpPr>
          <p:nvPr>
            <p:ph type="subTitle" idx="1"/>
          </p:nvPr>
        </p:nvSpPr>
        <p:spPr>
          <a:xfrm>
            <a:off x="575601" y="4797327"/>
            <a:ext cx="4727918" cy="341632"/>
          </a:xfrm>
        </p:spPr>
        <p:txBody>
          <a:bodyPr wrap="square">
            <a:spAutoFit/>
          </a:bodyPr>
          <a:lstStyle/>
          <a:p>
            <a:pPr algn="l"/>
            <a:r>
              <a:rPr lang="en-HK" altLang="zh-HK" sz="1800" b="1">
                <a:solidFill>
                  <a:srgbClr val="2660AD"/>
                </a:solidFill>
                <a:latin typeface="+mj-lt"/>
                <a:ea typeface="微软雅黑" panose="020B0503020204020204" pitchFamily="34" charset="-122"/>
                <a:cs typeface="+mj-cs"/>
                <a:sym typeface="+mn-lt"/>
              </a:rPr>
              <a:t>2026</a:t>
            </a:r>
            <a:r>
              <a:rPr lang="zh-CN" altLang="en-US" sz="1800" b="1">
                <a:solidFill>
                  <a:srgbClr val="2660AD"/>
                </a:solidFill>
                <a:latin typeface="+mj-lt"/>
                <a:ea typeface="微软雅黑" panose="020B0503020204020204" pitchFamily="34" charset="-122"/>
                <a:cs typeface="+mj-cs"/>
                <a:sym typeface="+mn-lt"/>
              </a:rPr>
              <a:t>年</a:t>
            </a:r>
            <a:r>
              <a:rPr lang="en-US" altLang="zh-CN" sz="1800" b="1" dirty="0">
                <a:solidFill>
                  <a:srgbClr val="2660AD"/>
                </a:solidFill>
                <a:latin typeface="+mj-lt"/>
                <a:ea typeface="微软雅黑" panose="020B0503020204020204" pitchFamily="34" charset="-122"/>
                <a:cs typeface="+mj-cs"/>
                <a:sym typeface="+mn-lt"/>
              </a:rPr>
              <a:t>7</a:t>
            </a:r>
            <a:r>
              <a:rPr lang="zh-CN" altLang="en-US" sz="1800" b="1">
                <a:solidFill>
                  <a:srgbClr val="2660AD"/>
                </a:solidFill>
                <a:latin typeface="+mj-lt"/>
                <a:ea typeface="微软雅黑" panose="020B0503020204020204" pitchFamily="34" charset="-122"/>
                <a:cs typeface="+mj-cs"/>
                <a:sym typeface="+mn-lt"/>
              </a:rPr>
              <a:t>月</a:t>
            </a:r>
            <a:endParaRPr lang="en-US" altLang="zh-HK" sz="1800" b="1" dirty="0">
              <a:solidFill>
                <a:srgbClr val="2660AD"/>
              </a:solidFill>
              <a:latin typeface="+mj-lt"/>
              <a:ea typeface="微软雅黑" panose="020B0503020204020204" pitchFamily="34" charset="-122"/>
              <a:cs typeface="+mj-cs"/>
              <a:sym typeface="+mn-lt"/>
            </a:endParaRPr>
          </a:p>
        </p:txBody>
      </p:sp>
      <p:sp>
        <p:nvSpPr>
          <p:cNvPr id="2" name="Slide Number Placeholder 1">
            <a:extLst>
              <a:ext uri="{FF2B5EF4-FFF2-40B4-BE49-F238E27FC236}">
                <a16:creationId xmlns:a16="http://schemas.microsoft.com/office/drawing/2014/main" id="{936AD513-F9E6-5715-4707-9414566E58EB}"/>
              </a:ext>
            </a:extLst>
          </p:cNvPr>
          <p:cNvSpPr>
            <a:spLocks noGrp="1"/>
          </p:cNvSpPr>
          <p:nvPr>
            <p:ph type="sldNum" sz="quarter" idx="4"/>
          </p:nvPr>
        </p:nvSpPr>
        <p:spPr/>
        <p:txBody>
          <a:bodyPr/>
          <a:lstStyle/>
          <a:p>
            <a:pPr>
              <a:defRPr/>
            </a:pPr>
            <a:fld id="{CC7D48C0-AA79-46F3-BF6F-F82B468F2D98}" type="slidenum">
              <a:rPr lang="en-US" sz="1000" smtClean="0">
                <a:solidFill>
                  <a:prstClr val="white"/>
                </a:solidFill>
              </a:rPr>
              <a:pPr>
                <a:defRPr/>
              </a:pPr>
              <a:t>1</a:t>
            </a:fld>
            <a:endParaRPr lang="en-US" sz="1000" dirty="0">
              <a:solidFill>
                <a:prstClr val="white"/>
              </a:solidFill>
            </a:endParaRPr>
          </a:p>
        </p:txBody>
      </p:sp>
    </p:spTree>
    <p:custDataLst>
      <p:tags r:id="rId1"/>
    </p:custDataLst>
    <p:extLst>
      <p:ext uri="{BB962C8B-B14F-4D97-AF65-F5344CB8AC3E}">
        <p14:creationId xmlns:p14="http://schemas.microsoft.com/office/powerpoint/2010/main" val="35843121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D31E3-FB6F-5E9C-5F23-D17717F92D28}"/>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EF409E55-A414-78F7-72F7-2A144395BD9D}"/>
              </a:ext>
            </a:extLst>
          </p:cNvPr>
          <p:cNvPicPr>
            <a:picLocks noChangeAspect="1"/>
          </p:cNvPicPr>
          <p:nvPr/>
        </p:nvPicPr>
        <p:blipFill>
          <a:blip r:embed="rId2"/>
          <a:stretch>
            <a:fillRect/>
          </a:stretch>
        </p:blipFill>
        <p:spPr>
          <a:xfrm>
            <a:off x="6509483" y="0"/>
            <a:ext cx="5682517" cy="6858000"/>
          </a:xfrm>
          <a:prstGeom prst="rect">
            <a:avLst/>
          </a:prstGeom>
        </p:spPr>
      </p:pic>
      <p:sp>
        <p:nvSpPr>
          <p:cNvPr id="5" name="Rectangle 4">
            <a:extLst>
              <a:ext uri="{FF2B5EF4-FFF2-40B4-BE49-F238E27FC236}">
                <a16:creationId xmlns:a16="http://schemas.microsoft.com/office/drawing/2014/main" id="{F50CF81E-63DA-6521-0F29-9F0F4CAAD84D}"/>
              </a:ext>
            </a:extLst>
          </p:cNvPr>
          <p:cNvSpPr/>
          <p:nvPr/>
        </p:nvSpPr>
        <p:spPr>
          <a:xfrm>
            <a:off x="285076" y="472740"/>
            <a:ext cx="10972800" cy="475488"/>
          </a:xfrm>
          <a:prstGeom prst="rect">
            <a:avLst/>
          </a:prstGeom>
        </p:spPr>
        <p:txBody>
          <a:bodyPr wrap="none" lIns="0" tIns="0" rIns="0" bIns="0">
            <a:noAutofit/>
          </a:bodyPr>
          <a:lstStyle/>
          <a:p>
            <a:pPr marL="0" marR="0" lvl="0" indent="0" algn="l" defTabSz="914400" rtl="0" eaLnBrk="1" fontAlgn="auto" latinLnBrk="0" hangingPunct="1">
              <a:lnSpc>
                <a:spcPts val="28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285FAF"/>
                </a:solidFill>
                <a:effectLst/>
                <a:uLnTx/>
                <a:uFillTx/>
                <a:latin typeface="Calibri"/>
                <a:ea typeface="微软雅黑"/>
                <a:cs typeface="+mn-cs"/>
              </a:rPr>
              <a:t>免責聲明</a:t>
            </a:r>
            <a:endParaRPr kumimoji="0" lang="en-US" sz="2800" b="1" i="0" u="none" strike="noStrike" kern="1200" cap="none" spc="0" normalizeH="0" baseline="0" noProof="0" dirty="0">
              <a:ln>
                <a:noFill/>
              </a:ln>
              <a:solidFill>
                <a:srgbClr val="285FAF"/>
              </a:solidFill>
              <a:effectLst/>
              <a:uLnTx/>
              <a:uFillTx/>
              <a:latin typeface="Calibri"/>
              <a:ea typeface="微软雅黑"/>
              <a:cs typeface="+mn-cs"/>
            </a:endParaRPr>
          </a:p>
        </p:txBody>
      </p:sp>
      <p:pic>
        <p:nvPicPr>
          <p:cNvPr id="10" name="Picture 9">
            <a:extLst>
              <a:ext uri="{FF2B5EF4-FFF2-40B4-BE49-F238E27FC236}">
                <a16:creationId xmlns:a16="http://schemas.microsoft.com/office/drawing/2014/main" id="{679B3F21-8979-314F-9795-6AD4B9D5DC3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349287" y="178191"/>
            <a:ext cx="1440000" cy="354102"/>
          </a:xfrm>
          <a:prstGeom prst="rect">
            <a:avLst/>
          </a:prstGeom>
        </p:spPr>
      </p:pic>
      <p:sp>
        <p:nvSpPr>
          <p:cNvPr id="3" name="TextBox 2">
            <a:extLst>
              <a:ext uri="{FF2B5EF4-FFF2-40B4-BE49-F238E27FC236}">
                <a16:creationId xmlns:a16="http://schemas.microsoft.com/office/drawing/2014/main" id="{3ADD70EA-5CAC-7C3B-63CA-A8DCC6B037EE}"/>
              </a:ext>
            </a:extLst>
          </p:cNvPr>
          <p:cNvSpPr txBox="1"/>
          <p:nvPr/>
        </p:nvSpPr>
        <p:spPr>
          <a:xfrm>
            <a:off x="208876" y="1100247"/>
            <a:ext cx="5810924" cy="3447098"/>
          </a:xfrm>
          <a:prstGeom prst="rect">
            <a:avLst/>
          </a:prstGeom>
          <a:noFill/>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zh-TW" altLang="en-US" sz="1400" b="0" i="0" u="none" strike="noStrike" kern="1200" cap="none" spc="0" normalizeH="0" baseline="0" noProof="0" dirty="0">
                <a:ln>
                  <a:noFill/>
                </a:ln>
                <a:solidFill>
                  <a:srgbClr val="515052"/>
                </a:solidFill>
                <a:effectLst/>
                <a:uLnTx/>
                <a:uFillTx/>
                <a:latin typeface="Calibri"/>
                <a:ea typeface="微软雅黑"/>
                <a:cs typeface="+mn-cs"/>
              </a:rPr>
              <a:t>本文件僅供參考之用，並面向香港投資公眾及相關境外（包括中國境外）投資者提供，並不構成亦不應被視為在中華人民共和國境內（就本聲明而言，不包括香港特別行政區、澳門特別行政區及台灣地區）向任何個人或實體進行任何形式的要約、招攬、推廣或銷售。</a:t>
            </a:r>
            <a:r>
              <a:rPr kumimoji="0" lang="en-US" sz="1400" b="0" i="0" u="none" strike="noStrike" kern="1200" cap="none" spc="0" normalizeH="0" baseline="0" noProof="0" dirty="0">
                <a:ln>
                  <a:noFill/>
                </a:ln>
                <a:solidFill>
                  <a:srgbClr val="515052"/>
                </a:solidFill>
                <a:effectLst/>
                <a:uLnTx/>
                <a:uFillTx/>
                <a:latin typeface="Calibri"/>
                <a:ea typeface="微软雅黑"/>
                <a:cs typeface="+mn-cs"/>
              </a:rPr>
              <a:t> </a:t>
            </a:r>
          </a:p>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515052"/>
              </a:solidFill>
              <a:effectLst/>
              <a:uLnTx/>
              <a:uFillTx/>
              <a:latin typeface="Calibri"/>
              <a:ea typeface="微软雅黑"/>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zh-TW" altLang="en-US" sz="1400" b="0" i="0" u="none" strike="noStrike" kern="1200" cap="none" spc="0" normalizeH="0" baseline="0" noProof="0" dirty="0">
                <a:ln>
                  <a:noFill/>
                </a:ln>
                <a:solidFill>
                  <a:srgbClr val="515052"/>
                </a:solidFill>
                <a:effectLst/>
                <a:uLnTx/>
                <a:uFillTx/>
                <a:latin typeface="Calibri"/>
                <a:ea typeface="微软雅黑"/>
                <a:cs typeface="+mn-cs"/>
              </a:rPr>
              <a:t>南方東英所提供之相關境外基金資料僅供香港投資公眾及境外投資者參考，不構成公開發售、投資建議或任何形式的投資推介，亦無意面向或針對任何中國內地投資者或潛在投資者。</a:t>
            </a:r>
            <a:r>
              <a:rPr kumimoji="0" lang="en-US" sz="1400" b="0" i="0" u="none" strike="noStrike" kern="1200" cap="none" spc="0" normalizeH="0" baseline="0" noProof="0" dirty="0">
                <a:ln>
                  <a:noFill/>
                </a:ln>
                <a:solidFill>
                  <a:srgbClr val="515052"/>
                </a:solidFill>
                <a:effectLst/>
                <a:uLnTx/>
                <a:uFillTx/>
                <a:latin typeface="Calibri"/>
                <a:ea typeface="微软雅黑"/>
                <a:cs typeface="+mn-cs"/>
              </a:rPr>
              <a:t> </a:t>
            </a:r>
          </a:p>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515052"/>
              </a:solidFill>
              <a:effectLst/>
              <a:uLnTx/>
              <a:uFillTx/>
              <a:latin typeface="Calibri"/>
              <a:ea typeface="微软雅黑"/>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zh-TW" altLang="en-US" sz="1400" b="0" i="0" u="none" strike="noStrike" kern="1200" cap="none" spc="0" normalizeH="0" baseline="0" noProof="0" dirty="0">
                <a:ln>
                  <a:noFill/>
                </a:ln>
                <a:solidFill>
                  <a:srgbClr val="515052"/>
                </a:solidFill>
                <a:effectLst/>
                <a:uLnTx/>
                <a:uFillTx/>
                <a:latin typeface="Calibri"/>
                <a:ea typeface="微软雅黑"/>
                <a:cs typeface="+mn-cs"/>
              </a:rPr>
              <a:t>本文件僅供指定接收方使用，未經南方東英事先書面同意，不得在任何司法管轄區內全部或部分複製、轉發、分發或作其他用途，惟在該等行為於相關司法管轄區屬違法之情況下，任何該等複製、轉發、分發或使用均被嚴格禁止。</a:t>
            </a:r>
            <a:r>
              <a:rPr kumimoji="0" lang="en-US" sz="1400" b="0" i="0" u="none" strike="noStrike" kern="1200" cap="none" spc="0" normalizeH="0" baseline="0" noProof="0" dirty="0">
                <a:ln>
                  <a:noFill/>
                </a:ln>
                <a:solidFill>
                  <a:srgbClr val="515052"/>
                </a:solidFill>
                <a:effectLst/>
                <a:uLnTx/>
                <a:uFillTx/>
                <a:latin typeface="Calibri"/>
                <a:ea typeface="微软雅黑"/>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200" b="0" i="0" u="none" strike="noStrike" kern="1200" cap="none" spc="0" normalizeH="0" baseline="0" noProof="0" dirty="0">
                <a:ln>
                  <a:noFill/>
                </a:ln>
                <a:solidFill>
                  <a:srgbClr val="515052"/>
                </a:solidFill>
                <a:effectLst/>
                <a:uLnTx/>
                <a:uFillTx/>
                <a:latin typeface="Calibri"/>
                <a:ea typeface="微软雅黑"/>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a:noFill/>
              </a:ln>
              <a:solidFill>
                <a:srgbClr val="515052"/>
              </a:solidFill>
              <a:effectLst/>
              <a:uLnTx/>
              <a:uFillTx/>
              <a:latin typeface="Calibri"/>
              <a:ea typeface="微软雅黑"/>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200" b="0" i="0" u="none" strike="noStrike" kern="1200" cap="none" spc="0" normalizeH="0" baseline="0" noProof="0" dirty="0">
                <a:ln>
                  <a:noFill/>
                </a:ln>
                <a:solidFill>
                  <a:srgbClr val="515052"/>
                </a:solidFill>
                <a:effectLst/>
                <a:uLnTx/>
                <a:uFillTx/>
                <a:latin typeface="Calibri"/>
                <a:ea typeface="微软雅黑"/>
                <a:cs typeface="+mn-cs"/>
              </a:rPr>
              <a:t>發行人：南方東英資產管理有限公司 </a:t>
            </a:r>
            <a:r>
              <a:rPr kumimoji="0" lang="en-US" altLang="zh-TW" sz="1200" b="0" i="0" u="none" strike="noStrike" kern="1200" cap="none" spc="0" normalizeH="0" baseline="0" noProof="0" dirty="0">
                <a:ln>
                  <a:noFill/>
                </a:ln>
                <a:solidFill>
                  <a:srgbClr val="515052"/>
                </a:solidFill>
                <a:effectLst/>
                <a:uLnTx/>
                <a:uFillTx/>
                <a:latin typeface="Calibri"/>
                <a:ea typeface="微软雅黑"/>
                <a:cs typeface="+mn-cs"/>
              </a:rPr>
              <a:t>Compliance code: : LH2026060401​</a:t>
            </a:r>
            <a:endParaRPr kumimoji="0" lang="en-US" sz="1200" b="0" i="0" u="none" strike="noStrike" kern="1200" cap="none" spc="0" normalizeH="0" baseline="0" noProof="0" dirty="0">
              <a:ln>
                <a:noFill/>
              </a:ln>
              <a:solidFill>
                <a:srgbClr val="515052"/>
              </a:solidFill>
              <a:effectLst/>
              <a:uLnTx/>
              <a:uFillTx/>
              <a:latin typeface="Calibri"/>
              <a:ea typeface="微软雅黑"/>
              <a:cs typeface="+mn-cs"/>
            </a:endParaRPr>
          </a:p>
        </p:txBody>
      </p:sp>
    </p:spTree>
    <p:extLst>
      <p:ext uri="{BB962C8B-B14F-4D97-AF65-F5344CB8AC3E}">
        <p14:creationId xmlns:p14="http://schemas.microsoft.com/office/powerpoint/2010/main" val="41979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Picture 43" descr="Background pattern&#10;&#10;Description automatically generated">
            <a:extLst>
              <a:ext uri="{FF2B5EF4-FFF2-40B4-BE49-F238E27FC236}">
                <a16:creationId xmlns:a16="http://schemas.microsoft.com/office/drawing/2014/main" id="{62662E42-1AA6-4162-94C3-FD14A2B4911D}"/>
              </a:ext>
            </a:extLst>
          </p:cNvPr>
          <p:cNvPicPr>
            <a:picLocks noChangeAspect="1"/>
          </p:cNvPicPr>
          <p:nvPr/>
        </p:nvPicPr>
        <p:blipFill rotWithShape="1">
          <a:blip r:embed="rId3">
            <a:alphaModFix amt="51000"/>
            <a:extLst>
              <a:ext uri="{28A0092B-C50C-407E-A947-70E740481C1C}">
                <a14:useLocalDpi xmlns:a14="http://schemas.microsoft.com/office/drawing/2010/main" val="0"/>
              </a:ext>
            </a:extLst>
          </a:blip>
          <a:srcRect t="7814" r="96" b="11995"/>
          <a:stretch/>
        </p:blipFill>
        <p:spPr>
          <a:xfrm>
            <a:off x="0" y="0"/>
            <a:ext cx="12180277" cy="6518031"/>
          </a:xfrm>
          <a:prstGeom prst="rect">
            <a:avLst/>
          </a:prstGeom>
        </p:spPr>
      </p:pic>
      <p:pic>
        <p:nvPicPr>
          <p:cNvPr id="660" name="Graphic 659">
            <a:extLst>
              <a:ext uri="{FF2B5EF4-FFF2-40B4-BE49-F238E27FC236}">
                <a16:creationId xmlns:a16="http://schemas.microsoft.com/office/drawing/2014/main" id="{EE657D8C-4460-497C-A223-AE1A3A34BBD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07117" y="635850"/>
            <a:ext cx="3740166" cy="3763540"/>
          </a:xfrm>
          <a:prstGeom prst="rect">
            <a:avLst/>
          </a:prstGeom>
        </p:spPr>
      </p:pic>
      <p:sp>
        <p:nvSpPr>
          <p:cNvPr id="32" name="圆角矩形 3"/>
          <p:cNvSpPr/>
          <p:nvPr/>
        </p:nvSpPr>
        <p:spPr>
          <a:xfrm rot="2700000">
            <a:off x="5017147" y="2058858"/>
            <a:ext cx="2924529" cy="2924529"/>
          </a:xfrm>
          <a:prstGeom prst="roundRect">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33" name="椭圆 4"/>
          <p:cNvSpPr/>
          <p:nvPr/>
        </p:nvSpPr>
        <p:spPr>
          <a:xfrm>
            <a:off x="4500484" y="1542194"/>
            <a:ext cx="3957855" cy="3957855"/>
          </a:xfrm>
          <a:prstGeom prst="ellipse">
            <a:avLst/>
          </a:prstGeom>
          <a:noFill/>
          <a:ln w="28575">
            <a:solidFill>
              <a:srgbClr val="1847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34" name="组合 6"/>
          <p:cNvGrpSpPr/>
          <p:nvPr/>
        </p:nvGrpSpPr>
        <p:grpSpPr>
          <a:xfrm>
            <a:off x="4950565" y="2141272"/>
            <a:ext cx="3094826" cy="2773962"/>
            <a:chOff x="4950565" y="2141272"/>
            <a:chExt cx="3094826" cy="2773962"/>
          </a:xfrm>
        </p:grpSpPr>
        <p:sp>
          <p:nvSpPr>
            <p:cNvPr id="35" name="椭圆 43"/>
            <p:cNvSpPr/>
            <p:nvPr/>
          </p:nvSpPr>
          <p:spPr>
            <a:xfrm>
              <a:off x="4950565" y="2141272"/>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36" name="椭圆 44"/>
            <p:cNvSpPr/>
            <p:nvPr/>
          </p:nvSpPr>
          <p:spPr>
            <a:xfrm>
              <a:off x="7893507" y="4763350"/>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grpSp>
        <p:nvGrpSpPr>
          <p:cNvPr id="37" name="组合 5"/>
          <p:cNvGrpSpPr/>
          <p:nvPr/>
        </p:nvGrpSpPr>
        <p:grpSpPr>
          <a:xfrm>
            <a:off x="4953229" y="2141272"/>
            <a:ext cx="3084220" cy="2798278"/>
            <a:chOff x="4953229" y="2141272"/>
            <a:chExt cx="3084220" cy="2798278"/>
          </a:xfrm>
        </p:grpSpPr>
        <p:sp>
          <p:nvSpPr>
            <p:cNvPr id="38" name="椭圆 45"/>
            <p:cNvSpPr/>
            <p:nvPr/>
          </p:nvSpPr>
          <p:spPr>
            <a:xfrm>
              <a:off x="4953229" y="4787666"/>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39" name="椭圆 46"/>
            <p:cNvSpPr/>
            <p:nvPr/>
          </p:nvSpPr>
          <p:spPr>
            <a:xfrm>
              <a:off x="7885565" y="2141272"/>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sp>
        <p:nvSpPr>
          <p:cNvPr id="40" name="矩形 19"/>
          <p:cNvSpPr/>
          <p:nvPr/>
        </p:nvSpPr>
        <p:spPr>
          <a:xfrm>
            <a:off x="4817965" y="2983732"/>
            <a:ext cx="3210955" cy="523220"/>
          </a:xfrm>
          <a:prstGeom prst="rect">
            <a:avLst/>
          </a:prstGeom>
          <a:ln>
            <a:noFill/>
          </a:ln>
        </p:spPr>
        <p:txBody>
          <a:bodyPr wrap="square" lIns="91440" tIns="45720" rIns="91440" bIns="45720" anchor="t">
            <a:spAutoFit/>
          </a:bodyPr>
          <a:lstStyle/>
          <a:p>
            <a:pPr algn="ctr">
              <a:defRPr/>
            </a:pPr>
            <a:r>
              <a:rPr lang="zh-CN" altLang="en-US" sz="2800" b="1">
                <a:solidFill>
                  <a:srgbClr val="18478F"/>
                </a:solidFill>
                <a:latin typeface="微软雅黑" panose="020B0503020204020204" pitchFamily="34" charset="-122"/>
                <a:ea typeface="微软雅黑" panose="020B0503020204020204" pitchFamily="34" charset="-122"/>
                <a:cs typeface="+mn-ea"/>
              </a:rPr>
              <a:t>市場部分</a:t>
            </a:r>
            <a:endParaRPr kumimoji="0" lang="en-US" altLang="zh-CN" sz="2800" b="1" i="0" u="none" strike="noStrike" kern="1200" cap="none" spc="0" normalizeH="0" baseline="0" noProof="0" dirty="0">
              <a:ln>
                <a:noFill/>
              </a:ln>
              <a:solidFill>
                <a:srgbClr val="18478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1" name="矩形 20"/>
          <p:cNvSpPr/>
          <p:nvPr/>
        </p:nvSpPr>
        <p:spPr>
          <a:xfrm>
            <a:off x="5055341" y="3521119"/>
            <a:ext cx="2830224" cy="307777"/>
          </a:xfrm>
          <a:prstGeom prst="rect">
            <a:avLst/>
          </a:prstGeom>
          <a:ln>
            <a:noFill/>
          </a:ln>
        </p:spPr>
        <p:txBody>
          <a:bodyPr wrap="square" lIns="91440" tIns="45720" rIns="91440" bIns="45720" anchor="t">
            <a:spAutoFit/>
          </a:bodyPr>
          <a:lstStyle/>
          <a:p>
            <a:pPr algn="ctr">
              <a:defRPr/>
            </a:pPr>
            <a:r>
              <a:rPr lang="en-US" altLang="zh-CN" sz="1400">
                <a:solidFill>
                  <a:schemeClr val="tx2"/>
                </a:solidFill>
                <a:cs typeface="+mn-ea"/>
              </a:rPr>
              <a:t>AI</a:t>
            </a:r>
            <a:r>
              <a:rPr lang="zh-CN" altLang="en-US" sz="1400">
                <a:solidFill>
                  <a:schemeClr val="tx2"/>
                </a:solidFill>
                <a:cs typeface="+mn-ea"/>
              </a:rPr>
              <a:t>瓶頸看亞太區域</a:t>
            </a:r>
            <a:endParaRPr lang="en-US" altLang="zh-CN" sz="1400" b="0" i="0" u="none" strike="noStrike" kern="1200" cap="none" spc="0" normalizeH="0" baseline="0" noProof="0" dirty="0">
              <a:ln>
                <a:noFill/>
              </a:ln>
              <a:solidFill>
                <a:schemeClr val="tx2"/>
              </a:solidFill>
              <a:effectLst/>
              <a:uLnTx/>
              <a:uFillTx/>
              <a:cs typeface="+mn-ea"/>
            </a:endParaRPr>
          </a:p>
        </p:txBody>
      </p:sp>
      <p:sp>
        <p:nvSpPr>
          <p:cNvPr id="42" name="矩形 21"/>
          <p:cNvSpPr/>
          <p:nvPr/>
        </p:nvSpPr>
        <p:spPr>
          <a:xfrm rot="13500000">
            <a:off x="3197913" y="2850072"/>
            <a:ext cx="1342093" cy="1342095"/>
          </a:xfrm>
          <a:prstGeom prst="rect">
            <a:avLst/>
          </a:prstGeom>
          <a:solidFill>
            <a:srgbClr val="18478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43" name="矩形 22"/>
          <p:cNvSpPr/>
          <p:nvPr/>
        </p:nvSpPr>
        <p:spPr>
          <a:xfrm>
            <a:off x="3366532" y="3033286"/>
            <a:ext cx="809837" cy="83099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4800" b="0" i="0" u="none" strike="noStrike" kern="1200" cap="none" spc="0" normalizeH="0" baseline="0" noProof="0">
                <a:ln>
                  <a:noFill/>
                </a:ln>
                <a:solidFill>
                  <a:prstClr val="white"/>
                </a:solidFill>
                <a:effectLst/>
                <a:uLnTx/>
                <a:uFillTx/>
                <a:cs typeface="+mn-ea"/>
                <a:sym typeface="+mn-lt"/>
              </a:rPr>
              <a:t>01</a:t>
            </a:r>
            <a:endParaRPr kumimoji="0" lang="zh-CN" altLang="en-US" sz="4800" b="0" i="0" u="none" strike="noStrike" kern="1200" cap="none" spc="0" normalizeH="0" baseline="0" noProof="0">
              <a:ln>
                <a:noFill/>
              </a:ln>
              <a:solidFill>
                <a:prstClr val="white"/>
              </a:solidFill>
              <a:effectLst/>
              <a:uLnTx/>
              <a:uFillTx/>
              <a:cs typeface="+mn-ea"/>
              <a:sym typeface="+mn-lt"/>
            </a:endParaRPr>
          </a:p>
        </p:txBody>
      </p:sp>
      <p:sp>
        <p:nvSpPr>
          <p:cNvPr id="3" name="Slide Number Placeholder 2"/>
          <p:cNvSpPr>
            <a:spLocks noGrp="1"/>
          </p:cNvSpPr>
          <p:nvPr>
            <p:ph type="sldNum" sz="quarter" idx="4"/>
          </p:nvPr>
        </p:nvSpPr>
        <p:spPr/>
        <p:txBody>
          <a:bodyPr/>
          <a:lstStyle/>
          <a:p>
            <a:fld id="{CC7D48C0-AA79-46F3-BF6F-F82B468F2D98}" type="slidenum">
              <a:rPr lang="en-US" sz="1000" smtClean="0">
                <a:cs typeface="+mn-ea"/>
                <a:sym typeface="+mn-lt"/>
              </a:rPr>
              <a:pPr/>
              <a:t>3</a:t>
            </a:fld>
            <a:endParaRPr lang="en-US" sz="1000">
              <a:cs typeface="+mn-ea"/>
              <a:sym typeface="+mn-lt"/>
            </a:endParaRPr>
          </a:p>
        </p:txBody>
      </p:sp>
      <p:grpSp>
        <p:nvGrpSpPr>
          <p:cNvPr id="62" name="Group 61">
            <a:extLst>
              <a:ext uri="{FF2B5EF4-FFF2-40B4-BE49-F238E27FC236}">
                <a16:creationId xmlns:a16="http://schemas.microsoft.com/office/drawing/2014/main" id="{995695C9-77D2-9DBE-00E2-713EF192CE62}"/>
              </a:ext>
            </a:extLst>
          </p:cNvPr>
          <p:cNvGrpSpPr/>
          <p:nvPr/>
        </p:nvGrpSpPr>
        <p:grpSpPr>
          <a:xfrm>
            <a:off x="9160590" y="6562572"/>
            <a:ext cx="2550106" cy="255578"/>
            <a:chOff x="9160590" y="6563831"/>
            <a:chExt cx="2550106" cy="255578"/>
          </a:xfrm>
        </p:grpSpPr>
        <p:pic>
          <p:nvPicPr>
            <p:cNvPr id="63" name="Picture 62" descr="Logo&#10;&#10;Description automatically generated">
              <a:extLst>
                <a:ext uri="{FF2B5EF4-FFF2-40B4-BE49-F238E27FC236}">
                  <a16:creationId xmlns:a16="http://schemas.microsoft.com/office/drawing/2014/main" id="{14ABB0FF-BA36-8FD5-D566-CDD470CF854E}"/>
                </a:ext>
              </a:extLst>
            </p:cNvPr>
            <p:cNvPicPr>
              <a:picLocks noChangeAspect="1"/>
            </p:cNvPicPr>
            <p:nvPr/>
          </p:nvPicPr>
          <p:blipFill rotWithShape="1">
            <a:blip r:embed="rId5" cstate="hqprint">
              <a:extLst>
                <a:ext uri="{28A0092B-C50C-407E-A947-70E740481C1C}">
                  <a14:useLocalDpi xmlns:a14="http://schemas.microsoft.com/office/drawing/2010/main" val="0"/>
                </a:ext>
              </a:extLst>
            </a:blip>
            <a:srcRect r="76699"/>
            <a:stretch/>
          </p:blipFill>
          <p:spPr>
            <a:xfrm>
              <a:off x="11468126" y="6563831"/>
              <a:ext cx="242570" cy="255578"/>
            </a:xfrm>
            <a:prstGeom prst="rect">
              <a:avLst/>
            </a:prstGeom>
          </p:spPr>
        </p:pic>
        <p:sp>
          <p:nvSpPr>
            <p:cNvPr id="640" name="Rectangle 19">
              <a:extLst>
                <a:ext uri="{FF2B5EF4-FFF2-40B4-BE49-F238E27FC236}">
                  <a16:creationId xmlns:a16="http://schemas.microsoft.com/office/drawing/2014/main" id="{E0408C49-1A00-9AEA-C092-B6BE2E6663BB}"/>
                </a:ext>
              </a:extLst>
            </p:cNvPr>
            <p:cNvSpPr/>
            <p:nvPr/>
          </p:nvSpPr>
          <p:spPr>
            <a:xfrm>
              <a:off x="9160590" y="6614676"/>
              <a:ext cx="2265443" cy="153888"/>
            </a:xfrm>
            <a:prstGeom prst="rect">
              <a:avLst/>
            </a:prstGeom>
          </p:spPr>
          <p:txBody>
            <a:bodyPr wrap="square" lIns="0" tIns="0" rIns="0" bIns="0">
              <a:spAutoFit/>
            </a:bodyPr>
            <a:lstStyle/>
            <a:p>
              <a:pPr algn="r"/>
              <a:r>
                <a:rPr lang="zh-CN" altLang="en-US" sz="1000" spc="-30">
                  <a:solidFill>
                    <a:schemeClr val="bg1"/>
                  </a:solidFill>
                  <a:cs typeface="+mn-ea"/>
                  <a:sym typeface="+mn-lt"/>
                </a:rPr>
                <a:t>南方东英资产管理</a:t>
              </a:r>
              <a:endParaRPr lang="zh-CN" altLang="en-US" sz="1000">
                <a:solidFill>
                  <a:schemeClr val="bg1"/>
                </a:solidFill>
                <a:cs typeface="+mn-ea"/>
                <a:sym typeface="+mn-lt"/>
              </a:endParaRPr>
            </a:p>
          </p:txBody>
        </p:sp>
      </p:grpSp>
    </p:spTree>
    <p:custDataLst>
      <p:tags r:id="rId1"/>
    </p:custDataLst>
    <p:extLst>
      <p:ext uri="{BB962C8B-B14F-4D97-AF65-F5344CB8AC3E}">
        <p14:creationId xmlns:p14="http://schemas.microsoft.com/office/powerpoint/2010/main" val="41051270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23CDB-2ABD-0AA3-D9D8-47C07E5ABF96}"/>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624572AB-474B-4540-E5C9-E83B8F5026D5}"/>
              </a:ext>
            </a:extLst>
          </p:cNvPr>
          <p:cNvSpPr/>
          <p:nvPr/>
        </p:nvSpPr>
        <p:spPr>
          <a:xfrm>
            <a:off x="594617" y="925793"/>
            <a:ext cx="11191999" cy="308482"/>
          </a:xfrm>
          <a:prstGeom prst="rect">
            <a:avLst/>
          </a:prstGeom>
        </p:spPr>
        <p:txBody>
          <a:bodyPr wrap="square">
            <a:spAutoFit/>
          </a:bodyPr>
          <a:lstStyle/>
          <a:p>
            <a:pPr marL="171450" marR="0" lvl="0" indent="-171450" algn="just" defTabSz="914400" rtl="0" eaLnBrk="1" fontAlgn="auto" latinLnBrk="0" hangingPunct="1">
              <a:lnSpc>
                <a:spcPts val="1800"/>
              </a:lnSpc>
              <a:spcBef>
                <a:spcPts val="0"/>
              </a:spcBef>
              <a:spcAft>
                <a:spcPts val="0"/>
              </a:spcAft>
              <a:buClrTx/>
              <a:buSzTx/>
              <a:buFont typeface="Arial" panose="020B0604020202020204" pitchFamily="34" charset="0"/>
              <a:buChar char="•"/>
              <a:tabLst/>
              <a:defRPr/>
            </a:pPr>
            <a:r>
              <a:rPr kumimoji="0" lang="zh-CN" altLang="en-US" sz="1300" b="0" i="0" u="none" strike="noStrike" kern="1200" cap="none" spc="0" normalizeH="0" baseline="0" noProof="0" dirty="0">
                <a:ln>
                  <a:noFill/>
                </a:ln>
                <a:solidFill>
                  <a:srgbClr val="515052">
                    <a:lumMod val="50000"/>
                  </a:srgbClr>
                </a:solidFill>
                <a:effectLst/>
                <a:uLnTx/>
                <a:uFillTx/>
                <a:latin typeface="Calibri"/>
                <a:ea typeface="微软雅黑" panose="020B0503020204020204" pitchFamily="34" charset="-122"/>
                <a:cs typeface="+mn-cs"/>
              </a:rPr>
              <a:t>貨幣政策偏向控制通脹一側時，</a:t>
            </a:r>
            <a:r>
              <a:rPr kumimoji="0" lang="zh-CN" altLang="en-US" sz="1300" b="1" i="0" u="none" strike="noStrike" kern="1200" cap="none" spc="0" normalizeH="0" baseline="0" noProof="0" dirty="0">
                <a:ln>
                  <a:noFill/>
                </a:ln>
                <a:solidFill>
                  <a:srgbClr val="515052">
                    <a:lumMod val="50000"/>
                  </a:srgbClr>
                </a:solidFill>
                <a:effectLst/>
                <a:uLnTx/>
                <a:uFillTx/>
                <a:latin typeface="Calibri"/>
                <a:ea typeface="微软雅黑" panose="020B0503020204020204" pitchFamily="34" charset="-122"/>
                <a:cs typeface="+mn-cs"/>
              </a:rPr>
              <a:t>盈利驅動將成爲風險資産上漲的主要動力。</a:t>
            </a:r>
          </a:p>
        </p:txBody>
      </p:sp>
      <p:sp>
        <p:nvSpPr>
          <p:cNvPr id="18" name="TextBox 17">
            <a:extLst>
              <a:ext uri="{FF2B5EF4-FFF2-40B4-BE49-F238E27FC236}">
                <a16:creationId xmlns:a16="http://schemas.microsoft.com/office/drawing/2014/main" id="{0A6E3D22-7F73-50B8-E083-B198513A9F35}"/>
              </a:ext>
            </a:extLst>
          </p:cNvPr>
          <p:cNvSpPr txBox="1"/>
          <p:nvPr/>
        </p:nvSpPr>
        <p:spPr>
          <a:xfrm>
            <a:off x="630233" y="6290757"/>
            <a:ext cx="11071868" cy="230832"/>
          </a:xfrm>
          <a:prstGeom prst="rect">
            <a:avLst/>
          </a:prstGeom>
        </p:spPr>
        <p:txBody>
          <a:bodyPr wrap="square">
            <a:spAutoFit/>
          </a:bodyPr>
          <a:lstStyle>
            <a:defPPr>
              <a:defRPr lang="en-US"/>
            </a:defPPr>
            <a:lvl1pPr marR="0" lvl="0" indent="0" fontAlgn="auto">
              <a:lnSpc>
                <a:spcPct val="100000"/>
              </a:lnSpc>
              <a:spcBef>
                <a:spcPts val="0"/>
              </a:spcBef>
              <a:spcAft>
                <a:spcPts val="0"/>
              </a:spcAft>
              <a:buClrTx/>
              <a:buSzTx/>
              <a:buFontTx/>
              <a:buNone/>
              <a:defRPr kumimoji="0" sz="800" b="0" i="0" u="none" strike="noStrike" cap="none" spc="0" normalizeH="0" baseline="0">
                <a:ln>
                  <a:noFill/>
                </a:ln>
                <a:solidFill>
                  <a:schemeClr val="bg1">
                    <a:lumMod val="50000"/>
                  </a:schemeClr>
                </a:solidFill>
                <a:effectLst/>
                <a:uLnTx/>
                <a:uFillTx/>
                <a:latin typeface="Microsoft YaHei" panose="020B0503020204020204" pitchFamily="34" charset="-122"/>
                <a:ea typeface="Microsoft YaHei" panose="020B0503020204020204" pitchFamily="3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900" b="0" i="0" u="none" strike="noStrike" kern="1200" cap="none" spc="0" normalizeH="0" baseline="0" noProof="0">
                <a:ln>
                  <a:noFill/>
                </a:ln>
                <a:solidFill>
                  <a:srgbClr val="000000">
                    <a:lumMod val="50000"/>
                  </a:srgbClr>
                </a:solidFill>
                <a:effectLst/>
                <a:uLnTx/>
                <a:uFillTx/>
                <a:latin typeface="Calibri"/>
                <a:ea typeface="Microsoft JhengHei"/>
                <a:cs typeface="+mn-ea"/>
              </a:rPr>
              <a:t>數據來源：</a:t>
            </a:r>
            <a:r>
              <a:rPr kumimoji="0" lang="en-US" altLang="zh-CN" sz="900" b="0" i="0" u="none" strike="noStrike" kern="1200" cap="none" spc="0" normalizeH="0" baseline="0" noProof="0">
                <a:ln>
                  <a:noFill/>
                </a:ln>
                <a:solidFill>
                  <a:srgbClr val="000000">
                    <a:lumMod val="50000"/>
                  </a:srgbClr>
                </a:solidFill>
                <a:effectLst/>
                <a:uLnTx/>
                <a:uFillTx/>
                <a:latin typeface="Calibri"/>
                <a:ea typeface="Microsoft JhengHei"/>
                <a:cs typeface="+mn-ea"/>
              </a:rPr>
              <a:t>Goldman Sachs</a:t>
            </a:r>
            <a:endParaRPr kumimoji="0" lang="zh-CN" altLang="en-US" sz="900" b="0" i="0" u="none" strike="noStrike" kern="1200" cap="none" spc="0" normalizeH="0" baseline="0" noProof="0" dirty="0">
              <a:ln>
                <a:noFill/>
              </a:ln>
              <a:solidFill>
                <a:srgbClr val="000000">
                  <a:lumMod val="50000"/>
                </a:srgbClr>
              </a:solidFill>
              <a:effectLst/>
              <a:uLnTx/>
              <a:uFillTx/>
              <a:latin typeface="Calibri"/>
              <a:ea typeface="Microsoft JhengHei"/>
              <a:cs typeface="+mn-ea"/>
            </a:endParaRPr>
          </a:p>
        </p:txBody>
      </p:sp>
      <p:sp>
        <p:nvSpPr>
          <p:cNvPr id="6" name="标题 5">
            <a:extLst>
              <a:ext uri="{FF2B5EF4-FFF2-40B4-BE49-F238E27FC236}">
                <a16:creationId xmlns:a16="http://schemas.microsoft.com/office/drawing/2014/main" id="{98F027D8-95C9-674A-8967-A1A6F0CFF35C}"/>
              </a:ext>
            </a:extLst>
          </p:cNvPr>
          <p:cNvSpPr txBox="1">
            <a:spLocks/>
          </p:cNvSpPr>
          <p:nvPr/>
        </p:nvSpPr>
        <p:spPr bwMode="auto">
          <a:xfrm>
            <a:off x="722376" y="411480"/>
            <a:ext cx="10972800" cy="47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spAutoFit/>
          </a:bodyPr>
          <a:lstStyle>
            <a:lvl1pPr>
              <a:lnSpc>
                <a:spcPct val="90000"/>
              </a:lnSpc>
              <a:spcBef>
                <a:spcPts val="1000"/>
              </a:spcBef>
              <a:buFont typeface="Arial" panose="020B0604020202020204" pitchFamily="34" charset="0"/>
              <a:buChar char="•"/>
              <a:defRPr sz="2800">
                <a:solidFill>
                  <a:schemeClr val="tx1"/>
                </a:solidFill>
                <a:latin typeface="Calibri Light" panose="020F03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Light" panose="020F03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Light" panose="020F03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Light" panose="020F03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Light" panose="020F03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Light" panose="020F03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Light" panose="020F03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Light" panose="020F03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Light" panose="020F0302020204030204" pitchFamily="34" charset="0"/>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2800" b="1" i="0" u="none" strike="noStrike" kern="1200" cap="none" spc="0" normalizeH="0" baseline="0" noProof="0" dirty="0">
                <a:ln>
                  <a:noFill/>
                </a:ln>
                <a:solidFill>
                  <a:srgbClr val="285FAF"/>
                </a:solidFill>
                <a:effectLst/>
                <a:uLnTx/>
                <a:uFillTx/>
                <a:latin typeface="Calibri"/>
                <a:ea typeface="微软雅黑"/>
                <a:cs typeface="Calibri" panose="020F0502020204030204" pitchFamily="34" charset="0"/>
              </a:rPr>
              <a:t>不同</a:t>
            </a:r>
            <a:r>
              <a:rPr kumimoji="0" lang="zh-CN" altLang="en-US" sz="2800" b="1" i="0" u="none" strike="noStrike" kern="1200" cap="none" spc="0" normalizeH="0" baseline="0" noProof="0">
                <a:ln>
                  <a:noFill/>
                </a:ln>
                <a:solidFill>
                  <a:srgbClr val="285FAF"/>
                </a:solidFill>
                <a:effectLst/>
                <a:uLnTx/>
                <a:uFillTx/>
                <a:latin typeface="Calibri"/>
                <a:ea typeface="微软雅黑"/>
                <a:cs typeface="Calibri" panose="020F0502020204030204" pitchFamily="34" charset="0"/>
              </a:rPr>
              <a:t>的</a:t>
            </a:r>
            <a:r>
              <a:rPr kumimoji="0" lang="en-US" altLang="zh-CN" sz="2800" b="1" i="0" u="none" strike="noStrike" kern="1200" cap="none" spc="0" normalizeH="0" baseline="0" noProof="0">
                <a:ln>
                  <a:noFill/>
                </a:ln>
                <a:solidFill>
                  <a:srgbClr val="285FAF"/>
                </a:solidFill>
                <a:effectLst/>
                <a:uLnTx/>
                <a:uFillTx/>
                <a:latin typeface="Calibri"/>
                <a:ea typeface="微软雅黑"/>
                <a:cs typeface="Calibri" panose="020F0502020204030204" pitchFamily="34" charset="0"/>
              </a:rPr>
              <a:t>2026</a:t>
            </a:r>
            <a:r>
              <a:rPr kumimoji="0" lang="zh-CN" altLang="en-US" sz="2800" b="1" i="0" u="none" strike="noStrike" kern="1200" cap="none" spc="0" normalizeH="0" baseline="0" noProof="0">
                <a:ln>
                  <a:noFill/>
                </a:ln>
                <a:solidFill>
                  <a:srgbClr val="285FAF"/>
                </a:solidFill>
                <a:effectLst/>
                <a:uLnTx/>
                <a:uFillTx/>
                <a:latin typeface="Calibri"/>
                <a:ea typeface="微软雅黑"/>
                <a:cs typeface="Calibri" panose="020F0502020204030204" pitchFamily="34" charset="0"/>
              </a:rPr>
              <a:t>年：盈利驅動的風險資産上漲</a:t>
            </a:r>
            <a:endParaRPr kumimoji="0" lang="zh-CN" altLang="en-US" sz="2800" b="1" i="0" u="none" strike="noStrike" kern="1200" cap="none" spc="0" normalizeH="0" baseline="0" noProof="0" dirty="0">
              <a:ln>
                <a:noFill/>
              </a:ln>
              <a:solidFill>
                <a:srgbClr val="285FAF"/>
              </a:solidFill>
              <a:effectLst/>
              <a:uLnTx/>
              <a:uFillTx/>
              <a:latin typeface="Calibri"/>
              <a:ea typeface="微软雅黑"/>
              <a:cs typeface="Calibri" panose="020F0502020204030204" pitchFamily="34" charset="0"/>
            </a:endParaRPr>
          </a:p>
        </p:txBody>
      </p:sp>
      <p:sp>
        <p:nvSpPr>
          <p:cNvPr id="2" name="TextBox 1">
            <a:extLst>
              <a:ext uri="{FF2B5EF4-FFF2-40B4-BE49-F238E27FC236}">
                <a16:creationId xmlns:a16="http://schemas.microsoft.com/office/drawing/2014/main" id="{A86B2A53-428F-8EA0-60AB-6F735EC77710}"/>
              </a:ext>
            </a:extLst>
          </p:cNvPr>
          <p:cNvSpPr txBox="1"/>
          <p:nvPr/>
        </p:nvSpPr>
        <p:spPr>
          <a:xfrm>
            <a:off x="3789524" y="1426995"/>
            <a:ext cx="3499676" cy="307777"/>
          </a:xfrm>
          <a:prstGeom prst="rect">
            <a:avLst/>
          </a:prstGeom>
          <a:noFill/>
        </p:spPr>
        <p:txBody>
          <a:bodyPr wrap="non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rPr>
              <a:t>盈利是</a:t>
            </a:r>
            <a:r>
              <a:rPr kumimoji="0" lang="en-US" altLang="zh-CN" sz="14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rPr>
              <a:t>2026</a:t>
            </a:r>
            <a:r>
              <a:rPr kumimoji="0" lang="zh-CN" altLang="en-US" sz="14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rPr>
              <a:t>全球權益市場的主要上漲因素</a:t>
            </a:r>
          </a:p>
        </p:txBody>
      </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19" name="LogoPic" descr="image.png"/>
          <p:cNvPicPr>
            <a:picLocks noChangeAspect="1"/>
          </p:cNvPicPr>
          <p:nvPr/>
        </p:nvPicPr>
        <p:blipFill rotWithShape="1">
          <a:blip r:embed="rId4"/>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9309779F-687D-4562-9170-0389DC360BE3}" type="slidenum">
              <a:rPr lang="en-US" sz="1000" dirty="0">
                <a:solidFill>
                  <a:srgbClr val="FFFFFF"/>
                </a:solidFill>
                <a:latin typeface="Calibri"/>
                <a:ea typeface="微软雅黑"/>
              </a:rPr>
              <a:t>4</a:t>
            </a:fld>
            <a:endParaRPr lang="en-US" sz="1000" dirty="0">
              <a:solidFill>
                <a:srgbClr val="FFFFFF"/>
              </a:solidFill>
              <a:latin typeface="Calibri"/>
              <a:ea typeface="微软雅黑"/>
            </a:endParaRPr>
          </a:p>
        </p:txBody>
      </p:sp>
      <p:pic>
        <p:nvPicPr>
          <p:cNvPr id="4" name="Picture 4">
            <a:extLst>
              <a:ext uri="{FF2B5EF4-FFF2-40B4-BE49-F238E27FC236}">
                <a16:creationId xmlns:a16="http://schemas.microsoft.com/office/drawing/2014/main" id="{3B95F1A7-A7B3-532D-E07C-E6888578CC17}"/>
              </a:ext>
            </a:extLst>
          </p:cNvPr>
          <p:cNvPicPr>
            <a:picLocks noChangeAspect="1"/>
          </p:cNvPicPr>
          <p:nvPr/>
        </p:nvPicPr>
        <p:blipFill>
          <a:blip r:embed="rId5"/>
          <a:stretch>
            <a:fillRect/>
          </a:stretch>
        </p:blipFill>
        <p:spPr>
          <a:xfrm>
            <a:off x="1962263" y="1826600"/>
            <a:ext cx="7213182" cy="4351722"/>
          </a:xfrm>
          <a:prstGeom prst="rect">
            <a:avLst/>
          </a:prstGeom>
        </p:spPr>
      </p:pic>
    </p:spTree>
    <p:custDataLst>
      <p:tags r:id="rId1"/>
    </p:custDataLst>
    <p:extLst>
      <p:ext uri="{BB962C8B-B14F-4D97-AF65-F5344CB8AC3E}">
        <p14:creationId xmlns:p14="http://schemas.microsoft.com/office/powerpoint/2010/main" val="6828301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箭头: 下 121">
            <a:extLst>
              <a:ext uri="{FF2B5EF4-FFF2-40B4-BE49-F238E27FC236}">
                <a16:creationId xmlns:a16="http://schemas.microsoft.com/office/drawing/2014/main" id="{DC4D565A-409C-2231-7AAC-4A22478CABA2}"/>
              </a:ext>
            </a:extLst>
          </p:cNvPr>
          <p:cNvSpPr/>
          <p:nvPr/>
        </p:nvSpPr>
        <p:spPr>
          <a:xfrm>
            <a:off x="1110745" y="1006358"/>
            <a:ext cx="460755" cy="5304332"/>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0" name="Rectangle 6">
            <a:extLst>
              <a:ext uri="{FF2B5EF4-FFF2-40B4-BE49-F238E27FC236}">
                <a16:creationId xmlns:a16="http://schemas.microsoft.com/office/drawing/2014/main" id="{2FDBDA55-5832-A2BD-6B29-4559AEAE96B2}"/>
              </a:ext>
            </a:extLst>
          </p:cNvPr>
          <p:cNvSpPr/>
          <p:nvPr>
            <p:custDataLst>
              <p:tags r:id="rId1"/>
            </p:custDataLst>
          </p:nvPr>
        </p:nvSpPr>
        <p:spPr>
          <a:xfrm>
            <a:off x="1854938" y="4614702"/>
            <a:ext cx="9121541" cy="792334"/>
          </a:xfrm>
          <a:prstGeom prst="rect">
            <a:avLst/>
          </a:prstGeom>
          <a:gradFill>
            <a:gsLst>
              <a:gs pos="0">
                <a:srgbClr val="ECF3FC">
                  <a:alpha val="70000"/>
                </a:srgbClr>
              </a:gs>
              <a:gs pos="60000">
                <a:schemeClr val="bg2">
                  <a:lumMod val="20000"/>
                  <a:lumOff val="80000"/>
                </a:schemeClr>
              </a:gs>
            </a:gsLst>
            <a:lin ang="0" scaled="0"/>
          </a:gra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prstClr val="white"/>
              </a:solidFill>
              <a:effectLst/>
              <a:uLnTx/>
              <a:uFillTx/>
              <a:latin typeface="PingFang SC Regular" panose="020B0400000000000000" charset="-122"/>
              <a:ea typeface="PingFang SC Regular" panose="020B0400000000000000" charset="-122"/>
              <a:cs typeface="OPPOSans R" pitchFamily="18" charset="-122"/>
            </a:endParaRPr>
          </a:p>
        </p:txBody>
      </p:sp>
      <p:sp>
        <p:nvSpPr>
          <p:cNvPr id="149" name="Rectangle 6">
            <a:extLst>
              <a:ext uri="{FF2B5EF4-FFF2-40B4-BE49-F238E27FC236}">
                <a16:creationId xmlns:a16="http://schemas.microsoft.com/office/drawing/2014/main" id="{1BF21601-CA4E-C45B-0E38-A889B47C0506}"/>
              </a:ext>
            </a:extLst>
          </p:cNvPr>
          <p:cNvSpPr/>
          <p:nvPr>
            <p:custDataLst>
              <p:tags r:id="rId2"/>
            </p:custDataLst>
          </p:nvPr>
        </p:nvSpPr>
        <p:spPr>
          <a:xfrm>
            <a:off x="1849775" y="1006358"/>
            <a:ext cx="9136229" cy="792334"/>
          </a:xfrm>
          <a:prstGeom prst="rect">
            <a:avLst/>
          </a:prstGeom>
          <a:gradFill>
            <a:gsLst>
              <a:gs pos="0">
                <a:srgbClr val="ECF3FC">
                  <a:alpha val="70000"/>
                </a:srgbClr>
              </a:gs>
              <a:gs pos="60000">
                <a:schemeClr val="bg2">
                  <a:lumMod val="20000"/>
                  <a:lumOff val="80000"/>
                </a:schemeClr>
              </a:gs>
            </a:gsLst>
            <a:lin ang="0" scaled="0"/>
          </a:gra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prstClr val="white"/>
              </a:solidFill>
              <a:effectLst/>
              <a:uLnTx/>
              <a:uFillTx/>
              <a:latin typeface="PingFang SC Regular" panose="020B0400000000000000" charset="-122"/>
              <a:ea typeface="PingFang SC Regular" panose="020B0400000000000000" charset="-122"/>
              <a:cs typeface="OPPOSans R" pitchFamily="18" charset="-122"/>
            </a:endParaRPr>
          </a:p>
        </p:txBody>
      </p:sp>
      <p:grpSp>
        <p:nvGrpSpPr>
          <p:cNvPr id="61" name="组合 60">
            <a:extLst>
              <a:ext uri="{FF2B5EF4-FFF2-40B4-BE49-F238E27FC236}">
                <a16:creationId xmlns:a16="http://schemas.microsoft.com/office/drawing/2014/main" id="{40F91CED-273C-E83E-A4A1-749FE82F7B32}"/>
              </a:ext>
            </a:extLst>
          </p:cNvPr>
          <p:cNvGrpSpPr/>
          <p:nvPr/>
        </p:nvGrpSpPr>
        <p:grpSpPr>
          <a:xfrm>
            <a:off x="2605405" y="1075701"/>
            <a:ext cx="3912870" cy="646206"/>
            <a:chOff x="12624" y="3046"/>
            <a:chExt cx="6162" cy="1393"/>
          </a:xfrm>
        </p:grpSpPr>
        <p:sp>
          <p:nvSpPr>
            <p:cNvPr id="70" name="文本框 69">
              <a:extLst>
                <a:ext uri="{FF2B5EF4-FFF2-40B4-BE49-F238E27FC236}">
                  <a16:creationId xmlns:a16="http://schemas.microsoft.com/office/drawing/2014/main" id="{5C53126E-BA26-D4D8-B206-C245FEE7EAB6}"/>
                </a:ext>
              </a:extLst>
            </p:cNvPr>
            <p:cNvSpPr txBox="1"/>
            <p:nvPr/>
          </p:nvSpPr>
          <p:spPr>
            <a:xfrm>
              <a:off x="12624" y="3046"/>
              <a:ext cx="1508" cy="73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schemeClr val="accent1"/>
                  </a:solidFill>
                  <a:effectLst/>
                  <a:uLnTx/>
                  <a:uFillTx/>
                  <a:latin typeface="PingFang SC Semibold" panose="020B0400000000000000" charset="-122"/>
                  <a:ea typeface="PingFang SC Semibold" panose="020B0400000000000000" charset="-122"/>
                  <a:sym typeface="Helvetica Neue Medium" panose="02000503000000020004"/>
                </a:rPr>
                <a:t>能源</a:t>
              </a:r>
              <a:endParaRPr kumimoji="0" lang="en-US" altLang="en-US" sz="1600" b="1" i="0" u="none" strike="noStrike" kern="0" cap="none" spc="0" normalizeH="0" baseline="0" noProof="0" dirty="0">
                <a:ln>
                  <a:noFill/>
                </a:ln>
                <a:solidFill>
                  <a:schemeClr val="accent1"/>
                </a:solidFill>
                <a:effectLst/>
                <a:uLnTx/>
                <a:uFillTx/>
                <a:latin typeface="PingFang SC Semibold" panose="020B0400000000000000" charset="-122"/>
                <a:ea typeface="PingFang SC Semibold" panose="020B0400000000000000" charset="-122"/>
                <a:sym typeface="Helvetica Neue Medium" panose="02000503000000020004"/>
              </a:endParaRPr>
            </a:p>
          </p:txBody>
        </p:sp>
        <p:sp>
          <p:nvSpPr>
            <p:cNvPr id="71" name="文本框 70">
              <a:extLst>
                <a:ext uri="{FF2B5EF4-FFF2-40B4-BE49-F238E27FC236}">
                  <a16:creationId xmlns:a16="http://schemas.microsoft.com/office/drawing/2014/main" id="{8FDA8E05-97F0-82E9-3286-F48F9F40EFE3}"/>
                </a:ext>
              </a:extLst>
            </p:cNvPr>
            <p:cNvSpPr txBox="1"/>
            <p:nvPr/>
          </p:nvSpPr>
          <p:spPr>
            <a:xfrm>
              <a:off x="12624" y="3730"/>
              <a:ext cx="6162" cy="709"/>
            </a:xfrm>
            <a:prstGeom prst="rect">
              <a:avLst/>
            </a:prstGeom>
            <a:noFill/>
          </p:spPr>
          <p:txBody>
            <a:bodyPr wrap="square" rtlCol="0">
              <a:spAutoFit/>
            </a:bodyPr>
            <a:lstStyle/>
            <a:p>
              <a:pPr marL="0" marR="0" lvl="0" indent="0" defTabSz="914400" eaLnBrk="1" fontAlgn="auto" latinLnBrk="0" hangingPunct="1">
                <a:lnSpc>
                  <a:spcPct val="120000"/>
                </a:lnSpc>
                <a:spcBef>
                  <a:spcPts val="0"/>
                </a:spcBef>
                <a:spcAft>
                  <a:spcPts val="0"/>
                </a:spcAft>
                <a:buClrTx/>
                <a:buSzTx/>
                <a:buFontTx/>
                <a:buNone/>
                <a:tabLst/>
                <a:defRPr/>
              </a:pPr>
              <a:r>
                <a:rPr lang="zh-CN" altLang="en-US" sz="1400" kern="0">
                  <a:solidFill>
                    <a:schemeClr val="tx1">
                      <a:lumMod val="50000"/>
                    </a:schemeClr>
                  </a:solidFill>
                  <a:latin typeface="微软雅黑" panose="020B0503020204020204" pitchFamily="34" charset="-122"/>
                  <a:ea typeface="微软雅黑" panose="020B0503020204020204" pitchFamily="34" charset="-122"/>
                  <a:cs typeface="PingFang SC Regular" panose="020B0400000000000000" charset="-122"/>
                  <a:sym typeface="+mn-ea"/>
                </a:rPr>
                <a:t>提供電力與算力中心所需的能源保障。</a:t>
              </a:r>
              <a:endParaRPr kumimoji="0" lang="zh-CN" altLang="en-US" sz="1400" b="0" i="0" u="none" strike="noStrike" kern="0" cap="none" spc="0" normalizeH="0" baseline="0" noProof="0" dirty="0">
                <a:ln>
                  <a:noFill/>
                </a:ln>
                <a:solidFill>
                  <a:schemeClr val="tx1">
                    <a:lumMod val="50000"/>
                  </a:schemeClr>
                </a:solidFill>
                <a:effectLst/>
                <a:uLnTx/>
                <a:uFillTx/>
                <a:latin typeface="微软雅黑" panose="020B0503020204020204" pitchFamily="34" charset="-122"/>
                <a:ea typeface="微软雅黑" panose="020B0503020204020204" pitchFamily="34" charset="-122"/>
                <a:cs typeface="PingFang SC Regular" panose="020B0400000000000000" charset="-122"/>
                <a:sym typeface="+mn-ea"/>
              </a:endParaRPr>
            </a:p>
          </p:txBody>
        </p:sp>
      </p:grpSp>
      <p:cxnSp>
        <p:nvCxnSpPr>
          <p:cNvPr id="62" name="直接连接符 61">
            <a:extLst>
              <a:ext uri="{FF2B5EF4-FFF2-40B4-BE49-F238E27FC236}">
                <a16:creationId xmlns:a16="http://schemas.microsoft.com/office/drawing/2014/main" id="{28E2D9A1-94E5-3601-CBE1-36A286EAA108}"/>
              </a:ext>
            </a:extLst>
          </p:cNvPr>
          <p:cNvCxnSpPr/>
          <p:nvPr/>
        </p:nvCxnSpPr>
        <p:spPr>
          <a:xfrm>
            <a:off x="1827530" y="999159"/>
            <a:ext cx="0" cy="792334"/>
          </a:xfrm>
          <a:prstGeom prst="line">
            <a:avLst/>
          </a:prstGeom>
          <a:noFill/>
          <a:ln w="76200" cap="flat" cmpd="sng" algn="ctr">
            <a:solidFill>
              <a:schemeClr val="tx2">
                <a:lumMod val="75000"/>
              </a:schemeClr>
            </a:solidFill>
            <a:prstDash val="solid"/>
            <a:miter lim="800000"/>
            <a:headEnd type="none"/>
            <a:tailEnd type="none"/>
          </a:ln>
          <a:effectLst/>
        </p:spPr>
      </p:cxnSp>
      <p:grpSp>
        <p:nvGrpSpPr>
          <p:cNvPr id="72" name="组合 71">
            <a:extLst>
              <a:ext uri="{FF2B5EF4-FFF2-40B4-BE49-F238E27FC236}">
                <a16:creationId xmlns:a16="http://schemas.microsoft.com/office/drawing/2014/main" id="{BDF463E7-140B-FD2D-806F-D352E570DAD8}"/>
              </a:ext>
            </a:extLst>
          </p:cNvPr>
          <p:cNvGrpSpPr/>
          <p:nvPr/>
        </p:nvGrpSpPr>
        <p:grpSpPr>
          <a:xfrm>
            <a:off x="1818007" y="4607492"/>
            <a:ext cx="4828540" cy="799630"/>
            <a:chOff x="11399" y="4563"/>
            <a:chExt cx="7604" cy="1891"/>
          </a:xfrm>
        </p:grpSpPr>
        <p:grpSp>
          <p:nvGrpSpPr>
            <p:cNvPr id="73" name="组合 72">
              <a:extLst>
                <a:ext uri="{FF2B5EF4-FFF2-40B4-BE49-F238E27FC236}">
                  <a16:creationId xmlns:a16="http://schemas.microsoft.com/office/drawing/2014/main" id="{448217C7-8117-C72F-E59D-B555E77BEE04}"/>
                </a:ext>
              </a:extLst>
            </p:cNvPr>
            <p:cNvGrpSpPr/>
            <p:nvPr/>
          </p:nvGrpSpPr>
          <p:grpSpPr>
            <a:xfrm>
              <a:off x="12586" y="4805"/>
              <a:ext cx="6417" cy="1389"/>
              <a:chOff x="12586" y="2976"/>
              <a:chExt cx="6417" cy="1389"/>
            </a:xfrm>
          </p:grpSpPr>
          <p:sp>
            <p:nvSpPr>
              <p:cNvPr id="81" name="文本框 80">
                <a:extLst>
                  <a:ext uri="{FF2B5EF4-FFF2-40B4-BE49-F238E27FC236}">
                    <a16:creationId xmlns:a16="http://schemas.microsoft.com/office/drawing/2014/main" id="{A25333FC-0AD7-F1CE-23D4-5C100E0CE038}"/>
                  </a:ext>
                </a:extLst>
              </p:cNvPr>
              <p:cNvSpPr txBox="1"/>
              <p:nvPr/>
            </p:nvSpPr>
            <p:spPr>
              <a:xfrm>
                <a:off x="12624" y="2976"/>
                <a:ext cx="1819" cy="80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a:ln>
                      <a:noFill/>
                    </a:ln>
                    <a:solidFill>
                      <a:schemeClr val="accent1"/>
                    </a:solidFill>
                    <a:effectLst/>
                    <a:uLnTx/>
                    <a:uFillTx/>
                    <a:latin typeface="PingFang SC Semibold" panose="020B0400000000000000" charset="-122"/>
                    <a:ea typeface="PingFang SC Semibold" panose="020B0400000000000000" charset="-122"/>
                    <a:sym typeface="Helvetica Neue Medium" panose="02000503000000020004"/>
                  </a:rPr>
                  <a:t>基礎設施</a:t>
                </a:r>
                <a:endParaRPr kumimoji="0" lang="en-US" sz="1600" b="1" i="0" u="none" strike="noStrike" kern="0" cap="none" spc="0" normalizeH="0" baseline="0" noProof="0" dirty="0">
                  <a:ln>
                    <a:noFill/>
                  </a:ln>
                  <a:solidFill>
                    <a:schemeClr val="accent1"/>
                  </a:solidFill>
                  <a:effectLst/>
                  <a:uLnTx/>
                  <a:uFillTx/>
                  <a:latin typeface="PingFang SC Semibold" panose="020B0400000000000000" charset="-122"/>
                  <a:ea typeface="PingFang SC Semibold" panose="020B0400000000000000" charset="-122"/>
                  <a:sym typeface="Helvetica Neue Medium" panose="02000503000000020004"/>
                </a:endParaRPr>
              </a:p>
            </p:txBody>
          </p:sp>
          <p:sp>
            <p:nvSpPr>
              <p:cNvPr id="82" name="文本框 81">
                <a:extLst>
                  <a:ext uri="{FF2B5EF4-FFF2-40B4-BE49-F238E27FC236}">
                    <a16:creationId xmlns:a16="http://schemas.microsoft.com/office/drawing/2014/main" id="{341CCB37-DF6D-F9EB-85E5-376DB2A5992E}"/>
                  </a:ext>
                </a:extLst>
              </p:cNvPr>
              <p:cNvSpPr txBox="1"/>
              <p:nvPr/>
            </p:nvSpPr>
            <p:spPr>
              <a:xfrm>
                <a:off x="12586" y="3696"/>
                <a:ext cx="6417" cy="669"/>
              </a:xfrm>
              <a:prstGeom prst="rect">
                <a:avLst/>
              </a:prstGeom>
              <a:noFill/>
            </p:spPr>
            <p:txBody>
              <a:bodyPr wrap="square" rtlCol="0">
                <a:noAutofit/>
              </a:bodyPr>
              <a:lstStyle/>
              <a:p>
                <a:pPr marL="0" marR="0" lvl="0" indent="0" defTabSz="914400" eaLnBrk="1" fontAlgn="auto" latinLnBrk="0" hangingPunct="1">
                  <a:lnSpc>
                    <a:spcPct val="120000"/>
                  </a:lnSpc>
                  <a:spcBef>
                    <a:spcPts val="0"/>
                  </a:spcBef>
                  <a:spcAft>
                    <a:spcPts val="0"/>
                  </a:spcAft>
                  <a:buClrTx/>
                  <a:buSzTx/>
                  <a:buFontTx/>
                  <a:buNone/>
                  <a:tabLst/>
                  <a:defRPr/>
                </a:pPr>
                <a:r>
                  <a:rPr kumimoji="0" lang="zh-CN" altLang="en-US" sz="1400" i="0" u="none" strike="noStrike" kern="0" cap="none" spc="0" normalizeH="0" baseline="0" noProof="0">
                    <a:ln>
                      <a:noFill/>
                    </a:ln>
                    <a:solidFill>
                      <a:schemeClr val="tx1">
                        <a:lumMod val="50000"/>
                      </a:schemeClr>
                    </a:solidFill>
                    <a:effectLst/>
                    <a:uLnTx/>
                    <a:uFillTx/>
                    <a:latin typeface="微软雅黑" panose="020B0503020204020204" pitchFamily="34" charset="-122"/>
                    <a:ea typeface="微软雅黑" panose="020B0503020204020204" pitchFamily="34" charset="-122"/>
                    <a:cs typeface="PingFang SC Regular" panose="020B0400000000000000" charset="-122"/>
                    <a:sym typeface="+mn-ea"/>
                  </a:rPr>
                  <a:t>包含數據中心、網絡設施等物理基礎。</a:t>
                </a:r>
                <a:endParaRPr kumimoji="0" sz="1400" i="0" u="none" strike="noStrike" kern="0" cap="none" spc="0" normalizeH="0" baseline="0" noProof="0" dirty="0">
                  <a:ln>
                    <a:noFill/>
                  </a:ln>
                  <a:solidFill>
                    <a:schemeClr val="tx1">
                      <a:lumMod val="50000"/>
                    </a:schemeClr>
                  </a:solidFill>
                  <a:effectLst/>
                  <a:uLnTx/>
                  <a:uFillTx/>
                  <a:latin typeface="微软雅黑" panose="020B0503020204020204" pitchFamily="34" charset="-122"/>
                  <a:ea typeface="微软雅黑" panose="020B0503020204020204" pitchFamily="34" charset="-122"/>
                  <a:cs typeface="PingFang SC Regular" panose="020B0400000000000000" charset="-122"/>
                  <a:sym typeface="+mn-ea"/>
                </a:endParaRPr>
              </a:p>
            </p:txBody>
          </p:sp>
        </p:grpSp>
        <p:cxnSp>
          <p:nvCxnSpPr>
            <p:cNvPr id="74" name="直接连接符 73">
              <a:extLst>
                <a:ext uri="{FF2B5EF4-FFF2-40B4-BE49-F238E27FC236}">
                  <a16:creationId xmlns:a16="http://schemas.microsoft.com/office/drawing/2014/main" id="{E01BB507-71CB-10C7-855C-0D870BCA00D5}"/>
                </a:ext>
              </a:extLst>
            </p:cNvPr>
            <p:cNvCxnSpPr>
              <a:cxnSpLocks/>
            </p:cNvCxnSpPr>
            <p:nvPr/>
          </p:nvCxnSpPr>
          <p:spPr>
            <a:xfrm>
              <a:off x="11399" y="4563"/>
              <a:ext cx="0" cy="1891"/>
            </a:xfrm>
            <a:prstGeom prst="line">
              <a:avLst/>
            </a:prstGeom>
            <a:noFill/>
            <a:ln w="76200" cap="flat" cmpd="sng" algn="ctr">
              <a:solidFill>
                <a:srgbClr val="1D4273"/>
              </a:solidFill>
              <a:prstDash val="solid"/>
              <a:miter lim="800000"/>
              <a:headEnd type="none"/>
              <a:tailEnd type="none"/>
            </a:ln>
            <a:effectLst/>
          </p:spPr>
        </p:cxnSp>
      </p:grpSp>
      <p:sp>
        <p:nvSpPr>
          <p:cNvPr id="104" name="文本框 103">
            <a:extLst>
              <a:ext uri="{FF2B5EF4-FFF2-40B4-BE49-F238E27FC236}">
                <a16:creationId xmlns:a16="http://schemas.microsoft.com/office/drawing/2014/main" id="{257D6C4F-CB6B-A89B-879B-1C791A2CDA6C}"/>
              </a:ext>
            </a:extLst>
          </p:cNvPr>
          <p:cNvSpPr txBox="1"/>
          <p:nvPr/>
        </p:nvSpPr>
        <p:spPr>
          <a:xfrm>
            <a:off x="1150618" y="2977160"/>
            <a:ext cx="375920" cy="1169551"/>
          </a:xfrm>
          <a:prstGeom prst="rect">
            <a:avLst/>
          </a:prstGeom>
          <a:noFill/>
        </p:spPr>
        <p:txBody>
          <a:bodyPr wrap="square" rtlCol="0" anchor="ctr" anchorCtr="0">
            <a:spAutoFit/>
          </a:bodyPr>
          <a:lstStyle/>
          <a:p>
            <a:pPr algn="ctr"/>
            <a:r>
              <a:rPr lang="zh-CN" altLang="en-US" sz="1400" b="1">
                <a:solidFill>
                  <a:schemeClr val="bg1"/>
                </a:solidFill>
                <a:latin typeface="PingFang SC Semibold" panose="020B0400000000000000" charset="-122"/>
                <a:ea typeface="PingFang SC Semibold" panose="020B0400000000000000" charset="-122"/>
                <a:sym typeface="+mn-ea"/>
              </a:rPr>
              <a:t>産業鏈方向</a:t>
            </a:r>
            <a:endParaRPr lang="zh-CN" altLang="en-US" sz="1400" b="1" dirty="0">
              <a:solidFill>
                <a:schemeClr val="bg1"/>
              </a:solidFill>
              <a:latin typeface="PingFang SC Semibold" panose="020B0400000000000000" charset="-122"/>
              <a:ea typeface="PingFang SC Semibold" panose="020B0400000000000000" charset="-122"/>
              <a:sym typeface="+mn-ea"/>
            </a:endParaRPr>
          </a:p>
        </p:txBody>
      </p:sp>
      <p:sp>
        <p:nvSpPr>
          <p:cNvPr id="137" name="Title 1">
            <a:extLst>
              <a:ext uri="{FF2B5EF4-FFF2-40B4-BE49-F238E27FC236}">
                <a16:creationId xmlns:a16="http://schemas.microsoft.com/office/drawing/2014/main" id="{D041C235-6C1B-DE1E-B35D-1162E70FD1F6}"/>
              </a:ext>
            </a:extLst>
          </p:cNvPr>
          <p:cNvSpPr txBox="1">
            <a:spLocks/>
          </p:cNvSpPr>
          <p:nvPr/>
        </p:nvSpPr>
        <p:spPr>
          <a:xfrm>
            <a:off x="722376" y="411480"/>
            <a:ext cx="10972800" cy="475488"/>
          </a:xfrm>
          <a:prstGeom prst="rect">
            <a:avLst/>
          </a:prstGeom>
        </p:spPr>
        <p:txBody>
          <a:bodyPr vert="horz" wrap="square" lIns="0" tIns="45720" rIns="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CN" sz="2800" b="1" i="0" u="none" strike="noStrike" kern="1200" cap="none" spc="0" normalizeH="0" baseline="0" noProof="0">
                <a:ln>
                  <a:noFill/>
                </a:ln>
                <a:solidFill>
                  <a:srgbClr val="306AB2"/>
                </a:solidFill>
                <a:effectLst/>
                <a:uLnTx/>
                <a:uFillTx/>
                <a:latin typeface="Calibri"/>
                <a:ea typeface="微软雅黑"/>
                <a:cs typeface="+mn-ea"/>
                <a:sym typeface="+mn-lt"/>
              </a:rPr>
              <a:t>AI</a:t>
            </a:r>
            <a:r>
              <a:rPr kumimoji="0" lang="zh-CN" altLang="en-US" sz="2800" b="1" i="0" u="none" strike="noStrike" kern="1200" cap="none" spc="0" normalizeH="0" baseline="0" noProof="0">
                <a:ln>
                  <a:noFill/>
                </a:ln>
                <a:solidFill>
                  <a:srgbClr val="306AB2"/>
                </a:solidFill>
                <a:effectLst/>
                <a:uLnTx/>
                <a:uFillTx/>
                <a:latin typeface="Calibri"/>
                <a:ea typeface="微软雅黑"/>
                <a:cs typeface="+mn-ea"/>
                <a:sym typeface="+mn-lt"/>
              </a:rPr>
              <a:t>産業鏈</a:t>
            </a:r>
            <a:r>
              <a:rPr lang="zh-CN" altLang="en-US" sz="2800" b="1">
                <a:solidFill>
                  <a:srgbClr val="306AB2"/>
                </a:solidFill>
                <a:latin typeface="Calibri"/>
                <a:ea typeface="微软雅黑"/>
                <a:cs typeface="+mn-ea"/>
                <a:sym typeface="+mn-lt"/>
              </a:rPr>
              <a:t>關鍵節點</a:t>
            </a:r>
            <a:endParaRPr kumimoji="0" lang="zh-CN" altLang="en-US" sz="2800" b="1" i="0" u="none" strike="noStrike" kern="1200" cap="none" spc="0" normalizeH="0" baseline="0" noProof="0" dirty="0">
              <a:ln>
                <a:noFill/>
              </a:ln>
              <a:solidFill>
                <a:srgbClr val="306AB2"/>
              </a:solidFill>
              <a:effectLst/>
              <a:uLnTx/>
              <a:uFillTx/>
              <a:latin typeface="Calibri"/>
              <a:ea typeface="Microsoft JhengHei"/>
              <a:cs typeface="+mn-ea"/>
              <a:sym typeface="+mn-lt"/>
            </a:endParaRPr>
          </a:p>
        </p:txBody>
      </p:sp>
      <p:pic>
        <p:nvPicPr>
          <p:cNvPr id="1028" name="Picture 4" descr="能源和电力图标向量集替代能源图标的集合| Premium矢量">
            <a:extLst>
              <a:ext uri="{FF2B5EF4-FFF2-40B4-BE49-F238E27FC236}">
                <a16:creationId xmlns:a16="http://schemas.microsoft.com/office/drawing/2014/main" id="{021A2359-437F-35C2-9345-757FFE03C58C}"/>
              </a:ext>
            </a:extLst>
          </p:cNvPr>
          <p:cNvPicPr>
            <a:picLocks noChangeAspect="1" noChangeArrowheads="1"/>
          </p:cNvPicPr>
          <p:nvPr/>
        </p:nvPicPr>
        <p:blipFill rotWithShape="1">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l="76744" b="70543"/>
          <a:stretch>
            <a:fillRect/>
          </a:stretch>
        </p:blipFill>
        <p:spPr bwMode="auto">
          <a:xfrm>
            <a:off x="6792947" y="951376"/>
            <a:ext cx="1076128" cy="818688"/>
          </a:xfrm>
          <a:prstGeom prst="rect">
            <a:avLst/>
          </a:prstGeom>
          <a:noFill/>
          <a:extLst>
            <a:ext uri="{909E8E84-426E-40DD-AFC4-6F175D3DCCD1}">
              <a14:hiddenFill xmlns:a14="http://schemas.microsoft.com/office/drawing/2010/main">
                <a:solidFill>
                  <a:srgbClr val="FFFFFF"/>
                </a:solidFill>
              </a14:hiddenFill>
            </a:ext>
          </a:extLst>
        </p:spPr>
      </p:pic>
      <p:pic>
        <p:nvPicPr>
          <p:cNvPr id="145" name="Picture 4" descr="能源和电力图标向量集替代能源图标的集合| Premium矢量">
            <a:extLst>
              <a:ext uri="{FF2B5EF4-FFF2-40B4-BE49-F238E27FC236}">
                <a16:creationId xmlns:a16="http://schemas.microsoft.com/office/drawing/2014/main" id="{89F61775-3E4B-3E19-458C-187F6C6A8D67}"/>
              </a:ext>
            </a:extLst>
          </p:cNvPr>
          <p:cNvPicPr>
            <a:picLocks noChangeAspect="1" noChangeArrowheads="1"/>
          </p:cNvPicPr>
          <p:nvPr/>
        </p:nvPicPr>
        <p:blipFill rotWithShape="1">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l="30506" t="59076" r="52436" b="3156"/>
          <a:stretch>
            <a:fillRect/>
          </a:stretch>
        </p:blipFill>
        <p:spPr bwMode="auto">
          <a:xfrm>
            <a:off x="7839546" y="969269"/>
            <a:ext cx="615608" cy="818688"/>
          </a:xfrm>
          <a:prstGeom prst="rect">
            <a:avLst/>
          </a:prstGeom>
          <a:noFill/>
          <a:extLst>
            <a:ext uri="{909E8E84-426E-40DD-AFC4-6F175D3DCCD1}">
              <a14:hiddenFill xmlns:a14="http://schemas.microsoft.com/office/drawing/2010/main">
                <a:solidFill>
                  <a:srgbClr val="FFFFFF"/>
                </a:solidFill>
              </a14:hiddenFill>
            </a:ext>
          </a:extLst>
        </p:spPr>
      </p:pic>
      <p:pic>
        <p:nvPicPr>
          <p:cNvPr id="146" name="Picture 4" descr="能源和电力图标向量集替代能源图标的集合| Premium矢量">
            <a:extLst>
              <a:ext uri="{FF2B5EF4-FFF2-40B4-BE49-F238E27FC236}">
                <a16:creationId xmlns:a16="http://schemas.microsoft.com/office/drawing/2014/main" id="{5C87D983-07BA-7029-66CC-5D10DD837723}"/>
              </a:ext>
            </a:extLst>
          </p:cNvPr>
          <p:cNvPicPr>
            <a:picLocks noChangeAspect="1" noChangeArrowheads="1"/>
          </p:cNvPicPr>
          <p:nvPr/>
        </p:nvPicPr>
        <p:blipFill rotWithShape="1">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l="47375" t="59076" r="34465" b="3156"/>
          <a:stretch>
            <a:fillRect/>
          </a:stretch>
        </p:blipFill>
        <p:spPr bwMode="auto">
          <a:xfrm>
            <a:off x="8641699" y="976043"/>
            <a:ext cx="655374" cy="818688"/>
          </a:xfrm>
          <a:prstGeom prst="rect">
            <a:avLst/>
          </a:prstGeom>
          <a:noFill/>
          <a:extLst>
            <a:ext uri="{909E8E84-426E-40DD-AFC4-6F175D3DCCD1}">
              <a14:hiddenFill xmlns:a14="http://schemas.microsoft.com/office/drawing/2010/main">
                <a:solidFill>
                  <a:srgbClr val="FFFFFF"/>
                </a:solidFill>
              </a14:hiddenFill>
            </a:ext>
          </a:extLst>
        </p:spPr>
      </p:pic>
      <p:pic>
        <p:nvPicPr>
          <p:cNvPr id="147" name="Picture 4" descr="能源和电力图标向量集替代能源图标的集合| Premium矢量">
            <a:extLst>
              <a:ext uri="{FF2B5EF4-FFF2-40B4-BE49-F238E27FC236}">
                <a16:creationId xmlns:a16="http://schemas.microsoft.com/office/drawing/2014/main" id="{2B929466-10EB-3BC2-E39A-633A263C1C3D}"/>
              </a:ext>
            </a:extLst>
          </p:cNvPr>
          <p:cNvPicPr>
            <a:picLocks noChangeAspect="1" noChangeArrowheads="1"/>
          </p:cNvPicPr>
          <p:nvPr/>
        </p:nvPicPr>
        <p:blipFill rotWithShape="1">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l="79201" t="29536" r="-1371" b="37073"/>
          <a:stretch>
            <a:fillRect/>
          </a:stretch>
        </p:blipFill>
        <p:spPr bwMode="auto">
          <a:xfrm>
            <a:off x="1849776" y="1037227"/>
            <a:ext cx="725186" cy="656031"/>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服务器与数据库图标PNG图片素材下载_图片编号5473263-PNG素材网">
            <a:extLst>
              <a:ext uri="{FF2B5EF4-FFF2-40B4-BE49-F238E27FC236}">
                <a16:creationId xmlns:a16="http://schemas.microsoft.com/office/drawing/2014/main" id="{0BEC8AEE-2C54-0BEB-BC69-B724CDDA32A5}"/>
              </a:ext>
            </a:extLst>
          </p:cNvPr>
          <p:cNvPicPr>
            <a:picLocks noChangeAspect="1" noChangeArrowheads="1"/>
          </p:cNvPicPr>
          <p:nvPr/>
        </p:nvPicPr>
        <p:blipFill>
          <a:blip r:embed="rId9">
            <a:clrChange>
              <a:clrFrom>
                <a:srgbClr val="F5F5F5"/>
              </a:clrFrom>
              <a:clrTo>
                <a:srgbClr val="F5F5F5">
                  <a:alpha val="0"/>
                </a:srgbClr>
              </a:clrTo>
            </a:clrChange>
            <a:extLst>
              <a:ext uri="{28A0092B-C50C-407E-A947-70E740481C1C}">
                <a14:useLocalDpi xmlns:a14="http://schemas.microsoft.com/office/drawing/2010/main" val="0"/>
              </a:ext>
            </a:extLst>
          </a:blip>
          <a:srcRect/>
          <a:stretch>
            <a:fillRect/>
          </a:stretch>
        </p:blipFill>
        <p:spPr bwMode="auto">
          <a:xfrm>
            <a:off x="1843805" y="4617180"/>
            <a:ext cx="729832" cy="852640"/>
          </a:xfrm>
          <a:prstGeom prst="rect">
            <a:avLst/>
          </a:prstGeom>
          <a:noFill/>
          <a:extLst>
            <a:ext uri="{909E8E84-426E-40DD-AFC4-6F175D3DCCD1}">
              <a14:hiddenFill xmlns:a14="http://schemas.microsoft.com/office/drawing/2010/main">
                <a:solidFill>
                  <a:srgbClr val="FFFFFF"/>
                </a:solidFill>
              </a14:hiddenFill>
            </a:ext>
          </a:extLst>
        </p:spPr>
      </p:pic>
      <p:sp>
        <p:nvSpPr>
          <p:cNvPr id="159" name="Rectangle 6">
            <a:extLst>
              <a:ext uri="{FF2B5EF4-FFF2-40B4-BE49-F238E27FC236}">
                <a16:creationId xmlns:a16="http://schemas.microsoft.com/office/drawing/2014/main" id="{64F6A128-F286-7D28-3E88-082F077890DA}"/>
              </a:ext>
            </a:extLst>
          </p:cNvPr>
          <p:cNvSpPr/>
          <p:nvPr>
            <p:custDataLst>
              <p:tags r:id="rId3"/>
            </p:custDataLst>
          </p:nvPr>
        </p:nvSpPr>
        <p:spPr>
          <a:xfrm>
            <a:off x="1864462" y="1918976"/>
            <a:ext cx="9081669" cy="792334"/>
          </a:xfrm>
          <a:prstGeom prst="rect">
            <a:avLst/>
          </a:prstGeom>
          <a:gradFill>
            <a:gsLst>
              <a:gs pos="0">
                <a:srgbClr val="ECF3FC">
                  <a:alpha val="70000"/>
                </a:srgbClr>
              </a:gs>
              <a:gs pos="60000">
                <a:schemeClr val="bg2">
                  <a:lumMod val="20000"/>
                  <a:lumOff val="80000"/>
                </a:schemeClr>
              </a:gs>
            </a:gsLst>
            <a:lin ang="0" scaled="0"/>
          </a:gra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prstClr val="white"/>
              </a:solidFill>
              <a:effectLst/>
              <a:uLnTx/>
              <a:uFillTx/>
              <a:latin typeface="PingFang SC Regular" panose="020B0400000000000000" charset="-122"/>
              <a:ea typeface="PingFang SC Regular" panose="020B0400000000000000" charset="-122"/>
              <a:cs typeface="OPPOSans R" pitchFamily="18" charset="-122"/>
            </a:endParaRPr>
          </a:p>
        </p:txBody>
      </p:sp>
      <p:grpSp>
        <p:nvGrpSpPr>
          <p:cNvPr id="160" name="组合 159">
            <a:extLst>
              <a:ext uri="{FF2B5EF4-FFF2-40B4-BE49-F238E27FC236}">
                <a16:creationId xmlns:a16="http://schemas.microsoft.com/office/drawing/2014/main" id="{69B7CDF5-E2A0-ADEE-7EA5-7E771DA63836}"/>
              </a:ext>
            </a:extLst>
          </p:cNvPr>
          <p:cNvGrpSpPr/>
          <p:nvPr/>
        </p:nvGrpSpPr>
        <p:grpSpPr>
          <a:xfrm>
            <a:off x="1827530" y="1911766"/>
            <a:ext cx="4840605" cy="799630"/>
            <a:chOff x="11399" y="4563"/>
            <a:chExt cx="7623" cy="1891"/>
          </a:xfrm>
        </p:grpSpPr>
        <p:grpSp>
          <p:nvGrpSpPr>
            <p:cNvPr id="161" name="组合 160">
              <a:extLst>
                <a:ext uri="{FF2B5EF4-FFF2-40B4-BE49-F238E27FC236}">
                  <a16:creationId xmlns:a16="http://schemas.microsoft.com/office/drawing/2014/main" id="{E3F73E9D-8171-5FF9-D1D7-E45953CE31BB}"/>
                </a:ext>
              </a:extLst>
            </p:cNvPr>
            <p:cNvGrpSpPr/>
            <p:nvPr/>
          </p:nvGrpSpPr>
          <p:grpSpPr>
            <a:xfrm>
              <a:off x="12605" y="4825"/>
              <a:ext cx="6417" cy="1323"/>
              <a:chOff x="12605" y="2996"/>
              <a:chExt cx="6417" cy="1323"/>
            </a:xfrm>
          </p:grpSpPr>
          <p:sp>
            <p:nvSpPr>
              <p:cNvPr id="163" name="文本框 162">
                <a:extLst>
                  <a:ext uri="{FF2B5EF4-FFF2-40B4-BE49-F238E27FC236}">
                    <a16:creationId xmlns:a16="http://schemas.microsoft.com/office/drawing/2014/main" id="{C6B0F450-1F0C-BE20-D062-2F5B53E6B1E2}"/>
                  </a:ext>
                </a:extLst>
              </p:cNvPr>
              <p:cNvSpPr txBox="1"/>
              <p:nvPr/>
            </p:nvSpPr>
            <p:spPr>
              <a:xfrm>
                <a:off x="12624" y="2996"/>
                <a:ext cx="1508" cy="80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zh-CN" altLang="en-US" sz="1600" b="1" kern="0">
                    <a:solidFill>
                      <a:schemeClr val="accent1"/>
                    </a:solidFill>
                    <a:latin typeface="PingFang SC Semibold" panose="020B0400000000000000" charset="-122"/>
                    <a:ea typeface="PingFang SC Semibold" panose="020B0400000000000000" charset="-122"/>
                    <a:sym typeface="Helvetica Neue Medium" panose="02000503000000020004"/>
                  </a:rPr>
                  <a:t>製造</a:t>
                </a:r>
                <a:endParaRPr kumimoji="0" lang="en-US" sz="1600" b="1" i="0" u="none" strike="noStrike" kern="0" cap="none" spc="0" normalizeH="0" baseline="0" noProof="0" dirty="0">
                  <a:ln>
                    <a:noFill/>
                  </a:ln>
                  <a:solidFill>
                    <a:schemeClr val="accent1"/>
                  </a:solidFill>
                  <a:effectLst/>
                  <a:uLnTx/>
                  <a:uFillTx/>
                  <a:latin typeface="PingFang SC Semibold" panose="020B0400000000000000" charset="-122"/>
                  <a:ea typeface="PingFang SC Semibold" panose="020B0400000000000000" charset="-122"/>
                  <a:sym typeface="Helvetica Neue Medium" panose="02000503000000020004"/>
                </a:endParaRPr>
              </a:p>
            </p:txBody>
          </p:sp>
          <p:sp>
            <p:nvSpPr>
              <p:cNvPr id="164" name="文本框 163">
                <a:extLst>
                  <a:ext uri="{FF2B5EF4-FFF2-40B4-BE49-F238E27FC236}">
                    <a16:creationId xmlns:a16="http://schemas.microsoft.com/office/drawing/2014/main" id="{330E7494-DA24-1C88-5A7C-BCB391CD8D4C}"/>
                  </a:ext>
                </a:extLst>
              </p:cNvPr>
              <p:cNvSpPr txBox="1"/>
              <p:nvPr/>
            </p:nvSpPr>
            <p:spPr>
              <a:xfrm>
                <a:off x="12605" y="3650"/>
                <a:ext cx="6417" cy="669"/>
              </a:xfrm>
              <a:prstGeom prst="rect">
                <a:avLst/>
              </a:prstGeom>
              <a:noFill/>
            </p:spPr>
            <p:txBody>
              <a:bodyPr wrap="square" rtlCol="0">
                <a:noAutofit/>
              </a:bodyPr>
              <a:lstStyle/>
              <a:p>
                <a:pPr>
                  <a:lnSpc>
                    <a:spcPct val="120000"/>
                  </a:lnSpc>
                </a:pPr>
                <a:r>
                  <a:rPr lang="zh-CN" altLang="en-US" sz="1400">
                    <a:solidFill>
                      <a:schemeClr val="tx1">
                        <a:lumMod val="50000"/>
                      </a:schemeClr>
                    </a:solidFill>
                    <a:latin typeface="微软雅黑" panose="020B0503020204020204" pitchFamily="34" charset="-122"/>
                    <a:ea typeface="微软雅黑" panose="020B0503020204020204" pitchFamily="34" charset="-122"/>
                    <a:cs typeface="PingFang SC Regular" panose="020B0400000000000000" charset="-122"/>
                    <a:sym typeface="+mn-ea"/>
                  </a:rPr>
                  <a:t>核心芯片與硬件的代工生産製造環節。</a:t>
                </a:r>
                <a:endParaRPr lang="zh-CN" altLang="en-US" sz="1400" dirty="0">
                  <a:solidFill>
                    <a:schemeClr val="tx1">
                      <a:lumMod val="50000"/>
                    </a:schemeClr>
                  </a:solidFill>
                  <a:latin typeface="微软雅黑" panose="020B0503020204020204" pitchFamily="34" charset="-122"/>
                  <a:ea typeface="微软雅黑" panose="020B0503020204020204" pitchFamily="34" charset="-122"/>
                  <a:cs typeface="PingFang SC Regular" panose="020B0400000000000000" charset="-122"/>
                  <a:sym typeface="+mn-ea"/>
                </a:endParaRPr>
              </a:p>
            </p:txBody>
          </p:sp>
        </p:grpSp>
        <p:cxnSp>
          <p:nvCxnSpPr>
            <p:cNvPr id="162" name="直接连接符 161">
              <a:extLst>
                <a:ext uri="{FF2B5EF4-FFF2-40B4-BE49-F238E27FC236}">
                  <a16:creationId xmlns:a16="http://schemas.microsoft.com/office/drawing/2014/main" id="{765E1813-8A81-C384-76A2-CCEEE6A5E73F}"/>
                </a:ext>
              </a:extLst>
            </p:cNvPr>
            <p:cNvCxnSpPr>
              <a:cxnSpLocks/>
            </p:cNvCxnSpPr>
            <p:nvPr/>
          </p:nvCxnSpPr>
          <p:spPr>
            <a:xfrm>
              <a:off x="11399" y="4563"/>
              <a:ext cx="0" cy="1891"/>
            </a:xfrm>
            <a:prstGeom prst="line">
              <a:avLst/>
            </a:prstGeom>
            <a:noFill/>
            <a:ln w="76200" cap="flat" cmpd="sng" algn="ctr">
              <a:solidFill>
                <a:srgbClr val="1D4273"/>
              </a:solidFill>
              <a:prstDash val="solid"/>
              <a:miter lim="800000"/>
              <a:headEnd type="none"/>
              <a:tailEnd type="none"/>
            </a:ln>
            <a:effectLst/>
          </p:spPr>
        </p:cxnSp>
      </p:grpSp>
      <p:sp>
        <p:nvSpPr>
          <p:cNvPr id="166" name="Rectangle 6">
            <a:extLst>
              <a:ext uri="{FF2B5EF4-FFF2-40B4-BE49-F238E27FC236}">
                <a16:creationId xmlns:a16="http://schemas.microsoft.com/office/drawing/2014/main" id="{EFB77EDF-3A44-F809-B963-A90F4D135566}"/>
              </a:ext>
            </a:extLst>
          </p:cNvPr>
          <p:cNvSpPr/>
          <p:nvPr>
            <p:custDataLst>
              <p:tags r:id="rId4"/>
            </p:custDataLst>
          </p:nvPr>
        </p:nvSpPr>
        <p:spPr>
          <a:xfrm>
            <a:off x="1904335" y="2855013"/>
            <a:ext cx="9081669" cy="792334"/>
          </a:xfrm>
          <a:prstGeom prst="rect">
            <a:avLst/>
          </a:prstGeom>
          <a:gradFill>
            <a:gsLst>
              <a:gs pos="0">
                <a:srgbClr val="ECF3FC">
                  <a:alpha val="70000"/>
                </a:srgbClr>
              </a:gs>
              <a:gs pos="60000">
                <a:schemeClr val="bg2">
                  <a:lumMod val="20000"/>
                  <a:lumOff val="80000"/>
                </a:schemeClr>
              </a:gs>
            </a:gsLst>
            <a:lin ang="0" scaled="0"/>
          </a:gra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prstClr val="white"/>
              </a:solidFill>
              <a:effectLst/>
              <a:uLnTx/>
              <a:uFillTx/>
              <a:latin typeface="PingFang SC Regular" panose="020B0400000000000000" charset="-122"/>
              <a:ea typeface="PingFang SC Regular" panose="020B0400000000000000" charset="-122"/>
              <a:cs typeface="OPPOSans R" pitchFamily="18" charset="-122"/>
            </a:endParaRPr>
          </a:p>
        </p:txBody>
      </p:sp>
      <p:grpSp>
        <p:nvGrpSpPr>
          <p:cNvPr id="167" name="组合 166">
            <a:extLst>
              <a:ext uri="{FF2B5EF4-FFF2-40B4-BE49-F238E27FC236}">
                <a16:creationId xmlns:a16="http://schemas.microsoft.com/office/drawing/2014/main" id="{5B7D3BD8-B0C1-C1D0-917E-747D1C31648D}"/>
              </a:ext>
            </a:extLst>
          </p:cNvPr>
          <p:cNvGrpSpPr/>
          <p:nvPr/>
        </p:nvGrpSpPr>
        <p:grpSpPr>
          <a:xfrm>
            <a:off x="1827530" y="2819055"/>
            <a:ext cx="4822190" cy="799630"/>
            <a:chOff x="11399" y="4563"/>
            <a:chExt cx="7594" cy="1891"/>
          </a:xfrm>
        </p:grpSpPr>
        <p:grpSp>
          <p:nvGrpSpPr>
            <p:cNvPr id="168" name="组合 167">
              <a:extLst>
                <a:ext uri="{FF2B5EF4-FFF2-40B4-BE49-F238E27FC236}">
                  <a16:creationId xmlns:a16="http://schemas.microsoft.com/office/drawing/2014/main" id="{A09EDE6C-46D4-B1AE-1513-B14BFEDCD48D}"/>
                </a:ext>
              </a:extLst>
            </p:cNvPr>
            <p:cNvGrpSpPr/>
            <p:nvPr/>
          </p:nvGrpSpPr>
          <p:grpSpPr>
            <a:xfrm>
              <a:off x="12576" y="4797"/>
              <a:ext cx="6417" cy="1322"/>
              <a:chOff x="12576" y="2968"/>
              <a:chExt cx="6417" cy="1322"/>
            </a:xfrm>
          </p:grpSpPr>
          <p:sp>
            <p:nvSpPr>
              <p:cNvPr id="170" name="文本框 169">
                <a:extLst>
                  <a:ext uri="{FF2B5EF4-FFF2-40B4-BE49-F238E27FC236}">
                    <a16:creationId xmlns:a16="http://schemas.microsoft.com/office/drawing/2014/main" id="{32F9423F-8C71-E05B-F76F-528CDF3BD8BE}"/>
                  </a:ext>
                </a:extLst>
              </p:cNvPr>
              <p:cNvSpPr txBox="1"/>
              <p:nvPr/>
            </p:nvSpPr>
            <p:spPr>
              <a:xfrm>
                <a:off x="12624" y="2968"/>
                <a:ext cx="1508" cy="80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zh-CN" altLang="en-US" sz="1600" b="1" kern="0">
                    <a:solidFill>
                      <a:schemeClr val="accent1"/>
                    </a:solidFill>
                    <a:latin typeface="PingFang SC Semibold" panose="020B0400000000000000" charset="-122"/>
                    <a:ea typeface="PingFang SC Semibold" panose="020B0400000000000000" charset="-122"/>
                    <a:sym typeface="Helvetica Neue Medium" panose="02000503000000020004"/>
                  </a:rPr>
                  <a:t>存儲</a:t>
                </a:r>
                <a:endParaRPr kumimoji="0" lang="en-US" sz="1600" b="1" i="0" u="none" strike="noStrike" kern="0" cap="none" spc="0" normalizeH="0" baseline="0" noProof="0" dirty="0">
                  <a:ln>
                    <a:noFill/>
                  </a:ln>
                  <a:solidFill>
                    <a:schemeClr val="accent1"/>
                  </a:solidFill>
                  <a:effectLst/>
                  <a:uLnTx/>
                  <a:uFillTx/>
                  <a:latin typeface="PingFang SC Semibold" panose="020B0400000000000000" charset="-122"/>
                  <a:ea typeface="PingFang SC Semibold" panose="020B0400000000000000" charset="-122"/>
                  <a:sym typeface="Helvetica Neue Medium" panose="02000503000000020004"/>
                </a:endParaRPr>
              </a:p>
            </p:txBody>
          </p:sp>
          <p:sp>
            <p:nvSpPr>
              <p:cNvPr id="171" name="文本框 170">
                <a:extLst>
                  <a:ext uri="{FF2B5EF4-FFF2-40B4-BE49-F238E27FC236}">
                    <a16:creationId xmlns:a16="http://schemas.microsoft.com/office/drawing/2014/main" id="{A9936A07-9A1A-2BF6-6C11-2651752CF16B}"/>
                  </a:ext>
                </a:extLst>
              </p:cNvPr>
              <p:cNvSpPr txBox="1"/>
              <p:nvPr/>
            </p:nvSpPr>
            <p:spPr>
              <a:xfrm>
                <a:off x="12576" y="3621"/>
                <a:ext cx="6417" cy="669"/>
              </a:xfrm>
              <a:prstGeom prst="rect">
                <a:avLst/>
              </a:prstGeom>
              <a:noFill/>
            </p:spPr>
            <p:txBody>
              <a:bodyPr wrap="square" rtlCol="0">
                <a:noAutofit/>
              </a:bodyPr>
              <a:lstStyle/>
              <a:p>
                <a:pPr>
                  <a:lnSpc>
                    <a:spcPct val="120000"/>
                  </a:lnSpc>
                </a:pPr>
                <a:r>
                  <a:rPr lang="zh-CN" altLang="en-US" sz="1400">
                    <a:solidFill>
                      <a:schemeClr val="tx1">
                        <a:lumMod val="50000"/>
                      </a:schemeClr>
                    </a:solidFill>
                    <a:latin typeface="微软雅黑" panose="020B0503020204020204" pitchFamily="34" charset="-122"/>
                    <a:ea typeface="微软雅黑" panose="020B0503020204020204" pitchFamily="34" charset="-122"/>
                    <a:cs typeface="PingFang SC Regular" panose="020B0400000000000000" charset="-122"/>
                    <a:sym typeface="+mn-ea"/>
                  </a:rPr>
                  <a:t>高性能存儲芯片與數據存儲解决方案。</a:t>
                </a:r>
                <a:endParaRPr lang="zh-CN" altLang="en-US" sz="1400" dirty="0">
                  <a:solidFill>
                    <a:schemeClr val="tx1">
                      <a:lumMod val="50000"/>
                    </a:schemeClr>
                  </a:solidFill>
                  <a:latin typeface="微软雅黑" panose="020B0503020204020204" pitchFamily="34" charset="-122"/>
                  <a:ea typeface="微软雅黑" panose="020B0503020204020204" pitchFamily="34" charset="-122"/>
                  <a:cs typeface="PingFang SC Regular" panose="020B0400000000000000" charset="-122"/>
                  <a:sym typeface="+mn-ea"/>
                </a:endParaRPr>
              </a:p>
            </p:txBody>
          </p:sp>
        </p:grpSp>
        <p:cxnSp>
          <p:nvCxnSpPr>
            <p:cNvPr id="169" name="直接连接符 168">
              <a:extLst>
                <a:ext uri="{FF2B5EF4-FFF2-40B4-BE49-F238E27FC236}">
                  <a16:creationId xmlns:a16="http://schemas.microsoft.com/office/drawing/2014/main" id="{FCD1B9E2-EEF1-219C-7B7B-C76D154768F1}"/>
                </a:ext>
              </a:extLst>
            </p:cNvPr>
            <p:cNvCxnSpPr>
              <a:cxnSpLocks/>
            </p:cNvCxnSpPr>
            <p:nvPr/>
          </p:nvCxnSpPr>
          <p:spPr>
            <a:xfrm>
              <a:off x="11399" y="4563"/>
              <a:ext cx="0" cy="1891"/>
            </a:xfrm>
            <a:prstGeom prst="line">
              <a:avLst/>
            </a:prstGeom>
            <a:noFill/>
            <a:ln w="76200" cap="flat" cmpd="sng" algn="ctr">
              <a:solidFill>
                <a:srgbClr val="1D4273"/>
              </a:solidFill>
              <a:prstDash val="solid"/>
              <a:miter lim="800000"/>
              <a:headEnd type="none"/>
              <a:tailEnd type="none"/>
            </a:ln>
            <a:effectLst/>
          </p:spPr>
        </p:cxnSp>
      </p:grpSp>
      <p:sp>
        <p:nvSpPr>
          <p:cNvPr id="173" name="Rectangle 6">
            <a:extLst>
              <a:ext uri="{FF2B5EF4-FFF2-40B4-BE49-F238E27FC236}">
                <a16:creationId xmlns:a16="http://schemas.microsoft.com/office/drawing/2014/main" id="{97ACF4CA-5B78-A309-C401-8C2FCD3DC151}"/>
              </a:ext>
            </a:extLst>
          </p:cNvPr>
          <p:cNvSpPr/>
          <p:nvPr>
            <p:custDataLst>
              <p:tags r:id="rId5"/>
            </p:custDataLst>
          </p:nvPr>
        </p:nvSpPr>
        <p:spPr>
          <a:xfrm>
            <a:off x="1859186" y="3740319"/>
            <a:ext cx="9081669" cy="792334"/>
          </a:xfrm>
          <a:prstGeom prst="rect">
            <a:avLst/>
          </a:prstGeom>
          <a:gradFill>
            <a:gsLst>
              <a:gs pos="0">
                <a:srgbClr val="ECF3FC">
                  <a:alpha val="70000"/>
                </a:srgbClr>
              </a:gs>
              <a:gs pos="60000">
                <a:schemeClr val="bg2">
                  <a:lumMod val="20000"/>
                  <a:lumOff val="80000"/>
                </a:schemeClr>
              </a:gs>
            </a:gsLst>
            <a:lin ang="0" scaled="0"/>
          </a:gra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prstClr val="white"/>
              </a:solidFill>
              <a:effectLst/>
              <a:uLnTx/>
              <a:uFillTx/>
              <a:latin typeface="PingFang SC Regular" panose="020B0400000000000000" charset="-122"/>
              <a:ea typeface="PingFang SC Regular" panose="020B0400000000000000" charset="-122"/>
              <a:cs typeface="OPPOSans R" pitchFamily="18" charset="-122"/>
            </a:endParaRPr>
          </a:p>
        </p:txBody>
      </p:sp>
      <p:grpSp>
        <p:nvGrpSpPr>
          <p:cNvPr id="174" name="组合 173">
            <a:extLst>
              <a:ext uri="{FF2B5EF4-FFF2-40B4-BE49-F238E27FC236}">
                <a16:creationId xmlns:a16="http://schemas.microsoft.com/office/drawing/2014/main" id="{FE185486-6F9D-FEA9-3FFC-352BB981E007}"/>
              </a:ext>
            </a:extLst>
          </p:cNvPr>
          <p:cNvGrpSpPr/>
          <p:nvPr/>
        </p:nvGrpSpPr>
        <p:grpSpPr>
          <a:xfrm>
            <a:off x="1822254" y="3733109"/>
            <a:ext cx="4813935" cy="799630"/>
            <a:chOff x="11399" y="4563"/>
            <a:chExt cx="7581" cy="1891"/>
          </a:xfrm>
        </p:grpSpPr>
        <p:grpSp>
          <p:nvGrpSpPr>
            <p:cNvPr id="175" name="组合 174">
              <a:extLst>
                <a:ext uri="{FF2B5EF4-FFF2-40B4-BE49-F238E27FC236}">
                  <a16:creationId xmlns:a16="http://schemas.microsoft.com/office/drawing/2014/main" id="{45B47C9B-93DB-F2DA-C35D-1BDEBF69CCED}"/>
                </a:ext>
              </a:extLst>
            </p:cNvPr>
            <p:cNvGrpSpPr/>
            <p:nvPr/>
          </p:nvGrpSpPr>
          <p:grpSpPr>
            <a:xfrm>
              <a:off x="12563" y="4725"/>
              <a:ext cx="6417" cy="1397"/>
              <a:chOff x="12563" y="2896"/>
              <a:chExt cx="6417" cy="1397"/>
            </a:xfrm>
          </p:grpSpPr>
          <p:sp>
            <p:nvSpPr>
              <p:cNvPr id="177" name="文本框 176">
                <a:extLst>
                  <a:ext uri="{FF2B5EF4-FFF2-40B4-BE49-F238E27FC236}">
                    <a16:creationId xmlns:a16="http://schemas.microsoft.com/office/drawing/2014/main" id="{2806CFBE-B427-0783-EBED-7A05D348A7B3}"/>
                  </a:ext>
                </a:extLst>
              </p:cNvPr>
              <p:cNvSpPr txBox="1"/>
              <p:nvPr/>
            </p:nvSpPr>
            <p:spPr>
              <a:xfrm>
                <a:off x="12632" y="2896"/>
                <a:ext cx="1508" cy="80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solidFill>
                      <a:schemeClr val="accent1"/>
                    </a:solidFill>
                    <a:effectLst/>
                    <a:uLnTx/>
                    <a:uFillTx/>
                    <a:latin typeface="PingFang SC Semibold" panose="020B0400000000000000" charset="-122"/>
                    <a:ea typeface="PingFang SC Semibold" panose="020B0400000000000000" charset="-122"/>
                    <a:sym typeface="Helvetica Neue Medium" panose="02000503000000020004"/>
                  </a:rPr>
                  <a:t>算力</a:t>
                </a:r>
                <a:endParaRPr kumimoji="0" lang="en-US" sz="1600" b="1" i="0" u="none" strike="noStrike" kern="0" cap="none" spc="0" normalizeH="0" baseline="0" noProof="0" dirty="0">
                  <a:ln>
                    <a:noFill/>
                  </a:ln>
                  <a:solidFill>
                    <a:schemeClr val="accent1"/>
                  </a:solidFill>
                  <a:effectLst/>
                  <a:uLnTx/>
                  <a:uFillTx/>
                  <a:latin typeface="PingFang SC Semibold" panose="020B0400000000000000" charset="-122"/>
                  <a:ea typeface="PingFang SC Semibold" panose="020B0400000000000000" charset="-122"/>
                  <a:sym typeface="Helvetica Neue Medium" panose="02000503000000020004"/>
                </a:endParaRPr>
              </a:p>
            </p:txBody>
          </p:sp>
          <p:sp>
            <p:nvSpPr>
              <p:cNvPr id="178" name="文本框 177">
                <a:extLst>
                  <a:ext uri="{FF2B5EF4-FFF2-40B4-BE49-F238E27FC236}">
                    <a16:creationId xmlns:a16="http://schemas.microsoft.com/office/drawing/2014/main" id="{75277D92-F963-FE4B-26AE-70AC51E92655}"/>
                  </a:ext>
                </a:extLst>
              </p:cNvPr>
              <p:cNvSpPr txBox="1"/>
              <p:nvPr/>
            </p:nvSpPr>
            <p:spPr>
              <a:xfrm>
                <a:off x="12563" y="3624"/>
                <a:ext cx="6417" cy="669"/>
              </a:xfrm>
              <a:prstGeom prst="rect">
                <a:avLst/>
              </a:prstGeom>
              <a:noFill/>
            </p:spPr>
            <p:txBody>
              <a:bodyPr wrap="square" rtlCol="0">
                <a:noAutofit/>
              </a:bodyPr>
              <a:lstStyle/>
              <a:p>
                <a:pPr lvl="0">
                  <a:lnSpc>
                    <a:spcPct val="120000"/>
                  </a:lnSpc>
                </a:pPr>
                <a:r>
                  <a:rPr lang="zh-CN" altLang="en-US" sz="1400" kern="0">
                    <a:solidFill>
                      <a:schemeClr val="tx1">
                        <a:lumMod val="50000"/>
                      </a:schemeClr>
                    </a:solidFill>
                    <a:latin typeface="微软雅黑" panose="020B0503020204020204" pitchFamily="34" charset="-122"/>
                    <a:ea typeface="微软雅黑" panose="020B0503020204020204" pitchFamily="34" charset="-122"/>
                    <a:cs typeface="PingFang SC Regular" panose="020B0400000000000000" charset="-122"/>
                    <a:sym typeface="+mn-ea"/>
                  </a:rPr>
                  <a:t>提供</a:t>
                </a:r>
                <a:r>
                  <a:rPr lang="en-US" altLang="zh-CN" sz="1400" kern="0">
                    <a:solidFill>
                      <a:schemeClr val="tx1">
                        <a:lumMod val="50000"/>
                      </a:schemeClr>
                    </a:solidFill>
                    <a:latin typeface="微软雅黑" panose="020B0503020204020204" pitchFamily="34" charset="-122"/>
                    <a:ea typeface="微软雅黑" panose="020B0503020204020204" pitchFamily="34" charset="-122"/>
                    <a:cs typeface="PingFang SC Regular" panose="020B0400000000000000" charset="-122"/>
                    <a:sym typeface="+mn-ea"/>
                  </a:rPr>
                  <a:t>AI</a:t>
                </a:r>
                <a:r>
                  <a:rPr lang="zh-CN" altLang="en-US" sz="1400" kern="0">
                    <a:solidFill>
                      <a:schemeClr val="tx1">
                        <a:lumMod val="50000"/>
                      </a:schemeClr>
                    </a:solidFill>
                    <a:latin typeface="微软雅黑" panose="020B0503020204020204" pitchFamily="34" charset="-122"/>
                    <a:ea typeface="微软雅黑" panose="020B0503020204020204" pitchFamily="34" charset="-122"/>
                    <a:cs typeface="PingFang SC Regular" panose="020B0400000000000000" charset="-122"/>
                    <a:sym typeface="+mn-ea"/>
                  </a:rPr>
                  <a:t>模型訓練與推理的核心計算能力。</a:t>
                </a:r>
                <a:endParaRPr kumimoji="0" sz="1400" i="0" u="none" strike="noStrike" kern="0" cap="none" spc="0" normalizeH="0" baseline="0" noProof="0" dirty="0">
                  <a:ln>
                    <a:noFill/>
                  </a:ln>
                  <a:solidFill>
                    <a:schemeClr val="tx1">
                      <a:lumMod val="50000"/>
                    </a:schemeClr>
                  </a:solidFill>
                  <a:effectLst/>
                  <a:uLnTx/>
                  <a:uFillTx/>
                  <a:latin typeface="微软雅黑" panose="020B0503020204020204" pitchFamily="34" charset="-122"/>
                  <a:ea typeface="微软雅黑" panose="020B0503020204020204" pitchFamily="34" charset="-122"/>
                  <a:cs typeface="PingFang SC Regular" panose="020B0400000000000000" charset="-122"/>
                  <a:sym typeface="+mn-ea"/>
                </a:endParaRPr>
              </a:p>
            </p:txBody>
          </p:sp>
        </p:grpSp>
        <p:cxnSp>
          <p:nvCxnSpPr>
            <p:cNvPr id="176" name="直接连接符 175">
              <a:extLst>
                <a:ext uri="{FF2B5EF4-FFF2-40B4-BE49-F238E27FC236}">
                  <a16:creationId xmlns:a16="http://schemas.microsoft.com/office/drawing/2014/main" id="{53AA7A19-A9B0-8532-2CDD-F852B1CB0FD3}"/>
                </a:ext>
              </a:extLst>
            </p:cNvPr>
            <p:cNvCxnSpPr>
              <a:cxnSpLocks/>
            </p:cNvCxnSpPr>
            <p:nvPr/>
          </p:nvCxnSpPr>
          <p:spPr>
            <a:xfrm>
              <a:off x="11399" y="4563"/>
              <a:ext cx="0" cy="1891"/>
            </a:xfrm>
            <a:prstGeom prst="line">
              <a:avLst/>
            </a:prstGeom>
            <a:noFill/>
            <a:ln w="76200" cap="flat" cmpd="sng" algn="ctr">
              <a:solidFill>
                <a:srgbClr val="1D4273"/>
              </a:solidFill>
              <a:prstDash val="solid"/>
              <a:miter lim="800000"/>
              <a:headEnd type="none"/>
              <a:tailEnd type="none"/>
            </a:ln>
            <a:effectLst/>
          </p:spPr>
        </p:cxnSp>
      </p:grpSp>
      <p:sp>
        <p:nvSpPr>
          <p:cNvPr id="187" name="Rectangle 6">
            <a:extLst>
              <a:ext uri="{FF2B5EF4-FFF2-40B4-BE49-F238E27FC236}">
                <a16:creationId xmlns:a16="http://schemas.microsoft.com/office/drawing/2014/main" id="{A12B79A3-9E8F-4883-9342-1045EBD52FD1}"/>
              </a:ext>
            </a:extLst>
          </p:cNvPr>
          <p:cNvSpPr/>
          <p:nvPr>
            <p:custDataLst>
              <p:tags r:id="rId6"/>
            </p:custDataLst>
          </p:nvPr>
        </p:nvSpPr>
        <p:spPr>
          <a:xfrm>
            <a:off x="1859185" y="5518356"/>
            <a:ext cx="9081665" cy="792334"/>
          </a:xfrm>
          <a:prstGeom prst="rect">
            <a:avLst/>
          </a:prstGeom>
          <a:gradFill>
            <a:gsLst>
              <a:gs pos="0">
                <a:srgbClr val="ECF3FC">
                  <a:alpha val="70000"/>
                </a:srgbClr>
              </a:gs>
              <a:gs pos="60000">
                <a:schemeClr val="bg2">
                  <a:lumMod val="20000"/>
                  <a:lumOff val="80000"/>
                </a:schemeClr>
              </a:gs>
            </a:gsLst>
            <a:lin ang="0" scaled="0"/>
          </a:gra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prstClr val="white"/>
              </a:solidFill>
              <a:effectLst/>
              <a:uLnTx/>
              <a:uFillTx/>
              <a:latin typeface="PingFang SC Regular" panose="020B0400000000000000" charset="-122"/>
              <a:ea typeface="PingFang SC Regular" panose="020B0400000000000000" charset="-122"/>
              <a:cs typeface="OPPOSans R" pitchFamily="18" charset="-122"/>
            </a:endParaRPr>
          </a:p>
        </p:txBody>
      </p:sp>
      <p:grpSp>
        <p:nvGrpSpPr>
          <p:cNvPr id="188" name="组合 187">
            <a:extLst>
              <a:ext uri="{FF2B5EF4-FFF2-40B4-BE49-F238E27FC236}">
                <a16:creationId xmlns:a16="http://schemas.microsoft.com/office/drawing/2014/main" id="{670DE784-EEF5-42CB-9969-27BCA0207356}"/>
              </a:ext>
            </a:extLst>
          </p:cNvPr>
          <p:cNvGrpSpPr/>
          <p:nvPr/>
        </p:nvGrpSpPr>
        <p:grpSpPr>
          <a:xfrm>
            <a:off x="1822254" y="5511146"/>
            <a:ext cx="4813935" cy="799630"/>
            <a:chOff x="11399" y="4563"/>
            <a:chExt cx="7581" cy="1891"/>
          </a:xfrm>
        </p:grpSpPr>
        <p:grpSp>
          <p:nvGrpSpPr>
            <p:cNvPr id="189" name="组合 188">
              <a:extLst>
                <a:ext uri="{FF2B5EF4-FFF2-40B4-BE49-F238E27FC236}">
                  <a16:creationId xmlns:a16="http://schemas.microsoft.com/office/drawing/2014/main" id="{6082643D-0EB8-595B-D249-87E6C8185859}"/>
                </a:ext>
              </a:extLst>
            </p:cNvPr>
            <p:cNvGrpSpPr/>
            <p:nvPr/>
          </p:nvGrpSpPr>
          <p:grpSpPr>
            <a:xfrm>
              <a:off x="12563" y="4832"/>
              <a:ext cx="6417" cy="1314"/>
              <a:chOff x="12563" y="3003"/>
              <a:chExt cx="6417" cy="1314"/>
            </a:xfrm>
          </p:grpSpPr>
          <p:sp>
            <p:nvSpPr>
              <p:cNvPr id="191" name="文本框 190">
                <a:extLst>
                  <a:ext uri="{FF2B5EF4-FFF2-40B4-BE49-F238E27FC236}">
                    <a16:creationId xmlns:a16="http://schemas.microsoft.com/office/drawing/2014/main" id="{B5131E04-A5E7-DF72-EA84-E1001254B816}"/>
                  </a:ext>
                </a:extLst>
              </p:cNvPr>
              <p:cNvSpPr txBox="1"/>
              <p:nvPr/>
            </p:nvSpPr>
            <p:spPr>
              <a:xfrm>
                <a:off x="12613" y="3003"/>
                <a:ext cx="1508" cy="80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a:ln>
                      <a:noFill/>
                    </a:ln>
                    <a:solidFill>
                      <a:schemeClr val="accent1"/>
                    </a:solidFill>
                    <a:effectLst/>
                    <a:uLnTx/>
                    <a:uFillTx/>
                    <a:latin typeface="PingFang SC Semibold" panose="020B0400000000000000" charset="-122"/>
                    <a:ea typeface="PingFang SC Semibold" panose="020B0400000000000000" charset="-122"/>
                    <a:sym typeface="Helvetica Neue Medium" panose="02000503000000020004"/>
                  </a:rPr>
                  <a:t>應用</a:t>
                </a:r>
                <a:endParaRPr kumimoji="0" lang="en-US" sz="1600" b="1" i="0" u="none" strike="noStrike" kern="0" cap="none" spc="0" normalizeH="0" baseline="0" noProof="0" dirty="0">
                  <a:ln>
                    <a:noFill/>
                  </a:ln>
                  <a:solidFill>
                    <a:schemeClr val="accent1"/>
                  </a:solidFill>
                  <a:effectLst/>
                  <a:uLnTx/>
                  <a:uFillTx/>
                  <a:latin typeface="PingFang SC Semibold" panose="020B0400000000000000" charset="-122"/>
                  <a:ea typeface="PingFang SC Semibold" panose="020B0400000000000000" charset="-122"/>
                  <a:sym typeface="Helvetica Neue Medium" panose="02000503000000020004"/>
                </a:endParaRPr>
              </a:p>
            </p:txBody>
          </p:sp>
          <p:sp>
            <p:nvSpPr>
              <p:cNvPr id="1024" name="文本框 1023">
                <a:extLst>
                  <a:ext uri="{FF2B5EF4-FFF2-40B4-BE49-F238E27FC236}">
                    <a16:creationId xmlns:a16="http://schemas.microsoft.com/office/drawing/2014/main" id="{982086FF-AB63-FA0A-F16A-C1195A0D570A}"/>
                  </a:ext>
                </a:extLst>
              </p:cNvPr>
              <p:cNvSpPr txBox="1"/>
              <p:nvPr/>
            </p:nvSpPr>
            <p:spPr>
              <a:xfrm>
                <a:off x="12563" y="3648"/>
                <a:ext cx="6417" cy="669"/>
              </a:xfrm>
              <a:prstGeom prst="rect">
                <a:avLst/>
              </a:prstGeom>
              <a:noFill/>
            </p:spPr>
            <p:txBody>
              <a:bodyPr wrap="square" rtlCol="0">
                <a:noAutofit/>
              </a:bodyPr>
              <a:lstStyle/>
              <a:p>
                <a:pPr lvl="0">
                  <a:lnSpc>
                    <a:spcPct val="120000"/>
                  </a:lnSpc>
                  <a:defRPr/>
                </a:pPr>
                <a:r>
                  <a:rPr lang="zh-CN" altLang="en-US" sz="1400" kern="0">
                    <a:solidFill>
                      <a:schemeClr val="tx1">
                        <a:lumMod val="50000"/>
                      </a:schemeClr>
                    </a:solidFill>
                    <a:latin typeface="微软雅黑" panose="020B0503020204020204" pitchFamily="34" charset="-122"/>
                    <a:ea typeface="微软雅黑" panose="020B0503020204020204" pitchFamily="34" charset="-122"/>
                    <a:cs typeface="PingFang SC Regular" panose="020B0400000000000000" charset="-122"/>
                    <a:sym typeface="+mn-ea"/>
                  </a:rPr>
                  <a:t>最終用戶使用的</a:t>
                </a:r>
                <a:r>
                  <a:rPr lang="en-US" altLang="zh-CN" sz="1400" kern="0">
                    <a:solidFill>
                      <a:schemeClr val="tx1">
                        <a:lumMod val="50000"/>
                      </a:schemeClr>
                    </a:solidFill>
                    <a:latin typeface="微软雅黑" panose="020B0503020204020204" pitchFamily="34" charset="-122"/>
                    <a:ea typeface="微软雅黑" panose="020B0503020204020204" pitchFamily="34" charset="-122"/>
                    <a:cs typeface="PingFang SC Regular" panose="020B0400000000000000" charset="-122"/>
                    <a:sym typeface="+mn-ea"/>
                  </a:rPr>
                  <a:t>AI</a:t>
                </a:r>
                <a:r>
                  <a:rPr lang="zh-CN" altLang="en-US" sz="1400" kern="0">
                    <a:solidFill>
                      <a:schemeClr val="tx1">
                        <a:lumMod val="50000"/>
                      </a:schemeClr>
                    </a:solidFill>
                    <a:latin typeface="微软雅黑" panose="020B0503020204020204" pitchFamily="34" charset="-122"/>
                    <a:ea typeface="微软雅黑" panose="020B0503020204020204" pitchFamily="34" charset="-122"/>
                    <a:cs typeface="PingFang SC Regular" panose="020B0400000000000000" charset="-122"/>
                    <a:sym typeface="+mn-ea"/>
                  </a:rPr>
                  <a:t>軟件與服務平臺。</a:t>
                </a:r>
                <a:endParaRPr lang="zh-CN" altLang="en-US" sz="1400" kern="0" dirty="0">
                  <a:solidFill>
                    <a:schemeClr val="tx1">
                      <a:lumMod val="50000"/>
                    </a:schemeClr>
                  </a:solidFill>
                  <a:latin typeface="微软雅黑" panose="020B0503020204020204" pitchFamily="34" charset="-122"/>
                  <a:ea typeface="微软雅黑" panose="020B0503020204020204" pitchFamily="34" charset="-122"/>
                  <a:cs typeface="PingFang SC Regular" panose="020B0400000000000000" charset="-122"/>
                  <a:sym typeface="+mn-ea"/>
                </a:endParaRPr>
              </a:p>
            </p:txBody>
          </p:sp>
        </p:grpSp>
        <p:cxnSp>
          <p:nvCxnSpPr>
            <p:cNvPr id="190" name="直接连接符 189">
              <a:extLst>
                <a:ext uri="{FF2B5EF4-FFF2-40B4-BE49-F238E27FC236}">
                  <a16:creationId xmlns:a16="http://schemas.microsoft.com/office/drawing/2014/main" id="{7D81ACB2-4A75-DC14-9C2E-A6A29B97DDF9}"/>
                </a:ext>
              </a:extLst>
            </p:cNvPr>
            <p:cNvCxnSpPr>
              <a:cxnSpLocks/>
            </p:cNvCxnSpPr>
            <p:nvPr/>
          </p:nvCxnSpPr>
          <p:spPr>
            <a:xfrm>
              <a:off x="11399" y="4563"/>
              <a:ext cx="0" cy="1891"/>
            </a:xfrm>
            <a:prstGeom prst="line">
              <a:avLst/>
            </a:prstGeom>
            <a:noFill/>
            <a:ln w="76200" cap="flat" cmpd="sng" algn="ctr">
              <a:solidFill>
                <a:srgbClr val="1D4273"/>
              </a:solidFill>
              <a:prstDash val="solid"/>
              <a:miter lim="800000"/>
              <a:headEnd type="none"/>
              <a:tailEnd type="none"/>
            </a:ln>
            <a:effectLst/>
          </p:spPr>
        </p:cxnSp>
      </p:grpSp>
      <p:pic>
        <p:nvPicPr>
          <p:cNvPr id="1034" name="Picture 10" descr="芯片图标PNG图片素材下载_图片编号8159203-PNG素材网">
            <a:extLst>
              <a:ext uri="{FF2B5EF4-FFF2-40B4-BE49-F238E27FC236}">
                <a16:creationId xmlns:a16="http://schemas.microsoft.com/office/drawing/2014/main" id="{E089111B-DFD0-0B51-2975-C771F6F417D7}"/>
              </a:ext>
            </a:extLst>
          </p:cNvPr>
          <p:cNvPicPr>
            <a:picLocks noChangeAspect="1" noChangeArrowheads="1"/>
          </p:cNvPicPr>
          <p:nvPr/>
        </p:nvPicPr>
        <p:blipFill>
          <a:blip r:embed="rId10">
            <a:clrChange>
              <a:clrFrom>
                <a:srgbClr val="EBEBEB"/>
              </a:clrFrom>
              <a:clrTo>
                <a:srgbClr val="EBEBEB">
                  <a:alpha val="0"/>
                </a:srgbClr>
              </a:clrTo>
            </a:clrChange>
            <a:extLst>
              <a:ext uri="{28A0092B-C50C-407E-A947-70E740481C1C}">
                <a14:useLocalDpi xmlns:a14="http://schemas.microsoft.com/office/drawing/2010/main" val="0"/>
              </a:ext>
            </a:extLst>
          </a:blip>
          <a:srcRect/>
          <a:stretch>
            <a:fillRect/>
          </a:stretch>
        </p:blipFill>
        <p:spPr bwMode="auto">
          <a:xfrm>
            <a:off x="1944050" y="2053320"/>
            <a:ext cx="538064" cy="538064"/>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芯片电子存储芯片图标图标免费下载-图标0mgUkUeVe-新图网">
            <a:extLst>
              <a:ext uri="{FF2B5EF4-FFF2-40B4-BE49-F238E27FC236}">
                <a16:creationId xmlns:a16="http://schemas.microsoft.com/office/drawing/2014/main" id="{63B5D95E-9D18-FBD9-1787-9726353480A6}"/>
              </a:ext>
            </a:extLst>
          </p:cNvPr>
          <p:cNvPicPr>
            <a:picLocks noChangeAspect="1" noChangeArrowheads="1"/>
          </p:cNvPicPr>
          <p:nvPr/>
        </p:nvPicPr>
        <p:blipFill>
          <a:blip r:embed="rId11">
            <a:clrChange>
              <a:clrFrom>
                <a:srgbClr val="ECECEC"/>
              </a:clrFrom>
              <a:clrTo>
                <a:srgbClr val="ECECEC">
                  <a:alpha val="0"/>
                </a:srgbClr>
              </a:clrTo>
            </a:clrChange>
            <a:extLst>
              <a:ext uri="{28A0092B-C50C-407E-A947-70E740481C1C}">
                <a14:useLocalDpi xmlns:a14="http://schemas.microsoft.com/office/drawing/2010/main" val="0"/>
              </a:ext>
            </a:extLst>
          </a:blip>
          <a:srcRect/>
          <a:stretch>
            <a:fillRect/>
          </a:stretch>
        </p:blipFill>
        <p:spPr bwMode="auto">
          <a:xfrm>
            <a:off x="1933081" y="2945288"/>
            <a:ext cx="558576" cy="558576"/>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人工智能云计算与大脑图标人工智能概念插图| Premium AI 生成圖片">
            <a:extLst>
              <a:ext uri="{FF2B5EF4-FFF2-40B4-BE49-F238E27FC236}">
                <a16:creationId xmlns:a16="http://schemas.microsoft.com/office/drawing/2014/main" id="{491C5965-99F2-3A00-2050-10F928809F51}"/>
              </a:ext>
            </a:extLst>
          </p:cNvPr>
          <p:cNvPicPr>
            <a:picLocks noChangeAspect="1" noChangeArrowheads="1"/>
          </p:cNvPicPr>
          <p:nvPr/>
        </p:nvPicPr>
        <p:blipFill>
          <a:blip r:embed="rId12">
            <a:clrChange>
              <a:clrFrom>
                <a:srgbClr val="FEFEFE"/>
              </a:clrFrom>
              <a:clrTo>
                <a:srgbClr val="FEFEFE">
                  <a:alpha val="0"/>
                </a:srgbClr>
              </a:clrTo>
            </a:clrChange>
            <a:duotone>
              <a:prstClr val="black"/>
              <a:srgbClr val="000000">
                <a:tint val="45000"/>
                <a:satMod val="400000"/>
              </a:srgbClr>
            </a:duotone>
            <a:extLst>
              <a:ext uri="{BEBA8EAE-BF5A-486C-A8C5-ECC9F3942E4B}">
                <a14:imgProps xmlns:a14="http://schemas.microsoft.com/office/drawing/2010/main">
                  <a14:imgLayer r:embed="rId13">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1939241" y="3850096"/>
            <a:ext cx="558863" cy="558863"/>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descr="AI-Generated Icon. Artificial Intelligence Symbol, Automated Content  Graphic Stock Vector - Illustration of automation, powered: 296282551">
            <a:extLst>
              <a:ext uri="{FF2B5EF4-FFF2-40B4-BE49-F238E27FC236}">
                <a16:creationId xmlns:a16="http://schemas.microsoft.com/office/drawing/2014/main" id="{30296394-8128-F298-19B5-D7905A9DB5B2}"/>
              </a:ext>
            </a:extLst>
          </p:cNvPr>
          <p:cNvPicPr>
            <a:picLocks noChangeAspect="1" noChangeArrowheads="1"/>
          </p:cNvPicPr>
          <p:nvPr/>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638987" y="5422564"/>
            <a:ext cx="1190702" cy="903446"/>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26">
            <a:extLst>
              <a:ext uri="{FF2B5EF4-FFF2-40B4-BE49-F238E27FC236}">
                <a16:creationId xmlns:a16="http://schemas.microsoft.com/office/drawing/2014/main" id="{97D2FE1C-E3F0-12A7-5B2E-023255F145DC}"/>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264587" y="4876118"/>
            <a:ext cx="729832" cy="437899"/>
          </a:xfrm>
          <a:prstGeom prst="rect">
            <a:avLst/>
          </a:prstGeom>
          <a:noFill/>
          <a:extLst>
            <a:ext uri="{909E8E84-426E-40DD-AFC4-6F175D3DCCD1}">
              <a14:hiddenFill xmlns:a14="http://schemas.microsoft.com/office/drawing/2010/main">
                <a:solidFill>
                  <a:srgbClr val="FFFFFF"/>
                </a:solidFill>
              </a14:hiddenFill>
            </a:ext>
          </a:extLst>
        </p:spPr>
      </p:pic>
      <p:pic>
        <p:nvPicPr>
          <p:cNvPr id="1052" name="Picture 28" descr="Microsoft Azure Logo and symbol, meaning, history, PNG, brand">
            <a:extLst>
              <a:ext uri="{FF2B5EF4-FFF2-40B4-BE49-F238E27FC236}">
                <a16:creationId xmlns:a16="http://schemas.microsoft.com/office/drawing/2014/main" id="{C80541C9-D1D2-03BB-F46A-C7BFE0175FF4}"/>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281877" y="4717248"/>
            <a:ext cx="1155069" cy="649726"/>
          </a:xfrm>
          <a:prstGeom prst="rect">
            <a:avLst/>
          </a:prstGeom>
          <a:noFill/>
          <a:extLst>
            <a:ext uri="{909E8E84-426E-40DD-AFC4-6F175D3DCCD1}">
              <a14:hiddenFill xmlns:a14="http://schemas.microsoft.com/office/drawing/2010/main">
                <a:solidFill>
                  <a:srgbClr val="FFFFFF"/>
                </a:solidFill>
              </a14:hiddenFill>
            </a:ext>
          </a:extLst>
        </p:spPr>
      </p:pic>
      <p:pic>
        <p:nvPicPr>
          <p:cNvPr id="1054" name="Picture 30" descr="Google Cloud｜Google 雲端平台">
            <a:extLst>
              <a:ext uri="{FF2B5EF4-FFF2-40B4-BE49-F238E27FC236}">
                <a16:creationId xmlns:a16="http://schemas.microsoft.com/office/drawing/2014/main" id="{112B82FE-A838-0716-AFAA-62F6168378C7}"/>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179295" y="4641056"/>
            <a:ext cx="1427079" cy="802732"/>
          </a:xfrm>
          <a:prstGeom prst="rect">
            <a:avLst/>
          </a:prstGeom>
          <a:noFill/>
          <a:extLst>
            <a:ext uri="{909E8E84-426E-40DD-AFC4-6F175D3DCCD1}">
              <a14:hiddenFill xmlns:a14="http://schemas.microsoft.com/office/drawing/2010/main">
                <a:solidFill>
                  <a:srgbClr val="FFFFFF"/>
                </a:solidFill>
              </a14:hiddenFill>
            </a:ext>
          </a:extLst>
        </p:spPr>
      </p:pic>
      <p:pic>
        <p:nvPicPr>
          <p:cNvPr id="1056" name="Picture 32">
            <a:extLst>
              <a:ext uri="{FF2B5EF4-FFF2-40B4-BE49-F238E27FC236}">
                <a16:creationId xmlns:a16="http://schemas.microsoft.com/office/drawing/2014/main" id="{2D05B51F-ADE7-9450-CFE0-305E6AF34BBC}"/>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389010" y="4388142"/>
            <a:ext cx="1296166" cy="1296166"/>
          </a:xfrm>
          <a:prstGeom prst="rect">
            <a:avLst/>
          </a:prstGeom>
          <a:noFill/>
          <a:extLst>
            <a:ext uri="{909E8E84-426E-40DD-AFC4-6F175D3DCCD1}">
              <a14:hiddenFill xmlns:a14="http://schemas.microsoft.com/office/drawing/2010/main">
                <a:solidFill>
                  <a:srgbClr val="FFFFFF"/>
                </a:solidFill>
              </a14:hiddenFill>
            </a:ext>
          </a:extLst>
        </p:spPr>
      </p:pic>
      <p:pic>
        <p:nvPicPr>
          <p:cNvPr id="1058" name="Picture 34" descr="TSMC - Wikipedia">
            <a:extLst>
              <a:ext uri="{FF2B5EF4-FFF2-40B4-BE49-F238E27FC236}">
                <a16:creationId xmlns:a16="http://schemas.microsoft.com/office/drawing/2014/main" id="{A2EDD4FF-0A1D-F7D0-613A-93692F943C5F}"/>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177431" y="1933083"/>
            <a:ext cx="957580" cy="754880"/>
          </a:xfrm>
          <a:prstGeom prst="rect">
            <a:avLst/>
          </a:prstGeom>
          <a:noFill/>
          <a:extLst>
            <a:ext uri="{909E8E84-426E-40DD-AFC4-6F175D3DCCD1}">
              <a14:hiddenFill xmlns:a14="http://schemas.microsoft.com/office/drawing/2010/main">
                <a:solidFill>
                  <a:srgbClr val="FFFFFF"/>
                </a:solidFill>
              </a14:hiddenFill>
            </a:ext>
          </a:extLst>
        </p:spPr>
      </p:pic>
      <p:pic>
        <p:nvPicPr>
          <p:cNvPr id="1064" name="Picture 40" descr="Samsung Logo Meaning, Symbolism, Design, and History | HipFonts">
            <a:extLst>
              <a:ext uri="{FF2B5EF4-FFF2-40B4-BE49-F238E27FC236}">
                <a16:creationId xmlns:a16="http://schemas.microsoft.com/office/drawing/2014/main" id="{0F0AAD2D-929C-C180-41FB-0F52C00015EA}"/>
              </a:ext>
            </a:extLst>
          </p:cNvPr>
          <p:cNvPicPr>
            <a:picLocks noChangeAspect="1" noChangeArrowheads="1"/>
          </p:cNvPicPr>
          <p:nvPr/>
        </p:nvPicPr>
        <p:blipFill>
          <a:blip r:embed="rId20">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548915" y="2854370"/>
            <a:ext cx="1040051" cy="551511"/>
          </a:xfrm>
          <a:prstGeom prst="rect">
            <a:avLst/>
          </a:prstGeom>
          <a:noFill/>
          <a:extLst>
            <a:ext uri="{909E8E84-426E-40DD-AFC4-6F175D3DCCD1}">
              <a14:hiddenFill xmlns:a14="http://schemas.microsoft.com/office/drawing/2010/main">
                <a:solidFill>
                  <a:srgbClr val="FFFFFF"/>
                </a:solidFill>
              </a14:hiddenFill>
            </a:ext>
          </a:extLst>
        </p:spPr>
      </p:pic>
      <p:pic>
        <p:nvPicPr>
          <p:cNvPr id="1070" name="Picture 46" descr="SMIC becomes the world's second largest wafer foundry · TechNode">
            <a:extLst>
              <a:ext uri="{FF2B5EF4-FFF2-40B4-BE49-F238E27FC236}">
                <a16:creationId xmlns:a16="http://schemas.microsoft.com/office/drawing/2014/main" id="{CBA2E1DD-CCC4-A345-959A-26A28CF0F336}"/>
              </a:ext>
            </a:extLst>
          </p:cNvPr>
          <p:cNvPicPr>
            <a:picLocks noChangeAspect="1" noChangeArrowheads="1"/>
          </p:cNvPicPr>
          <p:nvPr/>
        </p:nvPicPr>
        <p:blipFill>
          <a:blip r:embed="rId2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761119" y="2194946"/>
            <a:ext cx="1337223" cy="741790"/>
          </a:xfrm>
          <a:prstGeom prst="rect">
            <a:avLst/>
          </a:prstGeom>
          <a:noFill/>
          <a:extLst>
            <a:ext uri="{909E8E84-426E-40DD-AFC4-6F175D3DCCD1}">
              <a14:hiddenFill xmlns:a14="http://schemas.microsoft.com/office/drawing/2010/main">
                <a:solidFill>
                  <a:srgbClr val="FFFFFF"/>
                </a:solidFill>
              </a14:hiddenFill>
            </a:ext>
          </a:extLst>
        </p:spPr>
      </p:pic>
      <p:pic>
        <p:nvPicPr>
          <p:cNvPr id="1072" name="Picture 48" descr="SK Hynix - Wikipedia">
            <a:extLst>
              <a:ext uri="{FF2B5EF4-FFF2-40B4-BE49-F238E27FC236}">
                <a16:creationId xmlns:a16="http://schemas.microsoft.com/office/drawing/2014/main" id="{7EDAC3B6-E6C1-CFBB-18F2-D0AC60D27CC3}"/>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287487" y="2974663"/>
            <a:ext cx="1042737" cy="551510"/>
          </a:xfrm>
          <a:prstGeom prst="rect">
            <a:avLst/>
          </a:prstGeom>
          <a:noFill/>
          <a:extLst>
            <a:ext uri="{909E8E84-426E-40DD-AFC4-6F175D3DCCD1}">
              <a14:hiddenFill xmlns:a14="http://schemas.microsoft.com/office/drawing/2010/main">
                <a:solidFill>
                  <a:srgbClr val="FFFFFF"/>
                </a:solidFill>
              </a14:hiddenFill>
            </a:ext>
          </a:extLst>
        </p:spPr>
      </p:pic>
      <p:pic>
        <p:nvPicPr>
          <p:cNvPr id="1076" name="Picture 52">
            <a:extLst>
              <a:ext uri="{FF2B5EF4-FFF2-40B4-BE49-F238E27FC236}">
                <a16:creationId xmlns:a16="http://schemas.microsoft.com/office/drawing/2014/main" id="{13530A23-3C8B-F8F1-FB87-3445293972ED}"/>
              </a:ext>
            </a:extLst>
          </p:cNvPr>
          <p:cNvPicPr>
            <a:picLocks noChangeAspect="1" noChangeArrowheads="1"/>
          </p:cNvPicPr>
          <p:nvPr/>
        </p:nvPicPr>
        <p:blipFill>
          <a:blip r:embed="rId2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624753" y="3332191"/>
            <a:ext cx="949666" cy="262437"/>
          </a:xfrm>
          <a:prstGeom prst="rect">
            <a:avLst/>
          </a:prstGeom>
          <a:noFill/>
          <a:extLst>
            <a:ext uri="{909E8E84-426E-40DD-AFC4-6F175D3DCCD1}">
              <a14:hiddenFill xmlns:a14="http://schemas.microsoft.com/office/drawing/2010/main">
                <a:solidFill>
                  <a:srgbClr val="FFFFFF"/>
                </a:solidFill>
              </a14:hiddenFill>
            </a:ext>
          </a:extLst>
        </p:spPr>
      </p:pic>
      <p:pic>
        <p:nvPicPr>
          <p:cNvPr id="1078" name="Picture 54" descr="GPU及人工智能硬件龙头：英伟达（辉达公司）NVIDIA Corporation(NVDA) | 美股之家- 港股美股开户投资百科全书">
            <a:extLst>
              <a:ext uri="{FF2B5EF4-FFF2-40B4-BE49-F238E27FC236}">
                <a16:creationId xmlns:a16="http://schemas.microsoft.com/office/drawing/2014/main" id="{2068D1AF-BA81-C60C-AEDB-178B03279B8C}"/>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026468" y="3273692"/>
            <a:ext cx="2228701" cy="1671526"/>
          </a:xfrm>
          <a:prstGeom prst="rect">
            <a:avLst/>
          </a:prstGeom>
          <a:noFill/>
          <a:extLst>
            <a:ext uri="{909E8E84-426E-40DD-AFC4-6F175D3DCCD1}">
              <a14:hiddenFill xmlns:a14="http://schemas.microsoft.com/office/drawing/2010/main">
                <a:solidFill>
                  <a:srgbClr val="FFFFFF"/>
                </a:solidFill>
              </a14:hiddenFill>
            </a:ext>
          </a:extLst>
        </p:spPr>
      </p:pic>
      <p:pic>
        <p:nvPicPr>
          <p:cNvPr id="1080" name="Picture 56" descr="Google Logo History: What Makes It Geometrically Correct?">
            <a:extLst>
              <a:ext uri="{FF2B5EF4-FFF2-40B4-BE49-F238E27FC236}">
                <a16:creationId xmlns:a16="http://schemas.microsoft.com/office/drawing/2014/main" id="{05B3A194-2A45-EE76-5791-73D1DEF68013}"/>
              </a:ext>
            </a:extLst>
          </p:cNvPr>
          <p:cNvPicPr>
            <a:picLocks noChangeAspect="1" noChangeArrowheads="1"/>
          </p:cNvPicPr>
          <p:nvPr/>
        </p:nvPicPr>
        <p:blipFill>
          <a:blip r:embed="rId25">
            <a:clrChange>
              <a:clrFrom>
                <a:srgbClr val="F5F5F5"/>
              </a:clrFrom>
              <a:clrTo>
                <a:srgbClr val="F5F5F5">
                  <a:alpha val="0"/>
                </a:srgbClr>
              </a:clrTo>
            </a:clrChange>
            <a:extLst>
              <a:ext uri="{28A0092B-C50C-407E-A947-70E740481C1C}">
                <a14:useLocalDpi xmlns:a14="http://schemas.microsoft.com/office/drawing/2010/main" val="0"/>
              </a:ext>
            </a:extLst>
          </a:blip>
          <a:srcRect/>
          <a:stretch>
            <a:fillRect/>
          </a:stretch>
        </p:blipFill>
        <p:spPr bwMode="auto">
          <a:xfrm>
            <a:off x="8044861" y="3876473"/>
            <a:ext cx="1040052" cy="520026"/>
          </a:xfrm>
          <a:prstGeom prst="rect">
            <a:avLst/>
          </a:prstGeom>
          <a:noFill/>
          <a:extLst>
            <a:ext uri="{909E8E84-426E-40DD-AFC4-6F175D3DCCD1}">
              <a14:hiddenFill xmlns:a14="http://schemas.microsoft.com/office/drawing/2010/main">
                <a:solidFill>
                  <a:srgbClr val="FFFFFF"/>
                </a:solidFill>
              </a14:hiddenFill>
            </a:ext>
          </a:extLst>
        </p:spPr>
      </p:pic>
      <p:pic>
        <p:nvPicPr>
          <p:cNvPr id="1082" name="Picture 58" descr="AMD Logo and symbol, meaning, history, PNG, brand">
            <a:extLst>
              <a:ext uri="{FF2B5EF4-FFF2-40B4-BE49-F238E27FC236}">
                <a16:creationId xmlns:a16="http://schemas.microsoft.com/office/drawing/2014/main" id="{7DA72CC3-917D-2638-1938-F7ACCFCEF32B}"/>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8993378" y="3706508"/>
            <a:ext cx="835805" cy="522378"/>
          </a:xfrm>
          <a:prstGeom prst="rect">
            <a:avLst/>
          </a:prstGeom>
          <a:noFill/>
          <a:extLst>
            <a:ext uri="{909E8E84-426E-40DD-AFC4-6F175D3DCCD1}">
              <a14:hiddenFill xmlns:a14="http://schemas.microsoft.com/office/drawing/2010/main">
                <a:solidFill>
                  <a:srgbClr val="FFFFFF"/>
                </a:solidFill>
              </a14:hiddenFill>
            </a:ext>
          </a:extLst>
        </p:spPr>
      </p:pic>
      <p:pic>
        <p:nvPicPr>
          <p:cNvPr id="1035" name="Picture 42">
            <a:extLst>
              <a:ext uri="{FF2B5EF4-FFF2-40B4-BE49-F238E27FC236}">
                <a16:creationId xmlns:a16="http://schemas.microsoft.com/office/drawing/2014/main" id="{12C4029F-52DD-B292-1EC9-8AF2931030B9}"/>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9136094" y="4159890"/>
            <a:ext cx="459309" cy="303211"/>
          </a:xfrm>
          <a:prstGeom prst="rect">
            <a:avLst/>
          </a:prstGeom>
          <a:noFill/>
          <a:extLst>
            <a:ext uri="{909E8E84-426E-40DD-AFC4-6F175D3DCCD1}">
              <a14:hiddenFill xmlns:a14="http://schemas.microsoft.com/office/drawing/2010/main">
                <a:solidFill>
                  <a:srgbClr val="FFFFFF"/>
                </a:solidFill>
              </a14:hiddenFill>
            </a:ext>
          </a:extLst>
        </p:spPr>
      </p:pic>
      <p:pic>
        <p:nvPicPr>
          <p:cNvPr id="1084" name="Picture 60" descr="Chatgpt Logo: Over 701 Royalty-Free Licensable Stock Illustrations &amp;  Drawings | Shutterstock">
            <a:extLst>
              <a:ext uri="{FF2B5EF4-FFF2-40B4-BE49-F238E27FC236}">
                <a16:creationId xmlns:a16="http://schemas.microsoft.com/office/drawing/2014/main" id="{7C2C98C8-AD50-DBC3-6F7A-56CD52B994D5}"/>
              </a:ext>
            </a:extLst>
          </p:cNvPr>
          <p:cNvPicPr>
            <a:picLocks noChangeAspect="1" noChangeArrowheads="1"/>
          </p:cNvPicPr>
          <p:nvPr/>
        </p:nvPicPr>
        <p:blipFill>
          <a:blip r:embed="rId2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336698" y="5497391"/>
            <a:ext cx="668363" cy="826841"/>
          </a:xfrm>
          <a:prstGeom prst="rect">
            <a:avLst/>
          </a:prstGeom>
          <a:noFill/>
          <a:extLst>
            <a:ext uri="{909E8E84-426E-40DD-AFC4-6F175D3DCCD1}">
              <a14:hiddenFill xmlns:a14="http://schemas.microsoft.com/office/drawing/2010/main">
                <a:solidFill>
                  <a:srgbClr val="FFFFFF"/>
                </a:solidFill>
              </a14:hiddenFill>
            </a:ext>
          </a:extLst>
        </p:spPr>
      </p:pic>
      <p:pic>
        <p:nvPicPr>
          <p:cNvPr id="1088" name="Picture 64">
            <a:extLst>
              <a:ext uri="{FF2B5EF4-FFF2-40B4-BE49-F238E27FC236}">
                <a16:creationId xmlns:a16="http://schemas.microsoft.com/office/drawing/2014/main" id="{D8FFBDB1-EC51-B455-2D77-D70C225D1173}"/>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7282811" y="5568984"/>
            <a:ext cx="872201" cy="322306"/>
          </a:xfrm>
          <a:prstGeom prst="rect">
            <a:avLst/>
          </a:prstGeom>
          <a:noFill/>
          <a:extLst>
            <a:ext uri="{909E8E84-426E-40DD-AFC4-6F175D3DCCD1}">
              <a14:hiddenFill xmlns:a14="http://schemas.microsoft.com/office/drawing/2010/main">
                <a:solidFill>
                  <a:srgbClr val="FFFFFF"/>
                </a:solidFill>
              </a14:hiddenFill>
            </a:ext>
          </a:extLst>
        </p:spPr>
      </p:pic>
      <p:pic>
        <p:nvPicPr>
          <p:cNvPr id="1092" name="Picture 68">
            <a:extLst>
              <a:ext uri="{FF2B5EF4-FFF2-40B4-BE49-F238E27FC236}">
                <a16:creationId xmlns:a16="http://schemas.microsoft.com/office/drawing/2014/main" id="{9DB6A345-557B-CE5F-2BC5-766CE6107413}"/>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7186929" y="6018848"/>
            <a:ext cx="1010009" cy="217784"/>
          </a:xfrm>
          <a:prstGeom prst="rect">
            <a:avLst/>
          </a:prstGeom>
          <a:noFill/>
          <a:extLst>
            <a:ext uri="{909E8E84-426E-40DD-AFC4-6F175D3DCCD1}">
              <a14:hiddenFill xmlns:a14="http://schemas.microsoft.com/office/drawing/2010/main">
                <a:solidFill>
                  <a:srgbClr val="FFFFFF"/>
                </a:solidFill>
              </a14:hiddenFill>
            </a:ext>
          </a:extLst>
        </p:spPr>
      </p:pic>
      <p:pic>
        <p:nvPicPr>
          <p:cNvPr id="1094" name="Picture 70" descr="Microsoft Copilot Logo (chatbot | 01)">
            <a:extLst>
              <a:ext uri="{FF2B5EF4-FFF2-40B4-BE49-F238E27FC236}">
                <a16:creationId xmlns:a16="http://schemas.microsoft.com/office/drawing/2014/main" id="{581FEF7E-49A9-A7E6-E627-0FB6DC9B1026}"/>
              </a:ext>
            </a:extLst>
          </p:cNvPr>
          <p:cNvPicPr>
            <a:picLocks noChangeAspect="1" noChangeArrowheads="1"/>
          </p:cNvPicPr>
          <p:nvPr/>
        </p:nvPicPr>
        <p:blipFill>
          <a:blip r:embed="rId3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443906" y="5449172"/>
            <a:ext cx="1029066" cy="643166"/>
          </a:xfrm>
          <a:prstGeom prst="rect">
            <a:avLst/>
          </a:prstGeom>
          <a:noFill/>
          <a:extLst>
            <a:ext uri="{909E8E84-426E-40DD-AFC4-6F175D3DCCD1}">
              <a14:hiddenFill xmlns:a14="http://schemas.microsoft.com/office/drawing/2010/main">
                <a:solidFill>
                  <a:srgbClr val="FFFFFF"/>
                </a:solidFill>
              </a14:hiddenFill>
            </a:ext>
          </a:extLst>
        </p:spPr>
      </p:pic>
      <p:pic>
        <p:nvPicPr>
          <p:cNvPr id="1096" name="Picture 72" descr="Grok Logo and symbol, meaning, history, PNG, brand">
            <a:extLst>
              <a:ext uri="{FF2B5EF4-FFF2-40B4-BE49-F238E27FC236}">
                <a16:creationId xmlns:a16="http://schemas.microsoft.com/office/drawing/2014/main" id="{BC343D65-5108-E35E-9743-4ABD276FC74C}"/>
              </a:ext>
            </a:extLst>
          </p:cNvPr>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8560651" y="5862907"/>
            <a:ext cx="837999" cy="471374"/>
          </a:xfrm>
          <a:prstGeom prst="rect">
            <a:avLst/>
          </a:prstGeom>
          <a:noFill/>
          <a:extLst>
            <a:ext uri="{909E8E84-426E-40DD-AFC4-6F175D3DCCD1}">
              <a14:hiddenFill xmlns:a14="http://schemas.microsoft.com/office/drawing/2010/main">
                <a:solidFill>
                  <a:srgbClr val="FFFFFF"/>
                </a:solidFill>
              </a14:hiddenFill>
            </a:ext>
          </a:extLst>
        </p:spPr>
      </p:pic>
      <p:pic>
        <p:nvPicPr>
          <p:cNvPr id="1098" name="Picture 74" descr="GlobalFoundries New Brand Identity | Siegel+Gale Rebrands GlobalFoundries">
            <a:extLst>
              <a:ext uri="{FF2B5EF4-FFF2-40B4-BE49-F238E27FC236}">
                <a16:creationId xmlns:a16="http://schemas.microsoft.com/office/drawing/2014/main" id="{A0642621-C785-D2DD-5E27-44CFF11282DC}"/>
              </a:ext>
            </a:extLst>
          </p:cNvPr>
          <p:cNvPicPr>
            <a:picLocks noChangeAspect="1" noChangeArrowheads="1"/>
          </p:cNvPicPr>
          <p:nvPr/>
        </p:nvPicPr>
        <p:blipFill>
          <a:blip r:embed="rId3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988458" y="1709120"/>
            <a:ext cx="1538094" cy="863776"/>
          </a:xfrm>
          <a:prstGeom prst="rect">
            <a:avLst/>
          </a:prstGeom>
          <a:noFill/>
          <a:extLst>
            <a:ext uri="{909E8E84-426E-40DD-AFC4-6F175D3DCCD1}">
              <a14:hiddenFill xmlns:a14="http://schemas.microsoft.com/office/drawing/2010/main">
                <a:solidFill>
                  <a:srgbClr val="FFFFFF"/>
                </a:solidFill>
              </a14:hiddenFill>
            </a:ext>
          </a:extLst>
        </p:spPr>
      </p:pic>
      <p:pic>
        <p:nvPicPr>
          <p:cNvPr id="1104" name="Picture 80" descr="Business Reporter - Technology - Intel Foundry: A resilient, sustainable,  secure technology supply chain">
            <a:extLst>
              <a:ext uri="{FF2B5EF4-FFF2-40B4-BE49-F238E27FC236}">
                <a16:creationId xmlns:a16="http://schemas.microsoft.com/office/drawing/2014/main" id="{D3F6D89E-7F9D-40FD-4469-2248DFD27680}"/>
              </a:ext>
            </a:extLst>
          </p:cNvPr>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7762704" y="2333732"/>
            <a:ext cx="683765" cy="360116"/>
          </a:xfrm>
          <a:prstGeom prst="rect">
            <a:avLst/>
          </a:prstGeom>
          <a:noFill/>
          <a:extLst>
            <a:ext uri="{909E8E84-426E-40DD-AFC4-6F175D3DCCD1}">
              <a14:hiddenFill xmlns:a14="http://schemas.microsoft.com/office/drawing/2010/main">
                <a:solidFill>
                  <a:srgbClr val="FFFFFF"/>
                </a:solidFill>
              </a14:hiddenFill>
            </a:ext>
          </a:extLst>
        </p:spPr>
      </p:pic>
      <p:pic>
        <p:nvPicPr>
          <p:cNvPr id="1045" name="Picture 40" descr="Samsung Logo Meaning, Symbolism, Design, and History | HipFonts">
            <a:extLst>
              <a:ext uri="{FF2B5EF4-FFF2-40B4-BE49-F238E27FC236}">
                <a16:creationId xmlns:a16="http://schemas.microsoft.com/office/drawing/2014/main" id="{4E9E8EDE-4062-6230-AED2-299B19246F91}"/>
              </a:ext>
            </a:extLst>
          </p:cNvPr>
          <p:cNvPicPr>
            <a:picLocks noChangeAspect="1" noChangeArrowheads="1"/>
          </p:cNvPicPr>
          <p:nvPr/>
        </p:nvPicPr>
        <p:blipFill>
          <a:blip r:embed="rId20">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463077" y="1892460"/>
            <a:ext cx="1040051" cy="551511"/>
          </a:xfrm>
          <a:prstGeom prst="rect">
            <a:avLst/>
          </a:prstGeom>
          <a:noFill/>
          <a:extLst>
            <a:ext uri="{909E8E84-426E-40DD-AFC4-6F175D3DCCD1}">
              <a14:hiddenFill xmlns:a14="http://schemas.microsoft.com/office/drawing/2010/main">
                <a:solidFill>
                  <a:srgbClr val="FFFFFF"/>
                </a:solidFill>
              </a14:hiddenFill>
            </a:ext>
          </a:extLst>
        </p:spPr>
      </p:pic>
      <p:pic>
        <p:nvPicPr>
          <p:cNvPr id="1049" name="Picture 50" descr="Download SanDisk Logo in SVG Vector or PNG File Format - Logo.wine">
            <a:extLst>
              <a:ext uri="{FF2B5EF4-FFF2-40B4-BE49-F238E27FC236}">
                <a16:creationId xmlns:a16="http://schemas.microsoft.com/office/drawing/2014/main" id="{4397D03C-9903-D82D-D81B-2AC8CFFEECFE}"/>
              </a:ext>
            </a:extLst>
          </p:cNvPr>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8704238" y="2655236"/>
            <a:ext cx="1187527" cy="791684"/>
          </a:xfrm>
          <a:prstGeom prst="rect">
            <a:avLst/>
          </a:prstGeom>
          <a:noFill/>
          <a:extLst>
            <a:ext uri="{909E8E84-426E-40DD-AFC4-6F175D3DCCD1}">
              <a14:hiddenFill xmlns:a14="http://schemas.microsoft.com/office/drawing/2010/main">
                <a:solidFill>
                  <a:srgbClr val="FFFFFF"/>
                </a:solidFill>
              </a14:hiddenFill>
            </a:ext>
          </a:extLst>
        </p:spPr>
      </p:pic>
      <p:pic>
        <p:nvPicPr>
          <p:cNvPr id="1106" name="Picture 82" descr="核能标志图标. 核电符号向量例证. 插画包括有现代, 环境, 次幂, 要素, 图标, 效率, 概念- 221758890">
            <a:extLst>
              <a:ext uri="{FF2B5EF4-FFF2-40B4-BE49-F238E27FC236}">
                <a16:creationId xmlns:a16="http://schemas.microsoft.com/office/drawing/2014/main" id="{682C9520-84F8-F6BF-1A65-E8875A9A73FE}"/>
              </a:ext>
            </a:extLst>
          </p:cNvPr>
          <p:cNvPicPr>
            <a:picLocks noChangeAspect="1" noChangeArrowheads="1"/>
          </p:cNvPicPr>
          <p:nvPr/>
        </p:nvPicPr>
        <p:blipFill rotWithShape="1">
          <a:blip r:embed="rId36">
            <a:clrChange>
              <a:clrFrom>
                <a:srgbClr val="FFFFFF"/>
              </a:clrFrom>
              <a:clrTo>
                <a:srgbClr val="FFFFFF">
                  <a:alpha val="0"/>
                </a:srgbClr>
              </a:clrTo>
            </a:clrChange>
            <a:extLst>
              <a:ext uri="{28A0092B-C50C-407E-A947-70E740481C1C}">
                <a14:useLocalDpi xmlns:a14="http://schemas.microsoft.com/office/drawing/2010/main" val="0"/>
              </a:ext>
            </a:extLst>
          </a:blip>
          <a:srcRect l="73614" t="12946" r="2669" b="52260"/>
          <a:stretch>
            <a:fillRect/>
          </a:stretch>
        </p:blipFill>
        <p:spPr bwMode="auto">
          <a:xfrm>
            <a:off x="9313022" y="1037687"/>
            <a:ext cx="908300" cy="841140"/>
          </a:xfrm>
          <a:prstGeom prst="rect">
            <a:avLst/>
          </a:prstGeom>
          <a:noFill/>
          <a:extLst>
            <a:ext uri="{909E8E84-426E-40DD-AFC4-6F175D3DCCD1}">
              <a14:hiddenFill xmlns:a14="http://schemas.microsoft.com/office/drawing/2010/main">
                <a:solidFill>
                  <a:srgbClr val="FFFFFF"/>
                </a:solidFill>
              </a14:hiddenFill>
            </a:ext>
          </a:extLst>
        </p:spPr>
      </p:pic>
      <p:pic>
        <p:nvPicPr>
          <p:cNvPr id="1108" name="Picture 84">
            <a:extLst>
              <a:ext uri="{FF2B5EF4-FFF2-40B4-BE49-F238E27FC236}">
                <a16:creationId xmlns:a16="http://schemas.microsoft.com/office/drawing/2014/main" id="{E79B0849-0D91-F2E1-EB3C-ACF58DD4CE2A}"/>
              </a:ext>
            </a:extLst>
          </p:cNvPr>
          <p:cNvPicPr>
            <a:picLocks noChangeAspect="1" noChangeArrowheads="1"/>
          </p:cNvPicPr>
          <p:nvPr/>
        </p:nvPicPr>
        <p:blipFill>
          <a:blip r:embed="rId3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866630" y="2818562"/>
            <a:ext cx="844139" cy="468966"/>
          </a:xfrm>
          <a:prstGeom prst="rect">
            <a:avLst/>
          </a:prstGeom>
          <a:noFill/>
          <a:extLst>
            <a:ext uri="{909E8E84-426E-40DD-AFC4-6F175D3DCCD1}">
              <a14:hiddenFill xmlns:a14="http://schemas.microsoft.com/office/drawing/2010/main">
                <a:solidFill>
                  <a:srgbClr val="FFFFFF"/>
                </a:solidFill>
              </a14:hiddenFill>
            </a:ext>
          </a:extLst>
        </p:spPr>
      </p:pic>
      <p:pic>
        <p:nvPicPr>
          <p:cNvPr id="1112" name="Picture 88" descr="Logos Download | Qwen">
            <a:extLst>
              <a:ext uri="{FF2B5EF4-FFF2-40B4-BE49-F238E27FC236}">
                <a16:creationId xmlns:a16="http://schemas.microsoft.com/office/drawing/2014/main" id="{CD43CE36-AD9C-B07A-C5B6-AF3651D3953C}"/>
              </a:ext>
            </a:extLst>
          </p:cNvPr>
          <p:cNvPicPr>
            <a:picLocks noChangeAspect="1" noChangeArrowheads="1"/>
          </p:cNvPicPr>
          <p:nvPr/>
        </p:nvPicPr>
        <p:blipFill>
          <a:blip r:embed="rId3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836685" y="5657974"/>
            <a:ext cx="722013" cy="210515"/>
          </a:xfrm>
          <a:prstGeom prst="rect">
            <a:avLst/>
          </a:prstGeom>
          <a:noFill/>
          <a:extLst>
            <a:ext uri="{909E8E84-426E-40DD-AFC4-6F175D3DCCD1}">
              <a14:hiddenFill xmlns:a14="http://schemas.microsoft.com/office/drawing/2010/main">
                <a:solidFill>
                  <a:srgbClr val="FFFFFF"/>
                </a:solidFill>
              </a14:hiddenFill>
            </a:ext>
          </a:extLst>
        </p:spPr>
      </p:pic>
      <p:sp>
        <p:nvSpPr>
          <p:cNvPr id="1053" name="AutoShape 90" descr="What is DeepSeek? A boon for marketers and a threat to Big Tech">
            <a:extLst>
              <a:ext uri="{FF2B5EF4-FFF2-40B4-BE49-F238E27FC236}">
                <a16:creationId xmlns:a16="http://schemas.microsoft.com/office/drawing/2014/main" id="{9AB16E72-7AF3-A6C1-0351-6F134FAF1EEF}"/>
              </a:ext>
            </a:extLst>
          </p:cNvPr>
          <p:cNvSpPr>
            <a:spLocks noChangeAspect="1" noChangeArrowheads="1"/>
          </p:cNvSpPr>
          <p:nvPr/>
        </p:nvSpPr>
        <p:spPr bwMode="auto">
          <a:xfrm>
            <a:off x="5895975" y="240028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122" name="Picture 98" descr="中科寒武纪科技股份有限公司】参评“维科杯·OFweek 2023人工智能行业年度评选” - OFweek人工智能网">
            <a:extLst>
              <a:ext uri="{FF2B5EF4-FFF2-40B4-BE49-F238E27FC236}">
                <a16:creationId xmlns:a16="http://schemas.microsoft.com/office/drawing/2014/main" id="{C71E3B1B-EC07-D586-93B6-80F0B432A2B8}"/>
              </a:ext>
            </a:extLst>
          </p:cNvPr>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10127000" y="3886059"/>
            <a:ext cx="715345" cy="276999"/>
          </a:xfrm>
          <a:prstGeom prst="rect">
            <a:avLst/>
          </a:prstGeom>
          <a:noFill/>
          <a:extLst>
            <a:ext uri="{909E8E84-426E-40DD-AFC4-6F175D3DCCD1}">
              <a14:hiddenFill xmlns:a14="http://schemas.microsoft.com/office/drawing/2010/main">
                <a:solidFill>
                  <a:srgbClr val="FFFFFF"/>
                </a:solidFill>
              </a14:hiddenFill>
            </a:ext>
          </a:extLst>
        </p:spPr>
      </p:pic>
      <p:pic>
        <p:nvPicPr>
          <p:cNvPr id="1124" name="Picture 100" descr="摩尔线程官方网站| 全栈AI 为美好世界加速">
            <a:extLst>
              <a:ext uri="{FF2B5EF4-FFF2-40B4-BE49-F238E27FC236}">
                <a16:creationId xmlns:a16="http://schemas.microsoft.com/office/drawing/2014/main" id="{8F46FC40-47E0-0327-2826-013F21382491}"/>
              </a:ext>
            </a:extLst>
          </p:cNvPr>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10064989" y="4202184"/>
            <a:ext cx="807636" cy="229866"/>
          </a:xfrm>
          <a:prstGeom prst="rect">
            <a:avLst/>
          </a:prstGeom>
          <a:noFill/>
          <a:extLst>
            <a:ext uri="{909E8E84-426E-40DD-AFC4-6F175D3DCCD1}">
              <a14:hiddenFill xmlns:a14="http://schemas.microsoft.com/office/drawing/2010/main">
                <a:solidFill>
                  <a:srgbClr val="FFFFFF"/>
                </a:solidFill>
              </a14:hiddenFill>
            </a:ext>
          </a:extLst>
        </p:spPr>
      </p:pic>
      <p:pic>
        <p:nvPicPr>
          <p:cNvPr id="1128" name="Picture 104" descr="华虹半导体官网，华虹半导体地址/股票价格及招聘和工资水平_公司大全-半导体联盟">
            <a:extLst>
              <a:ext uri="{FF2B5EF4-FFF2-40B4-BE49-F238E27FC236}">
                <a16:creationId xmlns:a16="http://schemas.microsoft.com/office/drawing/2014/main" id="{45B33F21-9580-8E92-1AF1-7E843276FA2B}"/>
              </a:ext>
            </a:extLst>
          </p:cNvPr>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9828891" y="2157956"/>
            <a:ext cx="654394" cy="654394"/>
          </a:xfrm>
          <a:prstGeom prst="rect">
            <a:avLst/>
          </a:prstGeom>
          <a:noFill/>
          <a:extLst>
            <a:ext uri="{909E8E84-426E-40DD-AFC4-6F175D3DCCD1}">
              <a14:hiddenFill xmlns:a14="http://schemas.microsoft.com/office/drawing/2010/main">
                <a:solidFill>
                  <a:srgbClr val="FFFFFF"/>
                </a:solidFill>
              </a14:hiddenFill>
            </a:ext>
          </a:extLst>
        </p:spPr>
      </p:pic>
      <p:pic>
        <p:nvPicPr>
          <p:cNvPr id="1130" name="Picture 106" descr="长鑫存储技术有限公司_百度百科">
            <a:extLst>
              <a:ext uri="{FF2B5EF4-FFF2-40B4-BE49-F238E27FC236}">
                <a16:creationId xmlns:a16="http://schemas.microsoft.com/office/drawing/2014/main" id="{0DA244FE-F1AA-B30D-264C-FDD22E0F441D}"/>
              </a:ext>
            </a:extLst>
          </p:cNvPr>
          <p:cNvPicPr>
            <a:picLocks noChangeAspect="1" noChangeArrowheads="1"/>
          </p:cNvPicPr>
          <p:nvPr/>
        </p:nvPicPr>
        <p:blipFill>
          <a:blip r:embed="rId4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226893" y="3099880"/>
            <a:ext cx="671325" cy="671325"/>
          </a:xfrm>
          <a:prstGeom prst="rect">
            <a:avLst/>
          </a:prstGeom>
          <a:noFill/>
          <a:extLst>
            <a:ext uri="{909E8E84-426E-40DD-AFC4-6F175D3DCCD1}">
              <a14:hiddenFill xmlns:a14="http://schemas.microsoft.com/office/drawing/2010/main">
                <a:solidFill>
                  <a:srgbClr val="FFFFFF"/>
                </a:solidFill>
              </a14:hiddenFill>
            </a:ext>
          </a:extLst>
        </p:spPr>
      </p:pic>
      <p:pic>
        <p:nvPicPr>
          <p:cNvPr id="1132" name="Picture 108" descr="西部数据发布全新品牌标识- 腾讯云开发者社区-腾讯云">
            <a:extLst>
              <a:ext uri="{FF2B5EF4-FFF2-40B4-BE49-F238E27FC236}">
                <a16:creationId xmlns:a16="http://schemas.microsoft.com/office/drawing/2014/main" id="{0AF5C971-B6D7-DE9A-DC69-EE9BB58E9E48}"/>
              </a:ext>
            </a:extLst>
          </p:cNvPr>
          <p:cNvPicPr>
            <a:picLocks noChangeAspect="1" noChangeArrowheads="1"/>
          </p:cNvPicPr>
          <p:nvPr/>
        </p:nvPicPr>
        <p:blipFill>
          <a:blip r:embed="rId4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969386" y="3079406"/>
            <a:ext cx="1571353" cy="663057"/>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1133" name="LogoPic" descr="image.png"/>
          <p:cNvPicPr>
            <a:picLocks noChangeAspect="1"/>
          </p:cNvPicPr>
          <p:nvPr/>
        </p:nvPicPr>
        <p:blipFill rotWithShape="1">
          <a:blip r:embed="rId44"/>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4DDDE1FB-4D60-492F-BDBA-8FDAC04BBFED}" type="slidenum">
              <a:rPr lang="en-US" sz="1000" dirty="0">
                <a:solidFill>
                  <a:srgbClr val="FFFFFF"/>
                </a:solidFill>
                <a:latin typeface="Calibri"/>
                <a:ea typeface="微软雅黑"/>
              </a:rPr>
              <a:t>5</a:t>
            </a:fld>
            <a:endParaRPr lang="en-US" sz="1000" dirty="0">
              <a:solidFill>
                <a:srgbClr val="FFFFFF"/>
              </a:solidFill>
              <a:latin typeface="Calibri"/>
              <a:ea typeface="微软雅黑"/>
            </a:endParaRPr>
          </a:p>
        </p:txBody>
      </p:sp>
    </p:spTree>
    <p:extLst>
      <p:ext uri="{BB962C8B-B14F-4D97-AF65-F5344CB8AC3E}">
        <p14:creationId xmlns:p14="http://schemas.microsoft.com/office/powerpoint/2010/main" val="1002995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5CF4A-D9FE-9186-D763-324B9CDC619B}"/>
              </a:ext>
            </a:extLst>
          </p:cNvPr>
          <p:cNvSpPr>
            <a:spLocks noGrp="1"/>
          </p:cNvSpPr>
          <p:nvPr>
            <p:ph type="title"/>
          </p:nvPr>
        </p:nvSpPr>
        <p:spPr>
          <a:xfrm>
            <a:off x="722376" y="411480"/>
            <a:ext cx="10972800" cy="475488"/>
          </a:xfrm>
        </p:spPr>
        <p:txBody>
          <a:bodyPr/>
          <a:lstStyle/>
          <a:p>
            <a:r>
              <a:rPr lang="en-HK" altLang="zh-CN" sz="2800">
                <a:latin typeface="Calibri"/>
                <a:ea typeface="微软雅黑"/>
              </a:rPr>
              <a:t>AI</a:t>
            </a:r>
            <a:r>
              <a:rPr lang="zh-CN" altLang="en-US" sz="2800">
                <a:latin typeface="Calibri"/>
                <a:ea typeface="微软雅黑"/>
              </a:rPr>
              <a:t>産業鏈的價值分配出現了斷層</a:t>
            </a:r>
            <a:endParaRPr lang="en-HK" dirty="0"/>
          </a:p>
        </p:txBody>
      </p:sp>
      <p:sp>
        <p:nvSpPr>
          <p:cNvPr id="3" name="Content Placeholder 2">
            <a:extLst>
              <a:ext uri="{FF2B5EF4-FFF2-40B4-BE49-F238E27FC236}">
                <a16:creationId xmlns:a16="http://schemas.microsoft.com/office/drawing/2014/main" id="{CF9A45C5-84AE-AA38-9514-808869E21EC8}"/>
              </a:ext>
            </a:extLst>
          </p:cNvPr>
          <p:cNvSpPr>
            <a:spLocks noGrp="1"/>
          </p:cNvSpPr>
          <p:nvPr>
            <p:ph idx="1"/>
          </p:nvPr>
        </p:nvSpPr>
        <p:spPr>
          <a:xfrm>
            <a:off x="722376" y="977617"/>
            <a:ext cx="11022003" cy="531428"/>
          </a:xfrm>
          <a:noFill/>
        </p:spPr>
        <p:txBody>
          <a:bodyPr vert="horz" wrap="square" lIns="73152" tIns="0" rIns="91439" bIns="0" rtlCol="0" anchor="t" anchorCtr="0">
            <a:noAutofit/>
          </a:bodyPr>
          <a:lstStyle/>
          <a:p>
            <a:pPr marL="228600" indent="-228600" fontAlgn="base">
              <a:lnSpc>
                <a:spcPct val="90000"/>
              </a:lnSpc>
              <a:spcBef>
                <a:spcPts val="400"/>
              </a:spcBef>
              <a:spcAft>
                <a:spcPts val="0"/>
              </a:spcAft>
              <a:buChar char="•"/>
            </a:pPr>
            <a:r>
              <a:rPr lang="en-HK">
                <a:latin typeface="+mj-ea"/>
                <a:ea typeface="+mj-ea"/>
                <a:cs typeface="+mn-ea"/>
              </a:rPr>
              <a:t>AI</a:t>
            </a:r>
            <a:r>
              <a:rPr lang="zh-CN" altLang="en-US">
                <a:latin typeface="+mj-ea"/>
                <a:ea typeface="+mj-ea"/>
                <a:cs typeface="+mn-ea"/>
              </a:rPr>
              <a:t>時代的産業鏈財富出現了歷史級別的</a:t>
            </a:r>
            <a:r>
              <a:rPr lang="zh-CN" altLang="en-US" b="1">
                <a:latin typeface="+mj-ea"/>
                <a:ea typeface="+mj-ea"/>
                <a:cs typeface="+mn-ea"/>
              </a:rPr>
              <a:t>分化和轉移。</a:t>
            </a:r>
            <a:endParaRPr lang="en-HK" altLang="zh-CN" b="1" dirty="0">
              <a:latin typeface="+mj-ea"/>
              <a:ea typeface="+mj-ea"/>
              <a:cs typeface="+mn-ea"/>
            </a:endParaRPr>
          </a:p>
          <a:p>
            <a:pPr marL="228600" indent="-228600" fontAlgn="base">
              <a:lnSpc>
                <a:spcPct val="90000"/>
              </a:lnSpc>
              <a:spcBef>
                <a:spcPts val="400"/>
              </a:spcBef>
              <a:spcAft>
                <a:spcPts val="0"/>
              </a:spcAft>
              <a:buChar char="•"/>
            </a:pPr>
            <a:r>
              <a:rPr lang="en-US">
                <a:latin typeface="+mj-ea"/>
                <a:ea typeface="+mj-ea"/>
                <a:cs typeface="+mn-ea"/>
              </a:rPr>
              <a:t>AI現在這一輪建設</a:t>
            </a:r>
            <a:r>
              <a:rPr lang="zh-CN" altLang="en-US">
                <a:latin typeface="+mj-ea"/>
                <a:ea typeface="+mj-ea"/>
                <a:cs typeface="+mn-ea"/>
              </a:rPr>
              <a:t>和互聯網時期</a:t>
            </a:r>
            <a:r>
              <a:rPr lang="en-US">
                <a:latin typeface="+mj-ea"/>
                <a:ea typeface="+mj-ea"/>
                <a:cs typeface="+mn-ea"/>
              </a:rPr>
              <a:t>有一個很大的</a:t>
            </a:r>
            <a:r>
              <a:rPr lang="zh-CN" altLang="en-US">
                <a:latin typeface="+mj-ea"/>
                <a:ea typeface="+mj-ea"/>
                <a:cs typeface="+mn-ea"/>
              </a:rPr>
              <a:t>不同</a:t>
            </a:r>
            <a:r>
              <a:rPr lang="en-US">
                <a:latin typeface="+mj-ea"/>
                <a:ea typeface="+mj-ea"/>
                <a:cs typeface="+mn-ea"/>
              </a:rPr>
              <a:t>，</a:t>
            </a:r>
            <a:r>
              <a:rPr lang="zh-CN" altLang="en-US">
                <a:latin typeface="+mj-ea"/>
                <a:ea typeface="+mj-ea"/>
                <a:cs typeface="+mn-ea"/>
              </a:rPr>
              <a:t>科技巨頭</a:t>
            </a:r>
            <a:r>
              <a:rPr lang="en-US">
                <a:latin typeface="+mj-ea"/>
                <a:ea typeface="+mj-ea"/>
                <a:cs typeface="+mn-ea"/>
              </a:rPr>
              <a:t>仍然主要由</a:t>
            </a:r>
            <a:r>
              <a:rPr lang="en-US" b="1">
                <a:latin typeface="+mj-ea"/>
                <a:ea typeface="+mj-ea"/>
                <a:cs typeface="+mn-ea"/>
              </a:rPr>
              <a:t>經營現金流來融資</a:t>
            </a:r>
            <a:r>
              <a:rPr lang="en-US">
                <a:latin typeface="+mj-ea"/>
                <a:ea typeface="+mj-ea"/>
                <a:cs typeface="+mn-ea"/>
              </a:rPr>
              <a:t>。</a:t>
            </a:r>
            <a:r>
              <a:rPr lang="zh-CN" altLang="en-US">
                <a:latin typeface="+mj-ea"/>
                <a:ea typeface="+mj-ea"/>
                <a:cs typeface="+mn-ea"/>
              </a:rPr>
              <a:t>資本開支</a:t>
            </a:r>
            <a:r>
              <a:rPr lang="en-US" altLang="zh-CN">
                <a:latin typeface="+mj-ea"/>
                <a:ea typeface="+mj-ea"/>
                <a:cs typeface="+mn-ea"/>
              </a:rPr>
              <a:t>/</a:t>
            </a:r>
            <a:r>
              <a:rPr lang="zh-CN" altLang="en-US">
                <a:latin typeface="+mj-ea"/>
                <a:ea typeface="+mj-ea"/>
                <a:cs typeface="+mn-ea"/>
              </a:rPr>
              <a:t>現金流比率仍然健康。</a:t>
            </a:r>
            <a:endParaRPr lang="en-US" altLang="zh-CN" dirty="0">
              <a:latin typeface="+mj-ea"/>
              <a:ea typeface="+mj-ea"/>
              <a:cs typeface="+mn-ea"/>
            </a:endParaRPr>
          </a:p>
        </p:txBody>
      </p:sp>
      <p:graphicFrame>
        <p:nvGraphicFramePr>
          <p:cNvPr id="5" name="Chart 4">
            <a:extLst>
              <a:ext uri="{FF2B5EF4-FFF2-40B4-BE49-F238E27FC236}">
                <a16:creationId xmlns:a16="http://schemas.microsoft.com/office/drawing/2014/main" id="{DD792B3D-FA0D-6918-7705-62195C3DD629}"/>
              </a:ext>
            </a:extLst>
          </p:cNvPr>
          <p:cNvGraphicFramePr>
            <a:graphicFrameLocks/>
          </p:cNvGraphicFramePr>
          <p:nvPr>
            <p:extLst>
              <p:ext uri="{D42A27DB-BD31-4B8C-83A1-F6EECF244321}">
                <p14:modId xmlns:p14="http://schemas.microsoft.com/office/powerpoint/2010/main" val="2803951466"/>
              </p:ext>
            </p:extLst>
          </p:nvPr>
        </p:nvGraphicFramePr>
        <p:xfrm>
          <a:off x="6746254" y="1764336"/>
          <a:ext cx="4691828" cy="4823323"/>
        </p:xfrm>
        <a:graphic>
          <a:graphicData uri="http://schemas.openxmlformats.org/drawingml/2006/chart">
            <c:chart xmlns:c="http://schemas.openxmlformats.org/drawingml/2006/chart" xmlns:r="http://schemas.openxmlformats.org/officeDocument/2006/relationships" r:id="rId2"/>
          </a:graphicData>
        </a:graphic>
      </p:graphicFrame>
      <p:pic>
        <p:nvPicPr>
          <p:cNvPr id="7" name="Picture 6">
            <a:extLst>
              <a:ext uri="{FF2B5EF4-FFF2-40B4-BE49-F238E27FC236}">
                <a16:creationId xmlns:a16="http://schemas.microsoft.com/office/drawing/2014/main" id="{78CCDA8A-7492-BBF0-5DE1-475A50CEDBDE}"/>
              </a:ext>
            </a:extLst>
          </p:cNvPr>
          <p:cNvPicPr>
            <a:picLocks noChangeAspect="1"/>
          </p:cNvPicPr>
          <p:nvPr/>
        </p:nvPicPr>
        <p:blipFill>
          <a:blip r:embed="rId3"/>
          <a:stretch>
            <a:fillRect/>
          </a:stretch>
        </p:blipFill>
        <p:spPr>
          <a:xfrm>
            <a:off x="218265" y="2499670"/>
            <a:ext cx="6535063" cy="2996199"/>
          </a:xfrm>
          <a:prstGeom prst="rect">
            <a:avLst/>
          </a:prstGeom>
        </p:spPr>
      </p:pic>
      <p:sp>
        <p:nvSpPr>
          <p:cNvPr id="8" name="TextBox 7">
            <a:extLst>
              <a:ext uri="{FF2B5EF4-FFF2-40B4-BE49-F238E27FC236}">
                <a16:creationId xmlns:a16="http://schemas.microsoft.com/office/drawing/2014/main" id="{0B4CF7C4-22A0-FC65-91E8-CE9B1921CD46}"/>
              </a:ext>
            </a:extLst>
          </p:cNvPr>
          <p:cNvSpPr txBox="1"/>
          <p:nvPr/>
        </p:nvSpPr>
        <p:spPr>
          <a:xfrm>
            <a:off x="722376" y="1954306"/>
            <a:ext cx="4803565" cy="307777"/>
          </a:xfrm>
          <a:prstGeom prst="rect">
            <a:avLst/>
          </a:prstGeom>
          <a:noFill/>
        </p:spPr>
        <p:txBody>
          <a:bodyPr wrap="square" rtlCol="0">
            <a:spAutoFit/>
          </a:bodyPr>
          <a:lstStyle/>
          <a:p>
            <a:pPr marL="0" marR="0" lvl="0" indent="0" algn="ctr" defTabSz="914400" rtl="0" eaLnBrk="1" fontAlgn="auto" latinLnBrk="0" hangingPunct="1">
              <a:lnSpc>
                <a:spcPts val="1800"/>
              </a:lnSpc>
              <a:spcBef>
                <a:spcPts val="0"/>
              </a:spcBef>
              <a:spcAft>
                <a:spcPts val="0"/>
              </a:spcAft>
              <a:buClrTx/>
              <a:buSzTx/>
              <a:buFontTx/>
              <a:buNone/>
              <a:tabLst/>
              <a:defRPr/>
            </a:pPr>
            <a:r>
              <a:rPr kumimoji="0" lang="zh-CN" altLang="en-US" sz="1400" b="1" i="0" u="none" strike="noStrike" kern="1200" cap="none" spc="0" normalizeH="0" baseline="0" noProof="0">
                <a:ln>
                  <a:noFill/>
                </a:ln>
                <a:solidFill>
                  <a:srgbClr val="2660AD"/>
                </a:solidFill>
                <a:effectLst/>
                <a:uLnTx/>
                <a:uFillTx/>
                <a:latin typeface="Calibri"/>
                <a:ea typeface="微软雅黑"/>
                <a:cs typeface="+mn-cs"/>
              </a:rPr>
              <a:t>利潤與現金流大幅度從雲廠流向半導體</a:t>
            </a:r>
            <a:endParaRPr kumimoji="0" lang="en-US" sz="14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endParaRPr>
          </a:p>
        </p:txBody>
      </p:sp>
      <p:sp>
        <p:nvSpPr>
          <p:cNvPr id="4" name="文本占位符 22">
            <a:extLst>
              <a:ext uri="{FF2B5EF4-FFF2-40B4-BE49-F238E27FC236}">
                <a16:creationId xmlns:a16="http://schemas.microsoft.com/office/drawing/2014/main" id="{731EE598-ABD4-4B36-14A8-EB92D675FD93}"/>
              </a:ext>
            </a:extLst>
          </p:cNvPr>
          <p:cNvSpPr txBox="1">
            <a:spLocks/>
          </p:cNvSpPr>
          <p:nvPr/>
        </p:nvSpPr>
        <p:spPr>
          <a:xfrm>
            <a:off x="630936" y="6324599"/>
            <a:ext cx="11073384" cy="213360"/>
          </a:xfrm>
          <a:prstGeom prst="rect">
            <a:avLst/>
          </a:prstGeom>
        </p:spPr>
        <p:txBody>
          <a:bodyPr vert="horz" wrap="square" lIns="45720" tIns="0" rIns="45720" bIns="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Pts val="1100"/>
              <a:buFontTx/>
              <a:buNone/>
              <a:tabLst>
                <a:tab pos="687705" algn="l"/>
              </a:tabLst>
              <a:defRPr/>
            </a:pPr>
            <a:r>
              <a:rPr kumimoji="0" lang="zh-CN" altLang="en-US" sz="800" b="0" i="0" u="none" strike="noStrike" kern="1200" cap="none" spc="0" normalizeH="0" baseline="0" noProof="0">
                <a:ln>
                  <a:noFill/>
                </a:ln>
                <a:solidFill>
                  <a:srgbClr val="404F56"/>
                </a:solidFill>
                <a:effectLst/>
                <a:uLnTx/>
                <a:uFillTx/>
                <a:latin typeface="Calibri"/>
                <a:ea typeface="微软雅黑"/>
                <a:cs typeface="+mn-ea"/>
              </a:rPr>
              <a:t>資料來源</a:t>
            </a:r>
            <a:r>
              <a:rPr kumimoji="0" lang="en-US" altLang="zh-CN" sz="800" b="0" i="0" u="none" strike="noStrike" kern="1200" cap="none" spc="0" normalizeH="0" baseline="0" noProof="0">
                <a:ln>
                  <a:noFill/>
                </a:ln>
                <a:solidFill>
                  <a:srgbClr val="404F56"/>
                </a:solidFill>
                <a:effectLst/>
                <a:uLnTx/>
                <a:uFillTx/>
                <a:latin typeface="Calibri"/>
                <a:ea typeface="微软雅黑"/>
                <a:cs typeface="+mn-ea"/>
              </a:rPr>
              <a:t>: </a:t>
            </a:r>
            <a:r>
              <a:rPr kumimoji="0" lang="en-US" altLang="zh-CN" sz="800" b="0" i="0" u="none" strike="noStrike" kern="1200" cap="none" spc="0" normalizeH="0" baseline="0" noProof="0" dirty="0">
                <a:ln>
                  <a:noFill/>
                </a:ln>
                <a:solidFill>
                  <a:srgbClr val="404F56"/>
                </a:solidFill>
                <a:effectLst/>
                <a:uLnTx/>
                <a:uFillTx/>
                <a:latin typeface="Calibri"/>
                <a:ea typeface="微软雅黑"/>
                <a:cs typeface="+mn-ea"/>
              </a:rPr>
              <a:t>CSOP, Coatue, Bloomberg, as of May 22, 2026</a:t>
            </a:r>
          </a:p>
        </p:txBody>
      </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15" name="LogoPic" descr="image.png"/>
          <p:cNvPicPr>
            <a:picLocks noChangeAspect="1"/>
          </p:cNvPicPr>
          <p:nvPr/>
        </p:nvPicPr>
        <p:blipFill rotWithShape="1">
          <a:blip r:embed="rId4"/>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F572D4B8-D33B-451B-A5BC-9A88E31565CC}" type="slidenum">
              <a:rPr lang="en-US" sz="1000" dirty="0">
                <a:solidFill>
                  <a:srgbClr val="FFFFFF"/>
                </a:solidFill>
                <a:latin typeface="Calibri"/>
                <a:ea typeface="微软雅黑"/>
              </a:rPr>
              <a:t>6</a:t>
            </a:fld>
            <a:endParaRPr lang="en-US" sz="1000" dirty="0">
              <a:solidFill>
                <a:srgbClr val="FFFFFF"/>
              </a:solidFill>
              <a:latin typeface="Calibri"/>
              <a:ea typeface="微软雅黑"/>
            </a:endParaRPr>
          </a:p>
        </p:txBody>
      </p:sp>
    </p:spTree>
    <p:extLst>
      <p:ext uri="{BB962C8B-B14F-4D97-AF65-F5344CB8AC3E}">
        <p14:creationId xmlns:p14="http://schemas.microsoft.com/office/powerpoint/2010/main" val="8311084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矩形: 圆角 94">
            <a:extLst>
              <a:ext uri="{FF2B5EF4-FFF2-40B4-BE49-F238E27FC236}">
                <a16:creationId xmlns:a16="http://schemas.microsoft.com/office/drawing/2014/main" id="{AB179EEA-DCE0-0C33-FAF6-CD3AD7860EA8}"/>
              </a:ext>
            </a:extLst>
          </p:cNvPr>
          <p:cNvSpPr/>
          <p:nvPr/>
        </p:nvSpPr>
        <p:spPr>
          <a:xfrm>
            <a:off x="8850443" y="907175"/>
            <a:ext cx="3150749" cy="5464441"/>
          </a:xfrm>
          <a:prstGeom prst="round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800"/>
              </a:lnSpc>
              <a:spcBef>
                <a:spcPts val="0"/>
              </a:spcBef>
              <a:spcAft>
                <a:spcPts val="0"/>
              </a:spcAft>
              <a:buClrTx/>
              <a:buSzTx/>
              <a:buFontTx/>
              <a:buNone/>
              <a:tabLst/>
              <a:defRPr/>
            </a:pPr>
            <a:endParaRPr kumimoji="0" lang="en-US" sz="1800" b="0" i="0" u="none" strike="noStrike" kern="1200" cap="none" spc="0" normalizeH="0" baseline="0" noProof="0">
              <a:ln>
                <a:noFill/>
              </a:ln>
              <a:noFill/>
              <a:effectLst/>
              <a:uLnTx/>
              <a:uFillTx/>
              <a:latin typeface="Calibri"/>
              <a:ea typeface="微软雅黑"/>
              <a:cs typeface="+mn-cs"/>
            </a:endParaRPr>
          </a:p>
        </p:txBody>
      </p:sp>
      <p:sp>
        <p:nvSpPr>
          <p:cNvPr id="2" name="标题 1">
            <a:extLst>
              <a:ext uri="{FF2B5EF4-FFF2-40B4-BE49-F238E27FC236}">
                <a16:creationId xmlns:a16="http://schemas.microsoft.com/office/drawing/2014/main" id="{9CCC296B-E080-E292-0FBB-66A517CA7B7D}"/>
              </a:ext>
            </a:extLst>
          </p:cNvPr>
          <p:cNvSpPr>
            <a:spLocks noGrp="1"/>
          </p:cNvSpPr>
          <p:nvPr>
            <p:ph type="title"/>
          </p:nvPr>
        </p:nvSpPr>
        <p:spPr>
          <a:xfrm>
            <a:off x="722376" y="411480"/>
            <a:ext cx="10972800" cy="475488"/>
          </a:xfrm>
        </p:spPr>
        <p:txBody>
          <a:bodyPr>
            <a:normAutofit/>
          </a:bodyPr>
          <a:lstStyle/>
          <a:p>
            <a:r>
              <a:rPr lang="zh-CN" altLang="en-US" sz="2800" dirty="0">
                <a:ea typeface="微软雅黑"/>
              </a:rPr>
              <a:t>市場正在獎勵</a:t>
            </a:r>
            <a:r>
              <a:rPr lang="en-US" altLang="zh-CN" sz="2800" dirty="0">
                <a:ea typeface="微软雅黑"/>
              </a:rPr>
              <a:t>AI</a:t>
            </a:r>
            <a:r>
              <a:rPr lang="zh-CN" altLang="en-US" sz="2800" dirty="0">
                <a:ea typeface="微软雅黑"/>
              </a:rPr>
              <a:t>産業鏈上堵點環節的賣方</a:t>
            </a:r>
            <a:endParaRPr lang="en-US" dirty="0">
              <a:ea typeface="+mj-ea"/>
            </a:endParaRPr>
          </a:p>
        </p:txBody>
      </p:sp>
      <p:sp>
        <p:nvSpPr>
          <p:cNvPr id="4" name="Text 0">
            <a:extLst>
              <a:ext uri="{FF2B5EF4-FFF2-40B4-BE49-F238E27FC236}">
                <a16:creationId xmlns:a16="http://schemas.microsoft.com/office/drawing/2014/main" id="{6E7040D8-492B-C7C6-79EF-605B8BD76364}"/>
              </a:ext>
            </a:extLst>
          </p:cNvPr>
          <p:cNvSpPr/>
          <p:nvPr/>
        </p:nvSpPr>
        <p:spPr>
          <a:xfrm>
            <a:off x="2063370" y="1076060"/>
            <a:ext cx="3394025" cy="303502"/>
          </a:xfrm>
          <a:prstGeom prst="rect">
            <a:avLst/>
          </a:prstGeom>
          <a:noFill/>
          <a:ln/>
        </p:spPr>
        <p:txBody>
          <a:bodyPr wrap="square" lIns="0" tIns="0" rIns="0" bIns="56727" rtlCol="0" anchor="t">
            <a:spAutoFit/>
          </a:bodyPr>
          <a:lstStyle/>
          <a:p>
            <a:pPr marL="0" marR="0" lvl="0" indent="0" algn="ctr" defTabSz="914400" rtl="0" eaLnBrk="1" fontAlgn="auto" latinLnBrk="0" hangingPunct="1">
              <a:lnSpc>
                <a:spcPts val="18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000000"/>
                </a:solidFill>
                <a:effectLst/>
                <a:uLnTx/>
                <a:uFillTx/>
                <a:latin typeface="Calibri"/>
                <a:ea typeface="微软雅黑"/>
                <a:cs typeface="Inter ExtraBold" pitchFamily="34" charset="-120"/>
              </a:rPr>
              <a:t>參與者</a:t>
            </a:r>
            <a:endParaRPr kumimoji="0" lang="en-US" sz="1600" b="0" i="0" u="none" strike="noStrike" kern="1200" cap="none" spc="0" normalizeH="0" baseline="0" noProof="0" dirty="0">
              <a:ln>
                <a:noFill/>
              </a:ln>
              <a:solidFill>
                <a:srgbClr val="515052"/>
              </a:solidFill>
              <a:effectLst/>
              <a:uLnTx/>
              <a:uFillTx/>
              <a:latin typeface="Calibri"/>
              <a:ea typeface="微软雅黑"/>
              <a:cs typeface="+mn-cs"/>
            </a:endParaRPr>
          </a:p>
        </p:txBody>
      </p:sp>
      <p:sp>
        <p:nvSpPr>
          <p:cNvPr id="5" name="Text 1">
            <a:extLst>
              <a:ext uri="{FF2B5EF4-FFF2-40B4-BE49-F238E27FC236}">
                <a16:creationId xmlns:a16="http://schemas.microsoft.com/office/drawing/2014/main" id="{295EADF0-DE26-A795-55F7-0E720E2C0C00}"/>
              </a:ext>
            </a:extLst>
          </p:cNvPr>
          <p:cNvSpPr/>
          <p:nvPr/>
        </p:nvSpPr>
        <p:spPr>
          <a:xfrm>
            <a:off x="5491616" y="1076060"/>
            <a:ext cx="3016895" cy="303502"/>
          </a:xfrm>
          <a:prstGeom prst="rect">
            <a:avLst/>
          </a:prstGeom>
          <a:noFill/>
          <a:ln/>
        </p:spPr>
        <p:txBody>
          <a:bodyPr wrap="square" lIns="0" tIns="0" rIns="0" bIns="56727" rtlCol="0" anchor="t">
            <a:spAutoFit/>
          </a:bodyPr>
          <a:lstStyle/>
          <a:p>
            <a:pPr marL="0" marR="0" lvl="0" indent="0" algn="ctr" defTabSz="914400" rtl="0" eaLnBrk="1" fontAlgn="auto" latinLnBrk="0" hangingPunct="1">
              <a:lnSpc>
                <a:spcPts val="18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000000"/>
                </a:solidFill>
                <a:effectLst/>
                <a:uLnTx/>
                <a:uFillTx/>
                <a:latin typeface="Calibri"/>
                <a:ea typeface="微软雅黑"/>
                <a:cs typeface="Inter ExtraBold" pitchFamily="34" charset="-120"/>
              </a:rPr>
              <a:t>基本面</a:t>
            </a:r>
            <a:endParaRPr kumimoji="0" lang="en-US" sz="1600" b="0" i="0" u="none" strike="noStrike" kern="1200" cap="none" spc="0" normalizeH="0" baseline="0" noProof="0" dirty="0">
              <a:ln>
                <a:noFill/>
              </a:ln>
              <a:solidFill>
                <a:srgbClr val="515052"/>
              </a:solidFill>
              <a:effectLst/>
              <a:uLnTx/>
              <a:uFillTx/>
              <a:latin typeface="Calibri"/>
              <a:ea typeface="微软雅黑"/>
              <a:cs typeface="+mn-cs"/>
            </a:endParaRPr>
          </a:p>
        </p:txBody>
      </p:sp>
      <p:sp>
        <p:nvSpPr>
          <p:cNvPr id="6" name="Text 2">
            <a:extLst>
              <a:ext uri="{FF2B5EF4-FFF2-40B4-BE49-F238E27FC236}">
                <a16:creationId xmlns:a16="http://schemas.microsoft.com/office/drawing/2014/main" id="{EEAB21B2-FEB5-12E8-0C37-A4113F6CB2FC}"/>
              </a:ext>
            </a:extLst>
          </p:cNvPr>
          <p:cNvSpPr/>
          <p:nvPr/>
        </p:nvSpPr>
        <p:spPr>
          <a:xfrm>
            <a:off x="9090490" y="1076060"/>
            <a:ext cx="2828329" cy="303502"/>
          </a:xfrm>
          <a:prstGeom prst="rect">
            <a:avLst/>
          </a:prstGeom>
          <a:noFill/>
          <a:ln/>
        </p:spPr>
        <p:txBody>
          <a:bodyPr wrap="square" lIns="0" tIns="0" rIns="0" bIns="56727" rtlCol="0" anchor="t">
            <a:spAutoFit/>
          </a:bodyPr>
          <a:lstStyle/>
          <a:p>
            <a:pPr marL="0" marR="0" lvl="0" indent="0" algn="ctr" defTabSz="914400" rtl="0" eaLnBrk="1" fontAlgn="auto" latinLnBrk="0" hangingPunct="1">
              <a:lnSpc>
                <a:spcPts val="18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alibri"/>
                <a:ea typeface="微软雅黑"/>
                <a:cs typeface="Inter ExtraBold" pitchFamily="34" charset="-120"/>
              </a:rPr>
              <a:t>YTD </a:t>
            </a:r>
            <a:r>
              <a:rPr kumimoji="0" lang="en-US" sz="1600" b="1" i="0" u="none" strike="noStrike" kern="1200" cap="none" spc="0" normalizeH="0" baseline="0" noProof="0" dirty="0" err="1">
                <a:ln>
                  <a:noFill/>
                </a:ln>
                <a:solidFill>
                  <a:srgbClr val="000000"/>
                </a:solidFill>
                <a:effectLst/>
                <a:uLnTx/>
                <a:uFillTx/>
                <a:latin typeface="Calibri"/>
                <a:ea typeface="微软雅黑"/>
                <a:cs typeface="Inter ExtraBold" pitchFamily="34" charset="-120"/>
              </a:rPr>
              <a:t>年初至今回報率</a:t>
            </a:r>
            <a:endParaRPr kumimoji="0" lang="en-US" sz="1600" b="0" i="0" u="none" strike="noStrike" kern="1200" cap="none" spc="0" normalizeH="0" baseline="0" noProof="0" dirty="0">
              <a:ln>
                <a:noFill/>
              </a:ln>
              <a:solidFill>
                <a:srgbClr val="515052"/>
              </a:solidFill>
              <a:effectLst/>
              <a:uLnTx/>
              <a:uFillTx/>
              <a:latin typeface="Calibri"/>
              <a:ea typeface="微软雅黑"/>
              <a:cs typeface="+mn-cs"/>
            </a:endParaRPr>
          </a:p>
        </p:txBody>
      </p:sp>
      <p:sp>
        <p:nvSpPr>
          <p:cNvPr id="7" name="Shape 3">
            <a:extLst>
              <a:ext uri="{FF2B5EF4-FFF2-40B4-BE49-F238E27FC236}">
                <a16:creationId xmlns:a16="http://schemas.microsoft.com/office/drawing/2014/main" id="{634A2DD5-B4BB-9040-D9DC-7A3AD570ABB5}"/>
              </a:ext>
            </a:extLst>
          </p:cNvPr>
          <p:cNvSpPr/>
          <p:nvPr/>
        </p:nvSpPr>
        <p:spPr>
          <a:xfrm>
            <a:off x="246839" y="1466630"/>
            <a:ext cx="1714500" cy="2247511"/>
          </a:xfrm>
          <a:prstGeom prst="rect">
            <a:avLst/>
          </a:prstGeom>
          <a:solidFill>
            <a:srgbClr val="1976D2"/>
          </a:solidFill>
          <a:ln/>
        </p:spPr>
        <p:txBody>
          <a:bodyPr/>
          <a:lstStyle/>
          <a:p>
            <a:pPr marL="0" marR="0" lvl="0" indent="0" algn="l" defTabSz="914400" rtl="0" eaLnBrk="1" fontAlgn="auto" latinLnBrk="0" hangingPunct="1">
              <a:lnSpc>
                <a:spcPts val="18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15052"/>
              </a:solidFill>
              <a:effectLst/>
              <a:uLnTx/>
              <a:uFillTx/>
              <a:latin typeface="Calibri"/>
              <a:ea typeface="微软雅黑"/>
              <a:cs typeface="+mn-cs"/>
            </a:endParaRPr>
          </a:p>
        </p:txBody>
      </p:sp>
      <p:sp>
        <p:nvSpPr>
          <p:cNvPr id="8" name="Text 4">
            <a:extLst>
              <a:ext uri="{FF2B5EF4-FFF2-40B4-BE49-F238E27FC236}">
                <a16:creationId xmlns:a16="http://schemas.microsoft.com/office/drawing/2014/main" id="{A80A41C4-C24E-479A-B320-3431B14893C0}"/>
              </a:ext>
            </a:extLst>
          </p:cNvPr>
          <p:cNvSpPr/>
          <p:nvPr/>
        </p:nvSpPr>
        <p:spPr>
          <a:xfrm>
            <a:off x="417246" y="2405747"/>
            <a:ext cx="1333498" cy="246029"/>
          </a:xfrm>
          <a:prstGeom prst="rect">
            <a:avLst/>
          </a:prstGeom>
          <a:noFill/>
          <a:ln/>
        </p:spPr>
        <p:txBody>
          <a:bodyPr wrap="square" lIns="0" tIns="0" rIns="0" bIns="0" rtlCol="0" anchor="t">
            <a:spAutoFit/>
          </a:bodyPr>
          <a:lstStyle/>
          <a:p>
            <a:pPr marL="0" marR="0" lvl="0" indent="0" algn="ctr" defTabSz="914400" rtl="0" eaLnBrk="1" fontAlgn="auto" latinLnBrk="0" hangingPunct="1">
              <a:lnSpc>
                <a:spcPts val="18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FFFFFF"/>
                </a:solidFill>
                <a:effectLst/>
                <a:uLnTx/>
                <a:uFillTx/>
                <a:latin typeface="Calibri"/>
                <a:ea typeface="微软雅黑"/>
                <a:cs typeface="Inter Bold" pitchFamily="34" charset="-120"/>
              </a:rPr>
              <a:t>産品</a:t>
            </a:r>
            <a:r>
              <a:rPr kumimoji="0" lang="zh-CN" altLang="en-US" sz="2200" b="1" i="0" u="sng" strike="noStrike" kern="1200" cap="none" spc="0" normalizeH="0" baseline="0" noProof="0" dirty="0">
                <a:ln>
                  <a:noFill/>
                </a:ln>
                <a:solidFill>
                  <a:srgbClr val="FFFFFF"/>
                </a:solidFill>
                <a:effectLst/>
                <a:uLnTx/>
                <a:uFillTx/>
                <a:latin typeface="Calibri"/>
                <a:ea typeface="微软雅黑"/>
                <a:cs typeface="Inter Bold" pitchFamily="34" charset="-120"/>
              </a:rPr>
              <a:t>賣方</a:t>
            </a:r>
            <a:endParaRPr kumimoji="0" lang="en-US" sz="2200" b="0" i="0" u="sng" strike="noStrike" kern="1200" cap="none" spc="0" normalizeH="0" baseline="0" noProof="0" dirty="0">
              <a:ln>
                <a:noFill/>
              </a:ln>
              <a:solidFill>
                <a:srgbClr val="515052"/>
              </a:solidFill>
              <a:effectLst/>
              <a:uLnTx/>
              <a:uFillTx/>
              <a:latin typeface="Calibri"/>
              <a:ea typeface="微软雅黑"/>
              <a:cs typeface="+mn-cs"/>
            </a:endParaRPr>
          </a:p>
        </p:txBody>
      </p:sp>
      <p:sp>
        <p:nvSpPr>
          <p:cNvPr id="9" name="Text 5">
            <a:extLst>
              <a:ext uri="{FF2B5EF4-FFF2-40B4-BE49-F238E27FC236}">
                <a16:creationId xmlns:a16="http://schemas.microsoft.com/office/drawing/2014/main" id="{91FCE3C2-F779-A07B-39E1-05D0F3D501FE}"/>
              </a:ext>
            </a:extLst>
          </p:cNvPr>
          <p:cNvSpPr/>
          <p:nvPr/>
        </p:nvSpPr>
        <p:spPr>
          <a:xfrm>
            <a:off x="1326325" y="2129197"/>
            <a:ext cx="444512" cy="281487"/>
          </a:xfrm>
          <a:prstGeom prst="rect">
            <a:avLst/>
          </a:prstGeom>
          <a:noFill/>
          <a:ln/>
        </p:spPr>
        <p:txBody>
          <a:bodyPr wrap="square" lIns="0" tIns="0" rIns="0" bIns="0" rtlCol="0" anchor="t">
            <a:spAutoFit/>
          </a:bodyPr>
          <a:lstStyle/>
          <a:p>
            <a:pPr marL="0" marR="0" lvl="0" indent="0" algn="ctr" defTabSz="914400" rtl="0" eaLnBrk="1" fontAlgn="auto" latinLnBrk="0" hangingPunct="1">
              <a:lnSpc>
                <a:spcPts val="1800"/>
              </a:lnSpc>
              <a:spcBef>
                <a:spcPts val="0"/>
              </a:spcBef>
              <a:spcAft>
                <a:spcPts val="0"/>
              </a:spcAft>
              <a:buClrTx/>
              <a:buSzTx/>
              <a:buFontTx/>
              <a:buNone/>
              <a:tabLst/>
              <a:defRPr/>
            </a:pPr>
            <a:endParaRPr kumimoji="0" lang="en-US" sz="1733" b="0" i="0" u="none" strike="noStrike" kern="1200" cap="none" spc="0" normalizeH="0" baseline="0" noProof="0" dirty="0">
              <a:ln>
                <a:noFill/>
              </a:ln>
              <a:solidFill>
                <a:srgbClr val="515052"/>
              </a:solidFill>
              <a:effectLst/>
              <a:uLnTx/>
              <a:uFillTx/>
              <a:latin typeface="Calibri"/>
              <a:ea typeface="微软雅黑"/>
              <a:cs typeface="+mn-cs"/>
            </a:endParaRPr>
          </a:p>
        </p:txBody>
      </p:sp>
      <p:sp>
        <p:nvSpPr>
          <p:cNvPr id="10" name="Shape 6">
            <a:extLst>
              <a:ext uri="{FF2B5EF4-FFF2-40B4-BE49-F238E27FC236}">
                <a16:creationId xmlns:a16="http://schemas.microsoft.com/office/drawing/2014/main" id="{4BB7EE16-28DB-5FAD-45D5-876928EBDE56}"/>
              </a:ext>
            </a:extLst>
          </p:cNvPr>
          <p:cNvSpPr/>
          <p:nvPr/>
        </p:nvSpPr>
        <p:spPr>
          <a:xfrm>
            <a:off x="2151839" y="1466630"/>
            <a:ext cx="3219451" cy="2247511"/>
          </a:xfrm>
          <a:prstGeom prst="rect">
            <a:avLst/>
          </a:prstGeom>
          <a:solidFill>
            <a:srgbClr val="FFFFFF"/>
          </a:solidFill>
          <a:ln/>
          <a:effectLst>
            <a:outerShdw blurRad="50800" dist="38100" dir="2700000" algn="tl" rotWithShape="0">
              <a:prstClr val="black">
                <a:alpha val="40000"/>
              </a:prstClr>
            </a:outerShdw>
          </a:effectLst>
        </p:spPr>
        <p:txBody>
          <a:bodyPr/>
          <a:lstStyle/>
          <a:p>
            <a:pPr marL="0" marR="0" lvl="0" indent="0" algn="l" defTabSz="914400" rtl="0" eaLnBrk="1" fontAlgn="auto" latinLnBrk="0" hangingPunct="1">
              <a:lnSpc>
                <a:spcPts val="18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15052"/>
              </a:solidFill>
              <a:effectLst/>
              <a:uLnTx/>
              <a:uFillTx/>
              <a:latin typeface="Calibri"/>
              <a:ea typeface="微软雅黑"/>
              <a:cs typeface="+mn-cs"/>
            </a:endParaRPr>
          </a:p>
        </p:txBody>
      </p:sp>
      <p:sp>
        <p:nvSpPr>
          <p:cNvPr id="25" name="Shape 21">
            <a:extLst>
              <a:ext uri="{FF2B5EF4-FFF2-40B4-BE49-F238E27FC236}">
                <a16:creationId xmlns:a16="http://schemas.microsoft.com/office/drawing/2014/main" id="{74E2EFC1-2AE9-181F-E251-41303D28EFBA}"/>
              </a:ext>
            </a:extLst>
          </p:cNvPr>
          <p:cNvSpPr/>
          <p:nvPr/>
        </p:nvSpPr>
        <p:spPr>
          <a:xfrm>
            <a:off x="5561789" y="1466630"/>
            <a:ext cx="2876551" cy="2247511"/>
          </a:xfrm>
          <a:prstGeom prst="rect">
            <a:avLst/>
          </a:prstGeom>
          <a:solidFill>
            <a:srgbClr val="F6F9FC"/>
          </a:solidFill>
          <a:ln/>
          <a:effectLst>
            <a:outerShdw blurRad="50800" dist="38100" dir="2700000" algn="tl" rotWithShape="0">
              <a:prstClr val="black">
                <a:alpha val="40000"/>
              </a:prstClr>
            </a:outerShdw>
          </a:effectLst>
        </p:spPr>
        <p:txBody>
          <a:bodyPr/>
          <a:lstStyle/>
          <a:p>
            <a:pPr marL="0" marR="0" lvl="0" indent="0" algn="l" defTabSz="914400" rtl="0" eaLnBrk="1" fontAlgn="auto" latinLnBrk="0" hangingPunct="1">
              <a:lnSpc>
                <a:spcPts val="18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15052"/>
              </a:solidFill>
              <a:effectLst/>
              <a:uLnTx/>
              <a:uFillTx/>
              <a:latin typeface="Calibri"/>
              <a:ea typeface="微软雅黑"/>
              <a:cs typeface="+mn-cs"/>
            </a:endParaRPr>
          </a:p>
        </p:txBody>
      </p:sp>
      <p:sp>
        <p:nvSpPr>
          <p:cNvPr id="26" name="Text 22">
            <a:extLst>
              <a:ext uri="{FF2B5EF4-FFF2-40B4-BE49-F238E27FC236}">
                <a16:creationId xmlns:a16="http://schemas.microsoft.com/office/drawing/2014/main" id="{2DC89FD1-9EFD-0AD8-3D23-D61BF36A39B1}"/>
              </a:ext>
            </a:extLst>
          </p:cNvPr>
          <p:cNvSpPr/>
          <p:nvPr/>
        </p:nvSpPr>
        <p:spPr>
          <a:xfrm>
            <a:off x="5561789" y="1712661"/>
            <a:ext cx="2460867" cy="911981"/>
          </a:xfrm>
          <a:prstGeom prst="rect">
            <a:avLst/>
          </a:prstGeom>
          <a:noFill/>
          <a:ln/>
        </p:spPr>
        <p:txBody>
          <a:bodyPr wrap="square" lIns="226737" tIns="0" rIns="0" bIns="0" rtlCol="0" anchor="t">
            <a:spAutoFit/>
          </a:bodyPr>
          <a:lstStyle/>
          <a:p>
            <a:pPr marL="180975" marR="0" lvl="0" indent="-180975" algn="l" defTabSz="914400" rtl="0" eaLnBrk="1" fontAlgn="auto" latinLnBrk="0" hangingPunct="1">
              <a:lnSpc>
                <a:spcPts val="1800"/>
              </a:lnSpc>
              <a:spcBef>
                <a:spcPts val="0"/>
              </a:spcBef>
              <a:spcAft>
                <a:spcPts val="0"/>
              </a:spcAft>
              <a:buClrTx/>
              <a:buSzTx/>
              <a:buFont typeface="Arial"/>
              <a:buChar char="▪"/>
              <a:tabLst/>
              <a:defRPr/>
            </a:pPr>
            <a:r>
              <a:rPr kumimoji="0" lang="en-US" sz="1400" b="0" i="0" u="none" strike="noStrike" kern="1200" cap="none" spc="0" normalizeH="0" baseline="0" noProof="0" dirty="0" err="1">
                <a:ln>
                  <a:noFill/>
                </a:ln>
                <a:solidFill>
                  <a:srgbClr val="333333"/>
                </a:solidFill>
                <a:effectLst/>
                <a:uLnTx/>
                <a:uFillTx/>
                <a:latin typeface="Calibri"/>
                <a:ea typeface="微软雅黑"/>
                <a:cs typeface="Inter Medium" pitchFamily="34" charset="-120"/>
              </a:rPr>
              <a:t>一次性産品銷售</a:t>
            </a:r>
            <a:endParaRPr kumimoji="0" lang="en-US" sz="1400" b="0" i="0" u="none" strike="noStrike" kern="1200" cap="none" spc="0" normalizeH="0" baseline="0" noProof="0" dirty="0">
              <a:ln>
                <a:noFill/>
              </a:ln>
              <a:solidFill>
                <a:srgbClr val="333333"/>
              </a:solidFill>
              <a:effectLst/>
              <a:uLnTx/>
              <a:uFillTx/>
              <a:latin typeface="Calibri"/>
              <a:ea typeface="微软雅黑"/>
              <a:cs typeface="Inter Medium" pitchFamily="34" charset="-120"/>
            </a:endParaRPr>
          </a:p>
          <a:p>
            <a:pPr marL="180975" marR="0" lvl="0" indent="-180975" algn="l" defTabSz="914400" rtl="0" eaLnBrk="1" fontAlgn="auto" latinLnBrk="0" hangingPunct="1">
              <a:lnSpc>
                <a:spcPts val="1800"/>
              </a:lnSpc>
              <a:spcBef>
                <a:spcPts val="0"/>
              </a:spcBef>
              <a:spcAft>
                <a:spcPts val="0"/>
              </a:spcAft>
              <a:buClrTx/>
              <a:buSzTx/>
              <a:buFont typeface="Arial"/>
              <a:buChar char="▪"/>
              <a:tabLst/>
              <a:defRPr/>
            </a:pPr>
            <a:r>
              <a:rPr kumimoji="0" lang="en-US" sz="1400" b="0" i="0" u="none" strike="noStrike" kern="1200" cap="none" spc="0" normalizeH="0" baseline="0" noProof="0" dirty="0" err="1">
                <a:ln>
                  <a:noFill/>
                </a:ln>
                <a:solidFill>
                  <a:srgbClr val="333333"/>
                </a:solidFill>
                <a:effectLst/>
                <a:uLnTx/>
                <a:uFillTx/>
                <a:latin typeface="Calibri"/>
                <a:ea typeface="微软雅黑"/>
                <a:cs typeface="Inter Medium" pitchFamily="34" charset="-120"/>
              </a:rPr>
              <a:t>固定成本基礎</a:t>
            </a:r>
            <a:endParaRPr kumimoji="0" lang="en-US" sz="1400" b="0" i="0" u="none" strike="noStrike" kern="1200" cap="none" spc="0" normalizeH="0" baseline="0" noProof="0" dirty="0">
              <a:ln>
                <a:noFill/>
              </a:ln>
              <a:solidFill>
                <a:srgbClr val="333333"/>
              </a:solidFill>
              <a:effectLst/>
              <a:uLnTx/>
              <a:uFillTx/>
              <a:latin typeface="Calibri"/>
              <a:ea typeface="微软雅黑"/>
              <a:cs typeface="Inter Medium" pitchFamily="34" charset="-120"/>
            </a:endParaRPr>
          </a:p>
          <a:p>
            <a:pPr marL="180975" marR="0" lvl="0" indent="-180975" algn="l" defTabSz="914400" rtl="0" eaLnBrk="1" fontAlgn="auto" latinLnBrk="0" hangingPunct="1">
              <a:lnSpc>
                <a:spcPts val="1800"/>
              </a:lnSpc>
              <a:spcBef>
                <a:spcPts val="0"/>
              </a:spcBef>
              <a:spcAft>
                <a:spcPts val="0"/>
              </a:spcAft>
              <a:buClrTx/>
              <a:buSzTx/>
              <a:buFont typeface="Arial"/>
              <a:buChar char="▪"/>
              <a:tabLst/>
              <a:defRPr/>
            </a:pPr>
            <a:r>
              <a:rPr kumimoji="0" lang="en-US" sz="1400" b="0" i="0" u="none" strike="noStrike" kern="1200" cap="none" spc="0" normalizeH="0" baseline="0" noProof="0" dirty="0" err="1">
                <a:ln>
                  <a:noFill/>
                </a:ln>
                <a:solidFill>
                  <a:srgbClr val="333333"/>
                </a:solidFill>
                <a:effectLst/>
                <a:uLnTx/>
                <a:uFillTx/>
                <a:latin typeface="Calibri"/>
                <a:ea typeface="微软雅黑"/>
                <a:cs typeface="Inter Medium" pitchFamily="34" charset="-120"/>
              </a:rPr>
              <a:t>強定價能力</a:t>
            </a:r>
            <a:endParaRPr kumimoji="0" lang="en-US" sz="1400" b="0" i="0" u="none" strike="noStrike" kern="1200" cap="none" spc="0" normalizeH="0" baseline="0" noProof="0" dirty="0">
              <a:ln>
                <a:noFill/>
              </a:ln>
              <a:solidFill>
                <a:srgbClr val="333333"/>
              </a:solidFill>
              <a:effectLst/>
              <a:uLnTx/>
              <a:uFillTx/>
              <a:latin typeface="Calibri"/>
              <a:ea typeface="微软雅黑"/>
              <a:cs typeface="Inter Medium" pitchFamily="34" charset="-120"/>
            </a:endParaRPr>
          </a:p>
          <a:p>
            <a:pPr marL="180975" marR="0" lvl="0" indent="-180975" algn="l" defTabSz="914400" rtl="0" eaLnBrk="1" fontAlgn="auto" latinLnBrk="0" hangingPunct="1">
              <a:lnSpc>
                <a:spcPts val="1800"/>
              </a:lnSpc>
              <a:spcBef>
                <a:spcPts val="0"/>
              </a:spcBef>
              <a:spcAft>
                <a:spcPts val="0"/>
              </a:spcAft>
              <a:buClrTx/>
              <a:buSzTx/>
              <a:buFont typeface="Arial"/>
              <a:buChar char="▪"/>
              <a:tabLst/>
              <a:defRPr/>
            </a:pPr>
            <a:r>
              <a:rPr kumimoji="0" lang="en-US" sz="1400" b="0" i="0" u="none" strike="noStrike" kern="1200" cap="none" spc="0" normalizeH="0" baseline="0" noProof="0" dirty="0" err="1">
                <a:ln>
                  <a:noFill/>
                </a:ln>
                <a:solidFill>
                  <a:srgbClr val="333333"/>
                </a:solidFill>
                <a:effectLst/>
                <a:uLnTx/>
                <a:uFillTx/>
                <a:latin typeface="Calibri"/>
                <a:ea typeface="微软雅黑"/>
                <a:cs typeface="Inter Medium" pitchFamily="34" charset="-120"/>
              </a:rPr>
              <a:t>大幅EPS上調</a:t>
            </a:r>
            <a:endParaRPr kumimoji="0" lang="en-US" sz="1400" b="0" i="0" u="none" strike="noStrike" kern="1200" cap="none" spc="0" normalizeH="0" baseline="0" noProof="0" dirty="0">
              <a:ln>
                <a:noFill/>
              </a:ln>
              <a:solidFill>
                <a:srgbClr val="515052"/>
              </a:solidFill>
              <a:effectLst/>
              <a:uLnTx/>
              <a:uFillTx/>
              <a:latin typeface="Calibri"/>
              <a:ea typeface="微软雅黑"/>
              <a:cs typeface="+mn-cs"/>
            </a:endParaRPr>
          </a:p>
        </p:txBody>
      </p:sp>
      <p:sp>
        <p:nvSpPr>
          <p:cNvPr id="36" name="Shape 31">
            <a:extLst>
              <a:ext uri="{FF2B5EF4-FFF2-40B4-BE49-F238E27FC236}">
                <a16:creationId xmlns:a16="http://schemas.microsoft.com/office/drawing/2014/main" id="{0A140CEB-E594-5EC4-2831-6A22B306A436}"/>
              </a:ext>
            </a:extLst>
          </p:cNvPr>
          <p:cNvSpPr/>
          <p:nvPr/>
        </p:nvSpPr>
        <p:spPr>
          <a:xfrm>
            <a:off x="9171155" y="1466630"/>
            <a:ext cx="2667000" cy="2247511"/>
          </a:xfrm>
          <a:prstGeom prst="rect">
            <a:avLst/>
          </a:prstGeom>
          <a:solidFill>
            <a:srgbClr val="FFFFFF"/>
          </a:solidFill>
          <a:ln/>
          <a:effectLst>
            <a:outerShdw blurRad="50800" dist="38100" dir="2700000" algn="tl" rotWithShape="0">
              <a:prstClr val="black">
                <a:alpha val="40000"/>
              </a:prstClr>
            </a:outerShdw>
          </a:effectLst>
        </p:spPr>
        <p:txBody>
          <a:bodyPr/>
          <a:lstStyle/>
          <a:p>
            <a:pPr marL="0" marR="0" lvl="0" indent="0" algn="l" defTabSz="914400" rtl="0" eaLnBrk="1" fontAlgn="auto" latinLnBrk="0" hangingPunct="1">
              <a:lnSpc>
                <a:spcPts val="18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15052"/>
              </a:solidFill>
              <a:effectLst/>
              <a:uLnTx/>
              <a:uFillTx/>
              <a:latin typeface="Calibri"/>
              <a:ea typeface="微软雅黑"/>
              <a:cs typeface="+mn-cs"/>
            </a:endParaRPr>
          </a:p>
        </p:txBody>
      </p:sp>
      <p:sp>
        <p:nvSpPr>
          <p:cNvPr id="37" name="Text 32">
            <a:extLst>
              <a:ext uri="{FF2B5EF4-FFF2-40B4-BE49-F238E27FC236}">
                <a16:creationId xmlns:a16="http://schemas.microsoft.com/office/drawing/2014/main" id="{D2A18A80-319A-79D5-646A-42935EE3C981}"/>
              </a:ext>
            </a:extLst>
          </p:cNvPr>
          <p:cNvSpPr/>
          <p:nvPr/>
        </p:nvSpPr>
        <p:spPr>
          <a:xfrm>
            <a:off x="9180768" y="2349956"/>
            <a:ext cx="2667000" cy="677108"/>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ts val="18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1976D2"/>
                </a:solidFill>
                <a:effectLst/>
                <a:uLnTx/>
                <a:uFillTx/>
                <a:latin typeface="Calibri"/>
                <a:ea typeface="微软雅黑"/>
                <a:cs typeface="Inter ExtraBold" pitchFamily="34" charset="-120"/>
              </a:rPr>
              <a:t>~ 150%</a:t>
            </a:r>
            <a:endParaRPr kumimoji="0" lang="en-US" sz="4400" b="0" i="0" u="none" strike="noStrike" kern="1200" cap="none" spc="0" normalizeH="0" baseline="0" noProof="0" dirty="0">
              <a:ln>
                <a:noFill/>
              </a:ln>
              <a:solidFill>
                <a:srgbClr val="515052"/>
              </a:solidFill>
              <a:effectLst/>
              <a:uLnTx/>
              <a:uFillTx/>
              <a:latin typeface="Calibri"/>
              <a:ea typeface="微软雅黑"/>
              <a:cs typeface="+mn-cs"/>
            </a:endParaRPr>
          </a:p>
        </p:txBody>
      </p:sp>
      <p:sp>
        <p:nvSpPr>
          <p:cNvPr id="38" name="Shape 33">
            <a:extLst>
              <a:ext uri="{FF2B5EF4-FFF2-40B4-BE49-F238E27FC236}">
                <a16:creationId xmlns:a16="http://schemas.microsoft.com/office/drawing/2014/main" id="{984BFFA4-F9DA-6DF7-6472-3809D6ECCBCB}"/>
              </a:ext>
            </a:extLst>
          </p:cNvPr>
          <p:cNvSpPr/>
          <p:nvPr/>
        </p:nvSpPr>
        <p:spPr>
          <a:xfrm>
            <a:off x="246839" y="3904642"/>
            <a:ext cx="1714500" cy="2247511"/>
          </a:xfrm>
          <a:prstGeom prst="rect">
            <a:avLst/>
          </a:prstGeom>
          <a:solidFill>
            <a:srgbClr val="616161"/>
          </a:solidFill>
          <a:ln/>
        </p:spPr>
        <p:txBody>
          <a:bodyPr/>
          <a:lstStyle/>
          <a:p>
            <a:pPr marL="0" marR="0" lvl="0" indent="0" algn="l" defTabSz="914400" rtl="0" eaLnBrk="1" fontAlgn="auto" latinLnBrk="0" hangingPunct="1">
              <a:lnSpc>
                <a:spcPts val="18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15052"/>
              </a:solidFill>
              <a:effectLst/>
              <a:uLnTx/>
              <a:uFillTx/>
              <a:latin typeface="Calibri"/>
              <a:ea typeface="微软雅黑"/>
              <a:cs typeface="+mn-cs"/>
            </a:endParaRPr>
          </a:p>
        </p:txBody>
      </p:sp>
      <p:sp>
        <p:nvSpPr>
          <p:cNvPr id="39" name="Text 34">
            <a:extLst>
              <a:ext uri="{FF2B5EF4-FFF2-40B4-BE49-F238E27FC236}">
                <a16:creationId xmlns:a16="http://schemas.microsoft.com/office/drawing/2014/main" id="{E9641961-33CA-739E-1F2D-269E3C74E030}"/>
              </a:ext>
            </a:extLst>
          </p:cNvPr>
          <p:cNvSpPr/>
          <p:nvPr/>
        </p:nvSpPr>
        <p:spPr>
          <a:xfrm>
            <a:off x="424126" y="4905381"/>
            <a:ext cx="1333498" cy="246029"/>
          </a:xfrm>
          <a:prstGeom prst="rect">
            <a:avLst/>
          </a:prstGeom>
          <a:noFill/>
          <a:ln/>
        </p:spPr>
        <p:txBody>
          <a:bodyPr wrap="square" lIns="0" tIns="0" rIns="0" bIns="0" rtlCol="0" anchor="t">
            <a:spAutoFit/>
          </a:bodyPr>
          <a:lstStyle/>
          <a:p>
            <a:pPr marL="0" marR="0" lvl="0" indent="0" algn="ctr" defTabSz="914400" rtl="0" eaLnBrk="1" fontAlgn="auto" latinLnBrk="0" hangingPunct="1">
              <a:lnSpc>
                <a:spcPts val="18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FFFFFF"/>
                </a:solidFill>
                <a:effectLst/>
                <a:uLnTx/>
                <a:uFillTx/>
                <a:latin typeface="Calibri"/>
                <a:ea typeface="微软雅黑"/>
                <a:cs typeface="Inter Bold" pitchFamily="34" charset="-120"/>
              </a:rPr>
              <a:t>産品</a:t>
            </a:r>
            <a:r>
              <a:rPr kumimoji="0" lang="zh-CN" altLang="en-US" sz="2200" b="1" i="0" u="sng" strike="noStrike" kern="1200" cap="none" spc="0" normalizeH="0" baseline="0" noProof="0" dirty="0">
                <a:ln>
                  <a:noFill/>
                </a:ln>
                <a:solidFill>
                  <a:srgbClr val="FFFFFF"/>
                </a:solidFill>
                <a:effectLst/>
                <a:uLnTx/>
                <a:uFillTx/>
                <a:latin typeface="Calibri"/>
                <a:ea typeface="微软雅黑"/>
                <a:cs typeface="Inter Bold" pitchFamily="34" charset="-120"/>
              </a:rPr>
              <a:t>買方</a:t>
            </a:r>
            <a:endParaRPr kumimoji="0" lang="en-US" sz="2200" b="0" i="0" u="sng" strike="noStrike" kern="1200" cap="none" spc="0" normalizeH="0" baseline="0" noProof="0" dirty="0">
              <a:ln>
                <a:noFill/>
              </a:ln>
              <a:solidFill>
                <a:srgbClr val="515052"/>
              </a:solidFill>
              <a:effectLst/>
              <a:uLnTx/>
              <a:uFillTx/>
              <a:latin typeface="Calibri"/>
              <a:ea typeface="微软雅黑"/>
              <a:cs typeface="+mn-cs"/>
            </a:endParaRPr>
          </a:p>
        </p:txBody>
      </p:sp>
      <p:sp>
        <p:nvSpPr>
          <p:cNvPr id="41" name="Shape 36">
            <a:extLst>
              <a:ext uri="{FF2B5EF4-FFF2-40B4-BE49-F238E27FC236}">
                <a16:creationId xmlns:a16="http://schemas.microsoft.com/office/drawing/2014/main" id="{8DD41068-D645-67F8-22A5-A1ACD3F0E6B4}"/>
              </a:ext>
            </a:extLst>
          </p:cNvPr>
          <p:cNvSpPr/>
          <p:nvPr/>
        </p:nvSpPr>
        <p:spPr>
          <a:xfrm>
            <a:off x="2151839" y="3904642"/>
            <a:ext cx="3219451" cy="2247511"/>
          </a:xfrm>
          <a:prstGeom prst="rect">
            <a:avLst/>
          </a:prstGeom>
          <a:solidFill>
            <a:srgbClr val="FFFFFF"/>
          </a:solidFill>
          <a:ln/>
          <a:effectLst>
            <a:outerShdw blurRad="50800" dist="38100" dir="2700000" algn="tl" rotWithShape="0">
              <a:prstClr val="black">
                <a:alpha val="40000"/>
              </a:prstClr>
            </a:outerShdw>
          </a:effectLst>
        </p:spPr>
        <p:txBody>
          <a:bodyPr/>
          <a:lstStyle/>
          <a:p>
            <a:pPr marL="0" marR="0" lvl="0" indent="0" algn="l" defTabSz="914400" rtl="0" eaLnBrk="1" fontAlgn="auto" latinLnBrk="0" hangingPunct="1">
              <a:lnSpc>
                <a:spcPts val="18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15052"/>
              </a:solidFill>
              <a:effectLst/>
              <a:uLnTx/>
              <a:uFillTx/>
              <a:latin typeface="Calibri"/>
              <a:ea typeface="微软雅黑"/>
              <a:cs typeface="+mn-cs"/>
            </a:endParaRPr>
          </a:p>
        </p:txBody>
      </p:sp>
      <p:sp>
        <p:nvSpPr>
          <p:cNvPr id="52" name="Shape 47">
            <a:extLst>
              <a:ext uri="{FF2B5EF4-FFF2-40B4-BE49-F238E27FC236}">
                <a16:creationId xmlns:a16="http://schemas.microsoft.com/office/drawing/2014/main" id="{27150178-CD6D-EFAA-DDB0-93E73B994717}"/>
              </a:ext>
            </a:extLst>
          </p:cNvPr>
          <p:cNvSpPr/>
          <p:nvPr/>
        </p:nvSpPr>
        <p:spPr>
          <a:xfrm>
            <a:off x="5561789" y="3904642"/>
            <a:ext cx="2876551" cy="2247511"/>
          </a:xfrm>
          <a:prstGeom prst="rect">
            <a:avLst/>
          </a:prstGeom>
          <a:solidFill>
            <a:srgbClr val="F6F9FC"/>
          </a:solidFill>
          <a:ln/>
          <a:effectLst>
            <a:outerShdw blurRad="50800" dist="38100" dir="2700000" algn="tl" rotWithShape="0">
              <a:prstClr val="black">
                <a:alpha val="40000"/>
              </a:prstClr>
            </a:outerShdw>
          </a:effectLst>
        </p:spPr>
        <p:txBody>
          <a:bodyPr/>
          <a:lstStyle/>
          <a:p>
            <a:pPr marL="0" marR="0" lvl="0" indent="0" algn="l" defTabSz="914400" rtl="0" eaLnBrk="1" fontAlgn="auto" latinLnBrk="0" hangingPunct="1">
              <a:lnSpc>
                <a:spcPts val="18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15052"/>
              </a:solidFill>
              <a:effectLst/>
              <a:uLnTx/>
              <a:uFillTx/>
              <a:latin typeface="Calibri"/>
              <a:ea typeface="微软雅黑"/>
              <a:cs typeface="+mn-cs"/>
            </a:endParaRPr>
          </a:p>
        </p:txBody>
      </p:sp>
      <p:sp>
        <p:nvSpPr>
          <p:cNvPr id="61" name="Shape 55">
            <a:extLst>
              <a:ext uri="{FF2B5EF4-FFF2-40B4-BE49-F238E27FC236}">
                <a16:creationId xmlns:a16="http://schemas.microsoft.com/office/drawing/2014/main" id="{231257E9-B410-5EA4-2BD2-4F2EE378AB5F}"/>
              </a:ext>
            </a:extLst>
          </p:cNvPr>
          <p:cNvSpPr/>
          <p:nvPr/>
        </p:nvSpPr>
        <p:spPr>
          <a:xfrm>
            <a:off x="9171155" y="3904642"/>
            <a:ext cx="2667000" cy="2247511"/>
          </a:xfrm>
          <a:prstGeom prst="rect">
            <a:avLst/>
          </a:prstGeom>
          <a:solidFill>
            <a:srgbClr val="FFFFFF"/>
          </a:solidFill>
          <a:ln/>
          <a:effectLst>
            <a:outerShdw blurRad="50800" dist="38100" dir="2700000" algn="tl" rotWithShape="0">
              <a:prstClr val="black">
                <a:alpha val="40000"/>
              </a:prstClr>
            </a:outerShdw>
          </a:effectLst>
        </p:spPr>
        <p:txBody>
          <a:bodyPr/>
          <a:lstStyle/>
          <a:p>
            <a:pPr marL="0" marR="0" lvl="0" indent="0" algn="l" defTabSz="914400" rtl="0" eaLnBrk="1" fontAlgn="auto" latinLnBrk="0" hangingPunct="1">
              <a:lnSpc>
                <a:spcPts val="18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15052"/>
              </a:solidFill>
              <a:effectLst/>
              <a:uLnTx/>
              <a:uFillTx/>
              <a:latin typeface="Calibri"/>
              <a:ea typeface="微软雅黑"/>
              <a:cs typeface="+mn-cs"/>
            </a:endParaRPr>
          </a:p>
        </p:txBody>
      </p:sp>
      <p:sp>
        <p:nvSpPr>
          <p:cNvPr id="62" name="Text 56">
            <a:extLst>
              <a:ext uri="{FF2B5EF4-FFF2-40B4-BE49-F238E27FC236}">
                <a16:creationId xmlns:a16="http://schemas.microsoft.com/office/drawing/2014/main" id="{D67AD3F1-96CE-DB28-2C76-33EC2A84397A}"/>
              </a:ext>
            </a:extLst>
          </p:cNvPr>
          <p:cNvSpPr/>
          <p:nvPr/>
        </p:nvSpPr>
        <p:spPr>
          <a:xfrm>
            <a:off x="9171155" y="4804336"/>
            <a:ext cx="2667000" cy="677108"/>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ts val="18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616161"/>
                </a:solidFill>
                <a:effectLst/>
                <a:uLnTx/>
                <a:uFillTx/>
                <a:latin typeface="Calibri"/>
                <a:ea typeface="微软雅黑"/>
                <a:cs typeface="Inter ExtraBold" pitchFamily="34" charset="-120"/>
              </a:rPr>
              <a:t>~ -3%</a:t>
            </a:r>
            <a:endParaRPr kumimoji="0" lang="en-US" sz="4400" b="0" i="0" u="none" strike="noStrike" kern="1200" cap="none" spc="0" normalizeH="0" baseline="0" noProof="0" dirty="0">
              <a:ln>
                <a:noFill/>
              </a:ln>
              <a:solidFill>
                <a:srgbClr val="515052"/>
              </a:solidFill>
              <a:effectLst/>
              <a:uLnTx/>
              <a:uFillTx/>
              <a:latin typeface="Calibri"/>
              <a:ea typeface="微软雅黑"/>
              <a:cs typeface="+mn-cs"/>
            </a:endParaRPr>
          </a:p>
        </p:txBody>
      </p:sp>
      <p:pic>
        <p:nvPicPr>
          <p:cNvPr id="66" name="图片 65">
            <a:extLst>
              <a:ext uri="{FF2B5EF4-FFF2-40B4-BE49-F238E27FC236}">
                <a16:creationId xmlns:a16="http://schemas.microsoft.com/office/drawing/2014/main" id="{CBBF415E-D832-876B-28A8-03F3B2ACA787}"/>
              </a:ext>
            </a:extLst>
          </p:cNvPr>
          <p:cNvPicPr>
            <a:picLocks noChangeAspect="1"/>
          </p:cNvPicPr>
          <p:nvPr/>
        </p:nvPicPr>
        <p:blipFill>
          <a:blip r:embed="rId2"/>
          <a:stretch>
            <a:fillRect/>
          </a:stretch>
        </p:blipFill>
        <p:spPr>
          <a:xfrm>
            <a:off x="8538395" y="2320100"/>
            <a:ext cx="561887" cy="561887"/>
          </a:xfrm>
          <a:prstGeom prst="rect">
            <a:avLst/>
          </a:prstGeom>
        </p:spPr>
      </p:pic>
      <p:pic>
        <p:nvPicPr>
          <p:cNvPr id="68" name="图片 67">
            <a:extLst>
              <a:ext uri="{FF2B5EF4-FFF2-40B4-BE49-F238E27FC236}">
                <a16:creationId xmlns:a16="http://schemas.microsoft.com/office/drawing/2014/main" id="{814455CB-4C03-26AB-0080-7A568FB342CB}"/>
              </a:ext>
            </a:extLst>
          </p:cNvPr>
          <p:cNvPicPr>
            <a:picLocks noChangeAspect="1"/>
          </p:cNvPicPr>
          <p:nvPr/>
        </p:nvPicPr>
        <p:blipFill>
          <a:blip r:embed="rId3"/>
          <a:stretch>
            <a:fillRect/>
          </a:stretch>
        </p:blipFill>
        <p:spPr>
          <a:xfrm>
            <a:off x="8538395" y="4747453"/>
            <a:ext cx="561887" cy="561887"/>
          </a:xfrm>
          <a:prstGeom prst="rect">
            <a:avLst/>
          </a:prstGeom>
        </p:spPr>
      </p:pic>
      <p:sp>
        <p:nvSpPr>
          <p:cNvPr id="69" name="Text 22">
            <a:extLst>
              <a:ext uri="{FF2B5EF4-FFF2-40B4-BE49-F238E27FC236}">
                <a16:creationId xmlns:a16="http://schemas.microsoft.com/office/drawing/2014/main" id="{75A7A0C1-ACE2-E788-8861-13ADEA097762}"/>
              </a:ext>
            </a:extLst>
          </p:cNvPr>
          <p:cNvSpPr/>
          <p:nvPr/>
        </p:nvSpPr>
        <p:spPr>
          <a:xfrm>
            <a:off x="5545864" y="4250145"/>
            <a:ext cx="2747430" cy="681149"/>
          </a:xfrm>
          <a:prstGeom prst="rect">
            <a:avLst/>
          </a:prstGeom>
          <a:noFill/>
          <a:ln/>
        </p:spPr>
        <p:txBody>
          <a:bodyPr wrap="square" lIns="226737" tIns="0" rIns="0" bIns="0" rtlCol="0" anchor="t">
            <a:spAutoFit/>
          </a:bodyPr>
          <a:lstStyle/>
          <a:p>
            <a:pPr marL="180975" marR="0" lvl="0" indent="-180975" algn="l" defTabSz="914400" rtl="0" eaLnBrk="1" fontAlgn="auto" latinLnBrk="0" hangingPunct="1">
              <a:lnSpc>
                <a:spcPts val="1800"/>
              </a:lnSpc>
              <a:spcBef>
                <a:spcPts val="0"/>
              </a:spcBef>
              <a:spcAft>
                <a:spcPts val="0"/>
              </a:spcAft>
              <a:buClrTx/>
              <a:buSzTx/>
              <a:buFont typeface="Arial"/>
              <a:buChar char="▪"/>
              <a:tabLst/>
              <a:defRPr/>
            </a:pPr>
            <a:r>
              <a:rPr kumimoji="0" lang="zh-CN" altLang="en-US" sz="1400" b="0" i="0" u="none" strike="noStrike" kern="1200" cap="none" spc="0" normalizeH="0" baseline="0" noProof="0" dirty="0">
                <a:ln>
                  <a:noFill/>
                </a:ln>
                <a:solidFill>
                  <a:srgbClr val="333333"/>
                </a:solidFill>
                <a:effectLst/>
                <a:uLnTx/>
                <a:uFillTx/>
                <a:latin typeface="Calibri"/>
                <a:ea typeface="微软雅黑"/>
                <a:cs typeface="Inter Medium" pitchFamily="34" charset="-120"/>
              </a:rPr>
              <a:t>高額前期資本支出</a:t>
            </a:r>
            <a:r>
              <a:rPr kumimoji="0" lang="en-US" altLang="zh-CN" sz="1400" b="0" i="0" u="none" strike="noStrike" kern="1200" cap="none" spc="0" normalizeH="0" baseline="0" noProof="0" dirty="0">
                <a:ln>
                  <a:noFill/>
                </a:ln>
                <a:solidFill>
                  <a:srgbClr val="333333"/>
                </a:solidFill>
                <a:effectLst/>
                <a:uLnTx/>
                <a:uFillTx/>
                <a:latin typeface="Calibri"/>
                <a:ea typeface="微软雅黑"/>
                <a:cs typeface="Inter Medium" pitchFamily="34" charset="-120"/>
              </a:rPr>
              <a:t>/</a:t>
            </a:r>
            <a:r>
              <a:rPr kumimoji="0" lang="zh-CN" altLang="en-US" sz="1400" b="0" i="0" u="none" strike="noStrike" kern="1200" cap="none" spc="0" normalizeH="0" baseline="0" noProof="0" dirty="0">
                <a:ln>
                  <a:noFill/>
                </a:ln>
                <a:solidFill>
                  <a:srgbClr val="333333"/>
                </a:solidFill>
                <a:effectLst/>
                <a:uLnTx/>
                <a:uFillTx/>
                <a:latin typeface="Calibri"/>
                <a:ea typeface="微软雅黑"/>
                <a:cs typeface="Inter Medium" pitchFamily="34" charset="-120"/>
              </a:rPr>
              <a:t>運營支出</a:t>
            </a:r>
          </a:p>
          <a:p>
            <a:pPr marL="180975" marR="0" lvl="0" indent="-180975" algn="l" defTabSz="914400" rtl="0" eaLnBrk="1" fontAlgn="auto" latinLnBrk="0" hangingPunct="1">
              <a:lnSpc>
                <a:spcPts val="1800"/>
              </a:lnSpc>
              <a:spcBef>
                <a:spcPts val="0"/>
              </a:spcBef>
              <a:spcAft>
                <a:spcPts val="0"/>
              </a:spcAft>
              <a:buClrTx/>
              <a:buSzTx/>
              <a:buFont typeface="Arial"/>
              <a:buChar char="▪"/>
              <a:tabLst/>
              <a:defRPr/>
            </a:pPr>
            <a:r>
              <a:rPr kumimoji="0" lang="zh-CN" altLang="en-US" sz="1400" b="0" i="0" u="none" strike="noStrike" kern="1200" cap="none" spc="0" normalizeH="0" baseline="0" noProof="0" dirty="0">
                <a:ln>
                  <a:noFill/>
                </a:ln>
                <a:solidFill>
                  <a:srgbClr val="333333"/>
                </a:solidFill>
                <a:effectLst/>
                <a:uLnTx/>
                <a:uFillTx/>
                <a:latin typeface="Calibri"/>
                <a:ea typeface="微软雅黑"/>
                <a:cs typeface="Inter Medium" pitchFamily="34" charset="-120"/>
              </a:rPr>
              <a:t>回報週期跨越數年</a:t>
            </a:r>
          </a:p>
          <a:p>
            <a:pPr marL="180975" marR="0" lvl="0" indent="-180975" algn="l" defTabSz="914400" rtl="0" eaLnBrk="1" fontAlgn="auto" latinLnBrk="0" hangingPunct="1">
              <a:lnSpc>
                <a:spcPts val="1800"/>
              </a:lnSpc>
              <a:spcBef>
                <a:spcPts val="0"/>
              </a:spcBef>
              <a:spcAft>
                <a:spcPts val="0"/>
              </a:spcAft>
              <a:buClrTx/>
              <a:buSzTx/>
              <a:buFont typeface="Arial"/>
              <a:buChar char="▪"/>
              <a:tabLst/>
              <a:defRPr/>
            </a:pPr>
            <a:r>
              <a:rPr kumimoji="0" lang="zh-CN" altLang="en-US" sz="1400" b="0" i="0" u="none" strike="noStrike" kern="1200" cap="none" spc="0" normalizeH="0" baseline="0" noProof="0" dirty="0">
                <a:ln>
                  <a:noFill/>
                </a:ln>
                <a:solidFill>
                  <a:srgbClr val="333333"/>
                </a:solidFill>
                <a:effectLst/>
                <a:uLnTx/>
                <a:uFillTx/>
                <a:latin typeface="Calibri"/>
                <a:ea typeface="微软雅黑"/>
                <a:cs typeface="Inter Medium" pitchFamily="34" charset="-120"/>
              </a:rPr>
              <a:t>溫和的</a:t>
            </a:r>
            <a:r>
              <a:rPr kumimoji="0" lang="en-US" sz="1400" b="0" i="0" u="none" strike="noStrike" kern="1200" cap="none" spc="0" normalizeH="0" baseline="0" noProof="0" dirty="0">
                <a:ln>
                  <a:noFill/>
                </a:ln>
                <a:solidFill>
                  <a:srgbClr val="333333"/>
                </a:solidFill>
                <a:effectLst/>
                <a:uLnTx/>
                <a:uFillTx/>
                <a:latin typeface="Calibri"/>
                <a:ea typeface="微软雅黑"/>
                <a:cs typeface="Inter Medium" pitchFamily="34" charset="-120"/>
              </a:rPr>
              <a:t>EPS</a:t>
            </a:r>
            <a:r>
              <a:rPr kumimoji="0" lang="zh-CN" altLang="en-US" sz="1400" b="0" i="0" u="none" strike="noStrike" kern="1200" cap="none" spc="0" normalizeH="0" baseline="0" noProof="0" dirty="0">
                <a:ln>
                  <a:noFill/>
                </a:ln>
                <a:solidFill>
                  <a:srgbClr val="333333"/>
                </a:solidFill>
                <a:effectLst/>
                <a:uLnTx/>
                <a:uFillTx/>
                <a:latin typeface="Calibri"/>
                <a:ea typeface="微软雅黑"/>
                <a:cs typeface="Inter Medium" pitchFamily="34" charset="-120"/>
              </a:rPr>
              <a:t>上調</a:t>
            </a:r>
          </a:p>
        </p:txBody>
      </p:sp>
      <p:pic>
        <p:nvPicPr>
          <p:cNvPr id="72" name="图片 71" descr="Broadcom aims to settle EU antitrust probe with offer to scrap exclusivity  deals">
            <a:extLst>
              <a:ext uri="{FF2B5EF4-FFF2-40B4-BE49-F238E27FC236}">
                <a16:creationId xmlns:a16="http://schemas.microsoft.com/office/drawing/2014/main" id="{9E402079-EEDF-4830-277D-8B446ED842A2}"/>
              </a:ext>
            </a:extLst>
          </p:cNvPr>
          <p:cNvPicPr>
            <a:picLocks noChangeAspect="1"/>
          </p:cNvPicPr>
          <p:nvPr/>
        </p:nvPicPr>
        <p:blipFill>
          <a:blip r:embed="rId4">
            <a:clrChange>
              <a:clrFrom>
                <a:srgbClr val="FDFDFD"/>
              </a:clrFrom>
              <a:clrTo>
                <a:srgbClr val="FDFDFD">
                  <a:alpha val="0"/>
                </a:srgbClr>
              </a:clrTo>
            </a:clrChange>
          </a:blip>
          <a:stretch>
            <a:fillRect/>
          </a:stretch>
        </p:blipFill>
        <p:spPr>
          <a:xfrm>
            <a:off x="1912896" y="1303835"/>
            <a:ext cx="1457325" cy="971550"/>
          </a:xfrm>
          <a:prstGeom prst="rect">
            <a:avLst/>
          </a:prstGeom>
        </p:spPr>
      </p:pic>
      <p:pic>
        <p:nvPicPr>
          <p:cNvPr id="73" name="图片 72" descr="美国光学材料和半导体制造商：科希伦Coherent Corp.(COHR) | 美股之家- 港股美股开户投资百科全书">
            <a:extLst>
              <a:ext uri="{FF2B5EF4-FFF2-40B4-BE49-F238E27FC236}">
                <a16:creationId xmlns:a16="http://schemas.microsoft.com/office/drawing/2014/main" id="{B688BDF2-0F9D-0BDB-6006-29D75C720EB8}"/>
              </a:ext>
            </a:extLst>
          </p:cNvPr>
          <p:cNvPicPr>
            <a:picLocks noChangeAspect="1"/>
          </p:cNvPicPr>
          <p:nvPr/>
        </p:nvPicPr>
        <p:blipFill>
          <a:blip r:embed="rId5"/>
          <a:stretch>
            <a:fillRect/>
          </a:stretch>
        </p:blipFill>
        <p:spPr>
          <a:xfrm>
            <a:off x="3174852" y="1492761"/>
            <a:ext cx="904282" cy="678212"/>
          </a:xfrm>
          <a:prstGeom prst="rect">
            <a:avLst/>
          </a:prstGeom>
        </p:spPr>
      </p:pic>
      <p:pic>
        <p:nvPicPr>
          <p:cNvPr id="74" name="图片 73" descr="Marvell Technology, Inc. | Essential technology, done right">
            <a:extLst>
              <a:ext uri="{FF2B5EF4-FFF2-40B4-BE49-F238E27FC236}">
                <a16:creationId xmlns:a16="http://schemas.microsoft.com/office/drawing/2014/main" id="{61EE4327-816A-3592-56F9-3A5E539B5843}"/>
              </a:ext>
            </a:extLst>
          </p:cNvPr>
          <p:cNvPicPr>
            <a:picLocks noChangeAspect="1"/>
          </p:cNvPicPr>
          <p:nvPr/>
        </p:nvPicPr>
        <p:blipFill>
          <a:blip r:embed="rId6"/>
          <a:stretch>
            <a:fillRect/>
          </a:stretch>
        </p:blipFill>
        <p:spPr>
          <a:xfrm>
            <a:off x="4193839" y="1672568"/>
            <a:ext cx="1111385" cy="318597"/>
          </a:xfrm>
          <a:prstGeom prst="rect">
            <a:avLst/>
          </a:prstGeom>
        </p:spPr>
      </p:pic>
      <p:pic>
        <p:nvPicPr>
          <p:cNvPr id="75" name="图片 74" descr="GE Vernova | The Energy of Change">
            <a:extLst>
              <a:ext uri="{FF2B5EF4-FFF2-40B4-BE49-F238E27FC236}">
                <a16:creationId xmlns:a16="http://schemas.microsoft.com/office/drawing/2014/main" id="{5CFB9C74-4031-1920-5413-FF481D4102A5}"/>
              </a:ext>
            </a:extLst>
          </p:cNvPr>
          <p:cNvPicPr>
            <a:picLocks noChangeAspect="1"/>
          </p:cNvPicPr>
          <p:nvPr/>
        </p:nvPicPr>
        <p:blipFill>
          <a:blip r:embed="rId7">
            <a:clrChange>
              <a:clrFrom>
                <a:srgbClr val="FFFFFF"/>
              </a:clrFrom>
              <a:clrTo>
                <a:srgbClr val="FFFFFF">
                  <a:alpha val="0"/>
                </a:srgbClr>
              </a:clrTo>
            </a:clrChange>
          </a:blip>
          <a:stretch>
            <a:fillRect/>
          </a:stretch>
        </p:blipFill>
        <p:spPr>
          <a:xfrm>
            <a:off x="2243221" y="2123026"/>
            <a:ext cx="1457325" cy="320124"/>
          </a:xfrm>
          <a:prstGeom prst="rect">
            <a:avLst/>
          </a:prstGeom>
        </p:spPr>
      </p:pic>
      <p:pic>
        <p:nvPicPr>
          <p:cNvPr id="76" name="图片 75" descr="Careers | Lumentum">
            <a:extLst>
              <a:ext uri="{FF2B5EF4-FFF2-40B4-BE49-F238E27FC236}">
                <a16:creationId xmlns:a16="http://schemas.microsoft.com/office/drawing/2014/main" id="{367B7B93-7F7D-9471-0549-471A551A1F64}"/>
              </a:ext>
            </a:extLst>
          </p:cNvPr>
          <p:cNvPicPr>
            <a:picLocks noChangeAspect="1"/>
          </p:cNvPicPr>
          <p:nvPr/>
        </p:nvPicPr>
        <p:blipFill>
          <a:blip r:embed="rId8"/>
          <a:stretch>
            <a:fillRect/>
          </a:stretch>
        </p:blipFill>
        <p:spPr>
          <a:xfrm>
            <a:off x="3891045" y="2102478"/>
            <a:ext cx="1111385" cy="227350"/>
          </a:xfrm>
          <a:prstGeom prst="rect">
            <a:avLst/>
          </a:prstGeom>
        </p:spPr>
      </p:pic>
      <p:pic>
        <p:nvPicPr>
          <p:cNvPr id="77" name="图片 76" descr="The Complete History Of The Samsung Logo - Hatchwise">
            <a:extLst>
              <a:ext uri="{FF2B5EF4-FFF2-40B4-BE49-F238E27FC236}">
                <a16:creationId xmlns:a16="http://schemas.microsoft.com/office/drawing/2014/main" id="{5819AF1E-5638-84ED-415B-A1BD2F12A94A}"/>
              </a:ext>
            </a:extLst>
          </p:cNvPr>
          <p:cNvPicPr>
            <a:picLocks noChangeAspect="1"/>
          </p:cNvPicPr>
          <p:nvPr/>
        </p:nvPicPr>
        <p:blipFill>
          <a:blip r:embed="rId9"/>
          <a:stretch>
            <a:fillRect/>
          </a:stretch>
        </p:blipFill>
        <p:spPr>
          <a:xfrm>
            <a:off x="2195508" y="2583199"/>
            <a:ext cx="776375" cy="259028"/>
          </a:xfrm>
          <a:prstGeom prst="rect">
            <a:avLst/>
          </a:prstGeom>
        </p:spPr>
      </p:pic>
      <p:pic>
        <p:nvPicPr>
          <p:cNvPr id="78" name="图片 77" descr="File:Micron Technology logo.svg - Wikimedia Commons">
            <a:extLst>
              <a:ext uri="{FF2B5EF4-FFF2-40B4-BE49-F238E27FC236}">
                <a16:creationId xmlns:a16="http://schemas.microsoft.com/office/drawing/2014/main" id="{13334864-AA3F-8932-438B-D1A61C8ABF25}"/>
              </a:ext>
            </a:extLst>
          </p:cNvPr>
          <p:cNvPicPr>
            <a:picLocks noChangeAspect="1"/>
          </p:cNvPicPr>
          <p:nvPr/>
        </p:nvPicPr>
        <p:blipFill>
          <a:blip r:embed="rId10">
            <a:clrChange>
              <a:clrFrom>
                <a:srgbClr val="FFFFFF"/>
              </a:clrFrom>
              <a:clrTo>
                <a:srgbClr val="FFFFFF">
                  <a:alpha val="0"/>
                </a:srgbClr>
              </a:clrTo>
            </a:clrChange>
          </a:blip>
          <a:stretch>
            <a:fillRect/>
          </a:stretch>
        </p:blipFill>
        <p:spPr>
          <a:xfrm>
            <a:off x="3062325" y="2583199"/>
            <a:ext cx="879613" cy="243078"/>
          </a:xfrm>
          <a:prstGeom prst="rect">
            <a:avLst/>
          </a:prstGeom>
        </p:spPr>
      </p:pic>
      <p:pic>
        <p:nvPicPr>
          <p:cNvPr id="79" name="图片 78" descr="徽标和品牌指南| NVIDIA">
            <a:extLst>
              <a:ext uri="{FF2B5EF4-FFF2-40B4-BE49-F238E27FC236}">
                <a16:creationId xmlns:a16="http://schemas.microsoft.com/office/drawing/2014/main" id="{9A99E2BE-3DA3-E351-33D3-6C74D1EAA71D}"/>
              </a:ext>
            </a:extLst>
          </p:cNvPr>
          <p:cNvPicPr>
            <a:picLocks noChangeAspect="1"/>
          </p:cNvPicPr>
          <p:nvPr/>
        </p:nvPicPr>
        <p:blipFill>
          <a:blip r:embed="rId11"/>
          <a:stretch>
            <a:fillRect/>
          </a:stretch>
        </p:blipFill>
        <p:spPr>
          <a:xfrm>
            <a:off x="3708187" y="2350240"/>
            <a:ext cx="1128646" cy="633940"/>
          </a:xfrm>
          <a:prstGeom prst="rect">
            <a:avLst/>
          </a:prstGeom>
        </p:spPr>
      </p:pic>
      <p:pic>
        <p:nvPicPr>
          <p:cNvPr id="80" name="图片 79" descr="TSMC - Wikipedia">
            <a:extLst>
              <a:ext uri="{FF2B5EF4-FFF2-40B4-BE49-F238E27FC236}">
                <a16:creationId xmlns:a16="http://schemas.microsoft.com/office/drawing/2014/main" id="{FA08565B-3945-BDEC-7BCC-E5C1E47A640A}"/>
              </a:ext>
            </a:extLst>
          </p:cNvPr>
          <p:cNvPicPr>
            <a:picLocks noChangeAspect="1"/>
          </p:cNvPicPr>
          <p:nvPr/>
        </p:nvPicPr>
        <p:blipFill>
          <a:blip r:embed="rId12"/>
          <a:stretch>
            <a:fillRect/>
          </a:stretch>
        </p:blipFill>
        <p:spPr>
          <a:xfrm>
            <a:off x="4626238" y="2410684"/>
            <a:ext cx="611690" cy="482184"/>
          </a:xfrm>
          <a:prstGeom prst="rect">
            <a:avLst/>
          </a:prstGeom>
        </p:spPr>
      </p:pic>
      <p:pic>
        <p:nvPicPr>
          <p:cNvPr id="81" name="图片 80" descr="CI &lt; Brand &lt; Company &lt; SK hynix">
            <a:extLst>
              <a:ext uri="{FF2B5EF4-FFF2-40B4-BE49-F238E27FC236}">
                <a16:creationId xmlns:a16="http://schemas.microsoft.com/office/drawing/2014/main" id="{F40E1085-3FB5-447C-9892-382029BA5F8B}"/>
              </a:ext>
            </a:extLst>
          </p:cNvPr>
          <p:cNvPicPr>
            <a:picLocks noChangeAspect="1"/>
          </p:cNvPicPr>
          <p:nvPr/>
        </p:nvPicPr>
        <p:blipFill>
          <a:blip r:embed="rId13"/>
          <a:stretch>
            <a:fillRect/>
          </a:stretch>
        </p:blipFill>
        <p:spPr>
          <a:xfrm>
            <a:off x="2220231" y="3077641"/>
            <a:ext cx="842094" cy="415433"/>
          </a:xfrm>
          <a:prstGeom prst="rect">
            <a:avLst/>
          </a:prstGeom>
        </p:spPr>
      </p:pic>
      <p:pic>
        <p:nvPicPr>
          <p:cNvPr id="84" name="图片 83" descr="File:Western Digital logo.svg - 維基百科，自由嘅百科全書">
            <a:extLst>
              <a:ext uri="{FF2B5EF4-FFF2-40B4-BE49-F238E27FC236}">
                <a16:creationId xmlns:a16="http://schemas.microsoft.com/office/drawing/2014/main" id="{75454F77-B6C8-3FAE-135A-56A0C501A1AA}"/>
              </a:ext>
            </a:extLst>
          </p:cNvPr>
          <p:cNvPicPr>
            <a:picLocks noChangeAspect="1"/>
          </p:cNvPicPr>
          <p:nvPr/>
        </p:nvPicPr>
        <p:blipFill>
          <a:blip r:embed="rId14"/>
          <a:stretch>
            <a:fillRect/>
          </a:stretch>
        </p:blipFill>
        <p:spPr>
          <a:xfrm>
            <a:off x="3249775" y="2975408"/>
            <a:ext cx="1111384" cy="340651"/>
          </a:xfrm>
          <a:prstGeom prst="rect">
            <a:avLst/>
          </a:prstGeom>
        </p:spPr>
      </p:pic>
      <p:pic>
        <p:nvPicPr>
          <p:cNvPr id="85" name="图片 84" descr="File:Seagate logo.svg - Wikimedia Commons">
            <a:extLst>
              <a:ext uri="{FF2B5EF4-FFF2-40B4-BE49-F238E27FC236}">
                <a16:creationId xmlns:a16="http://schemas.microsoft.com/office/drawing/2014/main" id="{C41D777E-1B91-CA9E-DAF8-855D8BD5B371}"/>
              </a:ext>
            </a:extLst>
          </p:cNvPr>
          <p:cNvPicPr>
            <a:picLocks noChangeAspect="1"/>
          </p:cNvPicPr>
          <p:nvPr/>
        </p:nvPicPr>
        <p:blipFill>
          <a:blip r:embed="rId15"/>
          <a:stretch>
            <a:fillRect/>
          </a:stretch>
        </p:blipFill>
        <p:spPr>
          <a:xfrm>
            <a:off x="3159606" y="3373014"/>
            <a:ext cx="1201554" cy="295695"/>
          </a:xfrm>
          <a:prstGeom prst="rect">
            <a:avLst/>
          </a:prstGeom>
        </p:spPr>
      </p:pic>
      <p:pic>
        <p:nvPicPr>
          <p:cNvPr id="86" name="图片 85" descr="Download SanDisk Logo in SVG Vector or PNG File Format - Logo.wine">
            <a:extLst>
              <a:ext uri="{FF2B5EF4-FFF2-40B4-BE49-F238E27FC236}">
                <a16:creationId xmlns:a16="http://schemas.microsoft.com/office/drawing/2014/main" id="{919E15CD-6D8F-AFC3-DC47-D5C3234E3C68}"/>
              </a:ext>
            </a:extLst>
          </p:cNvPr>
          <p:cNvPicPr>
            <a:picLocks noChangeAspect="1"/>
          </p:cNvPicPr>
          <p:nvPr/>
        </p:nvPicPr>
        <p:blipFill>
          <a:blip r:embed="rId16"/>
          <a:stretch>
            <a:fillRect/>
          </a:stretch>
        </p:blipFill>
        <p:spPr>
          <a:xfrm>
            <a:off x="4379126" y="3016518"/>
            <a:ext cx="992164" cy="661443"/>
          </a:xfrm>
          <a:prstGeom prst="rect">
            <a:avLst/>
          </a:prstGeom>
        </p:spPr>
      </p:pic>
      <p:pic>
        <p:nvPicPr>
          <p:cNvPr id="87" name="图片 86" descr="File:Amazon logo.svg - 维基百科，自由的百科全书">
            <a:extLst>
              <a:ext uri="{FF2B5EF4-FFF2-40B4-BE49-F238E27FC236}">
                <a16:creationId xmlns:a16="http://schemas.microsoft.com/office/drawing/2014/main" id="{82409555-3F9E-8D98-5A91-EF5C5B225D79}"/>
              </a:ext>
            </a:extLst>
          </p:cNvPr>
          <p:cNvPicPr>
            <a:picLocks noChangeAspect="1"/>
          </p:cNvPicPr>
          <p:nvPr/>
        </p:nvPicPr>
        <p:blipFill>
          <a:blip r:embed="rId17"/>
          <a:stretch>
            <a:fillRect/>
          </a:stretch>
        </p:blipFill>
        <p:spPr>
          <a:xfrm>
            <a:off x="2287385" y="4266510"/>
            <a:ext cx="881949" cy="266422"/>
          </a:xfrm>
          <a:prstGeom prst="rect">
            <a:avLst/>
          </a:prstGeom>
        </p:spPr>
      </p:pic>
      <p:pic>
        <p:nvPicPr>
          <p:cNvPr id="88" name="图片 87" descr="File:Google 2015 logo.svg - Wikimedia Commons">
            <a:extLst>
              <a:ext uri="{FF2B5EF4-FFF2-40B4-BE49-F238E27FC236}">
                <a16:creationId xmlns:a16="http://schemas.microsoft.com/office/drawing/2014/main" id="{819301DC-090A-87C5-A4F5-4BA138B08AD1}"/>
              </a:ext>
            </a:extLst>
          </p:cNvPr>
          <p:cNvPicPr>
            <a:picLocks noChangeAspect="1"/>
          </p:cNvPicPr>
          <p:nvPr/>
        </p:nvPicPr>
        <p:blipFill>
          <a:blip r:embed="rId18"/>
          <a:stretch>
            <a:fillRect/>
          </a:stretch>
        </p:blipFill>
        <p:spPr>
          <a:xfrm>
            <a:off x="3321366" y="4220700"/>
            <a:ext cx="881950" cy="298577"/>
          </a:xfrm>
          <a:prstGeom prst="rect">
            <a:avLst/>
          </a:prstGeom>
        </p:spPr>
      </p:pic>
      <p:pic>
        <p:nvPicPr>
          <p:cNvPr id="89" name="图片 88" descr="File:Meta Platforms Inc. logo.svg - Wikimedia Commons">
            <a:extLst>
              <a:ext uri="{FF2B5EF4-FFF2-40B4-BE49-F238E27FC236}">
                <a16:creationId xmlns:a16="http://schemas.microsoft.com/office/drawing/2014/main" id="{F864867D-3714-7FFA-0EEB-3A2FC510C95A}"/>
              </a:ext>
            </a:extLst>
          </p:cNvPr>
          <p:cNvPicPr>
            <a:picLocks noChangeAspect="1"/>
          </p:cNvPicPr>
          <p:nvPr/>
        </p:nvPicPr>
        <p:blipFill>
          <a:blip r:embed="rId19"/>
          <a:stretch>
            <a:fillRect/>
          </a:stretch>
        </p:blipFill>
        <p:spPr>
          <a:xfrm>
            <a:off x="4336032" y="4258007"/>
            <a:ext cx="951083" cy="191703"/>
          </a:xfrm>
          <a:prstGeom prst="rect">
            <a:avLst/>
          </a:prstGeom>
        </p:spPr>
      </p:pic>
      <p:pic>
        <p:nvPicPr>
          <p:cNvPr id="90" name="图片 89" descr="Oracle Logo and symbol, meaning, history, PNG, brand">
            <a:extLst>
              <a:ext uri="{FF2B5EF4-FFF2-40B4-BE49-F238E27FC236}">
                <a16:creationId xmlns:a16="http://schemas.microsoft.com/office/drawing/2014/main" id="{788B8E7D-114B-1617-1C7C-D569CD218872}"/>
              </a:ext>
            </a:extLst>
          </p:cNvPr>
          <p:cNvPicPr>
            <a:picLocks noChangeAspect="1"/>
          </p:cNvPicPr>
          <p:nvPr/>
        </p:nvPicPr>
        <p:blipFill>
          <a:blip r:embed="rId20">
            <a:clrChange>
              <a:clrFrom>
                <a:srgbClr val="FFFFFF"/>
              </a:clrFrom>
              <a:clrTo>
                <a:srgbClr val="FFFFFF">
                  <a:alpha val="0"/>
                </a:srgbClr>
              </a:clrTo>
            </a:clrChange>
          </a:blip>
          <a:stretch>
            <a:fillRect/>
          </a:stretch>
        </p:blipFill>
        <p:spPr>
          <a:xfrm>
            <a:off x="3874047" y="4477760"/>
            <a:ext cx="1330570" cy="748445"/>
          </a:xfrm>
          <a:prstGeom prst="rect">
            <a:avLst/>
          </a:prstGeom>
        </p:spPr>
      </p:pic>
      <p:pic>
        <p:nvPicPr>
          <p:cNvPr id="91" name="图片 90" descr="File:Microsoft logo (2012).svg - Wikimedia Commons">
            <a:extLst>
              <a:ext uri="{FF2B5EF4-FFF2-40B4-BE49-F238E27FC236}">
                <a16:creationId xmlns:a16="http://schemas.microsoft.com/office/drawing/2014/main" id="{3FB47B04-DB97-9562-3E88-81D5EC87D6BD}"/>
              </a:ext>
            </a:extLst>
          </p:cNvPr>
          <p:cNvPicPr>
            <a:picLocks noChangeAspect="1"/>
          </p:cNvPicPr>
          <p:nvPr/>
        </p:nvPicPr>
        <p:blipFill>
          <a:blip r:embed="rId21"/>
          <a:stretch>
            <a:fillRect/>
          </a:stretch>
        </p:blipFill>
        <p:spPr>
          <a:xfrm>
            <a:off x="2467957" y="4709778"/>
            <a:ext cx="1249159" cy="266422"/>
          </a:xfrm>
          <a:prstGeom prst="rect">
            <a:avLst/>
          </a:prstGeom>
        </p:spPr>
      </p:pic>
      <p:pic>
        <p:nvPicPr>
          <p:cNvPr id="92" name="图片 91" descr="Tencent Logo and symbol, meaning, history, PNG, brand">
            <a:extLst>
              <a:ext uri="{FF2B5EF4-FFF2-40B4-BE49-F238E27FC236}">
                <a16:creationId xmlns:a16="http://schemas.microsoft.com/office/drawing/2014/main" id="{51136F99-8FF7-F131-8B20-E887AE58530B}"/>
              </a:ext>
            </a:extLst>
          </p:cNvPr>
          <p:cNvPicPr>
            <a:picLocks noChangeAspect="1"/>
          </p:cNvPicPr>
          <p:nvPr/>
        </p:nvPicPr>
        <p:blipFill>
          <a:blip r:embed="rId22">
            <a:clrChange>
              <a:clrFrom>
                <a:srgbClr val="FFFFFF"/>
              </a:clrFrom>
              <a:clrTo>
                <a:srgbClr val="FFFFFF">
                  <a:alpha val="0"/>
                </a:srgbClr>
              </a:clrTo>
            </a:clrChange>
          </a:blip>
          <a:stretch>
            <a:fillRect/>
          </a:stretch>
        </p:blipFill>
        <p:spPr>
          <a:xfrm>
            <a:off x="2607026" y="5184913"/>
            <a:ext cx="1048956" cy="659429"/>
          </a:xfrm>
          <a:prstGeom prst="rect">
            <a:avLst/>
          </a:prstGeom>
        </p:spPr>
      </p:pic>
      <p:pic>
        <p:nvPicPr>
          <p:cNvPr id="93" name="图片 92" descr="Alibaba Just Landed a Game-Changing Win in China's AI Chip Race">
            <a:extLst>
              <a:ext uri="{FF2B5EF4-FFF2-40B4-BE49-F238E27FC236}">
                <a16:creationId xmlns:a16="http://schemas.microsoft.com/office/drawing/2014/main" id="{F5C8D5F8-03AA-E669-5B31-67AFEB3D036C}"/>
              </a:ext>
            </a:extLst>
          </p:cNvPr>
          <p:cNvPicPr>
            <a:picLocks noChangeAspect="1"/>
          </p:cNvPicPr>
          <p:nvPr/>
        </p:nvPicPr>
        <p:blipFill>
          <a:blip r:embed="rId23">
            <a:clrChange>
              <a:clrFrom>
                <a:srgbClr val="FFFFFF"/>
              </a:clrFrom>
              <a:clrTo>
                <a:srgbClr val="FFFFFF">
                  <a:alpha val="0"/>
                </a:srgbClr>
              </a:clrTo>
            </a:clrChange>
          </a:blip>
          <a:stretch>
            <a:fillRect/>
          </a:stretch>
        </p:blipFill>
        <p:spPr>
          <a:xfrm>
            <a:off x="3972499" y="5184913"/>
            <a:ext cx="1099031" cy="538336"/>
          </a:xfrm>
          <a:prstGeom prst="rect">
            <a:avLst/>
          </a:prstGeom>
        </p:spPr>
      </p:pic>
      <p:sp>
        <p:nvSpPr>
          <p:cNvPr id="94" name="文本占位符 22">
            <a:extLst>
              <a:ext uri="{FF2B5EF4-FFF2-40B4-BE49-F238E27FC236}">
                <a16:creationId xmlns:a16="http://schemas.microsoft.com/office/drawing/2014/main" id="{0C17CE9E-2ECB-E7CB-69D8-C630FFEC1705}"/>
              </a:ext>
            </a:extLst>
          </p:cNvPr>
          <p:cNvSpPr txBox="1">
            <a:spLocks/>
          </p:cNvSpPr>
          <p:nvPr/>
        </p:nvSpPr>
        <p:spPr>
          <a:xfrm>
            <a:off x="630936" y="6324599"/>
            <a:ext cx="11073384" cy="213360"/>
          </a:xfrm>
          <a:prstGeom prst="rect">
            <a:avLst/>
          </a:prstGeom>
        </p:spPr>
        <p:txBody>
          <a:bodyPr vert="horz" wrap="square" lIns="45720" tIns="0" rIns="45720" bIns="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Pts val="1100"/>
              <a:buFontTx/>
              <a:buNone/>
              <a:tabLst>
                <a:tab pos="687705" algn="l"/>
              </a:tabLst>
              <a:defRPr/>
            </a:pPr>
            <a:r>
              <a:rPr kumimoji="0" lang="zh-CN" altLang="en-US" sz="800" b="0" i="0" u="none" strike="noStrike" kern="1200" cap="none" spc="0" normalizeH="0" baseline="0" noProof="0" dirty="0">
                <a:ln>
                  <a:noFill/>
                </a:ln>
                <a:solidFill>
                  <a:srgbClr val="404F56"/>
                </a:solidFill>
                <a:effectLst/>
                <a:uLnTx/>
                <a:uFillTx/>
                <a:latin typeface="Calibri"/>
                <a:ea typeface="微软雅黑"/>
                <a:cs typeface="+mn-ea"/>
              </a:rPr>
              <a:t>資料來源</a:t>
            </a:r>
            <a:r>
              <a:rPr kumimoji="0" lang="en-US" altLang="zh-CN" sz="800" b="0" i="0" u="none" strike="noStrike" kern="1200" cap="none" spc="0" normalizeH="0" baseline="0" noProof="0" dirty="0">
                <a:ln>
                  <a:noFill/>
                </a:ln>
                <a:solidFill>
                  <a:srgbClr val="404F56"/>
                </a:solidFill>
                <a:effectLst/>
                <a:uLnTx/>
                <a:uFillTx/>
                <a:latin typeface="Calibri"/>
                <a:ea typeface="微软雅黑"/>
                <a:cs typeface="+mn-ea"/>
              </a:rPr>
              <a:t>: CSOP, Bloomberg, as of May 22, 2026</a:t>
            </a:r>
          </a:p>
        </p:txBody>
      </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南方東英資産管理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96" name="LogoPic" descr="image.png"/>
          <p:cNvPicPr>
            <a:picLocks noChangeAspect="1"/>
          </p:cNvPicPr>
          <p:nvPr/>
        </p:nvPicPr>
        <p:blipFill rotWithShape="1">
          <a:blip r:embed="rId24"/>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marL="0" marR="0" lvl="0" indent="0" algn="r" defTabSz="914400" rtl="0" eaLnBrk="0" fontAlgn="base" latinLnBrk="0" hangingPunct="0">
              <a:lnSpc>
                <a:spcPct val="100000"/>
              </a:lnSpc>
              <a:spcBef>
                <a:spcPct val="0"/>
              </a:spcBef>
              <a:spcAft>
                <a:spcPct val="0"/>
              </a:spcAft>
              <a:buClrTx/>
              <a:buSzTx/>
              <a:buFontTx/>
              <a:buNone/>
              <a:tabLst/>
              <a:defRPr/>
            </a:pPr>
            <a:fld id="{BB19727B-15FF-4A0A-B9D4-BB0270E7D358}" type="slidenum">
              <a:rPr kumimoji="0" lang="en-US" sz="1000" b="0" i="0" u="none" strike="noStrike" kern="1200" cap="none" spc="0" normalizeH="0" baseline="0" noProof="0" dirty="0">
                <a:ln>
                  <a:noFill/>
                </a:ln>
                <a:solidFill>
                  <a:srgbClr val="FFFFFF"/>
                </a:solidFill>
                <a:effectLst/>
                <a:uLnTx/>
                <a:uFillTx/>
                <a:latin typeface="Calibri"/>
                <a:ea typeface="微软雅黑"/>
                <a:cs typeface="+mn-cs"/>
              </a:rPr>
              <a:pPr marL="0" marR="0" lvl="0" indent="0" algn="r" defTabSz="914400" rtl="0" eaLnBrk="0" fontAlgn="base" latinLnBrk="0" hangingPunct="0">
                <a:lnSpc>
                  <a:spcPct val="100000"/>
                </a:lnSpc>
                <a:spcBef>
                  <a:spcPct val="0"/>
                </a:spcBef>
                <a:spcAft>
                  <a:spcPct val="0"/>
                </a:spcAft>
                <a:buClrTx/>
                <a:buSzTx/>
                <a:buFontTx/>
                <a:buNone/>
                <a:tabLst/>
                <a:defRPr/>
              </a:pPr>
              <a:t>7</a:t>
            </a:fld>
            <a:endParaRPr kumimoji="0" lang="en-US" sz="1000" b="0" i="0" u="none" strike="noStrike" kern="1200" cap="none" spc="0" normalizeH="0" baseline="0" noProof="0" dirty="0">
              <a:ln>
                <a:noFill/>
              </a:ln>
              <a:solidFill>
                <a:srgbClr val="FFFFFF"/>
              </a:solidFill>
              <a:effectLst/>
              <a:uLnTx/>
              <a:uFillTx/>
              <a:latin typeface="Calibri"/>
              <a:ea typeface="微软雅黑"/>
              <a:cs typeface="+mn-cs"/>
            </a:endParaRPr>
          </a:p>
        </p:txBody>
      </p:sp>
    </p:spTree>
    <p:extLst>
      <p:ext uri="{BB962C8B-B14F-4D97-AF65-F5344CB8AC3E}">
        <p14:creationId xmlns:p14="http://schemas.microsoft.com/office/powerpoint/2010/main" val="20346776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ontent Placeholder 21">
            <a:extLst>
              <a:ext uri="{FF2B5EF4-FFF2-40B4-BE49-F238E27FC236}">
                <a16:creationId xmlns:a16="http://schemas.microsoft.com/office/drawing/2014/main" id="{6C60E7A6-BD69-06AC-8D40-DDE5B3A90793}"/>
              </a:ext>
            </a:extLst>
          </p:cNvPr>
          <p:cNvSpPr>
            <a:spLocks noGrp="1"/>
          </p:cNvSpPr>
          <p:nvPr>
            <p:ph sz="quarter" idx="23"/>
          </p:nvPr>
        </p:nvSpPr>
        <p:spPr/>
        <p:txBody>
          <a:bodyPr/>
          <a:lstStyle/>
          <a:p>
            <a:r>
              <a:rPr lang="zh-CN" altLang="en-US">
                <a:solidFill>
                  <a:schemeClr val="tx1"/>
                </a:solidFill>
                <a:latin typeface="+mj-ea"/>
                <a:ea typeface="+mj-ea"/>
              </a:rPr>
              <a:t>對比智能手機等“上一代”技術已經進入應用爲王的時代，當前全球人工智能技術仍處于基礎設施建設階段，硬件是行業發展的主要瓶頸，也是獲得了最豐厚的營收和利潤。</a:t>
            </a:r>
            <a:endParaRPr lang="en-US" altLang="zh-CN" dirty="0">
              <a:solidFill>
                <a:schemeClr val="tx1"/>
              </a:solidFill>
              <a:latin typeface="+mj-ea"/>
              <a:ea typeface="+mj-ea"/>
            </a:endParaRPr>
          </a:p>
          <a:p>
            <a:r>
              <a:rPr lang="en-US">
                <a:solidFill>
                  <a:schemeClr val="tx1"/>
                </a:solidFill>
                <a:latin typeface="+mj-ea"/>
                <a:ea typeface="+mj-ea"/>
              </a:rPr>
              <a:t>AI </a:t>
            </a:r>
            <a:r>
              <a:rPr lang="zh-CN" altLang="en-US">
                <a:solidFill>
                  <a:schemeClr val="tx1"/>
                </a:solidFill>
                <a:latin typeface="+mj-ea"/>
                <a:ea typeface="+mj-ea"/>
              </a:rPr>
              <a:t>投資重點：從應用到</a:t>
            </a:r>
            <a:r>
              <a:rPr lang="en-US" altLang="zh-CN">
                <a:solidFill>
                  <a:schemeClr val="tx1"/>
                </a:solidFill>
                <a:latin typeface="+mj-ea"/>
                <a:ea typeface="+mj-ea"/>
              </a:rPr>
              <a:t>AI</a:t>
            </a:r>
            <a:r>
              <a:rPr lang="zh-CN" altLang="en-US">
                <a:solidFill>
                  <a:schemeClr val="tx1"/>
                </a:solidFill>
                <a:latin typeface="+mj-ea"/>
                <a:ea typeface="+mj-ea"/>
              </a:rPr>
              <a:t>物理基礎設施建設。當前投資機遇主要集中在上游硬件板塊。  </a:t>
            </a:r>
            <a:endParaRPr lang="en-US" dirty="0">
              <a:solidFill>
                <a:schemeClr val="tx1"/>
              </a:solidFill>
              <a:latin typeface="+mj-ea"/>
              <a:ea typeface="+mj-ea"/>
            </a:endParaRPr>
          </a:p>
        </p:txBody>
      </p:sp>
      <p:sp>
        <p:nvSpPr>
          <p:cNvPr id="16" name="Text Placeholder 15">
            <a:extLst>
              <a:ext uri="{FF2B5EF4-FFF2-40B4-BE49-F238E27FC236}">
                <a16:creationId xmlns:a16="http://schemas.microsoft.com/office/drawing/2014/main" id="{8C1148AE-EAE2-94E9-3A4D-B131857D1E43}"/>
              </a:ext>
            </a:extLst>
          </p:cNvPr>
          <p:cNvSpPr>
            <a:spLocks noGrp="1"/>
          </p:cNvSpPr>
          <p:nvPr>
            <p:ph type="body" sz="quarter" idx="10"/>
          </p:nvPr>
        </p:nvSpPr>
        <p:spPr>
          <a:xfrm>
            <a:off x="683494" y="6184605"/>
            <a:ext cx="11408979" cy="274320"/>
          </a:xfrm>
          <a:noFill/>
        </p:spPr>
        <p:txBody>
          <a:bodyPr vert="horz" wrap="square" lIns="0" tIns="0" rIns="91439" bIns="0" rtlCol="0" anchor="t" anchorCtr="0">
            <a:noAutofit/>
          </a:bodyPr>
          <a:lstStyle/>
          <a:p>
            <a:pPr>
              <a:lnSpc>
                <a:spcPct val="100000"/>
              </a:lnSpc>
              <a:spcBef>
                <a:spcPts val="0"/>
              </a:spcBef>
            </a:pPr>
            <a:r>
              <a:rPr lang="zh-CN" altLang="en-US"/>
              <a:t>備注：數字只做展示用途，不作爲投資推薦或建議。</a:t>
            </a:r>
            <a:endParaRPr lang="en-SG" dirty="0"/>
          </a:p>
          <a:p>
            <a:pPr>
              <a:lnSpc>
                <a:spcPct val="100000"/>
              </a:lnSpc>
              <a:spcBef>
                <a:spcPts val="0"/>
              </a:spcBef>
            </a:pPr>
            <a:r>
              <a:rPr lang="zh-CN" altLang="en-US"/>
              <a:t>數據來源：公司公告，南方東英</a:t>
            </a:r>
            <a:endParaRPr lang="en-US" dirty="0"/>
          </a:p>
          <a:p>
            <a:pPr>
              <a:lnSpc>
                <a:spcPct val="100000"/>
              </a:lnSpc>
              <a:spcBef>
                <a:spcPts val="0"/>
              </a:spcBef>
            </a:pPr>
            <a:endParaRPr lang="en-US" dirty="0"/>
          </a:p>
        </p:txBody>
      </p:sp>
      <p:sp>
        <p:nvSpPr>
          <p:cNvPr id="18" name="Text Placeholder 17">
            <a:extLst>
              <a:ext uri="{FF2B5EF4-FFF2-40B4-BE49-F238E27FC236}">
                <a16:creationId xmlns:a16="http://schemas.microsoft.com/office/drawing/2014/main" id="{E553AFAB-AB27-5CC0-7611-1F41C4101DD7}"/>
              </a:ext>
            </a:extLst>
          </p:cNvPr>
          <p:cNvSpPr>
            <a:spLocks noGrp="1"/>
          </p:cNvSpPr>
          <p:nvPr>
            <p:ph type="body" sz="quarter" idx="19"/>
          </p:nvPr>
        </p:nvSpPr>
        <p:spPr/>
        <p:txBody>
          <a:bodyPr/>
          <a:lstStyle/>
          <a:p>
            <a:r>
              <a:rPr lang="en-US"/>
              <a:t>AI </a:t>
            </a:r>
            <a:r>
              <a:rPr lang="zh-CN" altLang="en-US"/>
              <a:t>時代</a:t>
            </a:r>
            <a:r>
              <a:rPr lang="en-US"/>
              <a:t>: </a:t>
            </a:r>
            <a:r>
              <a:rPr lang="zh-CN" altLang="en-US" dirty="0"/>
              <a:t>分部收入</a:t>
            </a:r>
            <a:r>
              <a:rPr lang="en-US" dirty="0"/>
              <a:t> 2025</a:t>
            </a:r>
          </a:p>
        </p:txBody>
      </p:sp>
      <p:sp>
        <p:nvSpPr>
          <p:cNvPr id="17" name="Text Placeholder 16">
            <a:extLst>
              <a:ext uri="{FF2B5EF4-FFF2-40B4-BE49-F238E27FC236}">
                <a16:creationId xmlns:a16="http://schemas.microsoft.com/office/drawing/2014/main" id="{8E330A67-C3AB-3060-EA10-9357ED474439}"/>
              </a:ext>
            </a:extLst>
          </p:cNvPr>
          <p:cNvSpPr>
            <a:spLocks noGrp="1"/>
          </p:cNvSpPr>
          <p:nvPr>
            <p:ph type="body" sz="quarter" idx="18"/>
          </p:nvPr>
        </p:nvSpPr>
        <p:spPr/>
        <p:txBody>
          <a:bodyPr/>
          <a:lstStyle/>
          <a:p>
            <a:r>
              <a:rPr lang="zh-CN" altLang="en-US"/>
              <a:t>智能手機</a:t>
            </a:r>
            <a:r>
              <a:rPr lang="en-US"/>
              <a:t>: </a:t>
            </a:r>
            <a:r>
              <a:rPr lang="zh-CN" altLang="en-US" dirty="0"/>
              <a:t>分部收入</a:t>
            </a:r>
            <a:r>
              <a:rPr lang="en-US" dirty="0"/>
              <a:t> (2022)</a:t>
            </a:r>
          </a:p>
        </p:txBody>
      </p:sp>
      <p:sp>
        <p:nvSpPr>
          <p:cNvPr id="14" name="Title 13">
            <a:extLst>
              <a:ext uri="{FF2B5EF4-FFF2-40B4-BE49-F238E27FC236}">
                <a16:creationId xmlns:a16="http://schemas.microsoft.com/office/drawing/2014/main" id="{54DFE355-57C1-BAAC-5F3D-F3CBC93998F8}"/>
              </a:ext>
            </a:extLst>
          </p:cNvPr>
          <p:cNvSpPr>
            <a:spLocks noGrp="1"/>
          </p:cNvSpPr>
          <p:nvPr>
            <p:ph type="title"/>
          </p:nvPr>
        </p:nvSpPr>
        <p:spPr>
          <a:xfrm>
            <a:off x="722376" y="411480"/>
            <a:ext cx="10972800" cy="475488"/>
          </a:xfrm>
        </p:spPr>
        <p:txBody>
          <a:bodyPr/>
          <a:lstStyle/>
          <a:p>
            <a:r>
              <a:rPr lang="zh-CN" altLang="en-US" sz="2800">
                <a:latin typeface="Calibri"/>
                <a:ea typeface="微软雅黑"/>
              </a:rPr>
              <a:t>全球</a:t>
            </a:r>
            <a:r>
              <a:rPr lang="en-US" altLang="zh-CN" sz="2800">
                <a:latin typeface="Calibri"/>
                <a:ea typeface="微软雅黑"/>
              </a:rPr>
              <a:t>AI</a:t>
            </a:r>
            <a:r>
              <a:rPr lang="zh-CN" altLang="en-US" sz="2800">
                <a:latin typeface="Calibri"/>
                <a:ea typeface="微软雅黑"/>
              </a:rPr>
              <a:t>市場集中上游硬件</a:t>
            </a:r>
            <a:endParaRPr lang="en-US" dirty="0"/>
          </a:p>
        </p:txBody>
      </p:sp>
      <p:graphicFrame>
        <p:nvGraphicFramePr>
          <p:cNvPr id="32" name="Content Placeholder 31">
            <a:extLst>
              <a:ext uri="{FF2B5EF4-FFF2-40B4-BE49-F238E27FC236}">
                <a16:creationId xmlns:a16="http://schemas.microsoft.com/office/drawing/2014/main" id="{E8AAB91E-8183-A2F7-AB1C-687BAE1193ED}"/>
              </a:ext>
            </a:extLst>
          </p:cNvPr>
          <p:cNvGraphicFramePr>
            <a:graphicFrameLocks noGrp="1"/>
          </p:cNvGraphicFramePr>
          <p:nvPr>
            <p:ph idx="21"/>
          </p:nvPr>
        </p:nvGraphicFramePr>
        <p:xfrm>
          <a:off x="6124575" y="2212975"/>
          <a:ext cx="5383213" cy="39227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30" name="Content Placeholder 26">
            <a:extLst>
              <a:ext uri="{FF2B5EF4-FFF2-40B4-BE49-F238E27FC236}">
                <a16:creationId xmlns:a16="http://schemas.microsoft.com/office/drawing/2014/main" id="{87D5B53F-9BC3-3BCC-4F92-91D6E3345EE2}"/>
              </a:ext>
            </a:extLst>
          </p:cNvPr>
          <p:cNvGraphicFramePr>
            <a:graphicFrameLocks noGrp="1"/>
          </p:cNvGraphicFramePr>
          <p:nvPr>
            <p:ph idx="1"/>
          </p:nvPr>
        </p:nvGraphicFramePr>
        <p:xfrm>
          <a:off x="636588" y="2212975"/>
          <a:ext cx="5383212" cy="392271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33" name="TextBox 32">
            <a:extLst>
              <a:ext uri="{FF2B5EF4-FFF2-40B4-BE49-F238E27FC236}">
                <a16:creationId xmlns:a16="http://schemas.microsoft.com/office/drawing/2014/main" id="{6EE7387B-4B19-F214-F159-6BB3AD486DC9}"/>
              </a:ext>
            </a:extLst>
          </p:cNvPr>
          <p:cNvSpPr txBox="1"/>
          <p:nvPr/>
        </p:nvSpPr>
        <p:spPr>
          <a:xfrm>
            <a:off x="3900789" y="2872497"/>
            <a:ext cx="1371399" cy="272415"/>
          </a:xfrm>
          <a:prstGeom prst="roundRect">
            <a:avLst/>
          </a:prstGeom>
          <a:effectLst>
            <a:outerShdw blurRad="50800" dist="38100" dir="2700000" algn="tl" rotWithShape="0">
              <a:prstClr val="black">
                <a:alpha val="40000"/>
              </a:prstClr>
            </a:outerShdw>
          </a:effectLst>
        </p:spPr>
        <p:style>
          <a:lnRef idx="0">
            <a:scrgbClr r="0" g="0" b="0"/>
          </a:lnRef>
          <a:fillRef idx="1001">
            <a:schemeClr val="lt2"/>
          </a:fillRef>
          <a:effectRef idx="0">
            <a:scrgbClr r="0" g="0" b="0"/>
          </a:effectRef>
          <a:fontRef idx="major"/>
        </p:style>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tab pos="1428750" algn="l"/>
                <a:tab pos="2514600" algn="l"/>
                <a:tab pos="4114800" algn="l"/>
                <a:tab pos="6572250" algn="l"/>
                <a:tab pos="7600950" algn="l"/>
                <a:tab pos="8743950" algn="l"/>
                <a:tab pos="9772650" algn="l"/>
              </a:tabLst>
              <a:defRPr/>
            </a:pPr>
            <a:r>
              <a:rPr kumimoji="0" lang="en-US" altLang="zh-CN" sz="1000" b="1" i="0" u="none" strike="noStrike" kern="1200" cap="none" spc="0" normalizeH="0" baseline="0" noProof="0" dirty="0">
                <a:ln>
                  <a:noFill/>
                </a:ln>
                <a:solidFill>
                  <a:prstClr val="black">
                    <a:lumMod val="75000"/>
                    <a:lumOff val="25000"/>
                  </a:prstClr>
                </a:solidFill>
                <a:effectLst/>
                <a:uLnTx/>
                <a:uFillTx/>
                <a:latin typeface="Segoe UI"/>
                <a:ea typeface="微软雅黑"/>
                <a:cs typeface="+mj-cs"/>
              </a:rPr>
              <a:t>USD100bn</a:t>
            </a:r>
            <a:endParaRPr kumimoji="0" lang="en-US" sz="1000" b="1" i="0" u="none" strike="noStrike" kern="1200" cap="none" spc="0" normalizeH="0" baseline="0" noProof="0" dirty="0">
              <a:ln>
                <a:noFill/>
              </a:ln>
              <a:solidFill>
                <a:prstClr val="black">
                  <a:lumMod val="75000"/>
                  <a:lumOff val="25000"/>
                </a:prstClr>
              </a:solidFill>
              <a:effectLst/>
              <a:uLnTx/>
              <a:uFillTx/>
              <a:latin typeface="Segoe UI"/>
              <a:ea typeface="微软雅黑"/>
              <a:cs typeface="+mj-cs"/>
            </a:endParaRPr>
          </a:p>
        </p:txBody>
      </p:sp>
      <p:sp>
        <p:nvSpPr>
          <p:cNvPr id="34" name="TextBox 33">
            <a:extLst>
              <a:ext uri="{FF2B5EF4-FFF2-40B4-BE49-F238E27FC236}">
                <a16:creationId xmlns:a16="http://schemas.microsoft.com/office/drawing/2014/main" id="{D573D220-351D-29D1-E64B-214C36510C30}"/>
              </a:ext>
            </a:extLst>
          </p:cNvPr>
          <p:cNvSpPr txBox="1"/>
          <p:nvPr/>
        </p:nvSpPr>
        <p:spPr>
          <a:xfrm>
            <a:off x="3900789" y="4009849"/>
            <a:ext cx="1371399" cy="442674"/>
          </a:xfrm>
          <a:prstGeom prst="roundRect">
            <a:avLst/>
          </a:prstGeom>
          <a:effectLst>
            <a:outerShdw blurRad="50800" dist="38100" dir="2700000" algn="tl" rotWithShape="0">
              <a:prstClr val="black">
                <a:alpha val="40000"/>
              </a:prstClr>
            </a:outerShdw>
          </a:effectLst>
        </p:spPr>
        <p:style>
          <a:lnRef idx="0">
            <a:scrgbClr r="0" g="0" b="0"/>
          </a:lnRef>
          <a:fillRef idx="1001">
            <a:schemeClr val="lt2"/>
          </a:fillRef>
          <a:effectRef idx="0">
            <a:scrgbClr r="0" g="0" b="0"/>
          </a:effectRef>
          <a:fontRef idx="major"/>
        </p:style>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tab pos="1428750" algn="l"/>
                <a:tab pos="2514600" algn="l"/>
                <a:tab pos="4114800" algn="l"/>
                <a:tab pos="6572250" algn="l"/>
                <a:tab pos="7600950" algn="l"/>
                <a:tab pos="8743950" algn="l"/>
                <a:tab pos="9772650" algn="l"/>
              </a:tabLst>
              <a:defRPr/>
            </a:pPr>
            <a:r>
              <a:rPr kumimoji="0" lang="en-US" altLang="zh-CN" sz="1000" b="1" i="0" u="none" strike="noStrike" kern="1200" cap="none" spc="0" normalizeH="0" baseline="0" noProof="0" dirty="0">
                <a:ln>
                  <a:noFill/>
                </a:ln>
                <a:solidFill>
                  <a:prstClr val="black">
                    <a:lumMod val="75000"/>
                    <a:lumOff val="25000"/>
                  </a:prstClr>
                </a:solidFill>
                <a:effectLst/>
                <a:uLnTx/>
                <a:uFillTx/>
                <a:latin typeface="Segoe UI"/>
                <a:ea typeface="微软雅黑"/>
                <a:cs typeface="+mj-cs"/>
              </a:rPr>
              <a:t>USD309bn</a:t>
            </a:r>
          </a:p>
          <a:p>
            <a:pPr marL="0" marR="0" lvl="0" indent="0" algn="ctr" defTabSz="914400" rtl="0" eaLnBrk="0" fontAlgn="base" latinLnBrk="0" hangingPunct="0">
              <a:lnSpc>
                <a:spcPct val="100000"/>
              </a:lnSpc>
              <a:spcBef>
                <a:spcPct val="0"/>
              </a:spcBef>
              <a:spcAft>
                <a:spcPct val="0"/>
              </a:spcAft>
              <a:buClrTx/>
              <a:buSzTx/>
              <a:buFontTx/>
              <a:buNone/>
              <a:tabLst>
                <a:tab pos="1428750" algn="l"/>
                <a:tab pos="2514600" algn="l"/>
                <a:tab pos="4114800" algn="l"/>
                <a:tab pos="6572250" algn="l"/>
                <a:tab pos="7600950" algn="l"/>
                <a:tab pos="8743950" algn="l"/>
                <a:tab pos="9772650" algn="l"/>
              </a:tabLst>
              <a:defRPr/>
            </a:pPr>
            <a:r>
              <a:rPr kumimoji="0" lang="en-US" sz="1000" b="0" i="0" u="none" strike="noStrike" kern="1200" cap="none" spc="0" normalizeH="0" baseline="0" noProof="0" dirty="0">
                <a:ln>
                  <a:noFill/>
                </a:ln>
                <a:solidFill>
                  <a:prstClr val="black">
                    <a:lumMod val="75000"/>
                    <a:lumOff val="25000"/>
                  </a:prstClr>
                </a:solidFill>
                <a:effectLst/>
                <a:uLnTx/>
                <a:uFillTx/>
                <a:latin typeface="Segoe UI"/>
                <a:ea typeface="微软雅黑"/>
                <a:cs typeface="+mj-cs"/>
              </a:rPr>
              <a:t>- Apple: USD120bn</a:t>
            </a:r>
          </a:p>
        </p:txBody>
      </p:sp>
      <p:sp>
        <p:nvSpPr>
          <p:cNvPr id="35" name="TextBox 34">
            <a:extLst>
              <a:ext uri="{FF2B5EF4-FFF2-40B4-BE49-F238E27FC236}">
                <a16:creationId xmlns:a16="http://schemas.microsoft.com/office/drawing/2014/main" id="{0BBACA57-E28C-1008-FADB-63693E9F717F}"/>
              </a:ext>
            </a:extLst>
          </p:cNvPr>
          <p:cNvSpPr txBox="1"/>
          <p:nvPr/>
        </p:nvSpPr>
        <p:spPr>
          <a:xfrm>
            <a:off x="3900789" y="5317461"/>
            <a:ext cx="1371399" cy="272415"/>
          </a:xfrm>
          <a:prstGeom prst="roundRect">
            <a:avLst/>
          </a:prstGeom>
          <a:effectLst>
            <a:outerShdw blurRad="50800" dist="38100" dir="2700000" algn="tl" rotWithShape="0">
              <a:prstClr val="black">
                <a:alpha val="40000"/>
              </a:prstClr>
            </a:outerShdw>
          </a:effectLst>
        </p:spPr>
        <p:style>
          <a:lnRef idx="0">
            <a:scrgbClr r="0" g="0" b="0"/>
          </a:lnRef>
          <a:fillRef idx="1001">
            <a:schemeClr val="lt2"/>
          </a:fillRef>
          <a:effectRef idx="0">
            <a:scrgbClr r="0" g="0" b="0"/>
          </a:effectRef>
          <a:fontRef idx="major"/>
        </p:style>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tab pos="1428750" algn="l"/>
                <a:tab pos="2514600" algn="l"/>
                <a:tab pos="4114800" algn="l"/>
                <a:tab pos="6572250" algn="l"/>
                <a:tab pos="7600950" algn="l"/>
                <a:tab pos="8743950" algn="l"/>
                <a:tab pos="9772650" algn="l"/>
              </a:tabLst>
              <a:defRPr/>
            </a:pPr>
            <a:r>
              <a:rPr kumimoji="0" lang="en-US" altLang="zh-CN" sz="1000" b="1" i="0" u="none" strike="noStrike" kern="1200" cap="none" spc="0" normalizeH="0" baseline="0" noProof="0" dirty="0">
                <a:ln>
                  <a:noFill/>
                </a:ln>
                <a:solidFill>
                  <a:prstClr val="black">
                    <a:lumMod val="75000"/>
                    <a:lumOff val="25000"/>
                  </a:prstClr>
                </a:solidFill>
                <a:effectLst/>
                <a:uLnTx/>
                <a:uFillTx/>
                <a:latin typeface="Segoe UI"/>
                <a:ea typeface="微软雅黑"/>
                <a:cs typeface="+mj-cs"/>
              </a:rPr>
              <a:t>USD500bn</a:t>
            </a:r>
          </a:p>
        </p:txBody>
      </p:sp>
      <p:sp>
        <p:nvSpPr>
          <p:cNvPr id="36" name="TextBox 35">
            <a:extLst>
              <a:ext uri="{FF2B5EF4-FFF2-40B4-BE49-F238E27FC236}">
                <a16:creationId xmlns:a16="http://schemas.microsoft.com/office/drawing/2014/main" id="{1BD4DCE5-43C1-3B47-F213-F2FE7FB06348}"/>
              </a:ext>
            </a:extLst>
          </p:cNvPr>
          <p:cNvSpPr txBox="1"/>
          <p:nvPr/>
        </p:nvSpPr>
        <p:spPr>
          <a:xfrm>
            <a:off x="6642183" y="2576983"/>
            <a:ext cx="1655160" cy="612934"/>
          </a:xfrm>
          <a:prstGeom prst="roundRect">
            <a:avLst/>
          </a:prstGeom>
          <a:effectLst>
            <a:outerShdw blurRad="50800" dist="38100" dir="2700000" algn="tl" rotWithShape="0">
              <a:prstClr val="black">
                <a:alpha val="40000"/>
              </a:prstClr>
            </a:outerShdw>
          </a:effectLst>
        </p:spPr>
        <p:style>
          <a:lnRef idx="0">
            <a:scrgbClr r="0" g="0" b="0"/>
          </a:lnRef>
          <a:fillRef idx="1001">
            <a:schemeClr val="lt2"/>
          </a:fillRef>
          <a:effectRef idx="0">
            <a:scrgbClr r="0" g="0" b="0"/>
          </a:effectRef>
          <a:fontRef idx="major"/>
        </p:style>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tab pos="1428750" algn="l"/>
                <a:tab pos="2514600" algn="l"/>
                <a:tab pos="4114800" algn="l"/>
                <a:tab pos="6572250" algn="l"/>
                <a:tab pos="7600950" algn="l"/>
                <a:tab pos="8743950" algn="l"/>
                <a:tab pos="9772650" algn="l"/>
              </a:tabLst>
              <a:defRPr/>
            </a:pPr>
            <a:r>
              <a:rPr kumimoji="0" lang="en-US" altLang="zh-CN" sz="1000" b="1" i="0" u="none" strike="noStrike" kern="1200" cap="none" spc="0" normalizeH="0" baseline="0" noProof="0" dirty="0">
                <a:ln>
                  <a:noFill/>
                </a:ln>
                <a:solidFill>
                  <a:prstClr val="black">
                    <a:lumMod val="75000"/>
                    <a:lumOff val="25000"/>
                  </a:prstClr>
                </a:solidFill>
                <a:effectLst/>
                <a:uLnTx/>
                <a:uFillTx/>
                <a:latin typeface="Segoe UI"/>
                <a:ea typeface="微软雅黑"/>
                <a:cs typeface="+mj-cs"/>
              </a:rPr>
              <a:t>USD790bn</a:t>
            </a:r>
          </a:p>
          <a:p>
            <a:pPr marL="171450" marR="0" lvl="0" indent="-171450" algn="ctr" defTabSz="914400" rtl="0" eaLnBrk="0" fontAlgn="base" latinLnBrk="0" hangingPunct="0">
              <a:lnSpc>
                <a:spcPct val="100000"/>
              </a:lnSpc>
              <a:spcBef>
                <a:spcPct val="0"/>
              </a:spcBef>
              <a:spcAft>
                <a:spcPct val="0"/>
              </a:spcAft>
              <a:buClrTx/>
              <a:buSzTx/>
              <a:buFontTx/>
              <a:buChar char="-"/>
              <a:tabLst>
                <a:tab pos="1428750" algn="l"/>
                <a:tab pos="2514600" algn="l"/>
                <a:tab pos="4114800" algn="l"/>
                <a:tab pos="6572250" algn="l"/>
                <a:tab pos="7600950" algn="l"/>
                <a:tab pos="8743950" algn="l"/>
                <a:tab pos="9772650" algn="l"/>
              </a:tabLst>
              <a:defRPr/>
            </a:pPr>
            <a:r>
              <a:rPr kumimoji="0" lang="en-US" sz="1000" b="0" i="0" u="none" strike="noStrike" kern="1200" cap="none" spc="0" normalizeH="0" baseline="0" noProof="0" dirty="0">
                <a:ln>
                  <a:noFill/>
                </a:ln>
                <a:solidFill>
                  <a:prstClr val="black">
                    <a:lumMod val="75000"/>
                    <a:lumOff val="25000"/>
                  </a:prstClr>
                </a:solidFill>
                <a:effectLst/>
                <a:uLnTx/>
                <a:uFillTx/>
                <a:latin typeface="Segoe UI"/>
                <a:ea typeface="微软雅黑"/>
                <a:cs typeface="+mj-cs"/>
              </a:rPr>
              <a:t>Nvidia: USD216bn</a:t>
            </a:r>
          </a:p>
          <a:p>
            <a:pPr marL="171450" marR="0" lvl="0" indent="-171450" algn="ctr" defTabSz="914400" rtl="0" eaLnBrk="0" fontAlgn="base" latinLnBrk="0" hangingPunct="0">
              <a:lnSpc>
                <a:spcPct val="100000"/>
              </a:lnSpc>
              <a:spcBef>
                <a:spcPct val="0"/>
              </a:spcBef>
              <a:spcAft>
                <a:spcPct val="0"/>
              </a:spcAft>
              <a:buClrTx/>
              <a:buSzTx/>
              <a:buFontTx/>
              <a:buChar char="-"/>
              <a:tabLst>
                <a:tab pos="1428750" algn="l"/>
                <a:tab pos="2514600" algn="l"/>
                <a:tab pos="4114800" algn="l"/>
                <a:tab pos="6572250" algn="l"/>
                <a:tab pos="7600950" algn="l"/>
                <a:tab pos="8743950" algn="l"/>
                <a:tab pos="9772650" algn="l"/>
              </a:tabLst>
              <a:defRPr/>
            </a:pPr>
            <a:r>
              <a:rPr kumimoji="0" lang="en-US" sz="1000" b="0" i="0" u="none" strike="noStrike" kern="1200" cap="none" spc="0" normalizeH="0" baseline="0" noProof="0" dirty="0">
                <a:ln>
                  <a:noFill/>
                </a:ln>
                <a:solidFill>
                  <a:prstClr val="black">
                    <a:lumMod val="75000"/>
                    <a:lumOff val="25000"/>
                  </a:prstClr>
                </a:solidFill>
                <a:effectLst/>
                <a:uLnTx/>
                <a:uFillTx/>
                <a:latin typeface="Segoe UI"/>
                <a:ea typeface="微软雅黑"/>
                <a:cs typeface="+mj-cs"/>
              </a:rPr>
              <a:t>Samsung: USD85bn</a:t>
            </a:r>
          </a:p>
        </p:txBody>
      </p:sp>
      <p:sp>
        <p:nvSpPr>
          <p:cNvPr id="37" name="TextBox 36">
            <a:extLst>
              <a:ext uri="{FF2B5EF4-FFF2-40B4-BE49-F238E27FC236}">
                <a16:creationId xmlns:a16="http://schemas.microsoft.com/office/drawing/2014/main" id="{8794F41E-62E0-2B1E-D936-2FD02F3F33B2}"/>
              </a:ext>
            </a:extLst>
          </p:cNvPr>
          <p:cNvSpPr txBox="1"/>
          <p:nvPr/>
        </p:nvSpPr>
        <p:spPr>
          <a:xfrm>
            <a:off x="6642183" y="3892824"/>
            <a:ext cx="1655160" cy="612934"/>
          </a:xfrm>
          <a:prstGeom prst="roundRect">
            <a:avLst/>
          </a:prstGeom>
          <a:effectLst>
            <a:outerShdw blurRad="50800" dist="38100" dir="2700000" algn="tl" rotWithShape="0">
              <a:prstClr val="black">
                <a:alpha val="40000"/>
              </a:prstClr>
            </a:outerShdw>
          </a:effectLst>
        </p:spPr>
        <p:style>
          <a:lnRef idx="0">
            <a:scrgbClr r="0" g="0" b="0"/>
          </a:lnRef>
          <a:fillRef idx="1001">
            <a:schemeClr val="lt2"/>
          </a:fillRef>
          <a:effectRef idx="0">
            <a:scrgbClr r="0" g="0" b="0"/>
          </a:effectRef>
          <a:fontRef idx="major"/>
        </p:style>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tab pos="1428750" algn="l"/>
                <a:tab pos="2514600" algn="l"/>
                <a:tab pos="4114800" algn="l"/>
                <a:tab pos="6572250" algn="l"/>
                <a:tab pos="7600950" algn="l"/>
                <a:tab pos="8743950" algn="l"/>
                <a:tab pos="9772650" algn="l"/>
              </a:tabLst>
              <a:defRPr/>
            </a:pPr>
            <a:r>
              <a:rPr kumimoji="0" lang="en-US" altLang="zh-CN" sz="1000" b="1" i="0" u="none" strike="noStrike" kern="1200" cap="none" spc="0" normalizeH="0" baseline="0" noProof="0" dirty="0">
                <a:ln>
                  <a:noFill/>
                </a:ln>
                <a:solidFill>
                  <a:prstClr val="black">
                    <a:lumMod val="75000"/>
                    <a:lumOff val="25000"/>
                  </a:prstClr>
                </a:solidFill>
                <a:effectLst/>
                <a:uLnTx/>
                <a:uFillTx/>
                <a:latin typeface="Segoe UI"/>
                <a:ea typeface="微软雅黑"/>
                <a:cs typeface="+mj-cs"/>
              </a:rPr>
              <a:t>USD419bn</a:t>
            </a:r>
          </a:p>
          <a:p>
            <a:pPr marL="171450" marR="0" lvl="0" indent="-171450" algn="ctr" defTabSz="914400" rtl="0" eaLnBrk="0" fontAlgn="base" latinLnBrk="0" hangingPunct="0">
              <a:lnSpc>
                <a:spcPct val="100000"/>
              </a:lnSpc>
              <a:spcBef>
                <a:spcPct val="0"/>
              </a:spcBef>
              <a:spcAft>
                <a:spcPct val="0"/>
              </a:spcAft>
              <a:buClrTx/>
              <a:buSzTx/>
              <a:buFontTx/>
              <a:buChar char="-"/>
              <a:tabLst>
                <a:tab pos="1428750" algn="l"/>
                <a:tab pos="2514600" algn="l"/>
                <a:tab pos="4114800" algn="l"/>
                <a:tab pos="6572250" algn="l"/>
                <a:tab pos="7600950" algn="l"/>
                <a:tab pos="8743950" algn="l"/>
                <a:tab pos="9772650" algn="l"/>
              </a:tabLst>
              <a:defRPr/>
            </a:pPr>
            <a:r>
              <a:rPr kumimoji="0" lang="en-US" sz="1000" b="0" i="0" u="none" strike="noStrike" kern="1200" cap="none" spc="0" normalizeH="0" baseline="0" noProof="0" dirty="0">
                <a:ln>
                  <a:noFill/>
                </a:ln>
                <a:solidFill>
                  <a:prstClr val="black">
                    <a:lumMod val="75000"/>
                    <a:lumOff val="25000"/>
                  </a:prstClr>
                </a:solidFill>
                <a:effectLst/>
                <a:uLnTx/>
                <a:uFillTx/>
                <a:latin typeface="Segoe UI"/>
                <a:ea typeface="微软雅黑"/>
                <a:cs typeface="+mj-cs"/>
              </a:rPr>
              <a:t>AWS: USD126bn</a:t>
            </a:r>
          </a:p>
          <a:p>
            <a:pPr marL="171450" marR="0" lvl="0" indent="-171450" algn="ctr" defTabSz="914400" rtl="0" eaLnBrk="0" fontAlgn="base" latinLnBrk="0" hangingPunct="0">
              <a:lnSpc>
                <a:spcPct val="100000"/>
              </a:lnSpc>
              <a:spcBef>
                <a:spcPct val="0"/>
              </a:spcBef>
              <a:spcAft>
                <a:spcPct val="0"/>
              </a:spcAft>
              <a:buClrTx/>
              <a:buSzTx/>
              <a:buFontTx/>
              <a:buChar char="-"/>
              <a:tabLst>
                <a:tab pos="1428750" algn="l"/>
                <a:tab pos="2514600" algn="l"/>
                <a:tab pos="4114800" algn="l"/>
                <a:tab pos="6572250" algn="l"/>
                <a:tab pos="7600950" algn="l"/>
                <a:tab pos="8743950" algn="l"/>
                <a:tab pos="9772650" algn="l"/>
              </a:tabLst>
              <a:defRPr/>
            </a:pPr>
            <a:r>
              <a:rPr kumimoji="0" lang="en-US" sz="1000" b="0" i="0" u="none" strike="noStrike" kern="1200" cap="none" spc="0" normalizeH="0" baseline="0" noProof="0" dirty="0">
                <a:ln>
                  <a:noFill/>
                </a:ln>
                <a:solidFill>
                  <a:prstClr val="black">
                    <a:lumMod val="75000"/>
                    <a:lumOff val="25000"/>
                  </a:prstClr>
                </a:solidFill>
                <a:effectLst/>
                <a:uLnTx/>
                <a:uFillTx/>
                <a:latin typeface="Segoe UI"/>
                <a:ea typeface="微软雅黑"/>
                <a:cs typeface="+mj-cs"/>
              </a:rPr>
              <a:t>MSFT: USD84bn</a:t>
            </a:r>
          </a:p>
        </p:txBody>
      </p:sp>
      <p:sp>
        <p:nvSpPr>
          <p:cNvPr id="38" name="TextBox 37">
            <a:extLst>
              <a:ext uri="{FF2B5EF4-FFF2-40B4-BE49-F238E27FC236}">
                <a16:creationId xmlns:a16="http://schemas.microsoft.com/office/drawing/2014/main" id="{40908AF6-6082-7687-D469-AF41E19A9421}"/>
              </a:ext>
            </a:extLst>
          </p:cNvPr>
          <p:cNvSpPr txBox="1"/>
          <p:nvPr/>
        </p:nvSpPr>
        <p:spPr>
          <a:xfrm>
            <a:off x="6642183" y="5147786"/>
            <a:ext cx="1655160" cy="612934"/>
          </a:xfrm>
          <a:prstGeom prst="roundRect">
            <a:avLst/>
          </a:prstGeom>
          <a:effectLst>
            <a:outerShdw blurRad="50800" dist="38100" dir="2700000" algn="tl" rotWithShape="0">
              <a:prstClr val="black">
                <a:alpha val="40000"/>
              </a:prstClr>
            </a:outerShdw>
          </a:effectLst>
        </p:spPr>
        <p:style>
          <a:lnRef idx="0">
            <a:scrgbClr r="0" g="0" b="0"/>
          </a:lnRef>
          <a:fillRef idx="1001">
            <a:schemeClr val="lt2"/>
          </a:fillRef>
          <a:effectRef idx="0">
            <a:scrgbClr r="0" g="0" b="0"/>
          </a:effectRef>
          <a:fontRef idx="major"/>
        </p:style>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tab pos="1428750" algn="l"/>
                <a:tab pos="2514600" algn="l"/>
                <a:tab pos="4114800" algn="l"/>
                <a:tab pos="6572250" algn="l"/>
                <a:tab pos="7600950" algn="l"/>
                <a:tab pos="8743950" algn="l"/>
                <a:tab pos="9772650" algn="l"/>
              </a:tabLst>
              <a:defRPr/>
            </a:pPr>
            <a:r>
              <a:rPr kumimoji="0" lang="en-US" altLang="zh-CN" sz="1000" b="1" i="0" u="none" strike="noStrike" kern="1200" cap="none" spc="0" normalizeH="0" baseline="0" noProof="0" dirty="0">
                <a:ln>
                  <a:noFill/>
                </a:ln>
                <a:solidFill>
                  <a:prstClr val="black">
                    <a:lumMod val="75000"/>
                    <a:lumOff val="25000"/>
                  </a:prstClr>
                </a:solidFill>
                <a:effectLst/>
                <a:uLnTx/>
                <a:uFillTx/>
                <a:latin typeface="Segoe UI"/>
                <a:ea typeface="微软雅黑"/>
                <a:cs typeface="+mj-cs"/>
              </a:rPr>
              <a:t>USD34bn</a:t>
            </a:r>
          </a:p>
          <a:p>
            <a:pPr marL="171450" marR="0" lvl="0" indent="-171450" algn="ctr" defTabSz="914400" rtl="0" eaLnBrk="0" fontAlgn="base" latinLnBrk="0" hangingPunct="0">
              <a:lnSpc>
                <a:spcPct val="100000"/>
              </a:lnSpc>
              <a:spcBef>
                <a:spcPct val="0"/>
              </a:spcBef>
              <a:spcAft>
                <a:spcPct val="0"/>
              </a:spcAft>
              <a:buClrTx/>
              <a:buSzTx/>
              <a:buFontTx/>
              <a:buChar char="-"/>
              <a:tabLst>
                <a:tab pos="1428750" algn="l"/>
                <a:tab pos="2514600" algn="l"/>
                <a:tab pos="4114800" algn="l"/>
                <a:tab pos="6572250" algn="l"/>
                <a:tab pos="7600950" algn="l"/>
                <a:tab pos="8743950" algn="l"/>
                <a:tab pos="9772650" algn="l"/>
              </a:tabLst>
              <a:defRPr/>
            </a:pPr>
            <a:r>
              <a:rPr kumimoji="0" lang="en-US" altLang="zh-CN" sz="1000" b="0" i="0" u="none" strike="noStrike" kern="1200" cap="none" spc="0" normalizeH="0" baseline="0" noProof="0" dirty="0">
                <a:ln>
                  <a:noFill/>
                </a:ln>
                <a:solidFill>
                  <a:prstClr val="black">
                    <a:lumMod val="75000"/>
                    <a:lumOff val="25000"/>
                  </a:prstClr>
                </a:solidFill>
                <a:effectLst/>
                <a:uLnTx/>
                <a:uFillTx/>
                <a:latin typeface="Segoe UI"/>
                <a:ea typeface="微软雅黑"/>
                <a:cs typeface="+mj-cs"/>
              </a:rPr>
              <a:t>Open AI: USD20bn</a:t>
            </a:r>
          </a:p>
          <a:p>
            <a:pPr marL="171450" marR="0" lvl="0" indent="-171450" algn="ctr" defTabSz="914400" rtl="0" eaLnBrk="0" fontAlgn="base" latinLnBrk="0" hangingPunct="0">
              <a:lnSpc>
                <a:spcPct val="100000"/>
              </a:lnSpc>
              <a:spcBef>
                <a:spcPct val="0"/>
              </a:spcBef>
              <a:spcAft>
                <a:spcPct val="0"/>
              </a:spcAft>
              <a:buClrTx/>
              <a:buSzTx/>
              <a:buFontTx/>
              <a:buChar char="-"/>
              <a:tabLst>
                <a:tab pos="1428750" algn="l"/>
                <a:tab pos="2514600" algn="l"/>
                <a:tab pos="4114800" algn="l"/>
                <a:tab pos="6572250" algn="l"/>
                <a:tab pos="7600950" algn="l"/>
                <a:tab pos="8743950" algn="l"/>
                <a:tab pos="9772650" algn="l"/>
              </a:tabLst>
              <a:defRPr/>
            </a:pPr>
            <a:r>
              <a:rPr kumimoji="0" lang="en-US" altLang="zh-CN" sz="1000" b="0" i="0" u="none" strike="noStrike" kern="1200" cap="none" spc="0" normalizeH="0" baseline="0" noProof="0" dirty="0">
                <a:ln>
                  <a:noFill/>
                </a:ln>
                <a:solidFill>
                  <a:prstClr val="black">
                    <a:lumMod val="75000"/>
                    <a:lumOff val="25000"/>
                  </a:prstClr>
                </a:solidFill>
                <a:effectLst/>
                <a:uLnTx/>
                <a:uFillTx/>
                <a:latin typeface="Segoe UI"/>
                <a:ea typeface="微软雅黑"/>
                <a:cs typeface="+mj-cs"/>
              </a:rPr>
              <a:t>Anthropic: USD7bn</a:t>
            </a:r>
          </a:p>
        </p:txBody>
      </p:sp>
      <p:sp>
        <p:nvSpPr>
          <p:cNvPr id="2"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39" name="LogoPic" descr="image.png"/>
          <p:cNvPicPr>
            <a:picLocks noChangeAspect="1"/>
          </p:cNvPicPr>
          <p:nvPr/>
        </p:nvPicPr>
        <p:blipFill rotWithShape="1">
          <a:blip r:embed="rId13"/>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302FE751-CD70-4E00-B6B0-45250191D118}" type="slidenum">
              <a:rPr lang="en-US" sz="1000" dirty="0">
                <a:solidFill>
                  <a:srgbClr val="FFFFFF"/>
                </a:solidFill>
                <a:latin typeface="Calibri"/>
                <a:ea typeface="微软雅黑"/>
              </a:rPr>
              <a:t>8</a:t>
            </a:fld>
            <a:endParaRPr lang="en-US" sz="1000" dirty="0">
              <a:solidFill>
                <a:srgbClr val="FFFFFF"/>
              </a:solidFill>
              <a:latin typeface="Calibri"/>
              <a:ea typeface="微软雅黑"/>
            </a:endParaRPr>
          </a:p>
        </p:txBody>
      </p:sp>
    </p:spTree>
    <p:extLst>
      <p:ext uri="{BB962C8B-B14F-4D97-AF65-F5344CB8AC3E}">
        <p14:creationId xmlns:p14="http://schemas.microsoft.com/office/powerpoint/2010/main" val="12724399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17DEEB81-C8C4-C2BC-4B37-6502D1D69925}"/>
              </a:ext>
            </a:extLst>
          </p:cNvPr>
          <p:cNvSpPr>
            <a:spLocks noGrp="1"/>
          </p:cNvSpPr>
          <p:nvPr>
            <p:ph type="body" sz="quarter" idx="20"/>
          </p:nvPr>
        </p:nvSpPr>
        <p:spPr/>
        <p:txBody>
          <a:bodyPr/>
          <a:lstStyle/>
          <a:p>
            <a:endParaRPr lang="zh-CN" altLang="en-US"/>
          </a:p>
        </p:txBody>
      </p:sp>
      <p:sp>
        <p:nvSpPr>
          <p:cNvPr id="3" name="文本占位符 2">
            <a:extLst>
              <a:ext uri="{FF2B5EF4-FFF2-40B4-BE49-F238E27FC236}">
                <a16:creationId xmlns:a16="http://schemas.microsoft.com/office/drawing/2014/main" id="{B80638AA-EA29-053D-9CF1-357B969D7C76}"/>
              </a:ext>
            </a:extLst>
          </p:cNvPr>
          <p:cNvSpPr>
            <a:spLocks noGrp="1"/>
          </p:cNvSpPr>
          <p:nvPr>
            <p:ph type="body" sz="quarter" idx="10"/>
          </p:nvPr>
        </p:nvSpPr>
        <p:spPr>
          <a:xfrm>
            <a:off x="529802" y="6398923"/>
            <a:ext cx="5383509" cy="274320"/>
          </a:xfrm>
        </p:spPr>
        <p:txBody>
          <a:bodyPr/>
          <a:lstStyle/>
          <a:p>
            <a:r>
              <a:rPr lang="zh-CN" altLang="en-US"/>
              <a:t>數據來源：瑞銀證券，</a:t>
            </a:r>
            <a:r>
              <a:rPr lang="en-US" altLang="zh-CN"/>
              <a:t>Morgan Stanley</a:t>
            </a:r>
            <a:r>
              <a:rPr lang="zh-CN" altLang="en-US"/>
              <a:t>， 南方東英</a:t>
            </a:r>
            <a:endParaRPr lang="zh-CN" altLang="en-US" dirty="0"/>
          </a:p>
        </p:txBody>
      </p:sp>
      <p:sp>
        <p:nvSpPr>
          <p:cNvPr id="5" name="文本占位符 4">
            <a:extLst>
              <a:ext uri="{FF2B5EF4-FFF2-40B4-BE49-F238E27FC236}">
                <a16:creationId xmlns:a16="http://schemas.microsoft.com/office/drawing/2014/main" id="{356A516A-8533-B7F8-04BF-DABBDB8A602E}"/>
              </a:ext>
            </a:extLst>
          </p:cNvPr>
          <p:cNvSpPr>
            <a:spLocks noGrp="1"/>
          </p:cNvSpPr>
          <p:nvPr>
            <p:ph type="body" sz="quarter" idx="19"/>
          </p:nvPr>
        </p:nvSpPr>
        <p:spPr>
          <a:xfrm>
            <a:off x="6124998" y="2009873"/>
            <a:ext cx="5385816" cy="352425"/>
          </a:xfrm>
        </p:spPr>
        <p:txBody>
          <a:bodyPr/>
          <a:lstStyle/>
          <a:p>
            <a:r>
              <a:rPr lang="en-US" altLang="zh-CN"/>
              <a:t>NVL72 </a:t>
            </a:r>
            <a:r>
              <a:rPr lang="zh-CN" altLang="en-US"/>
              <a:t>服務器開支拆分變化</a:t>
            </a:r>
            <a:endParaRPr lang="zh-CN" altLang="en-US" dirty="0"/>
          </a:p>
        </p:txBody>
      </p:sp>
      <p:sp>
        <p:nvSpPr>
          <p:cNvPr id="7" name="文本占位符 6">
            <a:extLst>
              <a:ext uri="{FF2B5EF4-FFF2-40B4-BE49-F238E27FC236}">
                <a16:creationId xmlns:a16="http://schemas.microsoft.com/office/drawing/2014/main" id="{51CEB18C-828A-73DA-78FA-BE64A52314BA}"/>
              </a:ext>
            </a:extLst>
          </p:cNvPr>
          <p:cNvSpPr>
            <a:spLocks noGrp="1"/>
          </p:cNvSpPr>
          <p:nvPr>
            <p:ph type="body" sz="quarter" idx="18"/>
          </p:nvPr>
        </p:nvSpPr>
        <p:spPr>
          <a:xfrm>
            <a:off x="635000" y="2009873"/>
            <a:ext cx="5384800" cy="352425"/>
          </a:xfrm>
        </p:spPr>
        <p:txBody>
          <a:bodyPr/>
          <a:lstStyle/>
          <a:p>
            <a:r>
              <a:rPr lang="en-US" altLang="zh-CN"/>
              <a:t>NVIDIA </a:t>
            </a:r>
            <a:r>
              <a:rPr lang="zh-CN" altLang="en-US"/>
              <a:t>收入結構變化 </a:t>
            </a:r>
            <a:r>
              <a:rPr lang="en-US" altLang="zh-CN"/>
              <a:t>– </a:t>
            </a:r>
            <a:r>
              <a:rPr lang="zh-CN" altLang="en-US"/>
              <a:t>算力系統快速升級迭代</a:t>
            </a:r>
            <a:endParaRPr lang="zh-CN" altLang="en-US" dirty="0"/>
          </a:p>
        </p:txBody>
      </p:sp>
      <p:sp>
        <p:nvSpPr>
          <p:cNvPr id="9" name="标题 8">
            <a:extLst>
              <a:ext uri="{FF2B5EF4-FFF2-40B4-BE49-F238E27FC236}">
                <a16:creationId xmlns:a16="http://schemas.microsoft.com/office/drawing/2014/main" id="{3879FF88-445E-B9DA-10C8-949A039DCF77}"/>
              </a:ext>
            </a:extLst>
          </p:cNvPr>
          <p:cNvSpPr>
            <a:spLocks noGrp="1"/>
          </p:cNvSpPr>
          <p:nvPr>
            <p:ph type="title"/>
          </p:nvPr>
        </p:nvSpPr>
        <p:spPr>
          <a:xfrm>
            <a:off x="722376" y="411480"/>
            <a:ext cx="10972800" cy="475488"/>
          </a:xfrm>
        </p:spPr>
        <p:txBody>
          <a:bodyPr/>
          <a:lstStyle/>
          <a:p>
            <a:r>
              <a:rPr lang="zh-CN" altLang="en-US" sz="2800">
                <a:latin typeface="Calibri"/>
                <a:ea typeface="微软雅黑"/>
              </a:rPr>
              <a:t>英偉達</a:t>
            </a:r>
            <a:r>
              <a:rPr lang="en-US" altLang="zh-CN" sz="2800">
                <a:latin typeface="Calibri"/>
                <a:ea typeface="微软雅黑"/>
              </a:rPr>
              <a:t>AI GPU</a:t>
            </a:r>
            <a:r>
              <a:rPr lang="zh-CN" altLang="en-US" sz="2800">
                <a:latin typeface="Calibri"/>
                <a:ea typeface="微软雅黑"/>
              </a:rPr>
              <a:t>性能升級帶動硬件需求升級</a:t>
            </a:r>
            <a:endParaRPr lang="zh-CN" altLang="en-US" sz="2800" dirty="0">
              <a:latin typeface="Calibri"/>
              <a:ea typeface="微软雅黑"/>
            </a:endParaRPr>
          </a:p>
        </p:txBody>
      </p:sp>
      <p:pic>
        <p:nvPicPr>
          <p:cNvPr id="11" name="内容占位符 10">
            <a:extLst>
              <a:ext uri="{FF2B5EF4-FFF2-40B4-BE49-F238E27FC236}">
                <a16:creationId xmlns:a16="http://schemas.microsoft.com/office/drawing/2014/main" id="{B59E5835-64E6-E93C-1A19-C710BF138207}"/>
              </a:ext>
            </a:extLst>
          </p:cNvPr>
          <p:cNvPicPr>
            <a:picLocks noGrp="1" noChangeAspect="1"/>
          </p:cNvPicPr>
          <p:nvPr>
            <p:ph idx="21"/>
          </p:nvPr>
        </p:nvPicPr>
        <p:blipFill>
          <a:blip r:embed="rId2"/>
          <a:stretch>
            <a:fillRect/>
          </a:stretch>
        </p:blipFill>
        <p:spPr>
          <a:xfrm>
            <a:off x="6125293" y="2362298"/>
            <a:ext cx="5383213" cy="3036684"/>
          </a:xfrm>
          <a:prstGeom prst="rect">
            <a:avLst/>
          </a:prstGeom>
          <a:noFill/>
        </p:spPr>
      </p:pic>
      <p:sp>
        <p:nvSpPr>
          <p:cNvPr id="13" name="Content Placeholder 21">
            <a:extLst>
              <a:ext uri="{FF2B5EF4-FFF2-40B4-BE49-F238E27FC236}">
                <a16:creationId xmlns:a16="http://schemas.microsoft.com/office/drawing/2014/main" id="{9E6346A6-36EA-FCE3-FEDF-AFF0232F523A}"/>
              </a:ext>
            </a:extLst>
          </p:cNvPr>
          <p:cNvSpPr txBox="1">
            <a:spLocks/>
          </p:cNvSpPr>
          <p:nvPr/>
        </p:nvSpPr>
        <p:spPr>
          <a:xfrm>
            <a:off x="640080" y="1097280"/>
            <a:ext cx="10872788" cy="694944"/>
          </a:xfrm>
          <a:prstGeom prst="rect">
            <a:avLst/>
          </a:prstGeom>
        </p:spPr>
        <p:txBody>
          <a:bodyPr/>
          <a:lstStyle>
            <a:lvl1pPr marL="228600" indent="-228600" algn="l" rtl="0" eaLnBrk="1" fontAlgn="base" hangingPunct="1">
              <a:lnSpc>
                <a:spcPct val="90000"/>
              </a:lnSpc>
              <a:spcBef>
                <a:spcPts val="1000"/>
              </a:spcBef>
              <a:spcAft>
                <a:spcPct val="0"/>
              </a:spcAft>
              <a:buFont typeface="Arial" panose="020B0604020202020204" pitchFamily="34" charset="0"/>
              <a:buChar char="•"/>
              <a:defRPr lang="en-US" sz="1200" kern="1200" dirty="0" smtClean="0">
                <a:solidFill>
                  <a:schemeClr val="accent1">
                    <a:lumMod val="75000"/>
                  </a:schemeClr>
                </a:solidFill>
                <a:latin typeface="Microsoft YaHei UI" panose="020B0503020204020204" pitchFamily="34" charset="-122"/>
                <a:ea typeface="Microsoft YaHei UI" panose="020B0503020204020204" pitchFamily="34" charset="-122"/>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lang="en-US" sz="2400" kern="1200" dirty="0" smtClean="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lang="en-US" sz="2000" kern="1200" dirty="0" smtClean="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lang="en-US" sz="1300" kern="1200" dirty="0" smtClean="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lang="en-US" sz="1300" kern="1200" dirty="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base" latinLnBrk="0" hangingPunct="1">
              <a:lnSpc>
                <a:spcPct val="90000"/>
              </a:lnSpc>
              <a:spcBef>
                <a:spcPts val="1000"/>
              </a:spcBef>
              <a:spcAft>
                <a:spcPct val="0"/>
              </a:spcAft>
              <a:buClrTx/>
              <a:buSzTx/>
              <a:buFont typeface="Arial" panose="020B0604020202020204" pitchFamily="34" charset="0"/>
              <a:buChar char="•"/>
              <a:tabLst/>
              <a:defRPr/>
            </a:pPr>
            <a:r>
              <a:rPr kumimoji="0" lang="zh-CN" altLang="en-US" sz="1400" b="0" i="0" u="none" strike="noStrike" kern="1200" cap="none" spc="0" normalizeH="0" baseline="0" noProof="0">
                <a:ln>
                  <a:noFill/>
                </a:ln>
                <a:solidFill>
                  <a:prstClr val="black"/>
                </a:solidFill>
                <a:effectLst/>
                <a:uLnTx/>
                <a:uFillTx/>
                <a:latin typeface="微软雅黑"/>
                <a:ea typeface="微软雅黑"/>
                <a:cs typeface="+mn-cs"/>
              </a:rPr>
              <a:t>英偉達本身對</a:t>
            </a:r>
            <a:r>
              <a:rPr kumimoji="0" lang="en-US" altLang="zh-CN" sz="1400" b="0" i="0" u="none" strike="noStrike" kern="1200" cap="none" spc="0" normalizeH="0" baseline="0" noProof="0">
                <a:ln>
                  <a:noFill/>
                </a:ln>
                <a:solidFill>
                  <a:prstClr val="black"/>
                </a:solidFill>
                <a:effectLst/>
                <a:uLnTx/>
                <a:uFillTx/>
                <a:latin typeface="微软雅黑"/>
                <a:ea typeface="微软雅黑"/>
                <a:cs typeface="+mn-cs"/>
              </a:rPr>
              <a:t>AI</a:t>
            </a:r>
            <a:r>
              <a:rPr kumimoji="0" lang="zh-CN" altLang="en-US" sz="1400" b="0" i="0" u="none" strike="noStrike" kern="1200" cap="none" spc="0" normalizeH="0" baseline="0" noProof="0">
                <a:ln>
                  <a:noFill/>
                </a:ln>
                <a:solidFill>
                  <a:prstClr val="black"/>
                </a:solidFill>
                <a:effectLst/>
                <a:uLnTx/>
                <a:uFillTx/>
                <a:latin typeface="微软雅黑"/>
                <a:ea typeface="微软雅黑"/>
                <a:cs typeface="+mn-cs"/>
              </a:rPr>
              <a:t>算力的定期技術迭代，加速</a:t>
            </a:r>
            <a:r>
              <a:rPr kumimoji="0" lang="en-US" altLang="zh-CN" sz="1400" b="0" i="0" u="none" strike="noStrike" kern="1200" cap="none" spc="0" normalizeH="0" baseline="0" noProof="0">
                <a:ln>
                  <a:noFill/>
                </a:ln>
                <a:solidFill>
                  <a:prstClr val="black"/>
                </a:solidFill>
                <a:effectLst/>
                <a:uLnTx/>
                <a:uFillTx/>
                <a:latin typeface="微软雅黑"/>
                <a:ea typeface="微软雅黑"/>
                <a:cs typeface="+mn-cs"/>
              </a:rPr>
              <a:t>AI</a:t>
            </a:r>
            <a:r>
              <a:rPr kumimoji="0" lang="zh-CN" altLang="en-US" sz="1400" b="0" i="0" u="none" strike="noStrike" kern="1200" cap="none" spc="0" normalizeH="0" baseline="0" noProof="0">
                <a:ln>
                  <a:noFill/>
                </a:ln>
                <a:solidFill>
                  <a:prstClr val="black"/>
                </a:solidFill>
                <a:effectLst/>
                <a:uLnTx/>
                <a:uFillTx/>
                <a:latin typeface="微软雅黑"/>
                <a:ea typeface="微软雅黑"/>
                <a:cs typeface="+mn-cs"/>
              </a:rPr>
              <a:t>時代科技大廠的軍備競賽，得益于英偉達在</a:t>
            </a:r>
            <a:r>
              <a:rPr kumimoji="0" lang="en-US" altLang="zh-CN" sz="1400" b="0" i="0" u="none" strike="noStrike" kern="1200" cap="none" spc="0" normalizeH="0" baseline="0" noProof="0">
                <a:ln>
                  <a:noFill/>
                </a:ln>
                <a:solidFill>
                  <a:prstClr val="black"/>
                </a:solidFill>
                <a:effectLst/>
                <a:uLnTx/>
                <a:uFillTx/>
                <a:latin typeface="微软雅黑"/>
                <a:ea typeface="微软雅黑"/>
                <a:cs typeface="+mn-cs"/>
              </a:rPr>
              <a:t>GPU</a:t>
            </a:r>
            <a:r>
              <a:rPr kumimoji="0" lang="zh-CN" altLang="en-US" sz="1400" b="0" i="0" u="none" strike="noStrike" kern="1200" cap="none" spc="0" normalizeH="0" baseline="0" noProof="0">
                <a:ln>
                  <a:noFill/>
                </a:ln>
                <a:solidFill>
                  <a:prstClr val="black"/>
                </a:solidFill>
                <a:effectLst/>
                <a:uLnTx/>
                <a:uFillTx/>
                <a:latin typeface="微软雅黑"/>
                <a:ea typeface="微软雅黑"/>
                <a:cs typeface="+mn-cs"/>
              </a:rPr>
              <a:t>領域的競爭優勢，公司快速獲得絕大部分産業鏈利潤，</a:t>
            </a:r>
            <a:r>
              <a:rPr kumimoji="0" lang="en-US" altLang="zh-CN" sz="1400" b="0" i="0" u="none" strike="noStrike" kern="1200" cap="none" spc="0" normalizeH="0" baseline="0" noProof="0">
                <a:ln>
                  <a:noFill/>
                </a:ln>
                <a:solidFill>
                  <a:prstClr val="black"/>
                </a:solidFill>
                <a:effectLst/>
                <a:uLnTx/>
                <a:uFillTx/>
                <a:latin typeface="微软雅黑"/>
                <a:ea typeface="微软雅黑"/>
                <a:cs typeface="+mn-cs"/>
              </a:rPr>
              <a:t>2025</a:t>
            </a:r>
            <a:r>
              <a:rPr kumimoji="0" lang="zh-CN" altLang="en-US" sz="1400" b="0" i="0" u="none" strike="noStrike" kern="1200" cap="none" spc="0" normalizeH="0" baseline="0" noProof="0" dirty="0">
                <a:ln>
                  <a:noFill/>
                </a:ln>
                <a:solidFill>
                  <a:prstClr val="black"/>
                </a:solidFill>
                <a:effectLst/>
                <a:uLnTx/>
                <a:uFillTx/>
                <a:latin typeface="微软雅黑"/>
                <a:ea typeface="微软雅黑"/>
                <a:cs typeface="+mn-cs"/>
              </a:rPr>
              <a:t>年</a:t>
            </a:r>
            <a:r>
              <a:rPr kumimoji="0" lang="en-US" altLang="zh-CN" sz="1400" b="0" i="0" u="none" strike="noStrike" kern="1200" cap="none" spc="0" normalizeH="0" baseline="0" noProof="0" dirty="0">
                <a:ln>
                  <a:noFill/>
                </a:ln>
                <a:solidFill>
                  <a:prstClr val="black"/>
                </a:solidFill>
                <a:effectLst/>
                <a:uLnTx/>
                <a:uFillTx/>
                <a:latin typeface="微软雅黑"/>
                <a:ea typeface="微软雅黑"/>
                <a:cs typeface="+mn-cs"/>
              </a:rPr>
              <a:t>10</a:t>
            </a:r>
            <a:r>
              <a:rPr kumimoji="0" lang="zh-CN" altLang="en-US" sz="1400" b="0" i="0" u="none" strike="noStrike" kern="1200" cap="none" spc="0" normalizeH="0" baseline="0" noProof="0" dirty="0">
                <a:ln>
                  <a:noFill/>
                </a:ln>
                <a:solidFill>
                  <a:prstClr val="black"/>
                </a:solidFill>
                <a:effectLst/>
                <a:uLnTx/>
                <a:uFillTx/>
                <a:latin typeface="微软雅黑"/>
                <a:ea typeface="微软雅黑"/>
                <a:cs typeface="+mn-cs"/>
              </a:rPr>
              <a:t>月，股票市值</a:t>
            </a:r>
            <a:r>
              <a:rPr kumimoji="0" lang="zh-CN" altLang="en-US" sz="1400" b="0" i="0" u="none" strike="noStrike" kern="1200" cap="none" spc="0" normalizeH="0" baseline="0" noProof="0">
                <a:ln>
                  <a:noFill/>
                </a:ln>
                <a:solidFill>
                  <a:prstClr val="black"/>
                </a:solidFill>
                <a:effectLst/>
                <a:uLnTx/>
                <a:uFillTx/>
                <a:latin typeface="微软雅黑"/>
                <a:ea typeface="微软雅黑"/>
                <a:cs typeface="+mn-cs"/>
              </a:rPr>
              <a:t>突破</a:t>
            </a:r>
            <a:r>
              <a:rPr kumimoji="0" lang="en-US" altLang="zh-CN" sz="1400" b="0" i="0" u="none" strike="noStrike" kern="1200" cap="none" spc="0" normalizeH="0" baseline="0" noProof="0">
                <a:ln>
                  <a:noFill/>
                </a:ln>
                <a:solidFill>
                  <a:prstClr val="black"/>
                </a:solidFill>
                <a:effectLst/>
                <a:uLnTx/>
                <a:uFillTx/>
                <a:latin typeface="微软雅黑"/>
                <a:ea typeface="微软雅黑"/>
                <a:cs typeface="+mn-cs"/>
              </a:rPr>
              <a:t>5</a:t>
            </a:r>
            <a:r>
              <a:rPr kumimoji="0" lang="zh-CN" altLang="en-US" sz="1400" b="0" i="0" u="none" strike="noStrike" kern="1200" cap="none" spc="0" normalizeH="0" baseline="0" noProof="0">
                <a:ln>
                  <a:noFill/>
                </a:ln>
                <a:solidFill>
                  <a:prstClr val="black"/>
                </a:solidFill>
                <a:effectLst/>
                <a:uLnTx/>
                <a:uFillTx/>
                <a:latin typeface="微软雅黑"/>
                <a:ea typeface="微软雅黑"/>
                <a:cs typeface="+mn-cs"/>
              </a:rPr>
              <a:t>萬億美元，成爲全球市值最大的上市公司。</a:t>
            </a:r>
            <a:endParaRPr kumimoji="0" lang="en-US" altLang="zh-CN" sz="1400" b="0" i="0" u="none" strike="noStrike" kern="1200" cap="none" spc="0" normalizeH="0" baseline="0" noProof="0" dirty="0">
              <a:ln>
                <a:noFill/>
              </a:ln>
              <a:solidFill>
                <a:prstClr val="black"/>
              </a:solidFill>
              <a:effectLst/>
              <a:uLnTx/>
              <a:uFillTx/>
              <a:latin typeface="微软雅黑"/>
              <a:ea typeface="微软雅黑"/>
              <a:cs typeface="+mn-cs"/>
            </a:endParaRPr>
          </a:p>
          <a:p>
            <a:pPr marL="228600" marR="0" lvl="0" indent="-228600" algn="l" defTabSz="914400" rtl="0" eaLnBrk="1" fontAlgn="base" latinLnBrk="0" hangingPunct="1">
              <a:lnSpc>
                <a:spcPct val="90000"/>
              </a:lnSpc>
              <a:spcBef>
                <a:spcPts val="1000"/>
              </a:spcBef>
              <a:spcAft>
                <a:spcPct val="0"/>
              </a:spcAft>
              <a:buClrTx/>
              <a:buSzTx/>
              <a:buFont typeface="Arial" panose="020B0604020202020204" pitchFamily="34" charset="0"/>
              <a:buChar char="•"/>
              <a:tabLst/>
              <a:defRPr/>
            </a:pPr>
            <a:r>
              <a:rPr kumimoji="0" lang="zh-CN" altLang="en-US" sz="1400" b="0" i="0" u="none" strike="noStrike" kern="1200" cap="none" spc="0" normalizeH="0" baseline="0" noProof="0">
                <a:ln>
                  <a:noFill/>
                </a:ln>
                <a:solidFill>
                  <a:prstClr val="black"/>
                </a:solidFill>
                <a:effectLst/>
                <a:uLnTx/>
                <a:uFillTx/>
                <a:latin typeface="微软雅黑"/>
                <a:ea typeface="微软雅黑"/>
                <a:cs typeface="+mn-cs"/>
              </a:rPr>
              <a:t>英偉達計劃</a:t>
            </a:r>
            <a:r>
              <a:rPr kumimoji="0" lang="en-US" altLang="zh-CN" sz="1400" b="0" i="0" u="none" strike="noStrike" kern="1200" cap="none" spc="0" normalizeH="0" baseline="0" noProof="0">
                <a:ln>
                  <a:noFill/>
                </a:ln>
                <a:solidFill>
                  <a:prstClr val="black"/>
                </a:solidFill>
                <a:effectLst/>
                <a:uLnTx/>
                <a:uFillTx/>
                <a:latin typeface="微软雅黑"/>
                <a:ea typeface="微软雅黑"/>
                <a:cs typeface="+mn-cs"/>
              </a:rPr>
              <a:t>2026</a:t>
            </a:r>
            <a:r>
              <a:rPr kumimoji="0" lang="zh-CN" altLang="en-US" sz="1400" b="1" i="0" u="none" strike="noStrike" kern="1200" cap="none" spc="0" normalizeH="0" baseline="0" noProof="0">
                <a:ln>
                  <a:noFill/>
                </a:ln>
                <a:solidFill>
                  <a:prstClr val="black"/>
                </a:solidFill>
                <a:effectLst/>
                <a:uLnTx/>
                <a:uFillTx/>
                <a:latin typeface="微软雅黑"/>
                <a:ea typeface="微软雅黑"/>
                <a:cs typeface="+mn-cs"/>
              </a:rPr>
              <a:t>年下半年出貨的</a:t>
            </a:r>
            <a:r>
              <a:rPr kumimoji="0" lang="en-US" altLang="zh-CN" sz="1400" b="1" i="0" u="none" strike="noStrike" kern="1200" cap="none" spc="0" normalizeH="0" baseline="0" noProof="0">
                <a:ln>
                  <a:noFill/>
                </a:ln>
                <a:solidFill>
                  <a:prstClr val="black"/>
                </a:solidFill>
                <a:effectLst/>
                <a:uLnTx/>
                <a:uFillTx/>
                <a:latin typeface="微软雅黑"/>
                <a:ea typeface="微软雅黑"/>
                <a:cs typeface="+mn-cs"/>
              </a:rPr>
              <a:t>Vera Rubin</a:t>
            </a:r>
            <a:r>
              <a:rPr kumimoji="0" lang="zh-CN" altLang="en-US" sz="1400" b="1" i="0" u="none" strike="noStrike" kern="1200" cap="none" spc="0" normalizeH="0" baseline="0" noProof="0">
                <a:ln>
                  <a:noFill/>
                </a:ln>
                <a:solidFill>
                  <a:prstClr val="black"/>
                </a:solidFill>
                <a:effectLst/>
                <a:uLnTx/>
                <a:uFillTx/>
                <a:latin typeface="微软雅黑"/>
                <a:ea typeface="微软雅黑"/>
                <a:cs typeface="+mn-cs"/>
              </a:rPr>
              <a:t>算力系統相比上一代</a:t>
            </a:r>
            <a:r>
              <a:rPr kumimoji="0" lang="en-US" altLang="zh-CN" sz="1400" b="1" i="0" u="none" strike="noStrike" kern="1200" cap="none" spc="0" normalizeH="0" baseline="0" noProof="0">
                <a:ln>
                  <a:noFill/>
                </a:ln>
                <a:solidFill>
                  <a:prstClr val="black"/>
                </a:solidFill>
                <a:effectLst/>
                <a:uLnTx/>
                <a:uFillTx/>
                <a:latin typeface="微软雅黑"/>
                <a:ea typeface="微软雅黑"/>
                <a:cs typeface="+mn-cs"/>
              </a:rPr>
              <a:t>GB300</a:t>
            </a:r>
            <a:r>
              <a:rPr kumimoji="0" lang="zh-CN" altLang="en-US" sz="1400" b="1" i="0" u="none" strike="noStrike" kern="1200" cap="none" spc="0" normalizeH="0" baseline="0" noProof="0">
                <a:ln>
                  <a:noFill/>
                </a:ln>
                <a:solidFill>
                  <a:prstClr val="black"/>
                </a:solidFill>
                <a:effectLst/>
                <a:uLnTx/>
                <a:uFillTx/>
                <a:latin typeface="微软雅黑"/>
                <a:ea typeface="微软雅黑"/>
                <a:cs typeface="+mn-cs"/>
              </a:rPr>
              <a:t>性能提升數倍，生産成本與售價或也有翻倍提升。</a:t>
            </a:r>
            <a:endParaRPr kumimoji="0" lang="zh-CN" altLang="en-US" sz="1400" b="1" i="0" u="none" strike="noStrike" kern="1200" cap="none" spc="0" normalizeH="0" baseline="0" noProof="0" dirty="0">
              <a:ln>
                <a:noFill/>
              </a:ln>
              <a:solidFill>
                <a:prstClr val="black"/>
              </a:solidFill>
              <a:effectLst/>
              <a:uLnTx/>
              <a:uFillTx/>
              <a:latin typeface="微软雅黑"/>
              <a:ea typeface="微软雅黑"/>
              <a:cs typeface="+mn-cs"/>
            </a:endParaRPr>
          </a:p>
        </p:txBody>
      </p:sp>
      <p:graphicFrame>
        <p:nvGraphicFramePr>
          <p:cNvPr id="4" name="图表 3">
            <a:extLst>
              <a:ext uri="{FF2B5EF4-FFF2-40B4-BE49-F238E27FC236}">
                <a16:creationId xmlns:a16="http://schemas.microsoft.com/office/drawing/2014/main" id="{55C843C4-5578-C3F6-7B40-C3B5C4CC7232}"/>
              </a:ext>
            </a:extLst>
          </p:cNvPr>
          <p:cNvGraphicFramePr>
            <a:graphicFrameLocks/>
          </p:cNvGraphicFramePr>
          <p:nvPr/>
        </p:nvGraphicFramePr>
        <p:xfrm>
          <a:off x="529802" y="2361352"/>
          <a:ext cx="5488707" cy="3823252"/>
        </p:xfrm>
        <a:graphic>
          <a:graphicData uri="http://schemas.openxmlformats.org/drawingml/2006/chart">
            <c:chart xmlns:c="http://schemas.openxmlformats.org/drawingml/2006/chart" xmlns:r="http://schemas.openxmlformats.org/officeDocument/2006/relationships" r:id="rId3"/>
          </a:graphicData>
        </a:graphic>
      </p:graphicFrame>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15" name="LogoPic" descr="image.png"/>
          <p:cNvPicPr>
            <a:picLocks noChangeAspect="1"/>
          </p:cNvPicPr>
          <p:nvPr/>
        </p:nvPicPr>
        <p:blipFill rotWithShape="1">
          <a:blip r:embed="rId4"/>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8A57EDDF-6481-459F-9839-8E705922AAE8}" type="slidenum">
              <a:rPr lang="en-US" sz="1000" dirty="0">
                <a:solidFill>
                  <a:srgbClr val="FFFFFF"/>
                </a:solidFill>
                <a:latin typeface="Calibri"/>
                <a:ea typeface="微软雅黑"/>
              </a:rPr>
              <a:t>9</a:t>
            </a:fld>
            <a:endParaRPr lang="en-US" sz="1000" dirty="0">
              <a:solidFill>
                <a:srgbClr val="FFFFFF"/>
              </a:solidFill>
              <a:latin typeface="Calibri"/>
              <a:ea typeface="微软雅黑"/>
            </a:endParaRPr>
          </a:p>
        </p:txBody>
      </p:sp>
    </p:spTree>
    <p:extLst>
      <p:ext uri="{BB962C8B-B14F-4D97-AF65-F5344CB8AC3E}">
        <p14:creationId xmlns:p14="http://schemas.microsoft.com/office/powerpoint/2010/main" val="8456964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7D2E6B25-D380-0609-D53E-4B31533742AB}"/>
              </a:ext>
            </a:extLst>
          </p:cNvPr>
          <p:cNvSpPr>
            <a:spLocks noGrp="1"/>
          </p:cNvSpPr>
          <p:nvPr>
            <p:ph type="body" sz="quarter" idx="20"/>
          </p:nvPr>
        </p:nvSpPr>
        <p:spPr/>
        <p:txBody>
          <a:bodyPr/>
          <a:lstStyle/>
          <a:p>
            <a:endParaRPr lang="zh-CN" altLang="en-US"/>
          </a:p>
        </p:txBody>
      </p:sp>
      <p:sp>
        <p:nvSpPr>
          <p:cNvPr id="3" name="文本占位符 2">
            <a:extLst>
              <a:ext uri="{FF2B5EF4-FFF2-40B4-BE49-F238E27FC236}">
                <a16:creationId xmlns:a16="http://schemas.microsoft.com/office/drawing/2014/main" id="{BD89286F-624A-743E-2FB4-8EB780C8B1E1}"/>
              </a:ext>
            </a:extLst>
          </p:cNvPr>
          <p:cNvSpPr>
            <a:spLocks noGrp="1"/>
          </p:cNvSpPr>
          <p:nvPr>
            <p:ph type="body" sz="quarter" idx="10"/>
          </p:nvPr>
        </p:nvSpPr>
        <p:spPr>
          <a:xfrm>
            <a:off x="634363" y="6240771"/>
            <a:ext cx="5383509" cy="274320"/>
          </a:xfrm>
        </p:spPr>
        <p:txBody>
          <a:bodyPr/>
          <a:lstStyle/>
          <a:p>
            <a:endParaRPr lang="zh-CN" altLang="en-US" dirty="0"/>
          </a:p>
        </p:txBody>
      </p:sp>
      <p:sp>
        <p:nvSpPr>
          <p:cNvPr id="5" name="文本占位符 4">
            <a:extLst>
              <a:ext uri="{FF2B5EF4-FFF2-40B4-BE49-F238E27FC236}">
                <a16:creationId xmlns:a16="http://schemas.microsoft.com/office/drawing/2014/main" id="{7B1E24BA-9E57-D797-B160-163126F300CF}"/>
              </a:ext>
            </a:extLst>
          </p:cNvPr>
          <p:cNvSpPr>
            <a:spLocks noGrp="1"/>
          </p:cNvSpPr>
          <p:nvPr>
            <p:ph type="body" sz="quarter" idx="19"/>
          </p:nvPr>
        </p:nvSpPr>
        <p:spPr>
          <a:xfrm>
            <a:off x="3430935" y="1036003"/>
            <a:ext cx="5385816" cy="352425"/>
          </a:xfrm>
        </p:spPr>
        <p:txBody>
          <a:bodyPr/>
          <a:lstStyle/>
          <a:p>
            <a:r>
              <a:rPr lang="en-US" altLang="zh-CN"/>
              <a:t>AI</a:t>
            </a:r>
            <a:r>
              <a:rPr lang="zh-CN" altLang="en-US"/>
              <a:t>芯片計算單元封裝結構示意圖</a:t>
            </a:r>
            <a:endParaRPr lang="zh-CN" altLang="en-US" dirty="0"/>
          </a:p>
        </p:txBody>
      </p:sp>
      <p:sp>
        <p:nvSpPr>
          <p:cNvPr id="9" name="标题 8">
            <a:extLst>
              <a:ext uri="{FF2B5EF4-FFF2-40B4-BE49-F238E27FC236}">
                <a16:creationId xmlns:a16="http://schemas.microsoft.com/office/drawing/2014/main" id="{FC4A1665-AC43-E13F-E435-49EA1FA303E9}"/>
              </a:ext>
            </a:extLst>
          </p:cNvPr>
          <p:cNvSpPr>
            <a:spLocks noGrp="1"/>
          </p:cNvSpPr>
          <p:nvPr>
            <p:ph type="title"/>
          </p:nvPr>
        </p:nvSpPr>
        <p:spPr>
          <a:xfrm>
            <a:off x="722376" y="411480"/>
            <a:ext cx="10972800" cy="475488"/>
          </a:xfrm>
        </p:spPr>
        <p:txBody>
          <a:bodyPr/>
          <a:lstStyle/>
          <a:p>
            <a:r>
              <a:rPr lang="en-US" altLang="zh-CN" sz="2800">
                <a:latin typeface="Calibri"/>
                <a:ea typeface="微软雅黑"/>
              </a:rPr>
              <a:t>AI</a:t>
            </a:r>
            <a:r>
              <a:rPr lang="zh-CN" altLang="en-US" sz="2800">
                <a:latin typeface="Calibri"/>
                <a:ea typeface="微软雅黑"/>
              </a:rPr>
              <a:t>芯片結構的升級迭代，造成部分元件需求的指數級提升</a:t>
            </a:r>
            <a:endParaRPr lang="zh-CN" altLang="en-US" sz="2800" dirty="0">
              <a:latin typeface="Calibri"/>
              <a:ea typeface="微软雅黑"/>
            </a:endParaRPr>
          </a:p>
        </p:txBody>
      </p:sp>
      <p:pic>
        <p:nvPicPr>
          <p:cNvPr id="16" name="内容占位符 15">
            <a:extLst>
              <a:ext uri="{FF2B5EF4-FFF2-40B4-BE49-F238E27FC236}">
                <a16:creationId xmlns:a16="http://schemas.microsoft.com/office/drawing/2014/main" id="{0DAEB8C1-936D-F511-4DCE-0C40479CB1E9}"/>
              </a:ext>
            </a:extLst>
          </p:cNvPr>
          <p:cNvPicPr>
            <a:picLocks noGrp="1" noChangeAspect="1"/>
          </p:cNvPicPr>
          <p:nvPr>
            <p:ph idx="1"/>
          </p:nvPr>
        </p:nvPicPr>
        <p:blipFill>
          <a:blip r:embed="rId3"/>
          <a:srcRect t="14356"/>
          <a:stretch>
            <a:fillRect/>
          </a:stretch>
        </p:blipFill>
        <p:spPr>
          <a:xfrm>
            <a:off x="1084138" y="1366490"/>
            <a:ext cx="10079410" cy="4818114"/>
          </a:xfrm>
          <a:prstGeom prst="rect">
            <a:avLst/>
          </a:prstGeom>
          <a:noFill/>
        </p:spPr>
      </p:pic>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17" name="LogoPic" descr="image.png"/>
          <p:cNvPicPr>
            <a:picLocks noChangeAspect="1"/>
          </p:cNvPicPr>
          <p:nvPr/>
        </p:nvPicPr>
        <p:blipFill rotWithShape="1">
          <a:blip r:embed="rId4"/>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F67B0216-715B-4433-9D9A-0A77AC838EA6}" type="slidenum">
              <a:rPr lang="en-US" sz="1000" dirty="0">
                <a:solidFill>
                  <a:srgbClr val="FFFFFF"/>
                </a:solidFill>
                <a:latin typeface="Calibri"/>
                <a:ea typeface="微软雅黑"/>
              </a:rPr>
              <a:t>10</a:t>
            </a:fld>
            <a:endParaRPr lang="en-US" sz="1000" dirty="0">
              <a:solidFill>
                <a:srgbClr val="FFFFFF"/>
              </a:solidFill>
              <a:latin typeface="Calibri"/>
              <a:ea typeface="微软雅黑"/>
            </a:endParaRPr>
          </a:p>
        </p:txBody>
      </p:sp>
    </p:spTree>
    <p:extLst>
      <p:ext uri="{BB962C8B-B14F-4D97-AF65-F5344CB8AC3E}">
        <p14:creationId xmlns:p14="http://schemas.microsoft.com/office/powerpoint/2010/main" val="38884893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B65CF96A-5776-ED1B-6774-921FBB24697A}"/>
              </a:ext>
            </a:extLst>
          </p:cNvPr>
          <p:cNvSpPr>
            <a:spLocks noGrp="1"/>
          </p:cNvSpPr>
          <p:nvPr>
            <p:ph type="body" sz="quarter" idx="20"/>
          </p:nvPr>
        </p:nvSpPr>
        <p:spPr>
          <a:xfrm>
            <a:off x="6124997" y="6184604"/>
            <a:ext cx="5501100" cy="274320"/>
          </a:xfrm>
        </p:spPr>
        <p:txBody>
          <a:bodyPr/>
          <a:lstStyle/>
          <a:p>
            <a:endParaRPr lang="zh-CN" altLang="en-US"/>
          </a:p>
        </p:txBody>
      </p:sp>
      <p:sp>
        <p:nvSpPr>
          <p:cNvPr id="3" name="文本占位符 2">
            <a:extLst>
              <a:ext uri="{FF2B5EF4-FFF2-40B4-BE49-F238E27FC236}">
                <a16:creationId xmlns:a16="http://schemas.microsoft.com/office/drawing/2014/main" id="{8F22F848-6952-21A3-0F4F-92D10B6AF110}"/>
              </a:ext>
            </a:extLst>
          </p:cNvPr>
          <p:cNvSpPr>
            <a:spLocks noGrp="1"/>
          </p:cNvSpPr>
          <p:nvPr>
            <p:ph type="body" sz="quarter" idx="10"/>
          </p:nvPr>
        </p:nvSpPr>
        <p:spPr>
          <a:xfrm>
            <a:off x="711200" y="6184605"/>
            <a:ext cx="5307309" cy="274320"/>
          </a:xfrm>
        </p:spPr>
        <p:txBody>
          <a:bodyPr/>
          <a:lstStyle/>
          <a:p>
            <a:r>
              <a:rPr lang="zh-CN" altLang="en-US"/>
              <a:t>數據來源：</a:t>
            </a:r>
            <a:r>
              <a:rPr lang="en-US" altLang="zh-CN"/>
              <a:t>TrendForce</a:t>
            </a:r>
            <a:r>
              <a:rPr lang="zh-CN" altLang="en-US" dirty="0"/>
              <a:t>，</a:t>
            </a:r>
            <a:r>
              <a:rPr lang="en-US" altLang="zh-CN"/>
              <a:t>Morgan Stanley</a:t>
            </a:r>
            <a:r>
              <a:rPr lang="zh-CN" altLang="en-US"/>
              <a:t>，公司公告，南方東英</a:t>
            </a:r>
            <a:endParaRPr lang="zh-CN" altLang="en-US" dirty="0"/>
          </a:p>
        </p:txBody>
      </p:sp>
      <p:sp>
        <p:nvSpPr>
          <p:cNvPr id="7" name="文本占位符 6">
            <a:extLst>
              <a:ext uri="{FF2B5EF4-FFF2-40B4-BE49-F238E27FC236}">
                <a16:creationId xmlns:a16="http://schemas.microsoft.com/office/drawing/2014/main" id="{5B112837-F700-700C-F196-A385DBEFB836}"/>
              </a:ext>
            </a:extLst>
          </p:cNvPr>
          <p:cNvSpPr>
            <a:spLocks noGrp="1"/>
          </p:cNvSpPr>
          <p:nvPr>
            <p:ph type="body" sz="quarter" idx="18"/>
          </p:nvPr>
        </p:nvSpPr>
        <p:spPr>
          <a:xfrm>
            <a:off x="711200" y="1799997"/>
            <a:ext cx="5384800" cy="352425"/>
          </a:xfrm>
        </p:spPr>
        <p:txBody>
          <a:bodyPr/>
          <a:lstStyle/>
          <a:p>
            <a:r>
              <a:rPr lang="en-US" altLang="zh-CN"/>
              <a:t>2025E</a:t>
            </a:r>
            <a:r>
              <a:rPr lang="zh-CN" altLang="en-US"/>
              <a:t>全球先進制程産能分布</a:t>
            </a:r>
            <a:endParaRPr lang="zh-CN" altLang="en-US" dirty="0"/>
          </a:p>
        </p:txBody>
      </p:sp>
      <p:sp>
        <p:nvSpPr>
          <p:cNvPr id="9" name="标题 8">
            <a:extLst>
              <a:ext uri="{FF2B5EF4-FFF2-40B4-BE49-F238E27FC236}">
                <a16:creationId xmlns:a16="http://schemas.microsoft.com/office/drawing/2014/main" id="{C78E7AD8-0BA8-3DFB-FA0F-469BD3E0A02B}"/>
              </a:ext>
            </a:extLst>
          </p:cNvPr>
          <p:cNvSpPr>
            <a:spLocks noGrp="1"/>
          </p:cNvSpPr>
          <p:nvPr>
            <p:ph type="title"/>
          </p:nvPr>
        </p:nvSpPr>
        <p:spPr>
          <a:xfrm>
            <a:off x="722376" y="411480"/>
            <a:ext cx="10972800" cy="475488"/>
          </a:xfrm>
        </p:spPr>
        <p:txBody>
          <a:bodyPr/>
          <a:lstStyle/>
          <a:p>
            <a:r>
              <a:rPr lang="zh-CN" altLang="en-US" sz="2800">
                <a:latin typeface="Calibri"/>
                <a:ea typeface="微软雅黑"/>
              </a:rPr>
              <a:t>台積電</a:t>
            </a:r>
            <a:r>
              <a:rPr lang="en-US" altLang="zh-CN" sz="2800">
                <a:latin typeface="Calibri"/>
                <a:ea typeface="微软雅黑"/>
              </a:rPr>
              <a:t>CoWoS</a:t>
            </a:r>
            <a:r>
              <a:rPr lang="zh-CN" altLang="en-US" sz="2800">
                <a:latin typeface="Calibri"/>
                <a:ea typeface="微软雅黑"/>
              </a:rPr>
              <a:t>封裝産能制約全球</a:t>
            </a:r>
            <a:r>
              <a:rPr lang="en-US" altLang="zh-CN" sz="2800">
                <a:latin typeface="Calibri"/>
                <a:ea typeface="微软雅黑"/>
              </a:rPr>
              <a:t>AI</a:t>
            </a:r>
            <a:r>
              <a:rPr lang="zh-CN" altLang="en-US" sz="2800">
                <a:latin typeface="Calibri"/>
                <a:ea typeface="微软雅黑"/>
              </a:rPr>
              <a:t>芯片出貨</a:t>
            </a:r>
            <a:endParaRPr lang="zh-CN" altLang="en-US" sz="2800" dirty="0">
              <a:latin typeface="Calibri"/>
              <a:ea typeface="微软雅黑"/>
            </a:endParaRPr>
          </a:p>
        </p:txBody>
      </p:sp>
      <mc:AlternateContent xmlns:mc="http://schemas.openxmlformats.org/markup-compatibility/2006" xmlns:cx1="http://schemas.microsoft.com/office/drawing/2015/9/8/chartex">
        <mc:Choice Requires="cx1">
          <p:graphicFrame>
            <p:nvGraphicFramePr>
              <p:cNvPr id="17" name="图表 16">
                <a:extLst>
                  <a:ext uri="{FF2B5EF4-FFF2-40B4-BE49-F238E27FC236}">
                    <a16:creationId xmlns:a16="http://schemas.microsoft.com/office/drawing/2014/main" id="{D73D88AE-668A-391D-4133-9352E27785B9}"/>
                  </a:ext>
                </a:extLst>
              </p:cNvPr>
              <p:cNvGraphicFramePr/>
              <p:nvPr/>
            </p:nvGraphicFramePr>
            <p:xfrm>
              <a:off x="1040753" y="2151544"/>
              <a:ext cx="4779021" cy="3546291"/>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17" name="图表 16">
                <a:extLst>
                  <a:ext uri="{FF2B5EF4-FFF2-40B4-BE49-F238E27FC236}">
                    <a16:creationId xmlns:a16="http://schemas.microsoft.com/office/drawing/2014/main" id="{D73D88AE-668A-391D-4133-9352E27785B9}"/>
                  </a:ext>
                </a:extLst>
              </p:cNvPr>
              <p:cNvPicPr>
                <a:picLocks noGrp="1" noRot="1" noChangeAspect="1" noMove="1" noResize="1" noEditPoints="1" noAdjustHandles="1" noChangeArrowheads="1" noChangeShapeType="1"/>
              </p:cNvPicPr>
              <p:nvPr/>
            </p:nvPicPr>
            <p:blipFill>
              <a:blip r:embed="rId3"/>
              <a:stretch>
                <a:fillRect/>
              </a:stretch>
            </p:blipFill>
            <p:spPr>
              <a:xfrm>
                <a:off x="1040753" y="2151544"/>
                <a:ext cx="4779021" cy="3546291"/>
              </a:xfrm>
              <a:prstGeom prst="rect">
                <a:avLst/>
              </a:prstGeom>
            </p:spPr>
          </p:pic>
        </mc:Fallback>
      </mc:AlternateContent>
      <p:graphicFrame>
        <p:nvGraphicFramePr>
          <p:cNvPr id="18" name="图表 17">
            <a:extLst>
              <a:ext uri="{FF2B5EF4-FFF2-40B4-BE49-F238E27FC236}">
                <a16:creationId xmlns:a16="http://schemas.microsoft.com/office/drawing/2014/main" id="{F883B28F-A48B-EC0D-9F31-3D006BFE8D4B}"/>
              </a:ext>
            </a:extLst>
          </p:cNvPr>
          <p:cNvGraphicFramePr>
            <a:graphicFrameLocks/>
          </p:cNvGraphicFramePr>
          <p:nvPr/>
        </p:nvGraphicFramePr>
        <p:xfrm>
          <a:off x="6124997" y="1752599"/>
          <a:ext cx="5501100" cy="4086226"/>
        </p:xfrm>
        <a:graphic>
          <a:graphicData uri="http://schemas.openxmlformats.org/drawingml/2006/chart">
            <c:chart xmlns:c="http://schemas.openxmlformats.org/drawingml/2006/chart" xmlns:r="http://schemas.openxmlformats.org/officeDocument/2006/relationships" r:id="rId4"/>
          </a:graphicData>
        </a:graphic>
      </p:graphicFrame>
      <p:sp>
        <p:nvSpPr>
          <p:cNvPr id="19" name="Content Placeholder 21">
            <a:extLst>
              <a:ext uri="{FF2B5EF4-FFF2-40B4-BE49-F238E27FC236}">
                <a16:creationId xmlns:a16="http://schemas.microsoft.com/office/drawing/2014/main" id="{71A7059A-43D7-D6DE-598A-566260D3D005}"/>
              </a:ext>
            </a:extLst>
          </p:cNvPr>
          <p:cNvSpPr txBox="1">
            <a:spLocks/>
          </p:cNvSpPr>
          <p:nvPr/>
        </p:nvSpPr>
        <p:spPr>
          <a:xfrm>
            <a:off x="659606" y="995018"/>
            <a:ext cx="11208544" cy="694944"/>
          </a:xfrm>
          <a:prstGeom prst="rect">
            <a:avLst/>
          </a:prstGeom>
        </p:spPr>
        <p:txBody>
          <a:bodyPr/>
          <a:lstStyle>
            <a:lvl1pPr marL="228600" indent="-228600" algn="l" rtl="0" eaLnBrk="1" fontAlgn="base" hangingPunct="1">
              <a:lnSpc>
                <a:spcPct val="90000"/>
              </a:lnSpc>
              <a:spcBef>
                <a:spcPts val="1000"/>
              </a:spcBef>
              <a:spcAft>
                <a:spcPct val="0"/>
              </a:spcAft>
              <a:buFont typeface="Arial" panose="020B0604020202020204" pitchFamily="34" charset="0"/>
              <a:buChar char="•"/>
              <a:defRPr lang="en-US" sz="1200" kern="1200" dirty="0" smtClean="0">
                <a:solidFill>
                  <a:schemeClr val="accent1">
                    <a:lumMod val="75000"/>
                  </a:schemeClr>
                </a:solidFill>
                <a:latin typeface="Microsoft YaHei UI" panose="020B0503020204020204" pitchFamily="34" charset="-122"/>
                <a:ea typeface="Microsoft YaHei UI" panose="020B0503020204020204" pitchFamily="34" charset="-122"/>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lang="en-US" sz="2400" kern="1200" dirty="0" smtClean="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lang="en-US" sz="2000" kern="1200" dirty="0" smtClean="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lang="en-US" sz="1300" kern="1200" dirty="0" smtClean="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lang="en-US" sz="1300" kern="1200" dirty="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base" latinLnBrk="0" hangingPunct="1">
              <a:lnSpc>
                <a:spcPct val="90000"/>
              </a:lnSpc>
              <a:spcBef>
                <a:spcPts val="1000"/>
              </a:spcBef>
              <a:spcAft>
                <a:spcPct val="0"/>
              </a:spcAft>
              <a:buClrTx/>
              <a:buSzTx/>
              <a:buFont typeface="Arial" panose="020B0604020202020204" pitchFamily="34" charset="0"/>
              <a:buChar char="•"/>
              <a:tabLst/>
              <a:defRPr/>
            </a:pPr>
            <a:r>
              <a:rPr kumimoji="0" lang="zh-CN" altLang="en-US" sz="1300" b="0" i="0" u="none" strike="noStrike" kern="1200" cap="none" spc="0" normalizeH="0" baseline="0" noProof="0">
                <a:ln>
                  <a:noFill/>
                </a:ln>
                <a:solidFill>
                  <a:prstClr val="black"/>
                </a:solidFill>
                <a:effectLst/>
                <a:uLnTx/>
                <a:uFillTx/>
                <a:latin typeface="+mj-lt"/>
                <a:ea typeface="微软雅黑"/>
                <a:cs typeface="+mn-cs"/>
              </a:rPr>
              <a:t>得益于先進制程優秀的良率，台積電掌握了全球</a:t>
            </a:r>
            <a:r>
              <a:rPr kumimoji="0" lang="en-US" altLang="zh-CN" sz="1300" b="0" i="0" u="none" strike="noStrike" kern="1200" cap="none" spc="0" normalizeH="0" baseline="0" noProof="0">
                <a:ln>
                  <a:noFill/>
                </a:ln>
                <a:solidFill>
                  <a:prstClr val="black"/>
                </a:solidFill>
                <a:effectLst/>
                <a:uLnTx/>
                <a:uFillTx/>
                <a:latin typeface="+mj-lt"/>
                <a:ea typeface="微软雅黑"/>
                <a:cs typeface="+mn-cs"/>
              </a:rPr>
              <a:t>2/3</a:t>
            </a:r>
            <a:r>
              <a:rPr kumimoji="0" lang="zh-CN" altLang="en-US" sz="1300" b="0" i="0" u="none" strike="noStrike" kern="1200" cap="none" spc="0" normalizeH="0" baseline="0" noProof="0">
                <a:ln>
                  <a:noFill/>
                </a:ln>
                <a:solidFill>
                  <a:prstClr val="black"/>
                </a:solidFill>
                <a:effectLst/>
                <a:uLnTx/>
                <a:uFillTx/>
                <a:latin typeface="+mj-lt"/>
                <a:ea typeface="微软雅黑"/>
                <a:cs typeface="+mn-cs"/>
              </a:rPr>
              <a:t>的先進制程供給，幷常年保持穩定。當前絕大多數</a:t>
            </a:r>
            <a:r>
              <a:rPr kumimoji="0" lang="en-US" altLang="zh-CN" sz="1300" b="0" i="0" u="none" strike="noStrike" kern="1200" cap="none" spc="0" normalizeH="0" baseline="0" noProof="0">
                <a:ln>
                  <a:noFill/>
                </a:ln>
                <a:solidFill>
                  <a:prstClr val="black"/>
                </a:solidFill>
                <a:effectLst/>
                <a:uLnTx/>
                <a:uFillTx/>
                <a:latin typeface="+mj-lt"/>
                <a:ea typeface="微软雅黑"/>
                <a:cs typeface="+mn-cs"/>
              </a:rPr>
              <a:t>AI</a:t>
            </a:r>
            <a:r>
              <a:rPr kumimoji="0" lang="zh-CN" altLang="en-US" sz="1300" b="0" i="0" u="none" strike="noStrike" kern="1200" cap="none" spc="0" normalizeH="0" baseline="0" noProof="0" dirty="0">
                <a:ln>
                  <a:noFill/>
                </a:ln>
                <a:solidFill>
                  <a:prstClr val="black"/>
                </a:solidFill>
                <a:effectLst/>
                <a:uLnTx/>
                <a:uFillTx/>
                <a:latin typeface="+mj-lt"/>
                <a:ea typeface="微软雅黑"/>
                <a:cs typeface="+mn-cs"/>
              </a:rPr>
              <a:t>芯片（</a:t>
            </a:r>
            <a:r>
              <a:rPr kumimoji="0" lang="en-US" altLang="zh-CN" sz="1300" b="0" i="0" u="none" strike="noStrike" kern="1200" cap="none" spc="0" normalizeH="0" baseline="0" noProof="0" dirty="0">
                <a:ln>
                  <a:noFill/>
                </a:ln>
                <a:solidFill>
                  <a:prstClr val="black"/>
                </a:solidFill>
                <a:effectLst/>
                <a:uLnTx/>
                <a:uFillTx/>
                <a:latin typeface="+mj-lt"/>
                <a:ea typeface="微软雅黑"/>
                <a:cs typeface="+mn-cs"/>
              </a:rPr>
              <a:t>GPU</a:t>
            </a:r>
            <a:r>
              <a:rPr kumimoji="0" lang="zh-CN" altLang="en-US" sz="1300" b="0" i="0" u="none" strike="noStrike" kern="1200" cap="none" spc="0" normalizeH="0" baseline="0" noProof="0" dirty="0">
                <a:ln>
                  <a:noFill/>
                </a:ln>
                <a:solidFill>
                  <a:prstClr val="black"/>
                </a:solidFill>
                <a:effectLst/>
                <a:uLnTx/>
                <a:uFillTx/>
                <a:latin typeface="+mj-lt"/>
                <a:ea typeface="微软雅黑"/>
                <a:cs typeface="+mn-cs"/>
              </a:rPr>
              <a:t>、</a:t>
            </a:r>
            <a:r>
              <a:rPr kumimoji="0" lang="en-US" altLang="zh-CN" sz="1300" b="0" i="0" u="none" strike="noStrike" kern="1200" cap="none" spc="0" normalizeH="0" baseline="0" noProof="0" dirty="0">
                <a:ln>
                  <a:noFill/>
                </a:ln>
                <a:solidFill>
                  <a:prstClr val="black"/>
                </a:solidFill>
                <a:effectLst/>
                <a:uLnTx/>
                <a:uFillTx/>
                <a:latin typeface="+mj-lt"/>
                <a:ea typeface="微软雅黑"/>
                <a:cs typeface="+mn-cs"/>
              </a:rPr>
              <a:t>ASIC</a:t>
            </a:r>
            <a:r>
              <a:rPr kumimoji="0" lang="zh-CN" altLang="en-US" sz="1300" b="0" i="0" u="none" strike="noStrike" kern="1200" cap="none" spc="0" normalizeH="0" baseline="0" noProof="0" dirty="0">
                <a:ln>
                  <a:noFill/>
                </a:ln>
                <a:solidFill>
                  <a:prstClr val="black"/>
                </a:solidFill>
                <a:effectLst/>
                <a:uLnTx/>
                <a:uFillTx/>
                <a:latin typeface="+mj-lt"/>
                <a:ea typeface="微软雅黑"/>
                <a:cs typeface="+mn-cs"/>
              </a:rPr>
              <a:t>）普遍</a:t>
            </a:r>
            <a:r>
              <a:rPr kumimoji="0" lang="zh-CN" altLang="en-US" sz="1300" b="0" i="0" u="none" strike="noStrike" kern="1200" cap="none" spc="0" normalizeH="0" baseline="0" noProof="0">
                <a:ln>
                  <a:noFill/>
                </a:ln>
                <a:solidFill>
                  <a:prstClr val="black"/>
                </a:solidFill>
                <a:effectLst/>
                <a:uLnTx/>
                <a:uFillTx/>
                <a:latin typeface="+mj-lt"/>
                <a:ea typeface="微软雅黑"/>
                <a:cs typeface="+mn-cs"/>
              </a:rPr>
              <a:t>使用</a:t>
            </a:r>
            <a:r>
              <a:rPr kumimoji="0" lang="en-US" altLang="zh-CN" sz="1300" b="0" i="0" u="none" strike="noStrike" kern="1200" cap="none" spc="0" normalizeH="0" baseline="0" noProof="0">
                <a:ln>
                  <a:noFill/>
                </a:ln>
                <a:solidFill>
                  <a:prstClr val="black"/>
                </a:solidFill>
                <a:effectLst/>
                <a:uLnTx/>
                <a:uFillTx/>
                <a:latin typeface="+mj-lt"/>
                <a:ea typeface="微软雅黑"/>
                <a:cs typeface="+mn-cs"/>
              </a:rPr>
              <a:t>3-4nm</a:t>
            </a:r>
            <a:r>
              <a:rPr kumimoji="0" lang="zh-CN" altLang="en-US" sz="1300" b="0" i="0" u="none" strike="noStrike" kern="1200" cap="none" spc="0" normalizeH="0" baseline="0" noProof="0">
                <a:ln>
                  <a:noFill/>
                </a:ln>
                <a:solidFill>
                  <a:prstClr val="black"/>
                </a:solidFill>
                <a:effectLst/>
                <a:uLnTx/>
                <a:uFillTx/>
                <a:latin typeface="+mj-lt"/>
                <a:ea typeface="微软雅黑"/>
                <a:cs typeface="+mn-cs"/>
              </a:rPr>
              <a:t>工藝制程。</a:t>
            </a:r>
            <a:endParaRPr kumimoji="0" lang="en-US" altLang="zh-CN" sz="1300" b="0" i="0" u="none" strike="noStrike" kern="1200" cap="none" spc="0" normalizeH="0" baseline="0" noProof="0" dirty="0">
              <a:ln>
                <a:noFill/>
              </a:ln>
              <a:solidFill>
                <a:prstClr val="black"/>
              </a:solidFill>
              <a:effectLst/>
              <a:uLnTx/>
              <a:uFillTx/>
              <a:latin typeface="+mj-lt"/>
              <a:ea typeface="微软雅黑"/>
              <a:cs typeface="+mn-cs"/>
            </a:endParaRPr>
          </a:p>
          <a:p>
            <a:pPr marL="228600" marR="0" lvl="0" indent="-228600" algn="l" defTabSz="914400" rtl="0" eaLnBrk="1" fontAlgn="base" latinLnBrk="0" hangingPunct="1">
              <a:lnSpc>
                <a:spcPct val="90000"/>
              </a:lnSpc>
              <a:spcBef>
                <a:spcPts val="1000"/>
              </a:spcBef>
              <a:spcAft>
                <a:spcPct val="0"/>
              </a:spcAft>
              <a:buClrTx/>
              <a:buSzTx/>
              <a:buFont typeface="Arial" panose="020B0604020202020204" pitchFamily="34" charset="0"/>
              <a:buChar char="•"/>
              <a:tabLst/>
              <a:defRPr/>
            </a:pPr>
            <a:r>
              <a:rPr kumimoji="0" lang="zh-CN" altLang="en-US" sz="1300" b="0" i="0" u="none" strike="noStrike" kern="1200" cap="none" spc="0" normalizeH="0" baseline="0" noProof="0">
                <a:ln>
                  <a:noFill/>
                </a:ln>
                <a:solidFill>
                  <a:prstClr val="black"/>
                </a:solidFill>
                <a:effectLst/>
                <a:uLnTx/>
                <a:uFillTx/>
                <a:latin typeface="+mj-lt"/>
                <a:ea typeface="微软雅黑"/>
                <a:cs typeface="+mn-cs"/>
              </a:rPr>
              <a:t>預計台積電</a:t>
            </a:r>
            <a:r>
              <a:rPr kumimoji="0" lang="en-US" altLang="zh-CN" sz="1300" b="0" i="0" u="none" strike="noStrike" kern="1200" cap="none" spc="0" normalizeH="0" baseline="0" noProof="0">
                <a:ln>
                  <a:noFill/>
                </a:ln>
                <a:solidFill>
                  <a:prstClr val="black"/>
                </a:solidFill>
                <a:effectLst/>
                <a:uLnTx/>
                <a:uFillTx/>
                <a:latin typeface="+mj-lt"/>
                <a:ea typeface="微软雅黑"/>
                <a:cs typeface="+mn-cs"/>
              </a:rPr>
              <a:t>2026</a:t>
            </a:r>
            <a:r>
              <a:rPr kumimoji="0" lang="zh-CN" altLang="en-US" sz="1300" b="0" i="0" u="none" strike="noStrike" kern="1200" cap="none" spc="0" normalizeH="0" baseline="0" noProof="0">
                <a:ln>
                  <a:noFill/>
                </a:ln>
                <a:solidFill>
                  <a:prstClr val="black"/>
                </a:solidFill>
                <a:effectLst/>
                <a:uLnTx/>
                <a:uFillTx/>
                <a:latin typeface="+mj-lt"/>
                <a:ea typeface="微软雅黑"/>
                <a:cs typeface="+mn-cs"/>
              </a:rPr>
              <a:t>年</a:t>
            </a:r>
            <a:r>
              <a:rPr kumimoji="0" lang="en-US" altLang="zh-CN" sz="1300" b="0" i="0" u="none" strike="noStrike" kern="1200" cap="none" spc="0" normalizeH="0" baseline="0" noProof="0">
                <a:ln>
                  <a:noFill/>
                </a:ln>
                <a:solidFill>
                  <a:prstClr val="black"/>
                </a:solidFill>
                <a:effectLst/>
                <a:uLnTx/>
                <a:uFillTx/>
                <a:latin typeface="+mj-lt"/>
                <a:ea typeface="微软雅黑"/>
                <a:cs typeface="+mn-cs"/>
              </a:rPr>
              <a:t>AI</a:t>
            </a:r>
            <a:r>
              <a:rPr kumimoji="0" lang="zh-CN" altLang="en-US" sz="1300" b="0" i="0" u="none" strike="noStrike" kern="1200" cap="none" spc="0" normalizeH="0" baseline="0" noProof="0">
                <a:ln>
                  <a:noFill/>
                </a:ln>
                <a:solidFill>
                  <a:prstClr val="black"/>
                </a:solidFill>
                <a:effectLst/>
                <a:uLnTx/>
                <a:uFillTx/>
                <a:latin typeface="+mj-lt"/>
                <a:ea typeface="微软雅黑"/>
                <a:cs typeface="+mn-cs"/>
              </a:rPr>
              <a:t>相關收入占比將提升到</a:t>
            </a:r>
            <a:r>
              <a:rPr kumimoji="0" lang="en-US" altLang="zh-CN" sz="1300" b="0" i="0" u="none" strike="noStrike" kern="1200" cap="none" spc="0" normalizeH="0" baseline="0" noProof="0">
                <a:ln>
                  <a:noFill/>
                </a:ln>
                <a:solidFill>
                  <a:prstClr val="black"/>
                </a:solidFill>
                <a:effectLst/>
                <a:uLnTx/>
                <a:uFillTx/>
                <a:latin typeface="+mj-lt"/>
                <a:ea typeface="微软雅黑"/>
                <a:cs typeface="+mn-cs"/>
              </a:rPr>
              <a:t>30</a:t>
            </a:r>
            <a:r>
              <a:rPr kumimoji="0" lang="en-US" altLang="zh-CN" sz="1300" b="0" i="0" u="none" strike="noStrike" kern="1200" cap="none" spc="0" normalizeH="0" baseline="0" noProof="0" dirty="0">
                <a:ln>
                  <a:noFill/>
                </a:ln>
                <a:solidFill>
                  <a:prstClr val="black"/>
                </a:solidFill>
                <a:effectLst/>
                <a:uLnTx/>
                <a:uFillTx/>
                <a:latin typeface="+mj-lt"/>
                <a:ea typeface="微软雅黑"/>
                <a:cs typeface="+mn-cs"/>
              </a:rPr>
              <a:t>%</a:t>
            </a:r>
            <a:r>
              <a:rPr kumimoji="0" lang="zh-CN" altLang="en-US" sz="1300" b="0" i="0" u="none" strike="noStrike" kern="1200" cap="none" spc="0" normalizeH="0" baseline="0" noProof="0" dirty="0">
                <a:ln>
                  <a:noFill/>
                </a:ln>
                <a:solidFill>
                  <a:prstClr val="black"/>
                </a:solidFill>
                <a:effectLst/>
                <a:uLnTx/>
                <a:uFillTx/>
                <a:latin typeface="+mj-lt"/>
                <a:ea typeface="微软雅黑"/>
                <a:cs typeface="+mn-cs"/>
              </a:rPr>
              <a:t>，</a:t>
            </a:r>
            <a:r>
              <a:rPr kumimoji="0" lang="zh-CN" altLang="en-US" sz="1300" b="1" i="0" u="none" strike="noStrike" kern="1200" cap="none" spc="0" normalizeH="0" baseline="0" noProof="0" dirty="0">
                <a:ln>
                  <a:noFill/>
                </a:ln>
                <a:solidFill>
                  <a:prstClr val="black"/>
                </a:solidFill>
                <a:effectLst/>
                <a:uLnTx/>
                <a:uFillTx/>
                <a:latin typeface="+mj-lt"/>
                <a:ea typeface="微软雅黑"/>
                <a:cs typeface="+mn-cs"/>
              </a:rPr>
              <a:t>其中</a:t>
            </a:r>
            <a:r>
              <a:rPr kumimoji="0" lang="en-US" altLang="zh-CN" sz="1300" b="1" i="0" u="none" strike="noStrike" kern="1200" cap="none" spc="0" normalizeH="0" baseline="0" noProof="0">
                <a:ln>
                  <a:noFill/>
                </a:ln>
                <a:solidFill>
                  <a:prstClr val="black"/>
                </a:solidFill>
                <a:effectLst/>
                <a:uLnTx/>
                <a:uFillTx/>
                <a:latin typeface="+mj-lt"/>
                <a:ea typeface="微软雅黑"/>
                <a:cs typeface="+mn-cs"/>
              </a:rPr>
              <a:t>60%</a:t>
            </a:r>
            <a:r>
              <a:rPr kumimoji="0" lang="zh-CN" altLang="en-US" sz="1300" b="1" i="0" u="none" strike="noStrike" kern="1200" cap="none" spc="0" normalizeH="0" baseline="0" noProof="0">
                <a:ln>
                  <a:noFill/>
                </a:ln>
                <a:solidFill>
                  <a:prstClr val="black"/>
                </a:solidFill>
                <a:effectLst/>
                <a:uLnTx/>
                <a:uFillTx/>
                <a:latin typeface="+mj-lt"/>
                <a:ea typeface="微软雅黑"/>
                <a:cs typeface="+mn-cs"/>
              </a:rPr>
              <a:t>來自英偉達等</a:t>
            </a:r>
            <a:r>
              <a:rPr kumimoji="0" lang="en-US" altLang="zh-CN" sz="1300" b="1" i="0" u="none" strike="noStrike" kern="1200" cap="none" spc="0" normalizeH="0" baseline="0" noProof="0">
                <a:ln>
                  <a:noFill/>
                </a:ln>
                <a:solidFill>
                  <a:prstClr val="black"/>
                </a:solidFill>
                <a:effectLst/>
                <a:uLnTx/>
                <a:uFillTx/>
                <a:latin typeface="+mj-lt"/>
                <a:ea typeface="微软雅黑"/>
                <a:cs typeface="+mn-cs"/>
              </a:rPr>
              <a:t>GPU</a:t>
            </a:r>
            <a:r>
              <a:rPr kumimoji="0" lang="zh-CN" altLang="en-US" sz="1300" b="1" i="0" u="none" strike="noStrike" kern="1200" cap="none" spc="0" normalizeH="0" baseline="0" noProof="0">
                <a:ln>
                  <a:noFill/>
                </a:ln>
                <a:solidFill>
                  <a:prstClr val="black"/>
                </a:solidFill>
                <a:effectLst/>
                <a:uLnTx/>
                <a:uFillTx/>
                <a:latin typeface="+mj-lt"/>
                <a:ea typeface="微软雅黑"/>
                <a:cs typeface="+mn-cs"/>
              </a:rPr>
              <a:t>芯片，而來自</a:t>
            </a:r>
            <a:r>
              <a:rPr kumimoji="0" lang="en-US" altLang="zh-CN" sz="1300" b="1" i="0" u="none" strike="noStrike" kern="1200" cap="none" spc="0" normalizeH="0" baseline="0" noProof="0">
                <a:ln>
                  <a:noFill/>
                </a:ln>
                <a:solidFill>
                  <a:prstClr val="black"/>
                </a:solidFill>
                <a:effectLst/>
                <a:uLnTx/>
                <a:uFillTx/>
                <a:latin typeface="+mj-lt"/>
                <a:ea typeface="微软雅黑"/>
                <a:cs typeface="+mn-cs"/>
              </a:rPr>
              <a:t>ASIC</a:t>
            </a:r>
            <a:r>
              <a:rPr kumimoji="0" lang="zh-CN" altLang="en-US" sz="1300" b="1" i="0" u="none" strike="noStrike" kern="1200" cap="none" spc="0" normalizeH="0" baseline="0" noProof="0">
                <a:ln>
                  <a:noFill/>
                </a:ln>
                <a:solidFill>
                  <a:prstClr val="black"/>
                </a:solidFill>
                <a:effectLst/>
                <a:uLnTx/>
                <a:uFillTx/>
                <a:latin typeface="+mj-lt"/>
                <a:ea typeface="微软雅黑"/>
                <a:cs typeface="+mn-cs"/>
              </a:rPr>
              <a:t>芯片需求預計將提升至</a:t>
            </a:r>
            <a:r>
              <a:rPr kumimoji="0" lang="en-US" altLang="zh-CN" sz="1300" b="1" i="0" u="none" strike="noStrike" kern="1200" cap="none" spc="0" normalizeH="0" baseline="0" noProof="0">
                <a:ln>
                  <a:noFill/>
                </a:ln>
                <a:solidFill>
                  <a:prstClr val="black"/>
                </a:solidFill>
                <a:effectLst/>
                <a:uLnTx/>
                <a:uFillTx/>
                <a:latin typeface="+mj-lt"/>
                <a:ea typeface="微软雅黑"/>
                <a:cs typeface="+mn-cs"/>
              </a:rPr>
              <a:t>25</a:t>
            </a:r>
            <a:r>
              <a:rPr kumimoji="0" lang="en-US" altLang="zh-CN" sz="1300" b="1" i="0" u="none" strike="noStrike" kern="1200" cap="none" spc="0" normalizeH="0" baseline="0" noProof="0" dirty="0">
                <a:ln>
                  <a:noFill/>
                </a:ln>
                <a:solidFill>
                  <a:prstClr val="black"/>
                </a:solidFill>
                <a:effectLst/>
                <a:uLnTx/>
                <a:uFillTx/>
                <a:latin typeface="+mj-lt"/>
                <a:ea typeface="微软雅黑"/>
                <a:cs typeface="+mn-cs"/>
              </a:rPr>
              <a:t>%</a:t>
            </a:r>
            <a:r>
              <a:rPr kumimoji="0" lang="zh-CN" altLang="en-US" sz="1300" b="1" i="0" u="none" strike="noStrike" kern="1200" cap="none" spc="0" normalizeH="0" baseline="0" noProof="0" dirty="0">
                <a:ln>
                  <a:noFill/>
                </a:ln>
                <a:solidFill>
                  <a:prstClr val="black"/>
                </a:solidFill>
                <a:effectLst/>
                <a:uLnTx/>
                <a:uFillTx/>
                <a:latin typeface="+mj-lt"/>
                <a:ea typeface="微软雅黑"/>
                <a:cs typeface="+mn-cs"/>
              </a:rPr>
              <a:t>左右。 </a:t>
            </a:r>
          </a:p>
        </p:txBody>
      </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20" name="LogoPic" descr="image.png"/>
          <p:cNvPicPr>
            <a:picLocks noChangeAspect="1"/>
          </p:cNvPicPr>
          <p:nvPr/>
        </p:nvPicPr>
        <p:blipFill rotWithShape="1">
          <a:blip r:embed="rId5"/>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FBAF50F8-3CA2-4700-B98F-EF8CAFAF4ACD}" type="slidenum">
              <a:rPr lang="en-US" sz="1000" dirty="0">
                <a:solidFill>
                  <a:srgbClr val="FFFFFF"/>
                </a:solidFill>
                <a:latin typeface="Calibri"/>
                <a:ea typeface="微软雅黑"/>
              </a:rPr>
              <a:t>11</a:t>
            </a:fld>
            <a:endParaRPr lang="en-US" sz="1000" dirty="0">
              <a:solidFill>
                <a:srgbClr val="FFFFFF"/>
              </a:solidFill>
              <a:latin typeface="Calibri"/>
              <a:ea typeface="微软雅黑"/>
            </a:endParaRPr>
          </a:p>
        </p:txBody>
      </p:sp>
    </p:spTree>
    <p:extLst>
      <p:ext uri="{BB962C8B-B14F-4D97-AF65-F5344CB8AC3E}">
        <p14:creationId xmlns:p14="http://schemas.microsoft.com/office/powerpoint/2010/main" val="17027887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cx1="http://schemas.microsoft.com/office/drawing/2015/9/8/chartex">
        <mc:Choice Requires="cx1">
          <p:graphicFrame>
            <p:nvGraphicFramePr>
              <p:cNvPr id="14" name="Content Placeholder 13">
                <a:extLst>
                  <a:ext uri="{FF2B5EF4-FFF2-40B4-BE49-F238E27FC236}">
                    <a16:creationId xmlns:a16="http://schemas.microsoft.com/office/drawing/2014/main" id="{F1D74982-072E-49DF-99D1-95C7CEC8BD21}"/>
                  </a:ext>
                </a:extLst>
              </p:cNvPr>
              <p:cNvGraphicFramePr>
                <a:graphicFrameLocks noGrp="1"/>
              </p:cNvGraphicFramePr>
              <p:nvPr>
                <p:ph idx="21"/>
              </p:nvPr>
            </p:nvGraphicFramePr>
            <p:xfrm>
              <a:off x="6124575" y="2212975"/>
              <a:ext cx="5383213" cy="3922713"/>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14" name="Content Placeholder 13">
                <a:extLst>
                  <a:ext uri="{FF2B5EF4-FFF2-40B4-BE49-F238E27FC236}">
                    <a16:creationId xmlns:a16="http://schemas.microsoft.com/office/drawing/2014/main" id="{F1D74982-072E-49DF-99D1-95C7CEC8BD21}"/>
                  </a:ext>
                </a:extLst>
              </p:cNvPr>
              <p:cNvPicPr>
                <a:picLocks noGrp="1" noRot="1" noChangeAspect="1" noMove="1" noResize="1" noEditPoints="1" noAdjustHandles="1" noChangeArrowheads="1" noChangeShapeType="1"/>
              </p:cNvPicPr>
              <p:nvPr/>
            </p:nvPicPr>
            <p:blipFill>
              <a:blip r:embed="rId4"/>
              <a:stretch>
                <a:fillRect/>
              </a:stretch>
            </p:blipFill>
            <p:spPr>
              <a:xfrm>
                <a:off x="6124575" y="2212975"/>
                <a:ext cx="5383213" cy="3922713"/>
              </a:xfrm>
              <a:prstGeom prst="rect">
                <a:avLst/>
              </a:prstGeom>
            </p:spPr>
          </p:pic>
        </mc:Fallback>
      </mc:AlternateContent>
      <p:sp>
        <p:nvSpPr>
          <p:cNvPr id="13" name="Content Placeholder 12">
            <a:extLst>
              <a:ext uri="{FF2B5EF4-FFF2-40B4-BE49-F238E27FC236}">
                <a16:creationId xmlns:a16="http://schemas.microsoft.com/office/drawing/2014/main" id="{8890CD20-3624-1ECF-34A2-2C01457214F1}"/>
              </a:ext>
            </a:extLst>
          </p:cNvPr>
          <p:cNvSpPr>
            <a:spLocks noGrp="1"/>
          </p:cNvSpPr>
          <p:nvPr>
            <p:ph sz="quarter" idx="23"/>
          </p:nvPr>
        </p:nvSpPr>
        <p:spPr/>
        <p:txBody>
          <a:bodyPr/>
          <a:lstStyle/>
          <a:p>
            <a:r>
              <a:rPr lang="zh-TW" altLang="en-US" sz="1300" dirty="0">
                <a:solidFill>
                  <a:schemeClr val="tx1"/>
                </a:solidFill>
                <a:latin typeface="+mj-lt"/>
                <a:ea typeface="+mj-ea"/>
              </a:rPr>
              <a:t>瓶頸：GPU → ASIC及電力 → </a:t>
            </a:r>
            <a:r>
              <a:rPr lang="zh-CN" altLang="en-US" sz="1300" dirty="0">
                <a:solidFill>
                  <a:schemeClr val="tx1"/>
                </a:solidFill>
                <a:latin typeface="+mj-lt"/>
                <a:ea typeface="+mj-ea"/>
              </a:rPr>
              <a:t>存儲</a:t>
            </a:r>
            <a:r>
              <a:rPr lang="zh-TW" altLang="en-US" sz="1300" dirty="0">
                <a:solidFill>
                  <a:schemeClr val="tx1"/>
                </a:solidFill>
                <a:latin typeface="+mj-lt"/>
                <a:ea typeface="+mj-ea"/>
              </a:rPr>
              <a:t>及光通信。下一個會是什麼？</a:t>
            </a:r>
          </a:p>
          <a:p>
            <a:r>
              <a:rPr lang="zh-TW" altLang="en-US" sz="1300" dirty="0">
                <a:solidFill>
                  <a:schemeClr val="tx1"/>
                </a:solidFill>
                <a:latin typeface="+mj-lt"/>
                <a:ea typeface="+mj-ea"/>
              </a:rPr>
              <a:t>日本主導高純度材料及設備；韓國在</a:t>
            </a:r>
            <a:r>
              <a:rPr lang="zh-CN" altLang="en-US" sz="1300" dirty="0">
                <a:solidFill>
                  <a:schemeClr val="tx1"/>
                </a:solidFill>
                <a:latin typeface="+mj-lt"/>
                <a:ea typeface="+mj-ea"/>
              </a:rPr>
              <a:t>存儲</a:t>
            </a:r>
            <a:r>
              <a:rPr lang="zh-TW" altLang="en-US" sz="1300" dirty="0">
                <a:solidFill>
                  <a:schemeClr val="tx1"/>
                </a:solidFill>
                <a:latin typeface="+mj-lt"/>
                <a:ea typeface="+mj-ea"/>
              </a:rPr>
              <a:t>（HBM）及先進封裝領先；</a:t>
            </a:r>
            <a:r>
              <a:rPr lang="zh-CN" altLang="en-US" sz="1300" dirty="0">
                <a:solidFill>
                  <a:schemeClr val="tx1"/>
                </a:solidFill>
                <a:latin typeface="+mj-lt"/>
                <a:ea typeface="+mj-ea"/>
              </a:rPr>
              <a:t>中國</a:t>
            </a:r>
            <a:r>
              <a:rPr lang="zh-TW" altLang="en-US" sz="1300" dirty="0">
                <a:solidFill>
                  <a:schemeClr val="tx1"/>
                </a:solidFill>
                <a:latin typeface="+mj-lt"/>
                <a:ea typeface="+mj-ea"/>
              </a:rPr>
              <a:t>台灣主導晶圓代工及委外半導體封裝測試（OSAT）。</a:t>
            </a:r>
          </a:p>
        </p:txBody>
      </p:sp>
      <p:sp>
        <p:nvSpPr>
          <p:cNvPr id="10" name="Text Placeholder 9">
            <a:extLst>
              <a:ext uri="{FF2B5EF4-FFF2-40B4-BE49-F238E27FC236}">
                <a16:creationId xmlns:a16="http://schemas.microsoft.com/office/drawing/2014/main" id="{AEBBBFDA-7631-1BE9-AC9B-3BDEEE76BDD3}"/>
              </a:ext>
            </a:extLst>
          </p:cNvPr>
          <p:cNvSpPr>
            <a:spLocks noGrp="1"/>
          </p:cNvSpPr>
          <p:nvPr>
            <p:ph type="body" sz="quarter" idx="20"/>
          </p:nvPr>
        </p:nvSpPr>
        <p:spPr>
          <a:noFill/>
        </p:spPr>
        <p:txBody>
          <a:bodyPr vert="horz" wrap="square" lIns="0" tIns="0" rIns="91439" bIns="0" rtlCol="0" anchor="t" anchorCtr="0">
            <a:noAutofit/>
          </a:bodyPr>
          <a:lstStyle/>
          <a:p>
            <a:pPr>
              <a:lnSpc>
                <a:spcPts val="900"/>
              </a:lnSpc>
              <a:spcBef>
                <a:spcPts val="0"/>
              </a:spcBef>
            </a:pPr>
            <a:r>
              <a:rPr lang="zh-TW" altLang="en-US" dirty="0"/>
              <a:t>注：區塊面積未按行業收入規模加權</a:t>
            </a:r>
            <a:r>
              <a:rPr lang="zh-CN" altLang="en-US" dirty="0"/>
              <a:t>；按公司收入在子行業中的相對規模加權。 </a:t>
            </a:r>
            <a:br>
              <a:rPr lang="en-US" altLang="zh-CN" dirty="0"/>
            </a:br>
            <a:r>
              <a:rPr lang="en-US" altLang="zh-CN" dirty="0"/>
              <a:t>TW</a:t>
            </a:r>
            <a:r>
              <a:rPr lang="zh-CN" altLang="en-US" dirty="0"/>
              <a:t>為中國台灣。</a:t>
            </a:r>
            <a:r>
              <a:rPr lang="zh-TW" altLang="en-US" dirty="0"/>
              <a:t>僅供說明用途，不應視為投資建議或意見。</a:t>
            </a:r>
          </a:p>
          <a:p>
            <a:pPr>
              <a:lnSpc>
                <a:spcPts val="900"/>
              </a:lnSpc>
              <a:spcBef>
                <a:spcPts val="0"/>
              </a:spcBef>
            </a:pPr>
            <a:r>
              <a:rPr lang="zh-TW" altLang="en-US" dirty="0"/>
              <a:t>數據來源：南方東英資產管理，基於機構報告及公司披露估算</a:t>
            </a:r>
          </a:p>
        </p:txBody>
      </p:sp>
      <p:sp>
        <p:nvSpPr>
          <p:cNvPr id="7" name="Text Placeholder 6">
            <a:extLst>
              <a:ext uri="{FF2B5EF4-FFF2-40B4-BE49-F238E27FC236}">
                <a16:creationId xmlns:a16="http://schemas.microsoft.com/office/drawing/2014/main" id="{0052DA96-2BF8-CF2B-1A88-ACE860EE5180}"/>
              </a:ext>
            </a:extLst>
          </p:cNvPr>
          <p:cNvSpPr>
            <a:spLocks noGrp="1"/>
          </p:cNvSpPr>
          <p:nvPr>
            <p:ph type="body" sz="quarter" idx="10"/>
          </p:nvPr>
        </p:nvSpPr>
        <p:spPr>
          <a:xfrm>
            <a:off x="635000" y="6184605"/>
            <a:ext cx="5489575" cy="274320"/>
          </a:xfrm>
          <a:noFill/>
        </p:spPr>
        <p:txBody>
          <a:bodyPr vert="horz" wrap="square" lIns="0" tIns="0" rIns="91439" bIns="0" rtlCol="0" anchor="t" anchorCtr="0">
            <a:noAutofit/>
          </a:bodyPr>
          <a:lstStyle/>
          <a:p>
            <a:pPr>
              <a:lnSpc>
                <a:spcPct val="100000"/>
              </a:lnSpc>
              <a:spcBef>
                <a:spcPts val="0"/>
              </a:spcBef>
            </a:pPr>
            <a:r>
              <a:rPr lang="zh-TW" altLang="en-US" dirty="0"/>
              <a:t>數據來源：華泰證券，南方東英資產管理</a:t>
            </a:r>
            <a:endParaRPr lang="en-US" altLang="zh-TW" dirty="0"/>
          </a:p>
          <a:p>
            <a:pPr>
              <a:lnSpc>
                <a:spcPct val="100000"/>
              </a:lnSpc>
              <a:spcBef>
                <a:spcPts val="0"/>
              </a:spcBef>
            </a:pPr>
            <a:r>
              <a:rPr lang="zh-TW" altLang="en-US" dirty="0"/>
              <a:t>注：僅供說明用途，不應視為投資建議或意見</a:t>
            </a:r>
          </a:p>
        </p:txBody>
      </p:sp>
      <p:sp>
        <p:nvSpPr>
          <p:cNvPr id="9" name="Text Placeholder 8">
            <a:extLst>
              <a:ext uri="{FF2B5EF4-FFF2-40B4-BE49-F238E27FC236}">
                <a16:creationId xmlns:a16="http://schemas.microsoft.com/office/drawing/2014/main" id="{1D257581-7922-8E75-D3F8-C32E5ECA3C58}"/>
              </a:ext>
            </a:extLst>
          </p:cNvPr>
          <p:cNvSpPr>
            <a:spLocks noGrp="1"/>
          </p:cNvSpPr>
          <p:nvPr>
            <p:ph type="body" sz="quarter" idx="19"/>
          </p:nvPr>
        </p:nvSpPr>
        <p:spPr/>
        <p:txBody>
          <a:bodyPr/>
          <a:lstStyle/>
          <a:p>
            <a:r>
              <a:rPr lang="zh-TW" altLang="en-US" dirty="0"/>
              <a:t>AI相關行業收入（2025年）</a:t>
            </a:r>
          </a:p>
        </p:txBody>
      </p:sp>
      <p:graphicFrame>
        <p:nvGraphicFramePr>
          <p:cNvPr id="15" name="Content Placeholder 14">
            <a:extLst>
              <a:ext uri="{FF2B5EF4-FFF2-40B4-BE49-F238E27FC236}">
                <a16:creationId xmlns:a16="http://schemas.microsoft.com/office/drawing/2014/main" id="{23B00F6C-D602-EDC5-B8A1-BB00C51C2EC7}"/>
              </a:ext>
            </a:extLst>
          </p:cNvPr>
          <p:cNvGraphicFramePr>
            <a:graphicFrameLocks noGrp="1"/>
          </p:cNvGraphicFramePr>
          <p:nvPr>
            <p:ph idx="1"/>
          </p:nvPr>
        </p:nvGraphicFramePr>
        <p:xfrm>
          <a:off x="636588" y="2212975"/>
          <a:ext cx="5383212" cy="3922713"/>
        </p:xfrm>
        <a:graphic>
          <a:graphicData uri="http://schemas.openxmlformats.org/drawingml/2006/chart">
            <c:chart xmlns:c="http://schemas.openxmlformats.org/drawingml/2006/chart" xmlns:r="http://schemas.openxmlformats.org/officeDocument/2006/relationships" r:id="rId5"/>
          </a:graphicData>
        </a:graphic>
      </p:graphicFrame>
      <p:sp>
        <p:nvSpPr>
          <p:cNvPr id="8" name="Text Placeholder 7">
            <a:extLst>
              <a:ext uri="{FF2B5EF4-FFF2-40B4-BE49-F238E27FC236}">
                <a16:creationId xmlns:a16="http://schemas.microsoft.com/office/drawing/2014/main" id="{7561F522-AE8B-E18D-6AC4-1027828BC26D}"/>
              </a:ext>
            </a:extLst>
          </p:cNvPr>
          <p:cNvSpPr>
            <a:spLocks noGrp="1"/>
          </p:cNvSpPr>
          <p:nvPr>
            <p:ph type="body" sz="quarter" idx="18"/>
          </p:nvPr>
        </p:nvSpPr>
        <p:spPr/>
        <p:txBody>
          <a:bodyPr/>
          <a:lstStyle/>
          <a:p>
            <a:r>
              <a:rPr lang="zh-TW" altLang="en-US" dirty="0"/>
              <a:t>AI相關行業收入增長（2025年）</a:t>
            </a:r>
          </a:p>
        </p:txBody>
      </p:sp>
      <p:sp>
        <p:nvSpPr>
          <p:cNvPr id="12" name="Content Placeholder 11">
            <a:extLst>
              <a:ext uri="{FF2B5EF4-FFF2-40B4-BE49-F238E27FC236}">
                <a16:creationId xmlns:a16="http://schemas.microsoft.com/office/drawing/2014/main" id="{1A236F7F-7461-53F8-A358-713E511A51EC}"/>
              </a:ext>
            </a:extLst>
          </p:cNvPr>
          <p:cNvSpPr>
            <a:spLocks noGrp="1"/>
          </p:cNvSpPr>
          <p:nvPr>
            <p:ph idx="22"/>
          </p:nvPr>
        </p:nvSpPr>
        <p:spPr/>
        <p:txBody>
          <a:bodyPr>
            <a:spAutoFit/>
          </a:bodyPr>
          <a:lstStyle/>
          <a:p>
            <a:pPr marL="0" indent="0">
              <a:buNone/>
            </a:pPr>
            <a:r>
              <a:rPr lang="zh-TW" altLang="en-US" dirty="0"/>
              <a:t>韓國／日本／</a:t>
            </a:r>
            <a:r>
              <a:rPr lang="zh-CN" altLang="en-US" dirty="0"/>
              <a:t>中國</a:t>
            </a:r>
            <a:r>
              <a:rPr lang="zh-TW" altLang="en-US" dirty="0"/>
              <a:t>台灣：坐收漁翁之利</a:t>
            </a:r>
          </a:p>
        </p:txBody>
      </p:sp>
      <p:sp>
        <p:nvSpPr>
          <p:cNvPr id="5" name="Title 4">
            <a:extLst>
              <a:ext uri="{FF2B5EF4-FFF2-40B4-BE49-F238E27FC236}">
                <a16:creationId xmlns:a16="http://schemas.microsoft.com/office/drawing/2014/main" id="{3E452E50-E4D7-1A8C-7C44-FB480FB7097A}"/>
              </a:ext>
            </a:extLst>
          </p:cNvPr>
          <p:cNvSpPr>
            <a:spLocks noGrp="1"/>
          </p:cNvSpPr>
          <p:nvPr>
            <p:ph type="title"/>
          </p:nvPr>
        </p:nvSpPr>
        <p:spPr/>
        <p:txBody>
          <a:bodyPr>
            <a:spAutoFit/>
          </a:bodyPr>
          <a:lstStyle/>
          <a:p>
            <a:r>
              <a:rPr lang="zh-TW" altLang="en-US" dirty="0"/>
              <a:t>亞洲供應鏈</a:t>
            </a:r>
            <a:r>
              <a:rPr lang="zh-CN" altLang="en-US" dirty="0"/>
              <a:t>為中流砥柱</a:t>
            </a:r>
            <a:endParaRPr lang="zh-TW" altLang="en-US" dirty="0"/>
          </a:p>
        </p:txBody>
      </p:sp>
      <p:pic>
        <p:nvPicPr>
          <p:cNvPr id="19" name="Picture 18" descr="Japan Twitter Emoji">
            <a:extLst>
              <a:ext uri="{FF2B5EF4-FFF2-40B4-BE49-F238E27FC236}">
                <a16:creationId xmlns:a16="http://schemas.microsoft.com/office/drawing/2014/main" id="{0B309670-B925-9430-FEA1-333090CE79B5}"/>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952645" y="5608796"/>
            <a:ext cx="274320" cy="27432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a:extLst>
              <a:ext uri="{FF2B5EF4-FFF2-40B4-BE49-F238E27FC236}">
                <a16:creationId xmlns:a16="http://schemas.microsoft.com/office/drawing/2014/main" id="{A66C0EFB-60FF-FF25-6403-568BBEF18005}"/>
              </a:ext>
            </a:extLst>
          </p:cNvPr>
          <p:cNvPicPr>
            <a:picLocks noChangeAspect="1"/>
          </p:cNvPicPr>
          <p:nvPr/>
        </p:nvPicPr>
        <p:blipFill>
          <a:blip r:embed="rId7"/>
          <a:stretch>
            <a:fillRect/>
          </a:stretch>
        </p:blipFill>
        <p:spPr>
          <a:xfrm>
            <a:off x="8349615" y="4688348"/>
            <a:ext cx="274320" cy="274320"/>
          </a:xfrm>
          <a:prstGeom prst="rect">
            <a:avLst/>
          </a:prstGeom>
        </p:spPr>
      </p:pic>
      <p:pic>
        <p:nvPicPr>
          <p:cNvPr id="21" name="Picture 20" descr="United States Twitter Emoji">
            <a:extLst>
              <a:ext uri="{FF2B5EF4-FFF2-40B4-BE49-F238E27FC236}">
                <a16:creationId xmlns:a16="http://schemas.microsoft.com/office/drawing/2014/main" id="{658DFFBE-31B4-7716-44D2-730010926E62}"/>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264620" y="5623560"/>
            <a:ext cx="274320" cy="274320"/>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8D6756BD-C05E-99C8-176D-EF6067ACCEF6}"/>
              </a:ext>
            </a:extLst>
          </p:cNvPr>
          <p:cNvSpPr txBox="1"/>
          <p:nvPr/>
        </p:nvSpPr>
        <p:spPr>
          <a:xfrm>
            <a:off x="6538940" y="5647453"/>
            <a:ext cx="388248" cy="246221"/>
          </a:xfrm>
          <a:prstGeom prst="rect">
            <a:avLst/>
          </a:prstGeom>
          <a:noFill/>
        </p:spPr>
        <p:txBody>
          <a:bodyPr wrap="none" rtlCol="0">
            <a:spAutoFit/>
          </a:bodyPr>
          <a:lstStyle/>
          <a:p>
            <a:r>
              <a:rPr lang="en-US" altLang="zh-CN" sz="1000" b="1" dirty="0">
                <a:solidFill>
                  <a:srgbClr val="C00000"/>
                </a:solidFill>
                <a:latin typeface="+mj-lt"/>
              </a:rPr>
              <a:t>TW</a:t>
            </a:r>
            <a:endParaRPr lang="en-US" sz="1000" b="1" dirty="0">
              <a:solidFill>
                <a:srgbClr val="C00000"/>
              </a:solidFill>
              <a:latin typeface="+mj-lt"/>
            </a:endParaRPr>
          </a:p>
        </p:txBody>
      </p:sp>
      <p:pic>
        <p:nvPicPr>
          <p:cNvPr id="23" name="Picture 22" descr="United States Twitter Emoji">
            <a:extLst>
              <a:ext uri="{FF2B5EF4-FFF2-40B4-BE49-F238E27FC236}">
                <a16:creationId xmlns:a16="http://schemas.microsoft.com/office/drawing/2014/main" id="{D875E742-A1C9-8BE8-1516-4D7AB94EAF02}"/>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728710" y="4688348"/>
            <a:ext cx="274320" cy="274320"/>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6" descr="Netherlands Twitter Emoji">
            <a:extLst>
              <a:ext uri="{FF2B5EF4-FFF2-40B4-BE49-F238E27FC236}">
                <a16:creationId xmlns:a16="http://schemas.microsoft.com/office/drawing/2014/main" id="{D3EA2CC5-5E9C-211E-4616-E0E6355BEFB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334625" y="4532138"/>
            <a:ext cx="274320" cy="27432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descr="United States Twitter Emoji">
            <a:extLst>
              <a:ext uri="{FF2B5EF4-FFF2-40B4-BE49-F238E27FC236}">
                <a16:creationId xmlns:a16="http://schemas.microsoft.com/office/drawing/2014/main" id="{F06A189B-570C-7840-0F0F-7A6BBDF53EBC}"/>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711815" y="4532138"/>
            <a:ext cx="274320" cy="27432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descr="Japan Twitter Emoji">
            <a:extLst>
              <a:ext uri="{FF2B5EF4-FFF2-40B4-BE49-F238E27FC236}">
                <a16:creationId xmlns:a16="http://schemas.microsoft.com/office/drawing/2014/main" id="{6EBDC0A5-D27A-E8A2-BAB4-A1CC3B85CDC8}"/>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1052810" y="5459478"/>
            <a:ext cx="274320" cy="27432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a:extLst>
              <a:ext uri="{FF2B5EF4-FFF2-40B4-BE49-F238E27FC236}">
                <a16:creationId xmlns:a16="http://schemas.microsoft.com/office/drawing/2014/main" id="{30B9E467-C0A8-C9A2-5732-88535C66E255}"/>
              </a:ext>
            </a:extLst>
          </p:cNvPr>
          <p:cNvSpPr txBox="1"/>
          <p:nvPr/>
        </p:nvSpPr>
        <p:spPr>
          <a:xfrm>
            <a:off x="8254737" y="5636895"/>
            <a:ext cx="388248" cy="246221"/>
          </a:xfrm>
          <a:prstGeom prst="rect">
            <a:avLst/>
          </a:prstGeom>
          <a:noFill/>
        </p:spPr>
        <p:txBody>
          <a:bodyPr wrap="none" rtlCol="0">
            <a:spAutoFit/>
          </a:bodyPr>
          <a:lstStyle/>
          <a:p>
            <a:r>
              <a:rPr lang="en-US" altLang="zh-CN" sz="1000" b="1" dirty="0">
                <a:solidFill>
                  <a:srgbClr val="C00000"/>
                </a:solidFill>
                <a:latin typeface="+mj-lt"/>
              </a:rPr>
              <a:t>TW</a:t>
            </a:r>
            <a:endParaRPr lang="en-US" sz="1000" b="1" dirty="0">
              <a:solidFill>
                <a:srgbClr val="C00000"/>
              </a:solidFill>
              <a:latin typeface="+mj-lt"/>
            </a:endParaRPr>
          </a:p>
        </p:txBody>
      </p:sp>
      <p:pic>
        <p:nvPicPr>
          <p:cNvPr id="28" name="Picture 27" descr="Japan Twitter Emoji">
            <a:extLst>
              <a:ext uri="{FF2B5EF4-FFF2-40B4-BE49-F238E27FC236}">
                <a16:creationId xmlns:a16="http://schemas.microsoft.com/office/drawing/2014/main" id="{790F230B-FB4F-0217-62CA-2FC3E1709EE6}"/>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471785" y="5459478"/>
            <a:ext cx="274320" cy="27432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Japan Twitter Emoji">
            <a:extLst>
              <a:ext uri="{FF2B5EF4-FFF2-40B4-BE49-F238E27FC236}">
                <a16:creationId xmlns:a16="http://schemas.microsoft.com/office/drawing/2014/main" id="{E711B969-6262-C4E8-8B44-39839CDA758D}"/>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1052810" y="4526520"/>
            <a:ext cx="274320" cy="27432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E074E1E-DDA2-A34E-443C-33FB41282C19}"/>
              </a:ext>
            </a:extLst>
          </p:cNvPr>
          <p:cNvSpPr txBox="1"/>
          <p:nvPr/>
        </p:nvSpPr>
        <p:spPr>
          <a:xfrm>
            <a:off x="10654851" y="5474546"/>
            <a:ext cx="388248" cy="246221"/>
          </a:xfrm>
          <a:prstGeom prst="rect">
            <a:avLst/>
          </a:prstGeom>
          <a:noFill/>
        </p:spPr>
        <p:txBody>
          <a:bodyPr wrap="none" rtlCol="0">
            <a:spAutoFit/>
          </a:bodyPr>
          <a:lstStyle/>
          <a:p>
            <a:r>
              <a:rPr lang="en-US" altLang="zh-CN" sz="1000" b="1" dirty="0">
                <a:solidFill>
                  <a:srgbClr val="C00000"/>
                </a:solidFill>
                <a:latin typeface="+mj-lt"/>
              </a:rPr>
              <a:t>TW</a:t>
            </a:r>
            <a:endParaRPr lang="en-US" sz="1000" b="1" dirty="0">
              <a:solidFill>
                <a:srgbClr val="C00000"/>
              </a:solidFill>
              <a:latin typeface="+mj-lt"/>
            </a:endParaRPr>
          </a:p>
        </p:txBody>
      </p:sp>
    </p:spTree>
    <p:extLst>
      <p:ext uri="{BB962C8B-B14F-4D97-AF65-F5344CB8AC3E}">
        <p14:creationId xmlns:p14="http://schemas.microsoft.com/office/powerpoint/2010/main" val="16959423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9F04F-1741-26C4-9D33-E8E4296874CF}"/>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E286CEAF-5ED5-A2DE-11A3-B3CCF70399DB}"/>
              </a:ext>
            </a:extLst>
          </p:cNvPr>
          <p:cNvSpPr txBox="1">
            <a:spLocks/>
          </p:cNvSpPr>
          <p:nvPr/>
        </p:nvSpPr>
        <p:spPr>
          <a:xfrm>
            <a:off x="722376" y="411480"/>
            <a:ext cx="10972800" cy="475488"/>
          </a:xfrm>
          <a:prstGeom prst="rect">
            <a:avLst/>
          </a:prstGeom>
        </p:spPr>
        <p:txBody>
          <a:bodyPr vert="horz" lIns="0" tIns="45720" rIns="0" bIns="45720" rtlCol="0" anchor="ctr">
            <a:spAutoFit/>
          </a:bodyPr>
          <a:lstStyle>
            <a:lvl1pPr algn="l" defTabSz="914400" rtl="0" eaLnBrk="1" latinLnBrk="0" hangingPunct="1">
              <a:lnSpc>
                <a:spcPct val="90000"/>
              </a:lnSpc>
              <a:spcBef>
                <a:spcPct val="0"/>
              </a:spcBef>
              <a:buNone/>
              <a:defRPr sz="3200" b="1" kern="1200">
                <a:solidFill>
                  <a:srgbClr val="306AB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en-US" altLang="zh-CN" sz="2800" b="1" i="0" u="none" strike="noStrike" kern="1200" cap="none" spc="0" normalizeH="0" baseline="0" noProof="0">
                <a:ln>
                  <a:noFill/>
                </a:ln>
                <a:solidFill>
                  <a:srgbClr val="306AB2"/>
                </a:solidFill>
                <a:effectLst/>
                <a:uLnTx/>
                <a:uFillTx/>
                <a:ea typeface="微软雅黑"/>
                <a:cs typeface="+mj-cs"/>
              </a:rPr>
              <a:t>AI</a:t>
            </a:r>
            <a:r>
              <a:rPr kumimoji="1" lang="zh-CN" altLang="en-US" sz="2800" b="1" i="0" u="none" strike="noStrike" kern="1200" cap="none" spc="0" normalizeH="0" baseline="0" noProof="0">
                <a:ln>
                  <a:noFill/>
                </a:ln>
                <a:solidFill>
                  <a:srgbClr val="306AB2"/>
                </a:solidFill>
                <a:effectLst/>
                <a:uLnTx/>
                <a:uFillTx/>
                <a:ea typeface="微软雅黑"/>
                <a:cs typeface="+mj-cs"/>
              </a:rPr>
              <a:t>産業鏈上游：</a:t>
            </a:r>
            <a:r>
              <a:rPr kumimoji="1" lang="en-US" altLang="zh-CN" sz="2800" b="1" i="0" u="none" strike="noStrike" kern="1200" cap="none" spc="0" normalizeH="0" baseline="0" noProof="0">
                <a:ln>
                  <a:noFill/>
                </a:ln>
                <a:solidFill>
                  <a:srgbClr val="306AB2"/>
                </a:solidFill>
                <a:effectLst/>
                <a:uLnTx/>
                <a:uFillTx/>
                <a:ea typeface="微软雅黑"/>
                <a:cs typeface="+mj-cs"/>
              </a:rPr>
              <a:t>AI</a:t>
            </a:r>
            <a:r>
              <a:rPr kumimoji="1" lang="zh-CN" altLang="en-US" sz="2800" b="1" i="0" u="none" strike="noStrike" kern="1200" cap="none" spc="0" normalizeH="0" baseline="0" noProof="0">
                <a:ln>
                  <a:noFill/>
                </a:ln>
                <a:solidFill>
                  <a:srgbClr val="306AB2"/>
                </a:solidFill>
                <a:effectLst/>
                <a:uLnTx/>
                <a:uFillTx/>
                <a:ea typeface="微软雅黑"/>
                <a:cs typeface="+mj-cs"/>
              </a:rPr>
              <a:t>行情逐步向供應鏈深處蔓延</a:t>
            </a:r>
            <a:endParaRPr kumimoji="1" lang="zh-TW" altLang="en-US" sz="2800" b="1" i="0" u="none" strike="noStrike" kern="1200" cap="none" spc="0" normalizeH="0" baseline="0" noProof="0" dirty="0">
              <a:ln>
                <a:noFill/>
              </a:ln>
              <a:solidFill>
                <a:srgbClr val="306AB2"/>
              </a:solidFill>
              <a:effectLst/>
              <a:uLnTx/>
              <a:uFillTx/>
              <a:ea typeface="微软雅黑" panose="020B0503020204020204" pitchFamily="34" charset="-122"/>
              <a:cs typeface="+mj-cs"/>
            </a:endParaRPr>
          </a:p>
        </p:txBody>
      </p:sp>
      <p:sp>
        <p:nvSpPr>
          <p:cNvPr id="15" name="Text Placeholder 15">
            <a:extLst>
              <a:ext uri="{FF2B5EF4-FFF2-40B4-BE49-F238E27FC236}">
                <a16:creationId xmlns:a16="http://schemas.microsoft.com/office/drawing/2014/main" id="{62F59081-3895-EFD7-977E-55EA4E9A57B7}"/>
              </a:ext>
            </a:extLst>
          </p:cNvPr>
          <p:cNvSpPr txBox="1">
            <a:spLocks/>
          </p:cNvSpPr>
          <p:nvPr/>
        </p:nvSpPr>
        <p:spPr>
          <a:xfrm>
            <a:off x="294219" y="6247628"/>
            <a:ext cx="7821583" cy="310450"/>
          </a:xfrm>
          <a:prstGeom prst="rect">
            <a:avLst/>
          </a:prstGeom>
          <a:noFill/>
        </p:spPr>
        <p:txBody>
          <a:bodyPr lIns="0" tIns="0" rIns="0" bIns="0" anchor="ctr" anchorCtr="0"/>
          <a:lstStyle>
            <a:lvl1pPr marL="0" indent="0" algn="l" defTabSz="914400" rtl="0" eaLnBrk="1" latinLnBrk="0" hangingPunct="1">
              <a:lnSpc>
                <a:spcPct val="90000"/>
              </a:lnSpc>
              <a:spcBef>
                <a:spcPts val="1000"/>
              </a:spcBef>
              <a:buFont typeface="Arial" panose="020B0604020202020204" pitchFamily="34" charset="0"/>
              <a:buNone/>
              <a:defRPr sz="1000" kern="1200">
                <a:solidFill>
                  <a:srgbClr val="404F5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800" b="0" i="0" u="none" strike="noStrike" kern="1200" cap="none" spc="0" normalizeH="0" baseline="0" noProof="0">
                <a:ln>
                  <a:noFill/>
                </a:ln>
                <a:solidFill>
                  <a:schemeClr val="tx1"/>
                </a:solidFill>
                <a:effectLst/>
                <a:uLnTx/>
                <a:uFillTx/>
                <a:latin typeface="Calibri"/>
                <a:ea typeface="微軟正黑體"/>
                <a:cs typeface="+mn-cs"/>
              </a:rPr>
              <a:t>資料來源：</a:t>
            </a:r>
            <a:r>
              <a:rPr kumimoji="0" lang="en-US" altLang="zh-CN" sz="800" b="0" i="0" u="none" strike="noStrike" kern="1200" cap="none" spc="0" normalizeH="0" baseline="0" noProof="0">
                <a:ln>
                  <a:noFill/>
                </a:ln>
                <a:solidFill>
                  <a:schemeClr val="tx1"/>
                </a:solidFill>
                <a:effectLst/>
                <a:uLnTx/>
                <a:uFillTx/>
                <a:latin typeface="Calibri"/>
                <a:ea typeface="微軟正黑體"/>
                <a:cs typeface="+mn-cs"/>
              </a:rPr>
              <a:t>Morgan </a:t>
            </a:r>
            <a:r>
              <a:rPr kumimoji="0" lang="en-US" altLang="zh-CN" sz="800" b="0" i="0" u="none" strike="noStrike" kern="1200" cap="none" spc="0" normalizeH="0" baseline="0" noProof="0" dirty="0">
                <a:ln>
                  <a:noFill/>
                </a:ln>
                <a:solidFill>
                  <a:schemeClr val="tx1"/>
                </a:solidFill>
                <a:effectLst/>
                <a:uLnTx/>
                <a:uFillTx/>
                <a:latin typeface="Calibri"/>
                <a:ea typeface="微軟正黑體"/>
                <a:cs typeface="+mn-cs"/>
              </a:rPr>
              <a:t>Stanley</a:t>
            </a:r>
            <a:r>
              <a:rPr kumimoji="0" lang="zh-CN" altLang="en-US" sz="800" b="0" i="0" u="none" strike="noStrike" kern="1200" cap="none" spc="0" normalizeH="0" baseline="0" noProof="0" dirty="0">
                <a:ln>
                  <a:noFill/>
                </a:ln>
                <a:solidFill>
                  <a:schemeClr val="tx1"/>
                </a:solidFill>
                <a:effectLst/>
                <a:uLnTx/>
                <a:uFillTx/>
                <a:latin typeface="Calibri"/>
                <a:ea typeface="微軟正黑體"/>
                <a:cs typeface="+mn-cs"/>
              </a:rPr>
              <a:t>，彭博</a:t>
            </a:r>
          </a:p>
        </p:txBody>
      </p:sp>
      <p:sp>
        <p:nvSpPr>
          <p:cNvPr id="24" name="TextBox 23">
            <a:extLst>
              <a:ext uri="{FF2B5EF4-FFF2-40B4-BE49-F238E27FC236}">
                <a16:creationId xmlns:a16="http://schemas.microsoft.com/office/drawing/2014/main" id="{43EB5001-A50F-6D5D-B02D-B628E680C793}"/>
              </a:ext>
            </a:extLst>
          </p:cNvPr>
          <p:cNvSpPr txBox="1"/>
          <p:nvPr/>
        </p:nvSpPr>
        <p:spPr>
          <a:xfrm>
            <a:off x="477398" y="837581"/>
            <a:ext cx="11375999" cy="938719"/>
          </a:xfrm>
          <a:prstGeom prst="rect">
            <a:avLst/>
          </a:prstGeom>
          <a:noFill/>
        </p:spPr>
        <p:txBody>
          <a:bodyPr wrap="square">
            <a:spAutoFit/>
          </a:bodyPr>
          <a:lstStyle>
            <a:defPPr>
              <a:defRPr lang="en-US"/>
            </a:defPPr>
            <a:lvl1pPr marL="285750" indent="-285750">
              <a:spcAft>
                <a:spcPts val="600"/>
              </a:spcAft>
              <a:buClr>
                <a:schemeClr val="tx2">
                  <a:lumMod val="50000"/>
                </a:schemeClr>
              </a:buClr>
              <a:buFont typeface="Wingdings" panose="05000000000000000000" pitchFamily="2" charset="2"/>
              <a:buChar char="v"/>
              <a:defRPr sz="1400">
                <a:solidFill>
                  <a:schemeClr val="tx1">
                    <a:lumMod val="75000"/>
                  </a:schemeClr>
                </a:solidFill>
                <a:latin typeface="+mj-lt"/>
                <a:ea typeface="微软雅黑" panose="020B0503020204020204" pitchFamily="34" charset="-122"/>
                <a:cs typeface="Times New Roman" panose="02020603050405020304" pitchFamily="18" charset="0"/>
              </a:defRPr>
            </a:lvl1pPr>
            <a:lvl2pPr marL="742950" lvl="1" indent="-285750">
              <a:spcAft>
                <a:spcPts val="600"/>
              </a:spcAft>
              <a:buClr>
                <a:schemeClr val="tx2">
                  <a:lumMod val="50000"/>
                </a:schemeClr>
              </a:buClr>
              <a:buFont typeface="Wingdings" panose="05000000000000000000" pitchFamily="2" charset="2"/>
              <a:buChar char="v"/>
              <a:defRPr sz="1200"/>
            </a:lvl2pPr>
          </a:lstStyle>
          <a:p>
            <a:pPr marL="285750" marR="0" lvl="2" indent="-285750" algn="l" defTabSz="914400" rtl="0" eaLnBrk="1" fontAlgn="base" latinLnBrk="0" hangingPunct="1">
              <a:lnSpc>
                <a:spcPts val="1500"/>
              </a:lnSpc>
              <a:spcBef>
                <a:spcPts val="0"/>
              </a:spcBef>
              <a:spcAft>
                <a:spcPts val="600"/>
              </a:spcAft>
              <a:buClr>
                <a:srgbClr val="2660AD">
                  <a:lumMod val="50000"/>
                </a:srgbClr>
              </a:buClr>
              <a:buSzTx/>
              <a:buFont typeface="Wingdings" panose="05000000000000000000" pitchFamily="2" charset="2"/>
              <a:buChar char="§"/>
              <a:tabLst/>
              <a:defRPr/>
            </a:pPr>
            <a:r>
              <a:rPr kumimoji="0" lang="en-US" altLang="zh-CN" sz="13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Calibri"/>
                <a:sym typeface="+mn-lt"/>
              </a:rPr>
              <a:t>AI</a:t>
            </a:r>
            <a:r>
              <a:rPr kumimoji="0" lang="zh-CN" altLang="en-US" sz="13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Calibri"/>
                <a:sym typeface="+mn-lt"/>
              </a:rPr>
              <a:t>算力軍備競賽的受益面正在從芯片製造商（台積電、海力士）向上游組件供應商擴散。</a:t>
            </a:r>
            <a:r>
              <a:rPr kumimoji="0" lang="en-US" altLang="zh-CN" sz="1300" b="1" i="0" u="none" strike="noStrike" kern="1200" cap="none" spc="0" normalizeH="0" baseline="0" noProof="0" dirty="0">
                <a:ln>
                  <a:noFill/>
                </a:ln>
                <a:solidFill>
                  <a:srgbClr val="2660AD"/>
                </a:solidFill>
                <a:effectLst/>
                <a:uLnTx/>
                <a:uFillTx/>
                <a:latin typeface="+mj-lt"/>
                <a:ea typeface="微软雅黑" panose="020B0503020204020204" pitchFamily="34" charset="-122"/>
                <a:cs typeface="Calibri"/>
                <a:sym typeface="+mn-lt"/>
              </a:rPr>
              <a:t>MLCC</a:t>
            </a:r>
            <a:r>
              <a:rPr kumimoji="0" lang="zh-CN" altLang="en-US" sz="1300" b="1" i="0" u="none" strike="noStrike" kern="1200" cap="none" spc="0" normalizeH="0" baseline="0" noProof="0" dirty="0">
                <a:ln>
                  <a:noFill/>
                </a:ln>
                <a:solidFill>
                  <a:srgbClr val="2660AD"/>
                </a:solidFill>
                <a:effectLst/>
                <a:uLnTx/>
                <a:uFillTx/>
                <a:latin typeface="+mj-lt"/>
                <a:ea typeface="微软雅黑" panose="020B0503020204020204" pitchFamily="34" charset="-122"/>
                <a:cs typeface="Calibri"/>
                <a:sym typeface="+mn-lt"/>
              </a:rPr>
              <a:t>（多層陶瓷電容器）、先進基板、</a:t>
            </a:r>
            <a:r>
              <a:rPr kumimoji="0" lang="en-US" altLang="zh-CN" sz="1300" b="1" i="0" u="none" strike="noStrike" kern="1200" cap="none" spc="0" normalizeH="0" baseline="0" noProof="0" dirty="0">
                <a:ln>
                  <a:noFill/>
                </a:ln>
                <a:solidFill>
                  <a:srgbClr val="2660AD"/>
                </a:solidFill>
                <a:effectLst/>
                <a:uLnTx/>
                <a:uFillTx/>
                <a:latin typeface="+mj-lt"/>
                <a:ea typeface="微软雅黑" panose="020B0503020204020204" pitchFamily="34" charset="-122"/>
                <a:cs typeface="Calibri"/>
                <a:sym typeface="+mn-lt"/>
              </a:rPr>
              <a:t>TCB</a:t>
            </a:r>
            <a:r>
              <a:rPr kumimoji="0" lang="zh-CN" altLang="en-US" sz="1300" b="1" i="0" u="none" strike="noStrike" kern="1200" cap="none" spc="0" normalizeH="0" baseline="0" noProof="0" dirty="0">
                <a:ln>
                  <a:noFill/>
                </a:ln>
                <a:solidFill>
                  <a:srgbClr val="2660AD"/>
                </a:solidFill>
                <a:effectLst/>
                <a:uLnTx/>
                <a:uFillTx/>
                <a:latin typeface="+mj-lt"/>
                <a:ea typeface="微软雅黑" panose="020B0503020204020204" pitchFamily="34" charset="-122"/>
                <a:cs typeface="Calibri"/>
                <a:sym typeface="+mn-lt"/>
              </a:rPr>
              <a:t>設備三大品類成爲新的資金聚集方向。這一供應鏈的大部分都集中在亞洲，主要是在韓國、日本、中國和中國台灣。</a:t>
            </a:r>
            <a:endParaRPr lang="en-US" altLang="zh-CN" sz="1300" b="1" dirty="0">
              <a:solidFill>
                <a:srgbClr val="2660AD"/>
              </a:solidFill>
              <a:latin typeface="+mj-lt"/>
              <a:ea typeface="微软雅黑" panose="020B0503020204020204" pitchFamily="34" charset="-122"/>
              <a:cs typeface="Calibri"/>
              <a:sym typeface="+mn-lt"/>
            </a:endParaRPr>
          </a:p>
          <a:p>
            <a:pPr marL="285750" marR="0" lvl="2" indent="-285750" algn="l" defTabSz="914400" rtl="0" eaLnBrk="1" fontAlgn="base" latinLnBrk="0" hangingPunct="1">
              <a:lnSpc>
                <a:spcPts val="1500"/>
              </a:lnSpc>
              <a:spcBef>
                <a:spcPts val="0"/>
              </a:spcBef>
              <a:spcAft>
                <a:spcPts val="600"/>
              </a:spcAft>
              <a:buClr>
                <a:srgbClr val="2660AD">
                  <a:lumMod val="50000"/>
                </a:srgbClr>
              </a:buClr>
              <a:buSzTx/>
              <a:buFont typeface="Wingdings" panose="05000000000000000000" pitchFamily="2" charset="2"/>
              <a:buChar char="§"/>
              <a:tabLst/>
              <a:defRPr/>
            </a:pPr>
            <a:r>
              <a:rPr kumimoji="0" lang="zh-CN" altLang="en-US" sz="13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Calibri"/>
                <a:sym typeface="+mn-lt"/>
              </a:rPr>
              <a:t>全球</a:t>
            </a:r>
            <a:r>
              <a:rPr kumimoji="0" lang="en-US" altLang="zh-CN" sz="13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Calibri"/>
                <a:sym typeface="+mn-lt"/>
              </a:rPr>
              <a:t>MLCC</a:t>
            </a:r>
            <a:r>
              <a:rPr kumimoji="0" lang="zh-CN" altLang="en-US" sz="13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Calibri"/>
                <a:sym typeface="+mn-lt"/>
              </a:rPr>
              <a:t>第二大供應商（三星電機）、</a:t>
            </a:r>
            <a:r>
              <a:rPr kumimoji="0" lang="en-US" altLang="zh-CN" sz="13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Calibri"/>
                <a:sym typeface="+mn-lt"/>
              </a:rPr>
              <a:t>TCB</a:t>
            </a:r>
            <a:r>
              <a:rPr kumimoji="0" lang="zh-CN" altLang="en-US" sz="13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Calibri"/>
                <a:sym typeface="+mn-lt"/>
              </a:rPr>
              <a:t>設備第一大供應商（韓美半導體，市占率</a:t>
            </a:r>
            <a:r>
              <a:rPr kumimoji="0" lang="en-US" altLang="zh-CN" sz="13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Calibri"/>
                <a:sym typeface="+mn-lt"/>
              </a:rPr>
              <a:t>71%</a:t>
            </a:r>
            <a:r>
              <a:rPr kumimoji="0" lang="zh-CN" altLang="en-US" sz="13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Calibri"/>
                <a:sym typeface="+mn-lt"/>
              </a:rPr>
              <a:t>）均爲韓國企業。供給高度集中于亞洲，而韓國在其中占據不可替代的位置。</a:t>
            </a:r>
          </a:p>
        </p:txBody>
      </p:sp>
      <p:grpSp>
        <p:nvGrpSpPr>
          <p:cNvPr id="112" name="Group 111">
            <a:extLst>
              <a:ext uri="{FF2B5EF4-FFF2-40B4-BE49-F238E27FC236}">
                <a16:creationId xmlns:a16="http://schemas.microsoft.com/office/drawing/2014/main" id="{DDA6DF1C-C835-D194-4BB7-C08BBE1875CF}"/>
              </a:ext>
            </a:extLst>
          </p:cNvPr>
          <p:cNvGrpSpPr/>
          <p:nvPr/>
        </p:nvGrpSpPr>
        <p:grpSpPr>
          <a:xfrm>
            <a:off x="404677" y="2376852"/>
            <a:ext cx="7025297" cy="3633911"/>
            <a:chOff x="290823" y="2268723"/>
            <a:chExt cx="7500071" cy="3936938"/>
          </a:xfrm>
        </p:grpSpPr>
        <p:grpSp>
          <p:nvGrpSpPr>
            <p:cNvPr id="74" name="Group 73">
              <a:extLst>
                <a:ext uri="{FF2B5EF4-FFF2-40B4-BE49-F238E27FC236}">
                  <a16:creationId xmlns:a16="http://schemas.microsoft.com/office/drawing/2014/main" id="{ED99B30A-49E0-27D9-26D9-A4C774CCA0DB}"/>
                </a:ext>
              </a:extLst>
            </p:cNvPr>
            <p:cNvGrpSpPr/>
            <p:nvPr/>
          </p:nvGrpSpPr>
          <p:grpSpPr>
            <a:xfrm>
              <a:off x="4245028" y="3596347"/>
              <a:ext cx="3528980" cy="1239572"/>
              <a:chOff x="718525" y="2375594"/>
              <a:chExt cx="2620774" cy="1239572"/>
            </a:xfrm>
          </p:grpSpPr>
          <p:grpSp>
            <p:nvGrpSpPr>
              <p:cNvPr id="75" name="Group 74">
                <a:extLst>
                  <a:ext uri="{FF2B5EF4-FFF2-40B4-BE49-F238E27FC236}">
                    <a16:creationId xmlns:a16="http://schemas.microsoft.com/office/drawing/2014/main" id="{DAA8FA19-498C-2988-F69F-F4BBC0B12247}"/>
                  </a:ext>
                </a:extLst>
              </p:cNvPr>
              <p:cNvGrpSpPr/>
              <p:nvPr/>
            </p:nvGrpSpPr>
            <p:grpSpPr>
              <a:xfrm>
                <a:off x="718525" y="2375594"/>
                <a:ext cx="2620774" cy="1239572"/>
                <a:chOff x="718525" y="2375594"/>
                <a:chExt cx="2620774" cy="1239572"/>
              </a:xfrm>
            </p:grpSpPr>
            <p:sp>
              <p:nvSpPr>
                <p:cNvPr id="78" name="ïṣḻíďê">
                  <a:extLst>
                    <a:ext uri="{FF2B5EF4-FFF2-40B4-BE49-F238E27FC236}">
                      <a16:creationId xmlns:a16="http://schemas.microsoft.com/office/drawing/2014/main" id="{5056ED9B-8E85-83B8-9E43-62FB4EB6B7A2}"/>
                    </a:ext>
                  </a:extLst>
                </p:cNvPr>
                <p:cNvSpPr/>
                <p:nvPr/>
              </p:nvSpPr>
              <p:spPr>
                <a:xfrm>
                  <a:off x="794986" y="2375594"/>
                  <a:ext cx="2544313" cy="1185358"/>
                </a:xfrm>
                <a:prstGeom prst="roundRect">
                  <a:avLst>
                    <a:gd name="adj" fmla="val 5386"/>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JhengHei" panose="020B0604030504040204" pitchFamily="34" charset="-120"/>
                    <a:ea typeface="Microsoft JhengHei" panose="020B0604030504040204" pitchFamily="34" charset="-120"/>
                    <a:cs typeface="Microsoft GothicNeo" panose="020B0503020000020004" pitchFamily="34" charset="-127"/>
                  </a:endParaRPr>
                </a:p>
              </p:txBody>
            </p:sp>
            <p:sp>
              <p:nvSpPr>
                <p:cNvPr id="79" name="ïṣḻíďê">
                  <a:extLst>
                    <a:ext uri="{FF2B5EF4-FFF2-40B4-BE49-F238E27FC236}">
                      <a16:creationId xmlns:a16="http://schemas.microsoft.com/office/drawing/2014/main" id="{30C48AE0-1624-EEAD-F541-18A1B6D85119}"/>
                    </a:ext>
                  </a:extLst>
                </p:cNvPr>
                <p:cNvSpPr/>
                <p:nvPr/>
              </p:nvSpPr>
              <p:spPr>
                <a:xfrm>
                  <a:off x="750743" y="2429808"/>
                  <a:ext cx="2514690" cy="1185358"/>
                </a:xfrm>
                <a:prstGeom prst="roundRect">
                  <a:avLst>
                    <a:gd name="adj" fmla="val 5386"/>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JhengHei" panose="020B0604030504040204" pitchFamily="34" charset="-120"/>
                    <a:ea typeface="Microsoft JhengHei" panose="020B0604030504040204" pitchFamily="34" charset="-120"/>
                    <a:cs typeface="Microsoft GothicNeo" panose="020B0503020000020004" pitchFamily="34" charset="-127"/>
                  </a:endParaRPr>
                </a:p>
              </p:txBody>
            </p:sp>
            <p:sp>
              <p:nvSpPr>
                <p:cNvPr id="80" name="TextBox 79">
                  <a:extLst>
                    <a:ext uri="{FF2B5EF4-FFF2-40B4-BE49-F238E27FC236}">
                      <a16:creationId xmlns:a16="http://schemas.microsoft.com/office/drawing/2014/main" id="{E594EC7E-29BA-ECE8-7E41-9412C6428B3B}"/>
                    </a:ext>
                  </a:extLst>
                </p:cNvPr>
                <p:cNvSpPr txBox="1"/>
                <p:nvPr/>
              </p:nvSpPr>
              <p:spPr>
                <a:xfrm>
                  <a:off x="862149" y="2473235"/>
                  <a:ext cx="1768588" cy="3667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2660AD"/>
                      </a:solidFill>
                      <a:effectLst/>
                      <a:uLnTx/>
                      <a:uFillTx/>
                      <a:latin typeface="Calibri"/>
                      <a:ea typeface="Microsoft JhengHei"/>
                      <a:cs typeface="+mn-cs"/>
                    </a:rPr>
                    <a:t>BMC</a:t>
                  </a:r>
                  <a:r>
                    <a:rPr kumimoji="0" lang="en-US" sz="1600" b="1" i="0" u="none" strike="noStrike" kern="1200" cap="none" spc="0" normalizeH="0" baseline="0" noProof="0">
                      <a:ln>
                        <a:noFill/>
                      </a:ln>
                      <a:solidFill>
                        <a:srgbClr val="2660AD"/>
                      </a:solidFill>
                      <a:effectLst/>
                      <a:uLnTx/>
                      <a:uFillTx/>
                      <a:latin typeface="Calibri"/>
                      <a:ea typeface="Microsoft JhengHei"/>
                      <a:cs typeface="+mn-cs"/>
                    </a:rPr>
                    <a:t>/CPU</a:t>
                  </a:r>
                  <a:r>
                    <a:rPr kumimoji="0" lang="zh-CN" altLang="en-US" sz="1600" b="1" i="0" u="none" strike="noStrike" kern="1200" cap="none" spc="0" normalizeH="0" baseline="0" noProof="0">
                      <a:ln>
                        <a:noFill/>
                      </a:ln>
                      <a:solidFill>
                        <a:srgbClr val="2660AD"/>
                      </a:solidFill>
                      <a:effectLst/>
                      <a:uLnTx/>
                      <a:uFillTx/>
                      <a:latin typeface="Calibri"/>
                      <a:ea typeface="Microsoft JhengHei"/>
                      <a:cs typeface="+mn-cs"/>
                    </a:rPr>
                    <a:t>及內存接口</a:t>
                  </a:r>
                  <a:endParaRPr kumimoji="0" lang="en-US" sz="1600" b="1" i="0" u="none" strike="noStrike" kern="1200" cap="none" spc="0" normalizeH="0" baseline="0" noProof="0" dirty="0">
                    <a:ln>
                      <a:noFill/>
                    </a:ln>
                    <a:solidFill>
                      <a:srgbClr val="2660AD"/>
                    </a:solidFill>
                    <a:effectLst/>
                    <a:uLnTx/>
                    <a:uFillTx/>
                    <a:latin typeface="Calibri"/>
                    <a:ea typeface="Microsoft JhengHei"/>
                    <a:cs typeface="+mn-cs"/>
                  </a:endParaRPr>
                </a:p>
              </p:txBody>
            </p:sp>
            <p:sp>
              <p:nvSpPr>
                <p:cNvPr id="81" name="TextBox 80">
                  <a:extLst>
                    <a:ext uri="{FF2B5EF4-FFF2-40B4-BE49-F238E27FC236}">
                      <a16:creationId xmlns:a16="http://schemas.microsoft.com/office/drawing/2014/main" id="{BD01ABD0-2E12-DF8E-4050-9305689B7CF3}"/>
                    </a:ext>
                  </a:extLst>
                </p:cNvPr>
                <p:cNvSpPr txBox="1"/>
                <p:nvPr/>
              </p:nvSpPr>
              <p:spPr>
                <a:xfrm>
                  <a:off x="718525" y="2818287"/>
                  <a:ext cx="2055221"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a:ln>
                        <a:noFill/>
                      </a:ln>
                      <a:solidFill>
                        <a:srgbClr val="7030A0"/>
                      </a:solidFill>
                      <a:effectLst/>
                      <a:uLnTx/>
                      <a:uFillTx/>
                      <a:latin typeface="微软雅黑" panose="020B0503020204020204" pitchFamily="34" charset="-122"/>
                      <a:ea typeface="微软雅黑" panose="020B0503020204020204" pitchFamily="34" charset="-122"/>
                      <a:cs typeface="+mn-cs"/>
                    </a:rPr>
                    <a:t>台）</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信驊科技</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sp>
              <p:nvSpPr>
                <p:cNvPr id="82" name="TextBox 81">
                  <a:extLst>
                    <a:ext uri="{FF2B5EF4-FFF2-40B4-BE49-F238E27FC236}">
                      <a16:creationId xmlns:a16="http://schemas.microsoft.com/office/drawing/2014/main" id="{6B5B545D-CBEB-4C2D-051F-F5203F9E751D}"/>
                    </a:ext>
                  </a:extLst>
                </p:cNvPr>
                <p:cNvSpPr txBox="1"/>
                <p:nvPr/>
              </p:nvSpPr>
              <p:spPr>
                <a:xfrm>
                  <a:off x="718525" y="3188427"/>
                  <a:ext cx="2055222"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a:ln>
                        <a:noFill/>
                      </a:ln>
                      <a:solidFill>
                        <a:srgbClr val="7030A0"/>
                      </a:solidFill>
                      <a:effectLst/>
                      <a:uLnTx/>
                      <a:uFillTx/>
                      <a:latin typeface="微软雅黑" panose="020B0503020204020204" pitchFamily="34" charset="-122"/>
                      <a:ea typeface="微软雅黑" panose="020B0503020204020204" pitchFamily="34" charset="-122"/>
                      <a:cs typeface="+mn-cs"/>
                    </a:rPr>
                    <a:t>台）</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大聯大</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grpSp>
          <p:sp>
            <p:nvSpPr>
              <p:cNvPr id="76" name="TextBox 75">
                <a:extLst>
                  <a:ext uri="{FF2B5EF4-FFF2-40B4-BE49-F238E27FC236}">
                    <a16:creationId xmlns:a16="http://schemas.microsoft.com/office/drawing/2014/main" id="{43CC8185-CCAB-F27F-2554-36F6DA8FAF6D}"/>
                  </a:ext>
                </a:extLst>
              </p:cNvPr>
              <p:cNvSpPr txBox="1"/>
              <p:nvPr/>
            </p:nvSpPr>
            <p:spPr>
              <a:xfrm>
                <a:off x="1994588" y="2810535"/>
                <a:ext cx="1225338"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日）</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瑞薩電子</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sp>
            <p:nvSpPr>
              <p:cNvPr id="77" name="TextBox 76">
                <a:extLst>
                  <a:ext uri="{FF2B5EF4-FFF2-40B4-BE49-F238E27FC236}">
                    <a16:creationId xmlns:a16="http://schemas.microsoft.com/office/drawing/2014/main" id="{60513809-40A4-9083-DE37-8E25F8CD7C18}"/>
                  </a:ext>
                </a:extLst>
              </p:cNvPr>
              <p:cNvSpPr txBox="1"/>
              <p:nvPr/>
            </p:nvSpPr>
            <p:spPr>
              <a:xfrm>
                <a:off x="1994588" y="3182566"/>
                <a:ext cx="1191367"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00B0F0"/>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a:ln>
                      <a:noFill/>
                    </a:ln>
                    <a:solidFill>
                      <a:srgbClr val="00B0F0"/>
                    </a:solidFill>
                    <a:effectLst/>
                    <a:uLnTx/>
                    <a:uFillTx/>
                    <a:latin typeface="微软雅黑" panose="020B0503020204020204" pitchFamily="34" charset="-122"/>
                    <a:ea typeface="微软雅黑" panose="020B0503020204020204" pitchFamily="34" charset="-122"/>
                    <a:cs typeface="+mn-cs"/>
                  </a:rPr>
                  <a:t>中）</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瀾起科技</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grpSp>
        <p:grpSp>
          <p:nvGrpSpPr>
            <p:cNvPr id="111" name="Group 110">
              <a:extLst>
                <a:ext uri="{FF2B5EF4-FFF2-40B4-BE49-F238E27FC236}">
                  <a16:creationId xmlns:a16="http://schemas.microsoft.com/office/drawing/2014/main" id="{6176BE43-E1D3-A2F2-7C6A-A97F6A28BA4F}"/>
                </a:ext>
              </a:extLst>
            </p:cNvPr>
            <p:cNvGrpSpPr/>
            <p:nvPr/>
          </p:nvGrpSpPr>
          <p:grpSpPr>
            <a:xfrm>
              <a:off x="290823" y="2268723"/>
              <a:ext cx="7500071" cy="3936938"/>
              <a:chOff x="290823" y="2268723"/>
              <a:chExt cx="7500071" cy="3936938"/>
            </a:xfrm>
          </p:grpSpPr>
          <p:grpSp>
            <p:nvGrpSpPr>
              <p:cNvPr id="32" name="Group 31">
                <a:extLst>
                  <a:ext uri="{FF2B5EF4-FFF2-40B4-BE49-F238E27FC236}">
                    <a16:creationId xmlns:a16="http://schemas.microsoft.com/office/drawing/2014/main" id="{F4E549F9-AC0E-9C95-BDE1-4A375D17F83A}"/>
                  </a:ext>
                </a:extLst>
              </p:cNvPr>
              <p:cNvGrpSpPr/>
              <p:nvPr/>
            </p:nvGrpSpPr>
            <p:grpSpPr>
              <a:xfrm>
                <a:off x="303445" y="2274716"/>
                <a:ext cx="2959051" cy="1239572"/>
                <a:chOff x="672454" y="2375594"/>
                <a:chExt cx="3436124" cy="1239572"/>
              </a:xfrm>
            </p:grpSpPr>
            <p:grpSp>
              <p:nvGrpSpPr>
                <p:cNvPr id="33" name="Group 32">
                  <a:extLst>
                    <a:ext uri="{FF2B5EF4-FFF2-40B4-BE49-F238E27FC236}">
                      <a16:creationId xmlns:a16="http://schemas.microsoft.com/office/drawing/2014/main" id="{7770BC9E-D376-0471-5CC4-CF67B8B3000D}"/>
                    </a:ext>
                  </a:extLst>
                </p:cNvPr>
                <p:cNvGrpSpPr/>
                <p:nvPr/>
              </p:nvGrpSpPr>
              <p:grpSpPr>
                <a:xfrm>
                  <a:off x="672454" y="2375594"/>
                  <a:ext cx="2682509" cy="1239572"/>
                  <a:chOff x="672454" y="2375594"/>
                  <a:chExt cx="2682509" cy="1239572"/>
                </a:xfrm>
              </p:grpSpPr>
              <p:sp>
                <p:nvSpPr>
                  <p:cNvPr id="36" name="ïṣḻíďê">
                    <a:extLst>
                      <a:ext uri="{FF2B5EF4-FFF2-40B4-BE49-F238E27FC236}">
                        <a16:creationId xmlns:a16="http://schemas.microsoft.com/office/drawing/2014/main" id="{F2FE93F3-673F-1E67-439C-7211276E8067}"/>
                      </a:ext>
                    </a:extLst>
                  </p:cNvPr>
                  <p:cNvSpPr/>
                  <p:nvPr/>
                </p:nvSpPr>
                <p:spPr>
                  <a:xfrm>
                    <a:off x="794986" y="2375594"/>
                    <a:ext cx="2559977" cy="1185358"/>
                  </a:xfrm>
                  <a:prstGeom prst="roundRect">
                    <a:avLst>
                      <a:gd name="adj" fmla="val 5386"/>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JhengHei" panose="020B0604030504040204" pitchFamily="34" charset="-120"/>
                      <a:ea typeface="Microsoft JhengHei" panose="020B0604030504040204" pitchFamily="34" charset="-120"/>
                      <a:cs typeface="Microsoft GothicNeo" panose="020B0503020000020004" pitchFamily="34" charset="-127"/>
                    </a:endParaRPr>
                  </a:p>
                </p:txBody>
              </p:sp>
              <p:sp>
                <p:nvSpPr>
                  <p:cNvPr id="37" name="ïṣḻíďê">
                    <a:extLst>
                      <a:ext uri="{FF2B5EF4-FFF2-40B4-BE49-F238E27FC236}">
                        <a16:creationId xmlns:a16="http://schemas.microsoft.com/office/drawing/2014/main" id="{DA75ABBB-2472-530B-C8CE-7F646CE5080F}"/>
                      </a:ext>
                    </a:extLst>
                  </p:cNvPr>
                  <p:cNvSpPr/>
                  <p:nvPr/>
                </p:nvSpPr>
                <p:spPr>
                  <a:xfrm>
                    <a:off x="750743" y="2429808"/>
                    <a:ext cx="2514690" cy="1185358"/>
                  </a:xfrm>
                  <a:prstGeom prst="roundRect">
                    <a:avLst>
                      <a:gd name="adj" fmla="val 5386"/>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JhengHei" panose="020B0604030504040204" pitchFamily="34" charset="-120"/>
                      <a:ea typeface="Microsoft JhengHei" panose="020B0604030504040204" pitchFamily="34" charset="-120"/>
                      <a:cs typeface="Microsoft GothicNeo" panose="020B0503020000020004" pitchFamily="34" charset="-127"/>
                    </a:endParaRPr>
                  </a:p>
                </p:txBody>
              </p:sp>
              <p:sp>
                <p:nvSpPr>
                  <p:cNvPr id="38" name="TextBox 37">
                    <a:extLst>
                      <a:ext uri="{FF2B5EF4-FFF2-40B4-BE49-F238E27FC236}">
                        <a16:creationId xmlns:a16="http://schemas.microsoft.com/office/drawing/2014/main" id="{ED0A3F6E-F2F3-4416-BFE4-A86477569893}"/>
                      </a:ext>
                    </a:extLst>
                  </p:cNvPr>
                  <p:cNvSpPr txBox="1"/>
                  <p:nvPr/>
                </p:nvSpPr>
                <p:spPr>
                  <a:xfrm>
                    <a:off x="862149" y="2473235"/>
                    <a:ext cx="128961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2660AD"/>
                        </a:solidFill>
                        <a:effectLst/>
                        <a:uLnTx/>
                        <a:uFillTx/>
                        <a:latin typeface="Calibri"/>
                        <a:ea typeface="Microsoft JhengHei"/>
                        <a:cs typeface="+mn-cs"/>
                      </a:rPr>
                      <a:t>CPU/GPU</a:t>
                    </a:r>
                  </a:p>
                </p:txBody>
              </p:sp>
              <p:sp>
                <p:nvSpPr>
                  <p:cNvPr id="39" name="TextBox 38">
                    <a:extLst>
                      <a:ext uri="{FF2B5EF4-FFF2-40B4-BE49-F238E27FC236}">
                        <a16:creationId xmlns:a16="http://schemas.microsoft.com/office/drawing/2014/main" id="{B8796C59-E744-3C2C-F332-7875373FFEA4}"/>
                      </a:ext>
                    </a:extLst>
                  </p:cNvPr>
                  <p:cNvSpPr txBox="1"/>
                  <p:nvPr/>
                </p:nvSpPr>
                <p:spPr>
                  <a:xfrm>
                    <a:off x="676353" y="2818418"/>
                    <a:ext cx="2055221"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2ACCEC">
                            <a:lumMod val="75000"/>
                          </a:srgbClr>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a:ln>
                          <a:noFill/>
                        </a:ln>
                        <a:solidFill>
                          <a:srgbClr val="2ACCEC">
                            <a:lumMod val="75000"/>
                          </a:srgbClr>
                        </a:solidFill>
                        <a:effectLst/>
                        <a:uLnTx/>
                        <a:uFillTx/>
                        <a:latin typeface="微软雅黑" panose="020B0503020204020204" pitchFamily="34" charset="-122"/>
                        <a:ea typeface="微软雅黑" panose="020B0503020204020204" pitchFamily="34" charset="-122"/>
                        <a:cs typeface="+mn-cs"/>
                      </a:rPr>
                      <a:t>美）</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英偉達</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sp>
                <p:nvSpPr>
                  <p:cNvPr id="40" name="TextBox 39">
                    <a:extLst>
                      <a:ext uri="{FF2B5EF4-FFF2-40B4-BE49-F238E27FC236}">
                        <a16:creationId xmlns:a16="http://schemas.microsoft.com/office/drawing/2014/main" id="{9926F7CA-80DB-0F2E-5493-9BA7E500FB88}"/>
                      </a:ext>
                    </a:extLst>
                  </p:cNvPr>
                  <p:cNvSpPr txBox="1"/>
                  <p:nvPr/>
                </p:nvSpPr>
                <p:spPr>
                  <a:xfrm>
                    <a:off x="672454" y="3175504"/>
                    <a:ext cx="2055223"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2ACCEC">
                            <a:lumMod val="75000"/>
                          </a:srgbClr>
                        </a:solidFill>
                        <a:effectLst/>
                        <a:uLnTx/>
                        <a:uFillTx/>
                        <a:latin typeface="微软雅黑" panose="020B0503020204020204" pitchFamily="34" charset="-122"/>
                        <a:ea typeface="微软雅黑" panose="020B0503020204020204" pitchFamily="34" charset="-122"/>
                        <a:cs typeface="+mn-cs"/>
                      </a:rPr>
                      <a:t>（美）</a:t>
                    </a:r>
                    <a:r>
                      <a:rPr kumimoji="0" lang="zh-CN" alt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rPr>
                      <a:t>超微</a:t>
                    </a:r>
                    <a:r>
                      <a:rPr kumimoji="0" lang="en-US" altLang="zh-CN"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rPr>
                      <a:t>AMD</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grpSp>
            <p:sp>
              <p:nvSpPr>
                <p:cNvPr id="34" name="TextBox 33">
                  <a:extLst>
                    <a:ext uri="{FF2B5EF4-FFF2-40B4-BE49-F238E27FC236}">
                      <a16:creationId xmlns:a16="http://schemas.microsoft.com/office/drawing/2014/main" id="{A761AE86-8C92-8B90-3062-894A8940ECDB}"/>
                    </a:ext>
                  </a:extLst>
                </p:cNvPr>
                <p:cNvSpPr txBox="1"/>
                <p:nvPr/>
              </p:nvSpPr>
              <p:spPr>
                <a:xfrm>
                  <a:off x="1918771" y="2809241"/>
                  <a:ext cx="2055222"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2ACCEC">
                          <a:lumMod val="75000"/>
                        </a:srgbClr>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a:ln>
                        <a:noFill/>
                      </a:ln>
                      <a:solidFill>
                        <a:srgbClr val="2ACCEC">
                          <a:lumMod val="75000"/>
                        </a:srgbClr>
                      </a:solidFill>
                      <a:effectLst/>
                      <a:uLnTx/>
                      <a:uFillTx/>
                      <a:latin typeface="微软雅黑" panose="020B0503020204020204" pitchFamily="34" charset="-122"/>
                      <a:ea typeface="微软雅黑" panose="020B0503020204020204" pitchFamily="34" charset="-122"/>
                      <a:cs typeface="+mn-cs"/>
                    </a:rPr>
                    <a:t>美）</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英特爾</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sp>
              <p:nvSpPr>
                <p:cNvPr id="35" name="TextBox 34">
                  <a:extLst>
                    <a:ext uri="{FF2B5EF4-FFF2-40B4-BE49-F238E27FC236}">
                      <a16:creationId xmlns:a16="http://schemas.microsoft.com/office/drawing/2014/main" id="{7610035A-6A11-1B64-9235-D88EC58BF705}"/>
                    </a:ext>
                  </a:extLst>
                </p:cNvPr>
                <p:cNvSpPr txBox="1"/>
                <p:nvPr/>
              </p:nvSpPr>
              <p:spPr>
                <a:xfrm>
                  <a:off x="2053356" y="3162623"/>
                  <a:ext cx="2055222"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7F8FA9"/>
                      </a:solidFill>
                      <a:effectLst/>
                      <a:uLnTx/>
                      <a:uFillTx/>
                      <a:latin typeface="微软雅黑" panose="020B0503020204020204" pitchFamily="34" charset="-122"/>
                      <a:ea typeface="微软雅黑" panose="020B0503020204020204" pitchFamily="34" charset="-122"/>
                      <a:cs typeface="+mn-cs"/>
                    </a:rPr>
                    <a:t>（英）</a:t>
                  </a:r>
                  <a:r>
                    <a:rPr kumimoji="0" lang="en-US" altLang="zh-CN"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rPr>
                    <a:t>ARM</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grpSp>
          <p:grpSp>
            <p:nvGrpSpPr>
              <p:cNvPr id="41" name="Group 40">
                <a:extLst>
                  <a:ext uri="{FF2B5EF4-FFF2-40B4-BE49-F238E27FC236}">
                    <a16:creationId xmlns:a16="http://schemas.microsoft.com/office/drawing/2014/main" id="{654CEAB1-13D5-1B04-2DAA-C467FA64EE32}"/>
                  </a:ext>
                </a:extLst>
              </p:cNvPr>
              <p:cNvGrpSpPr/>
              <p:nvPr/>
            </p:nvGrpSpPr>
            <p:grpSpPr>
              <a:xfrm>
                <a:off x="2652976" y="2274847"/>
                <a:ext cx="1910809" cy="1239572"/>
                <a:chOff x="671293" y="2375594"/>
                <a:chExt cx="2218878" cy="1239572"/>
              </a:xfrm>
            </p:grpSpPr>
            <p:grpSp>
              <p:nvGrpSpPr>
                <p:cNvPr id="42" name="Group 41">
                  <a:extLst>
                    <a:ext uri="{FF2B5EF4-FFF2-40B4-BE49-F238E27FC236}">
                      <a16:creationId xmlns:a16="http://schemas.microsoft.com/office/drawing/2014/main" id="{21B9409B-51BB-CB6C-DCFC-1D232E7135F7}"/>
                    </a:ext>
                  </a:extLst>
                </p:cNvPr>
                <p:cNvGrpSpPr/>
                <p:nvPr/>
              </p:nvGrpSpPr>
              <p:grpSpPr>
                <a:xfrm>
                  <a:off x="671293" y="2375594"/>
                  <a:ext cx="2211239" cy="1239572"/>
                  <a:chOff x="671293" y="2375594"/>
                  <a:chExt cx="2211239" cy="1239572"/>
                </a:xfrm>
              </p:grpSpPr>
              <p:sp>
                <p:nvSpPr>
                  <p:cNvPr id="46" name="ïṣḻíďê">
                    <a:extLst>
                      <a:ext uri="{FF2B5EF4-FFF2-40B4-BE49-F238E27FC236}">
                        <a16:creationId xmlns:a16="http://schemas.microsoft.com/office/drawing/2014/main" id="{7D2DE4AC-9C0B-6784-3BC2-3462B18FA8B7}"/>
                      </a:ext>
                    </a:extLst>
                  </p:cNvPr>
                  <p:cNvSpPr/>
                  <p:nvPr/>
                </p:nvSpPr>
                <p:spPr>
                  <a:xfrm>
                    <a:off x="794987" y="2375594"/>
                    <a:ext cx="2087545" cy="1185358"/>
                  </a:xfrm>
                  <a:prstGeom prst="roundRect">
                    <a:avLst>
                      <a:gd name="adj" fmla="val 5386"/>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JhengHei" panose="020B0604030504040204" pitchFamily="34" charset="-120"/>
                      <a:ea typeface="Microsoft JhengHei" panose="020B0604030504040204" pitchFamily="34" charset="-120"/>
                      <a:cs typeface="Microsoft GothicNeo" panose="020B0503020000020004" pitchFamily="34" charset="-127"/>
                    </a:endParaRPr>
                  </a:p>
                </p:txBody>
              </p:sp>
              <p:sp>
                <p:nvSpPr>
                  <p:cNvPr id="47" name="ïṣḻíďê">
                    <a:extLst>
                      <a:ext uri="{FF2B5EF4-FFF2-40B4-BE49-F238E27FC236}">
                        <a16:creationId xmlns:a16="http://schemas.microsoft.com/office/drawing/2014/main" id="{007904C9-9A5E-51F6-BD3F-9300105C09A0}"/>
                      </a:ext>
                    </a:extLst>
                  </p:cNvPr>
                  <p:cNvSpPr/>
                  <p:nvPr/>
                </p:nvSpPr>
                <p:spPr>
                  <a:xfrm>
                    <a:off x="750744" y="2429808"/>
                    <a:ext cx="2039883" cy="1185358"/>
                  </a:xfrm>
                  <a:prstGeom prst="roundRect">
                    <a:avLst>
                      <a:gd name="adj" fmla="val 5386"/>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JhengHei" panose="020B0604030504040204" pitchFamily="34" charset="-120"/>
                      <a:ea typeface="Microsoft JhengHei" panose="020B0604030504040204" pitchFamily="34" charset="-120"/>
                      <a:cs typeface="Microsoft GothicNeo" panose="020B0503020000020004" pitchFamily="34" charset="-127"/>
                    </a:endParaRPr>
                  </a:p>
                </p:txBody>
              </p:sp>
              <p:sp>
                <p:nvSpPr>
                  <p:cNvPr id="48" name="TextBox 47">
                    <a:extLst>
                      <a:ext uri="{FF2B5EF4-FFF2-40B4-BE49-F238E27FC236}">
                        <a16:creationId xmlns:a16="http://schemas.microsoft.com/office/drawing/2014/main" id="{534A27D5-0DDC-68EF-4715-B8E585836B53}"/>
                      </a:ext>
                    </a:extLst>
                  </p:cNvPr>
                  <p:cNvSpPr txBox="1"/>
                  <p:nvPr/>
                </p:nvSpPr>
                <p:spPr>
                  <a:xfrm>
                    <a:off x="862149" y="2473235"/>
                    <a:ext cx="1572430" cy="3667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2660AD"/>
                        </a:solidFill>
                        <a:effectLst/>
                        <a:uLnTx/>
                        <a:uFillTx/>
                        <a:latin typeface="Calibri"/>
                        <a:ea typeface="Microsoft JhengHei"/>
                        <a:cs typeface="+mn-cs"/>
                      </a:rPr>
                      <a:t>DRAM </a:t>
                    </a:r>
                    <a:r>
                      <a:rPr kumimoji="0" lang="zh-TW" altLang="en-US" sz="1600" b="1" i="0" u="none" strike="noStrike" kern="1200" cap="none" spc="0" normalizeH="0" baseline="0" noProof="0">
                        <a:ln>
                          <a:noFill/>
                        </a:ln>
                        <a:solidFill>
                          <a:srgbClr val="2660AD"/>
                        </a:solidFill>
                        <a:effectLst/>
                        <a:uLnTx/>
                        <a:uFillTx/>
                        <a:latin typeface="Calibri"/>
                        <a:ea typeface="Microsoft JhengHei"/>
                        <a:cs typeface="+mn-cs"/>
                      </a:rPr>
                      <a:t>內存</a:t>
                    </a:r>
                    <a:endParaRPr kumimoji="0" lang="zh-TW" altLang="en-US" sz="1600" b="1" i="0" u="none" strike="noStrike" kern="1200" cap="none" spc="0" normalizeH="0" baseline="0" noProof="0" dirty="0">
                      <a:ln>
                        <a:noFill/>
                      </a:ln>
                      <a:solidFill>
                        <a:srgbClr val="2660AD"/>
                      </a:solidFill>
                      <a:effectLst/>
                      <a:uLnTx/>
                      <a:uFillTx/>
                      <a:latin typeface="Calibri"/>
                      <a:ea typeface="Microsoft JhengHei"/>
                      <a:cs typeface="+mn-cs"/>
                    </a:endParaRPr>
                  </a:p>
                </p:txBody>
              </p:sp>
              <p:sp>
                <p:nvSpPr>
                  <p:cNvPr id="49" name="TextBox 48">
                    <a:extLst>
                      <a:ext uri="{FF2B5EF4-FFF2-40B4-BE49-F238E27FC236}">
                        <a16:creationId xmlns:a16="http://schemas.microsoft.com/office/drawing/2014/main" id="{6FC0F5F9-7E2E-2C66-B261-33B24EEC929D}"/>
                      </a:ext>
                    </a:extLst>
                  </p:cNvPr>
                  <p:cNvSpPr txBox="1"/>
                  <p:nvPr/>
                </p:nvSpPr>
                <p:spPr>
                  <a:xfrm>
                    <a:off x="671293" y="2818287"/>
                    <a:ext cx="2055221"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rPr>
                      <a:t>（韓）</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三星</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sp>
                <p:nvSpPr>
                  <p:cNvPr id="50" name="TextBox 49">
                    <a:extLst>
                      <a:ext uri="{FF2B5EF4-FFF2-40B4-BE49-F238E27FC236}">
                        <a16:creationId xmlns:a16="http://schemas.microsoft.com/office/drawing/2014/main" id="{0BFA8D65-C0BF-4975-04F0-727FFC4B1A9E}"/>
                      </a:ext>
                    </a:extLst>
                  </p:cNvPr>
                  <p:cNvSpPr txBox="1"/>
                  <p:nvPr/>
                </p:nvSpPr>
                <p:spPr>
                  <a:xfrm>
                    <a:off x="671293" y="3188427"/>
                    <a:ext cx="1763286"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rPr>
                      <a:t>（韓）</a:t>
                    </a:r>
                    <a:r>
                      <a:rPr kumimoji="0" lang="en-US" altLang="zh-CN"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SK</a:t>
                    </a:r>
                    <a:r>
                      <a:rPr kumimoji="0" lang="zh-CN" alt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rPr>
                      <a:t>海力士</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grpSp>
            <p:sp>
              <p:nvSpPr>
                <p:cNvPr id="44" name="TextBox 43">
                  <a:extLst>
                    <a:ext uri="{FF2B5EF4-FFF2-40B4-BE49-F238E27FC236}">
                      <a16:creationId xmlns:a16="http://schemas.microsoft.com/office/drawing/2014/main" id="{DBDB315D-6788-FBE7-205F-97116B72AE18}"/>
                    </a:ext>
                  </a:extLst>
                </p:cNvPr>
                <p:cNvSpPr txBox="1"/>
                <p:nvPr/>
              </p:nvSpPr>
              <p:spPr>
                <a:xfrm>
                  <a:off x="1629718" y="2811789"/>
                  <a:ext cx="1260453"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2ACCEC">
                          <a:lumMod val="75000"/>
                        </a:srgbClr>
                      </a:solidFill>
                      <a:effectLst/>
                      <a:uLnTx/>
                      <a:uFillTx/>
                      <a:latin typeface="微软雅黑" panose="020B0503020204020204" pitchFamily="34" charset="-122"/>
                      <a:ea typeface="微软雅黑" panose="020B0503020204020204" pitchFamily="34" charset="-122"/>
                      <a:cs typeface="+mn-cs"/>
                    </a:rPr>
                    <a:t>（美）</a:t>
                  </a:r>
                  <a:r>
                    <a:rPr kumimoji="0" lang="zh-CN" alt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rPr>
                    <a:t>美光</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grpSp>
          <p:grpSp>
            <p:nvGrpSpPr>
              <p:cNvPr id="52" name="Group 51">
                <a:extLst>
                  <a:ext uri="{FF2B5EF4-FFF2-40B4-BE49-F238E27FC236}">
                    <a16:creationId xmlns:a16="http://schemas.microsoft.com/office/drawing/2014/main" id="{82152026-CE48-F631-6C05-81BDCDB2576C}"/>
                  </a:ext>
                </a:extLst>
              </p:cNvPr>
              <p:cNvGrpSpPr/>
              <p:nvPr/>
            </p:nvGrpSpPr>
            <p:grpSpPr>
              <a:xfrm>
                <a:off x="4651869" y="2268723"/>
                <a:ext cx="1431377" cy="1239572"/>
                <a:chOff x="718525" y="2375594"/>
                <a:chExt cx="2365214" cy="1239572"/>
              </a:xfrm>
            </p:grpSpPr>
            <p:sp>
              <p:nvSpPr>
                <p:cNvPr id="54" name="ïṣḻíďê">
                  <a:extLst>
                    <a:ext uri="{FF2B5EF4-FFF2-40B4-BE49-F238E27FC236}">
                      <a16:creationId xmlns:a16="http://schemas.microsoft.com/office/drawing/2014/main" id="{A1F7E84E-4138-C564-F85B-0AD0F636782C}"/>
                    </a:ext>
                  </a:extLst>
                </p:cNvPr>
                <p:cNvSpPr/>
                <p:nvPr/>
              </p:nvSpPr>
              <p:spPr>
                <a:xfrm>
                  <a:off x="794987" y="2375594"/>
                  <a:ext cx="2288752" cy="1185358"/>
                </a:xfrm>
                <a:prstGeom prst="roundRect">
                  <a:avLst>
                    <a:gd name="adj" fmla="val 5386"/>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JhengHei" panose="020B0604030504040204" pitchFamily="34" charset="-120"/>
                    <a:ea typeface="Microsoft JhengHei" panose="020B0604030504040204" pitchFamily="34" charset="-120"/>
                    <a:cs typeface="Microsoft GothicNeo" panose="020B0503020000020004" pitchFamily="34" charset="-127"/>
                  </a:endParaRPr>
                </a:p>
              </p:txBody>
            </p:sp>
            <p:sp>
              <p:nvSpPr>
                <p:cNvPr id="55" name="ïṣḻíďê">
                  <a:extLst>
                    <a:ext uri="{FF2B5EF4-FFF2-40B4-BE49-F238E27FC236}">
                      <a16:creationId xmlns:a16="http://schemas.microsoft.com/office/drawing/2014/main" id="{E0C28A97-5BD5-888F-C41A-B8A1D583CAB1}"/>
                    </a:ext>
                  </a:extLst>
                </p:cNvPr>
                <p:cNvSpPr/>
                <p:nvPr/>
              </p:nvSpPr>
              <p:spPr>
                <a:xfrm>
                  <a:off x="750745" y="2429808"/>
                  <a:ext cx="2194915" cy="1185358"/>
                </a:xfrm>
                <a:prstGeom prst="roundRect">
                  <a:avLst>
                    <a:gd name="adj" fmla="val 5386"/>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JhengHei" panose="020B0604030504040204" pitchFamily="34" charset="-120"/>
                    <a:ea typeface="Microsoft JhengHei" panose="020B0604030504040204" pitchFamily="34" charset="-120"/>
                    <a:cs typeface="Microsoft GothicNeo" panose="020B0503020000020004" pitchFamily="34" charset="-127"/>
                  </a:endParaRPr>
                </a:p>
              </p:txBody>
            </p:sp>
            <p:sp>
              <p:nvSpPr>
                <p:cNvPr id="56" name="TextBox 55">
                  <a:extLst>
                    <a:ext uri="{FF2B5EF4-FFF2-40B4-BE49-F238E27FC236}">
                      <a16:creationId xmlns:a16="http://schemas.microsoft.com/office/drawing/2014/main" id="{F5DD052F-9718-1C50-170C-CC86B2DE0ABF}"/>
                    </a:ext>
                  </a:extLst>
                </p:cNvPr>
                <p:cNvSpPr txBox="1"/>
                <p:nvPr/>
              </p:nvSpPr>
              <p:spPr>
                <a:xfrm>
                  <a:off x="862147" y="2473235"/>
                  <a:ext cx="2055222" cy="3667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2660AD"/>
                      </a:solidFill>
                      <a:effectLst/>
                      <a:uLnTx/>
                      <a:uFillTx/>
                      <a:latin typeface="Calibri"/>
                      <a:ea typeface="Microsoft JhengHei"/>
                      <a:cs typeface="+mn-cs"/>
                    </a:rPr>
                    <a:t>NAND</a:t>
                  </a:r>
                  <a:r>
                    <a:rPr kumimoji="0" lang="zh-CN" altLang="en-US" sz="1600" b="1" i="0" u="none" strike="noStrike" kern="1200" cap="none" spc="0" normalizeH="0" baseline="0" noProof="0">
                      <a:ln>
                        <a:noFill/>
                      </a:ln>
                      <a:solidFill>
                        <a:srgbClr val="2660AD"/>
                      </a:solidFill>
                      <a:effectLst/>
                      <a:uLnTx/>
                      <a:uFillTx/>
                      <a:latin typeface="Calibri"/>
                      <a:ea typeface="Microsoft JhengHei"/>
                      <a:cs typeface="+mn-cs"/>
                    </a:rPr>
                    <a:t>閃存</a:t>
                  </a:r>
                  <a:endParaRPr kumimoji="0" lang="zh-TW" altLang="en-US" sz="1600" b="1" i="0" u="none" strike="noStrike" kern="1200" cap="none" spc="0" normalizeH="0" baseline="0" noProof="0" dirty="0">
                    <a:ln>
                      <a:noFill/>
                    </a:ln>
                    <a:solidFill>
                      <a:srgbClr val="2660AD"/>
                    </a:solidFill>
                    <a:effectLst/>
                    <a:uLnTx/>
                    <a:uFillTx/>
                    <a:latin typeface="Calibri"/>
                    <a:ea typeface="Microsoft JhengHei"/>
                    <a:cs typeface="+mn-cs"/>
                  </a:endParaRPr>
                </a:p>
              </p:txBody>
            </p:sp>
            <p:sp>
              <p:nvSpPr>
                <p:cNvPr id="57" name="TextBox 56">
                  <a:extLst>
                    <a:ext uri="{FF2B5EF4-FFF2-40B4-BE49-F238E27FC236}">
                      <a16:creationId xmlns:a16="http://schemas.microsoft.com/office/drawing/2014/main" id="{B04ED178-A8A2-9317-620D-C104E04FB006}"/>
                    </a:ext>
                  </a:extLst>
                </p:cNvPr>
                <p:cNvSpPr txBox="1"/>
                <p:nvPr/>
              </p:nvSpPr>
              <p:spPr>
                <a:xfrm>
                  <a:off x="718525" y="2818287"/>
                  <a:ext cx="2055222"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日）</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鎧俠</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sp>
              <p:nvSpPr>
                <p:cNvPr id="58" name="TextBox 57">
                  <a:extLst>
                    <a:ext uri="{FF2B5EF4-FFF2-40B4-BE49-F238E27FC236}">
                      <a16:creationId xmlns:a16="http://schemas.microsoft.com/office/drawing/2014/main" id="{ACC6759A-0654-9CC9-2396-C114A5F6D772}"/>
                    </a:ext>
                  </a:extLst>
                </p:cNvPr>
                <p:cNvSpPr txBox="1"/>
                <p:nvPr/>
              </p:nvSpPr>
              <p:spPr>
                <a:xfrm>
                  <a:off x="718525" y="3188427"/>
                  <a:ext cx="2332993"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2ACCEC">
                          <a:lumMod val="75000"/>
                        </a:srgbClr>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a:ln>
                        <a:noFill/>
                      </a:ln>
                      <a:solidFill>
                        <a:srgbClr val="2ACCEC">
                          <a:lumMod val="75000"/>
                        </a:srgbClr>
                      </a:solidFill>
                      <a:effectLst/>
                      <a:uLnTx/>
                      <a:uFillTx/>
                      <a:latin typeface="微软雅黑" panose="020B0503020204020204" pitchFamily="34" charset="-122"/>
                      <a:ea typeface="微软雅黑" panose="020B0503020204020204" pitchFamily="34" charset="-122"/>
                      <a:cs typeface="+mn-cs"/>
                    </a:rPr>
                    <a:t>美）</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閃迪</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grpSp>
          <p:grpSp>
            <p:nvGrpSpPr>
              <p:cNvPr id="59" name="Group 58">
                <a:extLst>
                  <a:ext uri="{FF2B5EF4-FFF2-40B4-BE49-F238E27FC236}">
                    <a16:creationId xmlns:a16="http://schemas.microsoft.com/office/drawing/2014/main" id="{417AE690-C1CE-196A-9830-4056D151EF07}"/>
                  </a:ext>
                </a:extLst>
              </p:cNvPr>
              <p:cNvGrpSpPr/>
              <p:nvPr/>
            </p:nvGrpSpPr>
            <p:grpSpPr>
              <a:xfrm>
                <a:off x="6178381" y="2269186"/>
                <a:ext cx="1612513" cy="1239572"/>
                <a:chOff x="718525" y="2375594"/>
                <a:chExt cx="2664523" cy="1239572"/>
              </a:xfrm>
            </p:grpSpPr>
            <p:sp>
              <p:nvSpPr>
                <p:cNvPr id="60" name="ïṣḻíďê">
                  <a:extLst>
                    <a:ext uri="{FF2B5EF4-FFF2-40B4-BE49-F238E27FC236}">
                      <a16:creationId xmlns:a16="http://schemas.microsoft.com/office/drawing/2014/main" id="{01786C23-9592-4777-6F03-8582E689E58F}"/>
                    </a:ext>
                  </a:extLst>
                </p:cNvPr>
                <p:cNvSpPr/>
                <p:nvPr/>
              </p:nvSpPr>
              <p:spPr>
                <a:xfrm>
                  <a:off x="794987" y="2375594"/>
                  <a:ext cx="2588061" cy="1185358"/>
                </a:xfrm>
                <a:prstGeom prst="roundRect">
                  <a:avLst>
                    <a:gd name="adj" fmla="val 5386"/>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JhengHei" panose="020B0604030504040204" pitchFamily="34" charset="-120"/>
                    <a:ea typeface="Microsoft JhengHei" panose="020B0604030504040204" pitchFamily="34" charset="-120"/>
                    <a:cs typeface="Microsoft GothicNeo" panose="020B0503020000020004" pitchFamily="34" charset="-127"/>
                  </a:endParaRPr>
                </a:p>
              </p:txBody>
            </p:sp>
            <p:sp>
              <p:nvSpPr>
                <p:cNvPr id="61" name="ïṣḻíďê">
                  <a:extLst>
                    <a:ext uri="{FF2B5EF4-FFF2-40B4-BE49-F238E27FC236}">
                      <a16:creationId xmlns:a16="http://schemas.microsoft.com/office/drawing/2014/main" id="{C23A1272-90D2-DF3E-960F-B4AB407655D4}"/>
                    </a:ext>
                  </a:extLst>
                </p:cNvPr>
                <p:cNvSpPr/>
                <p:nvPr/>
              </p:nvSpPr>
              <p:spPr>
                <a:xfrm>
                  <a:off x="750743" y="2429808"/>
                  <a:ext cx="2514690" cy="1185358"/>
                </a:xfrm>
                <a:prstGeom prst="roundRect">
                  <a:avLst>
                    <a:gd name="adj" fmla="val 5386"/>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JhengHei" panose="020B0604030504040204" pitchFamily="34" charset="-120"/>
                    <a:ea typeface="Microsoft JhengHei" panose="020B0604030504040204" pitchFamily="34" charset="-120"/>
                    <a:cs typeface="Microsoft GothicNeo" panose="020B0503020000020004" pitchFamily="34" charset="-127"/>
                  </a:endParaRPr>
                </a:p>
              </p:txBody>
            </p:sp>
            <p:sp>
              <p:nvSpPr>
                <p:cNvPr id="62" name="TextBox 61">
                  <a:extLst>
                    <a:ext uri="{FF2B5EF4-FFF2-40B4-BE49-F238E27FC236}">
                      <a16:creationId xmlns:a16="http://schemas.microsoft.com/office/drawing/2014/main" id="{13245DD1-CEB1-E19F-EA58-C01FDBEAA0CA}"/>
                    </a:ext>
                  </a:extLst>
                </p:cNvPr>
                <p:cNvSpPr txBox="1"/>
                <p:nvPr/>
              </p:nvSpPr>
              <p:spPr>
                <a:xfrm>
                  <a:off x="862147" y="2473235"/>
                  <a:ext cx="2514688" cy="3167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300" b="1" i="0" u="none" strike="noStrike" kern="1200" cap="none" spc="0" normalizeH="0" baseline="0" noProof="0">
                      <a:ln>
                        <a:noFill/>
                      </a:ln>
                      <a:solidFill>
                        <a:srgbClr val="2660AD"/>
                      </a:solidFill>
                      <a:effectLst/>
                      <a:uLnTx/>
                      <a:uFillTx/>
                      <a:latin typeface="Calibri"/>
                      <a:ea typeface="Microsoft JhengHei"/>
                      <a:cs typeface="+mn-cs"/>
                    </a:rPr>
                    <a:t>晶圓代工</a:t>
                  </a:r>
                  <a:r>
                    <a:rPr kumimoji="0" lang="en-US" altLang="zh-CN" sz="1300" b="1" i="0" u="none" strike="noStrike" kern="1200" cap="none" spc="0" normalizeH="0" baseline="0" noProof="0">
                      <a:ln>
                        <a:noFill/>
                      </a:ln>
                      <a:solidFill>
                        <a:srgbClr val="2660AD"/>
                      </a:solidFill>
                      <a:effectLst/>
                      <a:uLnTx/>
                      <a:uFillTx/>
                      <a:latin typeface="Calibri"/>
                      <a:ea typeface="Microsoft JhengHei"/>
                      <a:cs typeface="+mn-cs"/>
                    </a:rPr>
                    <a:t>/IC</a:t>
                  </a:r>
                  <a:r>
                    <a:rPr kumimoji="0" lang="zh-CN" altLang="en-US" sz="1300" b="1" i="0" u="none" strike="noStrike" kern="1200" cap="none" spc="0" normalizeH="0" baseline="0" noProof="0">
                      <a:ln>
                        <a:noFill/>
                      </a:ln>
                      <a:solidFill>
                        <a:srgbClr val="2660AD"/>
                      </a:solidFill>
                      <a:effectLst/>
                      <a:uLnTx/>
                      <a:uFillTx/>
                      <a:latin typeface="Calibri"/>
                      <a:ea typeface="Microsoft JhengHei"/>
                      <a:cs typeface="+mn-cs"/>
                    </a:rPr>
                    <a:t>設計</a:t>
                  </a:r>
                  <a:endParaRPr kumimoji="0" lang="zh-TW" altLang="en-US" sz="1300" b="1" i="0" u="none" strike="noStrike" kern="1200" cap="none" spc="0" normalizeH="0" baseline="0" noProof="0" dirty="0">
                    <a:ln>
                      <a:noFill/>
                    </a:ln>
                    <a:solidFill>
                      <a:srgbClr val="2660AD"/>
                    </a:solidFill>
                    <a:effectLst/>
                    <a:uLnTx/>
                    <a:uFillTx/>
                    <a:latin typeface="Calibri"/>
                    <a:ea typeface="Microsoft JhengHei"/>
                    <a:cs typeface="+mn-cs"/>
                  </a:endParaRPr>
                </a:p>
              </p:txBody>
            </p:sp>
            <p:sp>
              <p:nvSpPr>
                <p:cNvPr id="63" name="TextBox 62">
                  <a:extLst>
                    <a:ext uri="{FF2B5EF4-FFF2-40B4-BE49-F238E27FC236}">
                      <a16:creationId xmlns:a16="http://schemas.microsoft.com/office/drawing/2014/main" id="{66E2EF07-5EB7-247F-2F22-D6681FF61AEC}"/>
                    </a:ext>
                  </a:extLst>
                </p:cNvPr>
                <p:cNvSpPr txBox="1"/>
                <p:nvPr/>
              </p:nvSpPr>
              <p:spPr>
                <a:xfrm>
                  <a:off x="718525" y="2818287"/>
                  <a:ext cx="2055221"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a:ln>
                        <a:noFill/>
                      </a:ln>
                      <a:solidFill>
                        <a:srgbClr val="7030A0"/>
                      </a:solidFill>
                      <a:effectLst/>
                      <a:uLnTx/>
                      <a:uFillTx/>
                      <a:latin typeface="微软雅黑" panose="020B0503020204020204" pitchFamily="34" charset="-122"/>
                      <a:ea typeface="微软雅黑" panose="020B0503020204020204" pitchFamily="34" charset="-122"/>
                      <a:cs typeface="+mn-cs"/>
                    </a:rPr>
                    <a:t>台）</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台積電</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sp>
              <p:nvSpPr>
                <p:cNvPr id="64" name="TextBox 63">
                  <a:extLst>
                    <a:ext uri="{FF2B5EF4-FFF2-40B4-BE49-F238E27FC236}">
                      <a16:creationId xmlns:a16="http://schemas.microsoft.com/office/drawing/2014/main" id="{FF4D7CA0-B931-B0E2-3114-5DFA33423E08}"/>
                    </a:ext>
                  </a:extLst>
                </p:cNvPr>
                <p:cNvSpPr txBox="1"/>
                <p:nvPr/>
              </p:nvSpPr>
              <p:spPr>
                <a:xfrm>
                  <a:off x="718525" y="3188427"/>
                  <a:ext cx="2332995"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a:ln>
                        <a:noFill/>
                      </a:ln>
                      <a:solidFill>
                        <a:srgbClr val="7030A0"/>
                      </a:solidFill>
                      <a:effectLst/>
                      <a:uLnTx/>
                      <a:uFillTx/>
                      <a:latin typeface="微软雅黑" panose="020B0503020204020204" pitchFamily="34" charset="-122"/>
                      <a:ea typeface="微软雅黑" panose="020B0503020204020204" pitchFamily="34" charset="-122"/>
                      <a:cs typeface="+mn-cs"/>
                    </a:rPr>
                    <a:t>台）</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創意電子</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grpSp>
          <p:grpSp>
            <p:nvGrpSpPr>
              <p:cNvPr id="65" name="Group 64">
                <a:extLst>
                  <a:ext uri="{FF2B5EF4-FFF2-40B4-BE49-F238E27FC236}">
                    <a16:creationId xmlns:a16="http://schemas.microsoft.com/office/drawing/2014/main" id="{59B8A47C-06A2-6D49-93CC-1E1378F2E334}"/>
                  </a:ext>
                </a:extLst>
              </p:cNvPr>
              <p:cNvGrpSpPr/>
              <p:nvPr/>
            </p:nvGrpSpPr>
            <p:grpSpPr>
              <a:xfrm>
                <a:off x="290823" y="3616005"/>
                <a:ext cx="3972879" cy="1239572"/>
                <a:chOff x="718525" y="2375594"/>
                <a:chExt cx="2696142" cy="1239572"/>
              </a:xfrm>
            </p:grpSpPr>
            <p:grpSp>
              <p:nvGrpSpPr>
                <p:cNvPr id="66" name="Group 65">
                  <a:extLst>
                    <a:ext uri="{FF2B5EF4-FFF2-40B4-BE49-F238E27FC236}">
                      <a16:creationId xmlns:a16="http://schemas.microsoft.com/office/drawing/2014/main" id="{2EC224B5-89BB-15C1-848E-0565D765B87C}"/>
                    </a:ext>
                  </a:extLst>
                </p:cNvPr>
                <p:cNvGrpSpPr/>
                <p:nvPr/>
              </p:nvGrpSpPr>
              <p:grpSpPr>
                <a:xfrm>
                  <a:off x="718525" y="2375594"/>
                  <a:ext cx="2614072" cy="1239572"/>
                  <a:chOff x="718525" y="2375594"/>
                  <a:chExt cx="2614072" cy="1239572"/>
                </a:xfrm>
              </p:grpSpPr>
              <p:sp>
                <p:nvSpPr>
                  <p:cNvPr id="69" name="ïṣḻíďê">
                    <a:extLst>
                      <a:ext uri="{FF2B5EF4-FFF2-40B4-BE49-F238E27FC236}">
                        <a16:creationId xmlns:a16="http://schemas.microsoft.com/office/drawing/2014/main" id="{40784D0C-46CD-4103-FC0A-AFDAD4879E99}"/>
                      </a:ext>
                    </a:extLst>
                  </p:cNvPr>
                  <p:cNvSpPr/>
                  <p:nvPr/>
                </p:nvSpPr>
                <p:spPr>
                  <a:xfrm>
                    <a:off x="794987" y="2375594"/>
                    <a:ext cx="2537610" cy="1185358"/>
                  </a:xfrm>
                  <a:prstGeom prst="roundRect">
                    <a:avLst>
                      <a:gd name="adj" fmla="val 5386"/>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JhengHei" panose="020B0604030504040204" pitchFamily="34" charset="-120"/>
                      <a:ea typeface="Microsoft JhengHei" panose="020B0604030504040204" pitchFamily="34" charset="-120"/>
                      <a:cs typeface="Microsoft GothicNeo" panose="020B0503020000020004" pitchFamily="34" charset="-127"/>
                    </a:endParaRPr>
                  </a:p>
                </p:txBody>
              </p:sp>
              <p:sp>
                <p:nvSpPr>
                  <p:cNvPr id="70" name="ïṣḻíďê">
                    <a:extLst>
                      <a:ext uri="{FF2B5EF4-FFF2-40B4-BE49-F238E27FC236}">
                        <a16:creationId xmlns:a16="http://schemas.microsoft.com/office/drawing/2014/main" id="{FA40B0BC-F5DA-84B1-AEB4-5A7B8C601DC2}"/>
                      </a:ext>
                    </a:extLst>
                  </p:cNvPr>
                  <p:cNvSpPr/>
                  <p:nvPr/>
                </p:nvSpPr>
                <p:spPr>
                  <a:xfrm>
                    <a:off x="750743" y="2429808"/>
                    <a:ext cx="2514690" cy="1185358"/>
                  </a:xfrm>
                  <a:prstGeom prst="roundRect">
                    <a:avLst>
                      <a:gd name="adj" fmla="val 5386"/>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JhengHei" panose="020B0604030504040204" pitchFamily="34" charset="-120"/>
                      <a:ea typeface="Microsoft JhengHei" panose="020B0604030504040204" pitchFamily="34" charset="-120"/>
                      <a:cs typeface="Microsoft GothicNeo" panose="020B0503020000020004" pitchFamily="34" charset="-127"/>
                    </a:endParaRPr>
                  </a:p>
                </p:txBody>
              </p:sp>
              <p:sp>
                <p:nvSpPr>
                  <p:cNvPr id="71" name="TextBox 70">
                    <a:extLst>
                      <a:ext uri="{FF2B5EF4-FFF2-40B4-BE49-F238E27FC236}">
                        <a16:creationId xmlns:a16="http://schemas.microsoft.com/office/drawing/2014/main" id="{125E072C-A506-930D-A815-0AE01833F78C}"/>
                      </a:ext>
                    </a:extLst>
                  </p:cNvPr>
                  <p:cNvSpPr txBox="1"/>
                  <p:nvPr/>
                </p:nvSpPr>
                <p:spPr>
                  <a:xfrm>
                    <a:off x="862149" y="2473235"/>
                    <a:ext cx="1592027"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2660AD"/>
                        </a:solidFill>
                        <a:effectLst/>
                        <a:uLnTx/>
                        <a:uFillTx/>
                        <a:latin typeface="Calibri"/>
                        <a:ea typeface="Microsoft JhengHei"/>
                        <a:cs typeface="+mn-cs"/>
                      </a:rPr>
                      <a:t>PCB/</a:t>
                    </a:r>
                    <a:r>
                      <a:rPr kumimoji="0" lang="zh-CN" altLang="en-US" sz="1600" b="1" i="0" u="none" strike="noStrike" kern="1200" cap="none" spc="0" normalizeH="0" baseline="0" noProof="0" dirty="0">
                        <a:ln>
                          <a:noFill/>
                        </a:ln>
                        <a:solidFill>
                          <a:srgbClr val="2660AD"/>
                        </a:solidFill>
                        <a:effectLst/>
                        <a:uLnTx/>
                        <a:uFillTx/>
                        <a:latin typeface="Calibri"/>
                        <a:ea typeface="Microsoft JhengHei"/>
                        <a:cs typeface="+mn-cs"/>
                      </a:rPr>
                      <a:t>基板</a:t>
                    </a:r>
                    <a:r>
                      <a:rPr kumimoji="0" lang="en-US" altLang="zh-CN" sz="1600" b="1" i="0" u="none" strike="noStrike" kern="1200" cap="none" spc="0" normalizeH="0" baseline="0" noProof="0" dirty="0">
                        <a:ln>
                          <a:noFill/>
                        </a:ln>
                        <a:solidFill>
                          <a:srgbClr val="2660AD"/>
                        </a:solidFill>
                        <a:effectLst/>
                        <a:uLnTx/>
                        <a:uFillTx/>
                        <a:latin typeface="Calibri"/>
                        <a:ea typeface="Microsoft JhengHei"/>
                        <a:cs typeface="+mn-cs"/>
                      </a:rPr>
                      <a:t>/CCL</a:t>
                    </a:r>
                    <a:r>
                      <a:rPr kumimoji="0" lang="zh-CN" altLang="en-US" sz="1600" b="1" i="0" u="none" strike="noStrike" kern="1200" cap="none" spc="0" normalizeH="0" baseline="0" noProof="0" dirty="0">
                        <a:ln>
                          <a:noFill/>
                        </a:ln>
                        <a:solidFill>
                          <a:srgbClr val="2660AD"/>
                        </a:solidFill>
                        <a:effectLst/>
                        <a:uLnTx/>
                        <a:uFillTx/>
                        <a:latin typeface="Calibri"/>
                        <a:ea typeface="Microsoft JhengHei"/>
                        <a:cs typeface="+mn-cs"/>
                      </a:rPr>
                      <a:t>及材料</a:t>
                    </a:r>
                    <a:endParaRPr kumimoji="0" lang="en-US" sz="1600" b="1" i="0" u="none" strike="noStrike" kern="1200" cap="none" spc="0" normalizeH="0" baseline="0" noProof="0" dirty="0">
                      <a:ln>
                        <a:noFill/>
                      </a:ln>
                      <a:solidFill>
                        <a:srgbClr val="2660AD"/>
                      </a:solidFill>
                      <a:effectLst/>
                      <a:uLnTx/>
                      <a:uFillTx/>
                      <a:latin typeface="Calibri"/>
                      <a:ea typeface="Microsoft JhengHei"/>
                      <a:cs typeface="+mn-cs"/>
                    </a:endParaRPr>
                  </a:p>
                </p:txBody>
              </p:sp>
              <p:sp>
                <p:nvSpPr>
                  <p:cNvPr id="72" name="TextBox 71">
                    <a:extLst>
                      <a:ext uri="{FF2B5EF4-FFF2-40B4-BE49-F238E27FC236}">
                        <a16:creationId xmlns:a16="http://schemas.microsoft.com/office/drawing/2014/main" id="{A0A8DB78-D416-8BD7-C83B-5814749D6C60}"/>
                      </a:ext>
                    </a:extLst>
                  </p:cNvPr>
                  <p:cNvSpPr txBox="1"/>
                  <p:nvPr/>
                </p:nvSpPr>
                <p:spPr>
                  <a:xfrm>
                    <a:off x="718525" y="2818287"/>
                    <a:ext cx="2055221"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rPr>
                      <a:t>（韓）</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三星電機</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sp>
                <p:nvSpPr>
                  <p:cNvPr id="73" name="TextBox 72">
                    <a:extLst>
                      <a:ext uri="{FF2B5EF4-FFF2-40B4-BE49-F238E27FC236}">
                        <a16:creationId xmlns:a16="http://schemas.microsoft.com/office/drawing/2014/main" id="{51AAD783-8084-E34B-76D1-A9E6408267D8}"/>
                      </a:ext>
                    </a:extLst>
                  </p:cNvPr>
                  <p:cNvSpPr txBox="1"/>
                  <p:nvPr/>
                </p:nvSpPr>
                <p:spPr>
                  <a:xfrm>
                    <a:off x="718525" y="3188427"/>
                    <a:ext cx="2055222"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日）</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日東紡</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grpSp>
            <p:sp>
              <p:nvSpPr>
                <p:cNvPr id="67" name="TextBox 66">
                  <a:extLst>
                    <a:ext uri="{FF2B5EF4-FFF2-40B4-BE49-F238E27FC236}">
                      <a16:creationId xmlns:a16="http://schemas.microsoft.com/office/drawing/2014/main" id="{55DCE98F-04C8-9B6A-C2B4-AE3570FF6B4C}"/>
                    </a:ext>
                  </a:extLst>
                </p:cNvPr>
                <p:cNvSpPr txBox="1"/>
                <p:nvPr/>
              </p:nvSpPr>
              <p:spPr>
                <a:xfrm>
                  <a:off x="2393859" y="2821123"/>
                  <a:ext cx="1008137"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a:ln>
                        <a:noFill/>
                      </a:ln>
                      <a:solidFill>
                        <a:srgbClr val="7030A0"/>
                      </a:solidFill>
                      <a:effectLst/>
                      <a:uLnTx/>
                      <a:uFillTx/>
                      <a:latin typeface="微软雅黑" panose="020B0503020204020204" pitchFamily="34" charset="-122"/>
                      <a:ea typeface="微软雅黑" panose="020B0503020204020204" pitchFamily="34" charset="-122"/>
                      <a:cs typeface="+mn-cs"/>
                    </a:rPr>
                    <a:t>台）</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欣興電子</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sp>
              <p:nvSpPr>
                <p:cNvPr id="68" name="TextBox 67">
                  <a:extLst>
                    <a:ext uri="{FF2B5EF4-FFF2-40B4-BE49-F238E27FC236}">
                      <a16:creationId xmlns:a16="http://schemas.microsoft.com/office/drawing/2014/main" id="{F8FB3159-5BAF-CC7C-7AE8-24D1B0B8B71E}"/>
                    </a:ext>
                  </a:extLst>
                </p:cNvPr>
                <p:cNvSpPr txBox="1"/>
                <p:nvPr/>
              </p:nvSpPr>
              <p:spPr>
                <a:xfrm>
                  <a:off x="2381947" y="3196370"/>
                  <a:ext cx="1032720"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日）</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三菱化學</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grpSp>
          <p:sp>
            <p:nvSpPr>
              <p:cNvPr id="83" name="TextBox 82">
                <a:extLst>
                  <a:ext uri="{FF2B5EF4-FFF2-40B4-BE49-F238E27FC236}">
                    <a16:creationId xmlns:a16="http://schemas.microsoft.com/office/drawing/2014/main" id="{17776874-9F66-A515-BFE2-1C874AC3146C}"/>
                  </a:ext>
                </a:extLst>
              </p:cNvPr>
              <p:cNvSpPr txBox="1"/>
              <p:nvPr/>
            </p:nvSpPr>
            <p:spPr>
              <a:xfrm>
                <a:off x="1419154" y="4069955"/>
                <a:ext cx="1525826"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a:ln>
                      <a:noFill/>
                    </a:ln>
                    <a:solidFill>
                      <a:srgbClr val="7030A0"/>
                    </a:solidFill>
                    <a:effectLst/>
                    <a:uLnTx/>
                    <a:uFillTx/>
                    <a:latin typeface="微软雅黑" panose="020B0503020204020204" pitchFamily="34" charset="-122"/>
                    <a:ea typeface="微软雅黑" panose="020B0503020204020204" pitchFamily="34" charset="-122"/>
                    <a:cs typeface="+mn-cs"/>
                  </a:rPr>
                  <a:t>台）</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南亞電路板</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sp>
            <p:nvSpPr>
              <p:cNvPr id="84" name="TextBox 83">
                <a:extLst>
                  <a:ext uri="{FF2B5EF4-FFF2-40B4-BE49-F238E27FC236}">
                    <a16:creationId xmlns:a16="http://schemas.microsoft.com/office/drawing/2014/main" id="{8CFB7E0A-6E5A-0F22-0DDC-B759931E996E}"/>
                  </a:ext>
                </a:extLst>
              </p:cNvPr>
              <p:cNvSpPr txBox="1"/>
              <p:nvPr/>
            </p:nvSpPr>
            <p:spPr>
              <a:xfrm>
                <a:off x="1401376" y="4434180"/>
                <a:ext cx="1297186"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日）</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揖斐電</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grpSp>
            <p:nvGrpSpPr>
              <p:cNvPr id="85" name="Group 84">
                <a:extLst>
                  <a:ext uri="{FF2B5EF4-FFF2-40B4-BE49-F238E27FC236}">
                    <a16:creationId xmlns:a16="http://schemas.microsoft.com/office/drawing/2014/main" id="{27FAD256-035B-FE60-6A4B-89267F38CD46}"/>
                  </a:ext>
                </a:extLst>
              </p:cNvPr>
              <p:cNvGrpSpPr/>
              <p:nvPr/>
            </p:nvGrpSpPr>
            <p:grpSpPr>
              <a:xfrm>
                <a:off x="290824" y="4963930"/>
                <a:ext cx="3400439" cy="1239572"/>
                <a:chOff x="718525" y="2375594"/>
                <a:chExt cx="3349085" cy="1239572"/>
              </a:xfrm>
            </p:grpSpPr>
            <p:grpSp>
              <p:nvGrpSpPr>
                <p:cNvPr id="86" name="Group 85">
                  <a:extLst>
                    <a:ext uri="{FF2B5EF4-FFF2-40B4-BE49-F238E27FC236}">
                      <a16:creationId xmlns:a16="http://schemas.microsoft.com/office/drawing/2014/main" id="{E335664F-96C0-E880-1C0D-19BEAA075367}"/>
                    </a:ext>
                  </a:extLst>
                </p:cNvPr>
                <p:cNvGrpSpPr/>
                <p:nvPr/>
              </p:nvGrpSpPr>
              <p:grpSpPr>
                <a:xfrm>
                  <a:off x="718525" y="2375594"/>
                  <a:ext cx="2614072" cy="1239572"/>
                  <a:chOff x="718525" y="2375594"/>
                  <a:chExt cx="2614072" cy="1239572"/>
                </a:xfrm>
              </p:grpSpPr>
              <p:sp>
                <p:nvSpPr>
                  <p:cNvPr id="89" name="ïṣḻíďê">
                    <a:extLst>
                      <a:ext uri="{FF2B5EF4-FFF2-40B4-BE49-F238E27FC236}">
                        <a16:creationId xmlns:a16="http://schemas.microsoft.com/office/drawing/2014/main" id="{2492C163-1761-47B9-668E-50495A5C0397}"/>
                      </a:ext>
                    </a:extLst>
                  </p:cNvPr>
                  <p:cNvSpPr/>
                  <p:nvPr/>
                </p:nvSpPr>
                <p:spPr>
                  <a:xfrm>
                    <a:off x="794987" y="2375594"/>
                    <a:ext cx="2537610" cy="1185358"/>
                  </a:xfrm>
                  <a:prstGeom prst="roundRect">
                    <a:avLst>
                      <a:gd name="adj" fmla="val 5386"/>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JhengHei" panose="020B0604030504040204" pitchFamily="34" charset="-120"/>
                      <a:ea typeface="Microsoft JhengHei" panose="020B0604030504040204" pitchFamily="34" charset="-120"/>
                      <a:cs typeface="Microsoft GothicNeo" panose="020B0503020000020004" pitchFamily="34" charset="-127"/>
                    </a:endParaRPr>
                  </a:p>
                </p:txBody>
              </p:sp>
              <p:sp>
                <p:nvSpPr>
                  <p:cNvPr id="90" name="ïṣḻíďê">
                    <a:extLst>
                      <a:ext uri="{FF2B5EF4-FFF2-40B4-BE49-F238E27FC236}">
                        <a16:creationId xmlns:a16="http://schemas.microsoft.com/office/drawing/2014/main" id="{D4A5DDE9-D9D2-5CB9-F28F-68FC4D75A1CD}"/>
                      </a:ext>
                    </a:extLst>
                  </p:cNvPr>
                  <p:cNvSpPr/>
                  <p:nvPr/>
                </p:nvSpPr>
                <p:spPr>
                  <a:xfrm>
                    <a:off x="750743" y="2429808"/>
                    <a:ext cx="2514690" cy="1185358"/>
                  </a:xfrm>
                  <a:prstGeom prst="roundRect">
                    <a:avLst>
                      <a:gd name="adj" fmla="val 5386"/>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JhengHei" panose="020B0604030504040204" pitchFamily="34" charset="-120"/>
                      <a:ea typeface="Microsoft JhengHei" panose="020B0604030504040204" pitchFamily="34" charset="-120"/>
                      <a:cs typeface="Microsoft GothicNeo" panose="020B0503020000020004" pitchFamily="34" charset="-127"/>
                    </a:endParaRPr>
                  </a:p>
                </p:txBody>
              </p:sp>
              <p:sp>
                <p:nvSpPr>
                  <p:cNvPr id="91" name="TextBox 90">
                    <a:extLst>
                      <a:ext uri="{FF2B5EF4-FFF2-40B4-BE49-F238E27FC236}">
                        <a16:creationId xmlns:a16="http://schemas.microsoft.com/office/drawing/2014/main" id="{3CACA536-7001-86E5-B610-E987A56A61C4}"/>
                      </a:ext>
                    </a:extLst>
                  </p:cNvPr>
                  <p:cNvSpPr txBox="1"/>
                  <p:nvPr/>
                </p:nvSpPr>
                <p:spPr>
                  <a:xfrm>
                    <a:off x="862149" y="2473235"/>
                    <a:ext cx="203516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2660AD"/>
                        </a:solidFill>
                        <a:effectLst/>
                        <a:uLnTx/>
                        <a:uFillTx/>
                        <a:latin typeface="Calibri"/>
                        <a:ea typeface="Microsoft JhengHei"/>
                        <a:cs typeface="+mn-cs"/>
                      </a:rPr>
                      <a:t>MLCC</a:t>
                    </a:r>
                    <a:r>
                      <a:rPr kumimoji="0" lang="zh-CN" altLang="en-US" sz="1600" b="1" i="0" u="none" strike="noStrike" kern="1200" cap="none" spc="0" normalizeH="0" baseline="0" noProof="0" dirty="0">
                        <a:ln>
                          <a:noFill/>
                        </a:ln>
                        <a:solidFill>
                          <a:srgbClr val="2660AD"/>
                        </a:solidFill>
                        <a:effectLst/>
                        <a:uLnTx/>
                        <a:uFillTx/>
                        <a:latin typeface="Calibri"/>
                        <a:ea typeface="Microsoft JhengHei"/>
                        <a:cs typeface="+mn-cs"/>
                      </a:rPr>
                      <a:t>及插座</a:t>
                    </a:r>
                    <a:endParaRPr kumimoji="0" lang="en-US" sz="1600" b="1" i="0" u="none" strike="noStrike" kern="1200" cap="none" spc="0" normalizeH="0" baseline="0" noProof="0" dirty="0">
                      <a:ln>
                        <a:noFill/>
                      </a:ln>
                      <a:solidFill>
                        <a:srgbClr val="2660AD"/>
                      </a:solidFill>
                      <a:effectLst/>
                      <a:uLnTx/>
                      <a:uFillTx/>
                      <a:latin typeface="Calibri"/>
                      <a:ea typeface="Microsoft JhengHei"/>
                      <a:cs typeface="+mn-cs"/>
                    </a:endParaRPr>
                  </a:p>
                </p:txBody>
              </p:sp>
              <p:sp>
                <p:nvSpPr>
                  <p:cNvPr id="92" name="TextBox 91">
                    <a:extLst>
                      <a:ext uri="{FF2B5EF4-FFF2-40B4-BE49-F238E27FC236}">
                        <a16:creationId xmlns:a16="http://schemas.microsoft.com/office/drawing/2014/main" id="{F77FE439-6FD3-1EC7-21C0-0A6A0AEC3329}"/>
                      </a:ext>
                    </a:extLst>
                  </p:cNvPr>
                  <p:cNvSpPr txBox="1"/>
                  <p:nvPr/>
                </p:nvSpPr>
                <p:spPr>
                  <a:xfrm>
                    <a:off x="718525" y="2818287"/>
                    <a:ext cx="2055221"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日）</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村田製作所</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sp>
                <p:nvSpPr>
                  <p:cNvPr id="93" name="TextBox 92">
                    <a:extLst>
                      <a:ext uri="{FF2B5EF4-FFF2-40B4-BE49-F238E27FC236}">
                        <a16:creationId xmlns:a16="http://schemas.microsoft.com/office/drawing/2014/main" id="{16AE984F-54EB-D2AE-3520-118E9FA6B521}"/>
                      </a:ext>
                    </a:extLst>
                  </p:cNvPr>
                  <p:cNvSpPr txBox="1"/>
                  <p:nvPr/>
                </p:nvSpPr>
                <p:spPr>
                  <a:xfrm>
                    <a:off x="718525" y="3188427"/>
                    <a:ext cx="2055222"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a:ln>
                          <a:noFill/>
                        </a:ln>
                        <a:solidFill>
                          <a:srgbClr val="7030A0"/>
                        </a:solidFill>
                        <a:effectLst/>
                        <a:uLnTx/>
                        <a:uFillTx/>
                        <a:latin typeface="微软雅黑" panose="020B0503020204020204" pitchFamily="34" charset="-122"/>
                        <a:ea typeface="微软雅黑" panose="020B0503020204020204" pitchFamily="34" charset="-122"/>
                        <a:cs typeface="+mn-cs"/>
                      </a:rPr>
                      <a:t>台）</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鴻騰精密</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grpSp>
            <p:sp>
              <p:nvSpPr>
                <p:cNvPr id="87" name="TextBox 86">
                  <a:extLst>
                    <a:ext uri="{FF2B5EF4-FFF2-40B4-BE49-F238E27FC236}">
                      <a16:creationId xmlns:a16="http://schemas.microsoft.com/office/drawing/2014/main" id="{7C4F8C55-7ACF-3566-D35B-C044461D981B}"/>
                    </a:ext>
                  </a:extLst>
                </p:cNvPr>
                <p:cNvSpPr txBox="1"/>
                <p:nvPr/>
              </p:nvSpPr>
              <p:spPr>
                <a:xfrm>
                  <a:off x="2012388" y="2821385"/>
                  <a:ext cx="2055222"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（日）</a:t>
                  </a:r>
                  <a:r>
                    <a:rPr kumimoji="0" lang="en-US" altLang="zh-CN"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rPr>
                    <a:t>TDK</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sp>
              <p:nvSpPr>
                <p:cNvPr id="88" name="TextBox 87">
                  <a:extLst>
                    <a:ext uri="{FF2B5EF4-FFF2-40B4-BE49-F238E27FC236}">
                      <a16:creationId xmlns:a16="http://schemas.microsoft.com/office/drawing/2014/main" id="{1B5173D0-192D-9CA6-A8F5-6DBDCD50F5FC}"/>
                    </a:ext>
                  </a:extLst>
                </p:cNvPr>
                <p:cNvSpPr txBox="1"/>
                <p:nvPr/>
              </p:nvSpPr>
              <p:spPr>
                <a:xfrm>
                  <a:off x="2008087" y="3185329"/>
                  <a:ext cx="2055222"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rPr>
                    <a:t>（韓）</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三星電機</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grpSp>
          <p:grpSp>
            <p:nvGrpSpPr>
              <p:cNvPr id="95" name="Group 94">
                <a:extLst>
                  <a:ext uri="{FF2B5EF4-FFF2-40B4-BE49-F238E27FC236}">
                    <a16:creationId xmlns:a16="http://schemas.microsoft.com/office/drawing/2014/main" id="{6F6EDF34-9D2F-B826-BD04-4A748C59C4B5}"/>
                  </a:ext>
                </a:extLst>
              </p:cNvPr>
              <p:cNvGrpSpPr/>
              <p:nvPr/>
            </p:nvGrpSpPr>
            <p:grpSpPr>
              <a:xfrm>
                <a:off x="3031552" y="4966089"/>
                <a:ext cx="1777852" cy="1239572"/>
                <a:chOff x="718525" y="2375594"/>
                <a:chExt cx="2670086" cy="1239572"/>
              </a:xfrm>
            </p:grpSpPr>
            <p:sp>
              <p:nvSpPr>
                <p:cNvPr id="98" name="ïṣḻíďê">
                  <a:extLst>
                    <a:ext uri="{FF2B5EF4-FFF2-40B4-BE49-F238E27FC236}">
                      <a16:creationId xmlns:a16="http://schemas.microsoft.com/office/drawing/2014/main" id="{A35D225C-3D8B-A1FE-4788-F0CA1922F5E7}"/>
                    </a:ext>
                  </a:extLst>
                </p:cNvPr>
                <p:cNvSpPr/>
                <p:nvPr/>
              </p:nvSpPr>
              <p:spPr>
                <a:xfrm>
                  <a:off x="794988" y="2375594"/>
                  <a:ext cx="2593623" cy="1185358"/>
                </a:xfrm>
                <a:prstGeom prst="roundRect">
                  <a:avLst>
                    <a:gd name="adj" fmla="val 5386"/>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JhengHei" panose="020B0604030504040204" pitchFamily="34" charset="-120"/>
                    <a:ea typeface="Microsoft JhengHei" panose="020B0604030504040204" pitchFamily="34" charset="-120"/>
                    <a:cs typeface="Microsoft GothicNeo" panose="020B0503020000020004" pitchFamily="34" charset="-127"/>
                  </a:endParaRPr>
                </a:p>
              </p:txBody>
            </p:sp>
            <p:sp>
              <p:nvSpPr>
                <p:cNvPr id="99" name="ïṣḻíďê">
                  <a:extLst>
                    <a:ext uri="{FF2B5EF4-FFF2-40B4-BE49-F238E27FC236}">
                      <a16:creationId xmlns:a16="http://schemas.microsoft.com/office/drawing/2014/main" id="{D647916C-5B86-334F-8E0C-C2C4DE5329D4}"/>
                    </a:ext>
                  </a:extLst>
                </p:cNvPr>
                <p:cNvSpPr/>
                <p:nvPr/>
              </p:nvSpPr>
              <p:spPr>
                <a:xfrm>
                  <a:off x="750743" y="2429808"/>
                  <a:ext cx="2514690" cy="1185358"/>
                </a:xfrm>
                <a:prstGeom prst="roundRect">
                  <a:avLst>
                    <a:gd name="adj" fmla="val 5386"/>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JhengHei" panose="020B0604030504040204" pitchFamily="34" charset="-120"/>
                    <a:ea typeface="Microsoft JhengHei" panose="020B0604030504040204" pitchFamily="34" charset="-120"/>
                    <a:cs typeface="Microsoft GothicNeo" panose="020B0503020000020004" pitchFamily="34" charset="-127"/>
                  </a:endParaRPr>
                </a:p>
              </p:txBody>
            </p:sp>
            <p:sp>
              <p:nvSpPr>
                <p:cNvPr id="100" name="TextBox 99">
                  <a:extLst>
                    <a:ext uri="{FF2B5EF4-FFF2-40B4-BE49-F238E27FC236}">
                      <a16:creationId xmlns:a16="http://schemas.microsoft.com/office/drawing/2014/main" id="{DA224ABD-4F22-A464-9F26-C126E791221D}"/>
                    </a:ext>
                  </a:extLst>
                </p:cNvPr>
                <p:cNvSpPr txBox="1"/>
                <p:nvPr/>
              </p:nvSpPr>
              <p:spPr>
                <a:xfrm>
                  <a:off x="862149" y="2473235"/>
                  <a:ext cx="2066052"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2660AD"/>
                      </a:solidFill>
                      <a:effectLst/>
                      <a:uLnTx/>
                      <a:uFillTx/>
                      <a:latin typeface="Calibri"/>
                      <a:ea typeface="Microsoft JhengHei"/>
                      <a:cs typeface="+mn-cs"/>
                    </a:rPr>
                    <a:t>ODM</a:t>
                  </a:r>
                  <a:r>
                    <a:rPr kumimoji="0" lang="zh-CN" altLang="en-US" sz="1600" b="1" i="0" u="none" strike="noStrike" kern="1200" cap="none" spc="0" normalizeH="0" baseline="0" noProof="0" dirty="0">
                      <a:ln>
                        <a:noFill/>
                      </a:ln>
                      <a:solidFill>
                        <a:srgbClr val="2660AD"/>
                      </a:solidFill>
                      <a:effectLst/>
                      <a:uLnTx/>
                      <a:uFillTx/>
                      <a:latin typeface="Calibri"/>
                      <a:ea typeface="Microsoft JhengHei"/>
                      <a:cs typeface="+mn-cs"/>
                    </a:rPr>
                    <a:t>代工</a:t>
                  </a:r>
                  <a:endParaRPr kumimoji="0" lang="en-US" sz="1600" b="1" i="0" u="none" strike="noStrike" kern="1200" cap="none" spc="0" normalizeH="0" baseline="0" noProof="0" dirty="0">
                    <a:ln>
                      <a:noFill/>
                    </a:ln>
                    <a:solidFill>
                      <a:srgbClr val="2660AD"/>
                    </a:solidFill>
                    <a:effectLst/>
                    <a:uLnTx/>
                    <a:uFillTx/>
                    <a:latin typeface="Calibri"/>
                    <a:ea typeface="Microsoft JhengHei"/>
                    <a:cs typeface="+mn-cs"/>
                  </a:endParaRPr>
                </a:p>
              </p:txBody>
            </p:sp>
            <p:sp>
              <p:nvSpPr>
                <p:cNvPr id="101" name="TextBox 100">
                  <a:extLst>
                    <a:ext uri="{FF2B5EF4-FFF2-40B4-BE49-F238E27FC236}">
                      <a16:creationId xmlns:a16="http://schemas.microsoft.com/office/drawing/2014/main" id="{7CE7C54B-2718-2BC0-29C9-B57B42D01AF4}"/>
                    </a:ext>
                  </a:extLst>
                </p:cNvPr>
                <p:cNvSpPr txBox="1"/>
                <p:nvPr/>
              </p:nvSpPr>
              <p:spPr>
                <a:xfrm>
                  <a:off x="718525" y="2818287"/>
                  <a:ext cx="2055221"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a:ln>
                        <a:noFill/>
                      </a:ln>
                      <a:solidFill>
                        <a:srgbClr val="7030A0"/>
                      </a:solidFill>
                      <a:effectLst/>
                      <a:uLnTx/>
                      <a:uFillTx/>
                      <a:latin typeface="微软雅黑" panose="020B0503020204020204" pitchFamily="34" charset="-122"/>
                      <a:ea typeface="微软雅黑" panose="020B0503020204020204" pitchFamily="34" charset="-122"/>
                      <a:cs typeface="+mn-cs"/>
                    </a:rPr>
                    <a:t>台）</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緯穎科技</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sp>
              <p:nvSpPr>
                <p:cNvPr id="102" name="TextBox 101">
                  <a:extLst>
                    <a:ext uri="{FF2B5EF4-FFF2-40B4-BE49-F238E27FC236}">
                      <a16:creationId xmlns:a16="http://schemas.microsoft.com/office/drawing/2014/main" id="{089BBEEF-F107-1617-9D43-EFB740526485}"/>
                    </a:ext>
                  </a:extLst>
                </p:cNvPr>
                <p:cNvSpPr txBox="1"/>
                <p:nvPr/>
              </p:nvSpPr>
              <p:spPr>
                <a:xfrm>
                  <a:off x="718525" y="3188427"/>
                  <a:ext cx="2055222"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a:ln>
                        <a:noFill/>
                      </a:ln>
                      <a:solidFill>
                        <a:srgbClr val="7030A0"/>
                      </a:solidFill>
                      <a:effectLst/>
                      <a:uLnTx/>
                      <a:uFillTx/>
                      <a:latin typeface="微软雅黑" panose="020B0503020204020204" pitchFamily="34" charset="-122"/>
                      <a:ea typeface="微软雅黑" panose="020B0503020204020204" pitchFamily="34" charset="-122"/>
                      <a:cs typeface="+mn-cs"/>
                    </a:rPr>
                    <a:t>台）</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鴻海精密</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grpSp>
          <p:grpSp>
            <p:nvGrpSpPr>
              <p:cNvPr id="103" name="Group 102">
                <a:extLst>
                  <a:ext uri="{FF2B5EF4-FFF2-40B4-BE49-F238E27FC236}">
                    <a16:creationId xmlns:a16="http://schemas.microsoft.com/office/drawing/2014/main" id="{4137E09A-B48E-AFFB-93AF-DB686F12BA0D}"/>
                  </a:ext>
                </a:extLst>
              </p:cNvPr>
              <p:cNvGrpSpPr/>
              <p:nvPr/>
            </p:nvGrpSpPr>
            <p:grpSpPr>
              <a:xfrm>
                <a:off x="4864871" y="4952398"/>
                <a:ext cx="2909137" cy="1239572"/>
                <a:chOff x="718525" y="2375594"/>
                <a:chExt cx="2614072" cy="1239572"/>
              </a:xfrm>
            </p:grpSpPr>
            <p:sp>
              <p:nvSpPr>
                <p:cNvPr id="104" name="ïṣḻíďê">
                  <a:extLst>
                    <a:ext uri="{FF2B5EF4-FFF2-40B4-BE49-F238E27FC236}">
                      <a16:creationId xmlns:a16="http://schemas.microsoft.com/office/drawing/2014/main" id="{D16B4836-5F2A-3497-2ED2-7E0991E386C5}"/>
                    </a:ext>
                  </a:extLst>
                </p:cNvPr>
                <p:cNvSpPr/>
                <p:nvPr/>
              </p:nvSpPr>
              <p:spPr>
                <a:xfrm>
                  <a:off x="794987" y="2375594"/>
                  <a:ext cx="2537610" cy="1185358"/>
                </a:xfrm>
                <a:prstGeom prst="roundRect">
                  <a:avLst>
                    <a:gd name="adj" fmla="val 5386"/>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JhengHei" panose="020B0604030504040204" pitchFamily="34" charset="-120"/>
                    <a:ea typeface="Microsoft JhengHei" panose="020B0604030504040204" pitchFamily="34" charset="-120"/>
                    <a:cs typeface="Microsoft GothicNeo" panose="020B0503020000020004" pitchFamily="34" charset="-127"/>
                  </a:endParaRPr>
                </a:p>
              </p:txBody>
            </p:sp>
            <p:sp>
              <p:nvSpPr>
                <p:cNvPr id="105" name="ïṣḻíďê">
                  <a:extLst>
                    <a:ext uri="{FF2B5EF4-FFF2-40B4-BE49-F238E27FC236}">
                      <a16:creationId xmlns:a16="http://schemas.microsoft.com/office/drawing/2014/main" id="{DEE0329A-8E80-C139-ABFA-21C38808983B}"/>
                    </a:ext>
                  </a:extLst>
                </p:cNvPr>
                <p:cNvSpPr/>
                <p:nvPr/>
              </p:nvSpPr>
              <p:spPr>
                <a:xfrm>
                  <a:off x="750743" y="2429808"/>
                  <a:ext cx="2514690" cy="1185358"/>
                </a:xfrm>
                <a:prstGeom prst="roundRect">
                  <a:avLst>
                    <a:gd name="adj" fmla="val 5386"/>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JhengHei" panose="020B0604030504040204" pitchFamily="34" charset="-120"/>
                    <a:ea typeface="Microsoft JhengHei" panose="020B0604030504040204" pitchFamily="34" charset="-120"/>
                    <a:cs typeface="Microsoft GothicNeo" panose="020B0503020000020004" pitchFamily="34" charset="-127"/>
                  </a:endParaRPr>
                </a:p>
              </p:txBody>
            </p:sp>
            <p:sp>
              <p:nvSpPr>
                <p:cNvPr id="106" name="TextBox 105">
                  <a:extLst>
                    <a:ext uri="{FF2B5EF4-FFF2-40B4-BE49-F238E27FC236}">
                      <a16:creationId xmlns:a16="http://schemas.microsoft.com/office/drawing/2014/main" id="{86A406AE-9B99-2727-56FD-057A26A646D5}"/>
                    </a:ext>
                  </a:extLst>
                </p:cNvPr>
                <p:cNvSpPr txBox="1"/>
                <p:nvPr/>
              </p:nvSpPr>
              <p:spPr>
                <a:xfrm>
                  <a:off x="862149" y="2473235"/>
                  <a:ext cx="2035164" cy="3667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a:ln>
                        <a:noFill/>
                      </a:ln>
                      <a:solidFill>
                        <a:srgbClr val="2660AD"/>
                      </a:solidFill>
                      <a:effectLst/>
                      <a:uLnTx/>
                      <a:uFillTx/>
                      <a:latin typeface="Calibri"/>
                      <a:ea typeface="Microsoft JhengHei"/>
                      <a:cs typeface="+mn-cs"/>
                    </a:rPr>
                    <a:t>半導體設備（</a:t>
                  </a:r>
                  <a:r>
                    <a:rPr kumimoji="0" lang="en-US" altLang="zh-CN" sz="1600" b="1" i="0" u="none" strike="noStrike" kern="1200" cap="none" spc="0" normalizeH="0" baseline="0" noProof="0">
                      <a:ln>
                        <a:noFill/>
                      </a:ln>
                      <a:solidFill>
                        <a:srgbClr val="2660AD"/>
                      </a:solidFill>
                      <a:effectLst/>
                      <a:uLnTx/>
                      <a:uFillTx/>
                      <a:latin typeface="Calibri"/>
                      <a:ea typeface="Microsoft JhengHei"/>
                      <a:cs typeface="+mn-cs"/>
                    </a:rPr>
                    <a:t>SPE</a:t>
                  </a:r>
                  <a:r>
                    <a:rPr kumimoji="0" lang="zh-CN" altLang="en-US" sz="1600" b="1" i="0" u="none" strike="noStrike" kern="1200" cap="none" spc="0" normalizeH="0" baseline="0" noProof="0" dirty="0">
                      <a:ln>
                        <a:noFill/>
                      </a:ln>
                      <a:solidFill>
                        <a:srgbClr val="2660AD"/>
                      </a:solidFill>
                      <a:effectLst/>
                      <a:uLnTx/>
                      <a:uFillTx/>
                      <a:latin typeface="Calibri"/>
                      <a:ea typeface="Microsoft JhengHei"/>
                      <a:cs typeface="+mn-cs"/>
                    </a:rPr>
                    <a:t>）</a:t>
                  </a:r>
                  <a:endParaRPr kumimoji="0" lang="en-US" sz="1600" b="1" i="0" u="none" strike="noStrike" kern="1200" cap="none" spc="0" normalizeH="0" baseline="0" noProof="0" dirty="0">
                    <a:ln>
                      <a:noFill/>
                    </a:ln>
                    <a:solidFill>
                      <a:srgbClr val="2660AD"/>
                    </a:solidFill>
                    <a:effectLst/>
                    <a:uLnTx/>
                    <a:uFillTx/>
                    <a:latin typeface="Calibri"/>
                    <a:ea typeface="Microsoft JhengHei"/>
                    <a:cs typeface="+mn-cs"/>
                  </a:endParaRPr>
                </a:p>
              </p:txBody>
            </p:sp>
            <p:sp>
              <p:nvSpPr>
                <p:cNvPr id="107" name="TextBox 106">
                  <a:extLst>
                    <a:ext uri="{FF2B5EF4-FFF2-40B4-BE49-F238E27FC236}">
                      <a16:creationId xmlns:a16="http://schemas.microsoft.com/office/drawing/2014/main" id="{CBE4B4F6-A69F-D1B1-4AE0-6423D54EB38F}"/>
                    </a:ext>
                  </a:extLst>
                </p:cNvPr>
                <p:cNvSpPr txBox="1"/>
                <p:nvPr/>
              </p:nvSpPr>
              <p:spPr>
                <a:xfrm>
                  <a:off x="718525" y="2818287"/>
                  <a:ext cx="2055221"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8C3F06"/>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a:ln>
                        <a:noFill/>
                      </a:ln>
                      <a:solidFill>
                        <a:srgbClr val="8C3F06"/>
                      </a:solidFill>
                      <a:effectLst/>
                      <a:uLnTx/>
                      <a:uFillTx/>
                      <a:latin typeface="微软雅黑" panose="020B0503020204020204" pitchFamily="34" charset="-122"/>
                      <a:ea typeface="微软雅黑" panose="020B0503020204020204" pitchFamily="34" charset="-122"/>
                      <a:cs typeface="+mn-cs"/>
                    </a:rPr>
                    <a:t>荷）</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阿斯麥</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sp>
              <p:nvSpPr>
                <p:cNvPr id="108" name="TextBox 107">
                  <a:extLst>
                    <a:ext uri="{FF2B5EF4-FFF2-40B4-BE49-F238E27FC236}">
                      <a16:creationId xmlns:a16="http://schemas.microsoft.com/office/drawing/2014/main" id="{DB694CA3-713B-C361-A357-0E2656FB3681}"/>
                    </a:ext>
                  </a:extLst>
                </p:cNvPr>
                <p:cNvSpPr txBox="1"/>
                <p:nvPr/>
              </p:nvSpPr>
              <p:spPr>
                <a:xfrm>
                  <a:off x="718525" y="3188427"/>
                  <a:ext cx="2055222"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8C3F06"/>
                      </a:solidFill>
                      <a:effectLst/>
                      <a:uLnTx/>
                      <a:uFillTx/>
                      <a:latin typeface="微软雅黑" panose="020B0503020204020204" pitchFamily="34" charset="-122"/>
                      <a:ea typeface="微软雅黑" panose="020B0503020204020204" pitchFamily="34" charset="-122"/>
                      <a:cs typeface="+mn-cs"/>
                    </a:rPr>
                    <a:t>（荷</a:t>
                  </a:r>
                  <a:r>
                    <a:rPr kumimoji="0" lang="zh-CN" altLang="en-US" sz="1200" b="1" i="0" u="none" strike="noStrike" kern="1200" cap="none" spc="0" normalizeH="0" baseline="0" noProof="0">
                      <a:ln>
                        <a:noFill/>
                      </a:ln>
                      <a:solidFill>
                        <a:srgbClr val="8C3F06"/>
                      </a:solidFill>
                      <a:effectLst/>
                      <a:uLnTx/>
                      <a:uFillTx/>
                      <a:latin typeface="微软雅黑" panose="020B0503020204020204" pitchFamily="34" charset="-122"/>
                      <a:ea typeface="微软雅黑" panose="020B0503020204020204" pitchFamily="34" charset="-122"/>
                      <a:cs typeface="+mn-cs"/>
                    </a:rPr>
                    <a:t>）</a:t>
                  </a:r>
                  <a:r>
                    <a:rPr kumimoji="0" lang="en-US" altLang="zh-CN"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ASM</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國際</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grpSp>
          <p:sp>
            <p:nvSpPr>
              <p:cNvPr id="109" name="TextBox 108">
                <a:extLst>
                  <a:ext uri="{FF2B5EF4-FFF2-40B4-BE49-F238E27FC236}">
                    <a16:creationId xmlns:a16="http://schemas.microsoft.com/office/drawing/2014/main" id="{9069838F-4914-7C01-DE9C-DF3A1E7C6ED2}"/>
                  </a:ext>
                </a:extLst>
              </p:cNvPr>
              <p:cNvSpPr txBox="1"/>
              <p:nvPr/>
            </p:nvSpPr>
            <p:spPr>
              <a:xfrm>
                <a:off x="6092839" y="5375318"/>
                <a:ext cx="1497422"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日）</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東京電子</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sp>
            <p:nvSpPr>
              <p:cNvPr id="110" name="TextBox 109">
                <a:extLst>
                  <a:ext uri="{FF2B5EF4-FFF2-40B4-BE49-F238E27FC236}">
                    <a16:creationId xmlns:a16="http://schemas.microsoft.com/office/drawing/2014/main" id="{4A622260-9DBE-EAEC-32AE-1B81E1FD074A}"/>
                  </a:ext>
                </a:extLst>
              </p:cNvPr>
              <p:cNvSpPr txBox="1"/>
              <p:nvPr/>
            </p:nvSpPr>
            <p:spPr>
              <a:xfrm>
                <a:off x="6115844" y="5767331"/>
                <a:ext cx="1497423" cy="3000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rPr>
                  <a:t>（韓）</a:t>
                </a:r>
                <a:r>
                  <a:rPr kumimoji="0" lang="zh-CN" altLang="en-US" sz="12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韓美半導體</a:t>
                </a:r>
                <a:endParaRPr kumimoji="0" 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grpSp>
      </p:grpSp>
      <p:sp>
        <p:nvSpPr>
          <p:cNvPr id="113" name="文本框 162">
            <a:extLst>
              <a:ext uri="{FF2B5EF4-FFF2-40B4-BE49-F238E27FC236}">
                <a16:creationId xmlns:a16="http://schemas.microsoft.com/office/drawing/2014/main" id="{796CC1BC-F5AD-7CF0-BDB5-69B711AD9119}"/>
              </a:ext>
            </a:extLst>
          </p:cNvPr>
          <p:cNvSpPr txBox="1"/>
          <p:nvPr/>
        </p:nvSpPr>
        <p:spPr>
          <a:xfrm>
            <a:off x="2617738" y="1924591"/>
            <a:ext cx="2715979"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rPr>
              <a:t>AI</a:t>
            </a:r>
            <a:r>
              <a:rPr kumimoji="0" lang="zh-CN" altLang="en-US" sz="1400" b="1" i="0" u="none" strike="noStrike" kern="0" cap="none" spc="0" normalizeH="0" baseline="0" noProof="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rPr>
              <a:t>半導體細分産業鏈</a:t>
            </a:r>
            <a:endParaRPr kumimoji="0" lang="en-US" sz="1400" b="1" i="0" u="none" strike="noStrike" kern="0" cap="none" spc="0" normalizeH="0" baseline="0" noProof="0" dirty="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endParaRPr>
          </a:p>
        </p:txBody>
      </p:sp>
      <p:graphicFrame>
        <p:nvGraphicFramePr>
          <p:cNvPr id="114" name="Chart 113">
            <a:extLst>
              <a:ext uri="{FF2B5EF4-FFF2-40B4-BE49-F238E27FC236}">
                <a16:creationId xmlns:a16="http://schemas.microsoft.com/office/drawing/2014/main" id="{09E654B6-3F52-3953-76E5-8F0E4F357581}"/>
              </a:ext>
            </a:extLst>
          </p:cNvPr>
          <p:cNvGraphicFramePr>
            <a:graphicFrameLocks/>
          </p:cNvGraphicFramePr>
          <p:nvPr/>
        </p:nvGraphicFramePr>
        <p:xfrm>
          <a:off x="7562431" y="2365584"/>
          <a:ext cx="4477674" cy="3667946"/>
        </p:xfrm>
        <a:graphic>
          <a:graphicData uri="http://schemas.openxmlformats.org/drawingml/2006/chart">
            <c:chart xmlns:c="http://schemas.openxmlformats.org/drawingml/2006/chart" xmlns:r="http://schemas.openxmlformats.org/officeDocument/2006/relationships" r:id="rId3"/>
          </a:graphicData>
        </a:graphic>
      </p:graphicFrame>
      <p:sp>
        <p:nvSpPr>
          <p:cNvPr id="115" name="文本框 162">
            <a:extLst>
              <a:ext uri="{FF2B5EF4-FFF2-40B4-BE49-F238E27FC236}">
                <a16:creationId xmlns:a16="http://schemas.microsoft.com/office/drawing/2014/main" id="{B5533FF6-D7CE-4D10-8BE0-C578D4E26607}"/>
              </a:ext>
            </a:extLst>
          </p:cNvPr>
          <p:cNvSpPr txBox="1"/>
          <p:nvPr/>
        </p:nvSpPr>
        <p:spPr>
          <a:xfrm>
            <a:off x="8151763" y="1921752"/>
            <a:ext cx="3083770"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rPr>
              <a:t>知名度較低的組件企業股價快速上漲</a:t>
            </a:r>
            <a:endParaRPr kumimoji="0" lang="en-US" sz="1400" b="1" i="0" u="none" strike="noStrike" kern="0" cap="none" spc="0" normalizeH="0" baseline="0" noProof="0" dirty="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endParaRPr>
          </a:p>
        </p:txBody>
      </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116" name="LogoPic" descr="image.png"/>
          <p:cNvPicPr>
            <a:picLocks noChangeAspect="1"/>
          </p:cNvPicPr>
          <p:nvPr/>
        </p:nvPicPr>
        <p:blipFill rotWithShape="1">
          <a:blip r:embed="rId4"/>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58534338-1D4E-4D13-B0A5-D634DBBC4ECA}" type="slidenum">
              <a:rPr lang="en-US" sz="1000" dirty="0">
                <a:solidFill>
                  <a:srgbClr val="FFFFFF"/>
                </a:solidFill>
                <a:latin typeface="Calibri"/>
                <a:ea typeface="微软雅黑"/>
              </a:rPr>
              <a:t>13</a:t>
            </a:fld>
            <a:endParaRPr lang="en-US" sz="1000" dirty="0">
              <a:solidFill>
                <a:srgbClr val="FFFFFF"/>
              </a:solidFill>
              <a:latin typeface="Calibri"/>
              <a:ea typeface="微软雅黑"/>
            </a:endParaRPr>
          </a:p>
        </p:txBody>
      </p:sp>
    </p:spTree>
    <p:extLst>
      <p:ext uri="{BB962C8B-B14F-4D97-AF65-F5344CB8AC3E}">
        <p14:creationId xmlns:p14="http://schemas.microsoft.com/office/powerpoint/2010/main" val="40385962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8589C-A6C3-E9B5-6722-756CE938943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1BCA1F9-8DE5-2A0B-D8CB-91130EDBB7BC}"/>
              </a:ext>
            </a:extLst>
          </p:cNvPr>
          <p:cNvSpPr txBox="1"/>
          <p:nvPr/>
        </p:nvSpPr>
        <p:spPr>
          <a:xfrm>
            <a:off x="647700" y="1003116"/>
            <a:ext cx="11272160" cy="692497"/>
          </a:xfrm>
          <a:prstGeom prst="rect">
            <a:avLst/>
          </a:prstGeom>
          <a:noFill/>
        </p:spPr>
        <p:txBody>
          <a:bodyPr wrap="square" rtlCol="0">
            <a:spAutoFit/>
          </a:bodyPr>
          <a:lstStyle/>
          <a:p>
            <a:pPr marL="285750" lvl="0" indent="-285750">
              <a:buFont typeface="Wingdings" panose="05000000000000000000" pitchFamily="2" charset="2"/>
              <a:buChar char="§"/>
              <a:defRPr/>
            </a:pPr>
            <a:r>
              <a:rPr kumimoji="0" lang="zh-CN" altLang="en-US"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最下游模型廠商</a:t>
            </a:r>
            <a:r>
              <a:rPr kumimoji="0" lang="en-US" altLang="zh-CN"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ARR</a:t>
            </a:r>
            <a:r>
              <a:rPr kumimoji="0" lang="zh-CN" altLang="en-US"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持續高增：預計</a:t>
            </a:r>
            <a:r>
              <a:rPr kumimoji="0" lang="en-US" altLang="zh-CN" sz="1300" b="1"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Anthropic </a:t>
            </a:r>
            <a:r>
              <a:rPr lang="en-US" altLang="zh-CN" sz="1300" b="1" dirty="0">
                <a:solidFill>
                  <a:srgbClr val="000000"/>
                </a:solidFill>
                <a:latin typeface="Calibri"/>
                <a:ea typeface="微软雅黑" panose="020B0503020204020204" pitchFamily="34" charset="-122"/>
              </a:rPr>
              <a:t>6</a:t>
            </a:r>
            <a:r>
              <a:rPr kumimoji="0" lang="zh-CN" altLang="en-US" sz="1300" b="1"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月</a:t>
            </a:r>
            <a:r>
              <a:rPr kumimoji="0" lang="en-US" altLang="zh-CN" sz="1300" b="1"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ARR</a:t>
            </a:r>
            <a:r>
              <a:rPr kumimoji="0" lang="zh-CN" altLang="en-US" sz="1300" b="1"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達到</a:t>
            </a:r>
            <a:r>
              <a:rPr lang="en-US" altLang="zh-CN" sz="1300" b="1" dirty="0">
                <a:solidFill>
                  <a:srgbClr val="000000"/>
                </a:solidFill>
                <a:latin typeface="Calibri"/>
                <a:ea typeface="微软雅黑" panose="020B0503020204020204" pitchFamily="34" charset="-122"/>
              </a:rPr>
              <a:t>690</a:t>
            </a:r>
            <a:r>
              <a:rPr kumimoji="0" lang="zh-CN" altLang="en-US" sz="1300" b="1"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億美元</a:t>
            </a:r>
            <a:r>
              <a:rPr kumimoji="0" lang="zh-CN" altLang="en-US"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，高于該公司此前公布的</a:t>
            </a:r>
            <a:r>
              <a:rPr kumimoji="0" lang="en-US" altLang="zh-CN"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2026</a:t>
            </a:r>
            <a:r>
              <a:rPr kumimoji="0" lang="zh-CN" altLang="en-US"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年</a:t>
            </a:r>
            <a:r>
              <a:rPr kumimoji="0" lang="en-US" altLang="zh-CN"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5</a:t>
            </a:r>
            <a:r>
              <a:rPr kumimoji="0" lang="zh-CN" altLang="en-US"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月底約</a:t>
            </a:r>
            <a:r>
              <a:rPr kumimoji="0" lang="en-US" altLang="zh-CN"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540</a:t>
            </a:r>
            <a:r>
              <a:rPr kumimoji="0" lang="zh-CN" altLang="en-US"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億美元的估算值。</a:t>
            </a:r>
            <a:r>
              <a:rPr kumimoji="0" lang="en-US" altLang="zh-CN"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OpenAI 2025</a:t>
            </a:r>
            <a:r>
              <a:rPr kumimoji="0" lang="zh-CN" altLang="en-US"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年底</a:t>
            </a:r>
            <a:r>
              <a:rPr kumimoji="0" lang="en-US" altLang="zh-CN"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ARR 200</a:t>
            </a:r>
            <a:r>
              <a:rPr kumimoji="0" lang="zh-CN" altLang="en-US"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億美元，預計</a:t>
            </a:r>
            <a:r>
              <a:rPr kumimoji="0" lang="en-US" altLang="zh-CN"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6</a:t>
            </a:r>
            <a:r>
              <a:rPr kumimoji="0" lang="zh-CN" altLang="en-US"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月</a:t>
            </a:r>
            <a:r>
              <a:rPr kumimoji="0" lang="en-US" altLang="zh-CN"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ARR</a:t>
            </a:r>
            <a:r>
              <a:rPr kumimoji="0" lang="zh-CN" altLang="en-US"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可</a:t>
            </a:r>
            <a:r>
              <a:rPr lang="zh-CN" altLang="en-US" sz="1300" dirty="0">
                <a:solidFill>
                  <a:srgbClr val="000000"/>
                </a:solidFill>
                <a:ea typeface="微软雅黑" panose="020B0503020204020204" pitchFamily="34" charset="-122"/>
              </a:rPr>
              <a:t>達到</a:t>
            </a:r>
            <a:r>
              <a:rPr lang="en-US" altLang="zh-CN" sz="1300" dirty="0">
                <a:solidFill>
                  <a:srgbClr val="000000"/>
                </a:solidFill>
                <a:latin typeface="Calibri"/>
                <a:ea typeface="微软雅黑" panose="020B0503020204020204" pitchFamily="34" charset="-122"/>
              </a:rPr>
              <a:t>470</a:t>
            </a:r>
            <a:r>
              <a:rPr kumimoji="0" lang="zh-CN" altLang="en-US"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億</a:t>
            </a:r>
            <a:r>
              <a:rPr kumimoji="0" lang="zh-CN" altLang="en-US" sz="1300" i="0" u="none" strike="noStrike" kern="1200" cap="none" spc="0" normalizeH="0" baseline="0" noProof="0">
                <a:ln>
                  <a:noFill/>
                </a:ln>
                <a:solidFill>
                  <a:srgbClr val="000000"/>
                </a:solidFill>
                <a:effectLst/>
                <a:uLnTx/>
                <a:uFillTx/>
                <a:latin typeface="Calibri"/>
                <a:ea typeface="微软雅黑" panose="020B0503020204020204" pitchFamily="34" charset="-122"/>
                <a:cs typeface="+mn-cs"/>
              </a:rPr>
              <a:t>美元。樂觀估計</a:t>
            </a:r>
            <a:r>
              <a:rPr kumimoji="0" lang="zh-CN" altLang="en-US" sz="1300" b="1" i="0" u="none" strike="noStrike" kern="1200" cap="none" spc="0" normalizeH="0" baseline="0" noProof="0">
                <a:ln>
                  <a:noFill/>
                </a:ln>
                <a:solidFill>
                  <a:srgbClr val="000000"/>
                </a:solidFill>
                <a:effectLst/>
                <a:uLnTx/>
                <a:uFillTx/>
                <a:latin typeface="Calibri"/>
                <a:ea typeface="微软雅黑" panose="020B0503020204020204" pitchFamily="34" charset="-122"/>
                <a:cs typeface="+mn-cs"/>
              </a:rPr>
              <a:t>今年</a:t>
            </a:r>
            <a:r>
              <a:rPr kumimoji="0" lang="zh-CN" altLang="en-US" sz="1300" b="1"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有望</a:t>
            </a:r>
            <a:r>
              <a:rPr lang="zh-CN" altLang="en-US" sz="1300" b="1" dirty="0">
                <a:solidFill>
                  <a:srgbClr val="000000"/>
                </a:solidFill>
                <a:latin typeface="Calibri"/>
                <a:ea typeface="微软雅黑" panose="020B0503020204020204" pitchFamily="34" charset="-122"/>
              </a:rPr>
              <a:t>達</a:t>
            </a:r>
            <a:r>
              <a:rPr lang="en-US" altLang="zh-CN" sz="1300" b="1" dirty="0">
                <a:solidFill>
                  <a:srgbClr val="000000"/>
                </a:solidFill>
                <a:latin typeface="Calibri"/>
                <a:ea typeface="微软雅黑" panose="020B0503020204020204" pitchFamily="34" charset="-122"/>
              </a:rPr>
              <a:t>2,000</a:t>
            </a:r>
            <a:r>
              <a:rPr lang="zh-CN" altLang="en-US" sz="1300" b="1" dirty="0">
                <a:solidFill>
                  <a:srgbClr val="000000"/>
                </a:solidFill>
                <a:latin typeface="Calibri"/>
                <a:ea typeface="微软雅黑" panose="020B0503020204020204" pitchFamily="34" charset="-122"/>
              </a:rPr>
              <a:t>億美元。</a:t>
            </a:r>
            <a:endParaRPr lang="en-US" altLang="zh-CN" sz="1300" b="1" dirty="0">
              <a:solidFill>
                <a:srgbClr val="000000"/>
              </a:solidFill>
              <a:latin typeface="Calibri"/>
              <a:ea typeface="微软雅黑" panose="020B0503020204020204" pitchFamily="34" charset="-122"/>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zh-CN" altLang="en-US"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三大雲廠商收到下游積壓訂單</a:t>
            </a:r>
            <a:r>
              <a:rPr kumimoji="0" lang="en-US" altLang="zh-CN"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1.45</a:t>
            </a:r>
            <a:r>
              <a:rPr kumimoji="0" lang="zh-CN" altLang="en-US"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萬億美元，</a:t>
            </a:r>
            <a:r>
              <a:rPr kumimoji="0" lang="en-US" altLang="zh-CN"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1Q26</a:t>
            </a:r>
            <a:r>
              <a:rPr kumimoji="0" lang="zh-CN" altLang="en-US"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同比暴增</a:t>
            </a:r>
            <a:r>
              <a:rPr kumimoji="0" lang="en-US" altLang="zh-CN"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143%</a:t>
            </a:r>
            <a:r>
              <a:rPr kumimoji="0" lang="zh-CN" altLang="en-US"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a:t>
            </a:r>
            <a:endParaRPr kumimoji="0" lang="en-US" altLang="zh-CN"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endParaRPr>
          </a:p>
        </p:txBody>
      </p:sp>
      <p:sp>
        <p:nvSpPr>
          <p:cNvPr id="4" name="TextBox 3">
            <a:extLst>
              <a:ext uri="{FF2B5EF4-FFF2-40B4-BE49-F238E27FC236}">
                <a16:creationId xmlns:a16="http://schemas.microsoft.com/office/drawing/2014/main" id="{08200CE8-C381-9395-EDB6-F7A9927615F0}"/>
              </a:ext>
            </a:extLst>
          </p:cNvPr>
          <p:cNvSpPr txBox="1"/>
          <p:nvPr/>
        </p:nvSpPr>
        <p:spPr>
          <a:xfrm>
            <a:off x="493322" y="6322807"/>
            <a:ext cx="1109633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800" b="0" i="0" u="none" strike="noStrike" kern="1200" cap="none" spc="0" normalizeH="0" baseline="0" noProof="0">
                <a:ln>
                  <a:noFill/>
                </a:ln>
                <a:solidFill>
                  <a:schemeClr val="tx1">
                    <a:lumMod val="65000"/>
                    <a:lumOff val="35000"/>
                  </a:schemeClr>
                </a:solidFill>
                <a:effectLst/>
                <a:uLnTx/>
                <a:uFillTx/>
                <a:latin typeface="+mj-ea"/>
                <a:ea typeface="+mj-ea"/>
                <a:cs typeface="+mn-cs"/>
              </a:rPr>
              <a:t>資料來源：南方東英，彭博，數據截止</a:t>
            </a:r>
            <a:r>
              <a:rPr kumimoji="0" lang="en-US" altLang="zh-CN" sz="800" b="0" i="0" u="none" strike="noStrike" kern="1200" cap="none" spc="0" normalizeH="0" baseline="0" noProof="0">
                <a:ln>
                  <a:noFill/>
                </a:ln>
                <a:solidFill>
                  <a:schemeClr val="tx1">
                    <a:lumMod val="65000"/>
                    <a:lumOff val="35000"/>
                  </a:schemeClr>
                </a:solidFill>
                <a:effectLst/>
                <a:uLnTx/>
                <a:uFillTx/>
                <a:latin typeface="+mj-ea"/>
                <a:ea typeface="+mj-ea"/>
                <a:cs typeface="+mn-cs"/>
              </a:rPr>
              <a:t>2026/05/08</a:t>
            </a:r>
            <a:r>
              <a:rPr kumimoji="0" lang="zh-CN" altLang="en-US" sz="800" b="0" i="0" u="none" strike="noStrike" kern="1200" cap="none" spc="0" normalizeH="0" baseline="0" noProof="0" dirty="0">
                <a:ln>
                  <a:noFill/>
                </a:ln>
                <a:solidFill>
                  <a:schemeClr val="tx1">
                    <a:lumMod val="65000"/>
                    <a:lumOff val="35000"/>
                  </a:schemeClr>
                </a:solidFill>
                <a:effectLst/>
                <a:uLnTx/>
                <a:uFillTx/>
                <a:latin typeface="+mj-ea"/>
                <a:ea typeface="+mj-ea"/>
                <a:cs typeface="+mn-cs"/>
              </a:rPr>
              <a:t>。</a:t>
            </a:r>
          </a:p>
        </p:txBody>
      </p:sp>
      <p:graphicFrame>
        <p:nvGraphicFramePr>
          <p:cNvPr id="5" name="Table 4">
            <a:extLst>
              <a:ext uri="{FF2B5EF4-FFF2-40B4-BE49-F238E27FC236}">
                <a16:creationId xmlns:a16="http://schemas.microsoft.com/office/drawing/2014/main" id="{7D4A7778-FF31-F481-504B-84A138ED9836}"/>
              </a:ext>
            </a:extLst>
          </p:cNvPr>
          <p:cNvGraphicFramePr>
            <a:graphicFrameLocks noGrp="1"/>
          </p:cNvGraphicFramePr>
          <p:nvPr>
            <p:extLst>
              <p:ext uri="{D42A27DB-BD31-4B8C-83A1-F6EECF244321}">
                <p14:modId xmlns:p14="http://schemas.microsoft.com/office/powerpoint/2010/main" val="1009699792"/>
              </p:ext>
            </p:extLst>
          </p:nvPr>
        </p:nvGraphicFramePr>
        <p:xfrm>
          <a:off x="1097280" y="1746591"/>
          <a:ext cx="4518706" cy="1706704"/>
        </p:xfrm>
        <a:graphic>
          <a:graphicData uri="http://schemas.openxmlformats.org/drawingml/2006/table">
            <a:tbl>
              <a:tblPr firstRow="1" bandRow="1">
                <a:tableStyleId>{5C22544A-7EE6-4342-B048-85BDC9FD1C3A}</a:tableStyleId>
              </a:tblPr>
              <a:tblGrid>
                <a:gridCol w="1514290">
                  <a:extLst>
                    <a:ext uri="{9D8B030D-6E8A-4147-A177-3AD203B41FA5}">
                      <a16:colId xmlns:a16="http://schemas.microsoft.com/office/drawing/2014/main" val="1315327503"/>
                    </a:ext>
                  </a:extLst>
                </a:gridCol>
                <a:gridCol w="1654175">
                  <a:extLst>
                    <a:ext uri="{9D8B030D-6E8A-4147-A177-3AD203B41FA5}">
                      <a16:colId xmlns:a16="http://schemas.microsoft.com/office/drawing/2014/main" val="3953598401"/>
                    </a:ext>
                  </a:extLst>
                </a:gridCol>
                <a:gridCol w="1350241">
                  <a:extLst>
                    <a:ext uri="{9D8B030D-6E8A-4147-A177-3AD203B41FA5}">
                      <a16:colId xmlns:a16="http://schemas.microsoft.com/office/drawing/2014/main" val="3309935574"/>
                    </a:ext>
                  </a:extLst>
                </a:gridCol>
              </a:tblGrid>
              <a:tr h="374356">
                <a:tc>
                  <a:txBody>
                    <a:bodyPr/>
                    <a:lstStyle/>
                    <a:p>
                      <a:pPr algn="ctr" fontAlgn="b">
                        <a:buNone/>
                      </a:pPr>
                      <a:endParaRPr lang="zh-CN" altLang="en-US" sz="1100" b="1" i="0" u="none" strike="noStrike" dirty="0">
                        <a:solidFill>
                          <a:schemeClr val="bg1"/>
                        </a:solidFill>
                        <a:effectLst/>
                        <a:latin typeface="Calibri" panose="020F0502020204030204" pitchFamily="34" charset="0"/>
                        <a:ea typeface="等线" panose="02010600030101010101" pitchFamily="2" charset="-122"/>
                      </a:endParaRPr>
                    </a:p>
                  </a:txBody>
                  <a:tcPr marL="0" marR="0" marT="0" marB="0" anchor="ctr"/>
                </a:tc>
                <a:tc>
                  <a:txBody>
                    <a:bodyPr/>
                    <a:lstStyle/>
                    <a:p>
                      <a:pPr algn="ctr" fontAlgn="b">
                        <a:buNone/>
                      </a:pPr>
                      <a:r>
                        <a:rPr lang="en-US" sz="1100" b="1" i="0" u="none" strike="noStrike" dirty="0">
                          <a:solidFill>
                            <a:schemeClr val="bg1"/>
                          </a:solidFill>
                          <a:effectLst/>
                          <a:latin typeface="Calibri" panose="020F0502020204030204" pitchFamily="34" charset="0"/>
                          <a:ea typeface="等线" panose="02010600030101010101" pitchFamily="2" charset="-122"/>
                        </a:rPr>
                        <a:t>Anthropic </a:t>
                      </a:r>
                      <a:r>
                        <a:rPr lang="en-US" altLang="zh-CN" sz="1100" b="1" i="0" u="none" strike="noStrike" dirty="0">
                          <a:solidFill>
                            <a:schemeClr val="bg1"/>
                          </a:solidFill>
                          <a:effectLst/>
                          <a:latin typeface="Calibri" panose="020F0502020204030204" pitchFamily="34" charset="0"/>
                          <a:ea typeface="等线" panose="02010600030101010101" pitchFamily="2" charset="-122"/>
                        </a:rPr>
                        <a:t>ARR</a:t>
                      </a:r>
                    </a:p>
                    <a:p>
                      <a:pPr algn="ctr" fontAlgn="b">
                        <a:buNone/>
                      </a:pPr>
                      <a:r>
                        <a:rPr lang="en-US" altLang="zh-CN" sz="1100" b="1" i="0" u="none" strike="noStrike" dirty="0">
                          <a:solidFill>
                            <a:schemeClr val="bg1"/>
                          </a:solidFill>
                          <a:effectLst/>
                          <a:latin typeface="Calibri" panose="020F0502020204030204" pitchFamily="34" charset="0"/>
                          <a:ea typeface="等线" panose="02010600030101010101" pitchFamily="2" charset="-122"/>
                        </a:rPr>
                        <a:t> (</a:t>
                      </a:r>
                      <a:r>
                        <a:rPr lang="zh-CN" altLang="en-US" sz="1100" b="1" i="0" u="none" strike="noStrike" dirty="0">
                          <a:solidFill>
                            <a:schemeClr val="bg1"/>
                          </a:solidFill>
                          <a:effectLst/>
                          <a:latin typeface="Calibri" panose="020F0502020204030204" pitchFamily="34" charset="0"/>
                          <a:ea typeface="等线" panose="02010600030101010101" pitchFamily="2" charset="-122"/>
                        </a:rPr>
                        <a:t>十亿美元）</a:t>
                      </a:r>
                      <a:endParaRPr lang="en-US" sz="1100" b="1" i="0" u="none" strike="noStrike" dirty="0">
                        <a:solidFill>
                          <a:schemeClr val="bg1"/>
                        </a:solidFill>
                        <a:effectLst/>
                        <a:latin typeface="Calibri" panose="020F0502020204030204" pitchFamily="34" charset="0"/>
                        <a:ea typeface="等线" panose="02010600030101010101" pitchFamily="2" charset="-122"/>
                      </a:endParaRPr>
                    </a:p>
                  </a:txBody>
                  <a:tcPr marL="0" marR="0" marT="0" marB="0" anchor="ctr"/>
                </a:tc>
                <a:tc>
                  <a:txBody>
                    <a:bodyPr/>
                    <a:lstStyle/>
                    <a:p>
                      <a:pPr algn="ctr" fontAlgn="b">
                        <a:buNone/>
                      </a:pPr>
                      <a:r>
                        <a:rPr lang="zh-CN" altLang="en-US" sz="1100" b="1" i="0" u="none" strike="noStrike">
                          <a:solidFill>
                            <a:schemeClr val="bg1"/>
                          </a:solidFill>
                          <a:effectLst/>
                          <a:latin typeface="宋体" panose="02010600030101010101" pitchFamily="2" charset="-122"/>
                          <a:ea typeface="宋体" panose="02010600030101010101" pitchFamily="2" charset="-122"/>
                        </a:rPr>
                        <a:t>環比</a:t>
                      </a:r>
                      <a:endParaRPr lang="zh-CN" altLang="en-US" sz="1100" b="1" i="0" u="none" strike="noStrike" dirty="0">
                        <a:solidFill>
                          <a:schemeClr val="bg1"/>
                        </a:solidFill>
                        <a:effectLst/>
                        <a:latin typeface="宋体" panose="02010600030101010101" pitchFamily="2" charset="-122"/>
                        <a:ea typeface="宋体" panose="02010600030101010101" pitchFamily="2" charset="-122"/>
                      </a:endParaRPr>
                    </a:p>
                  </a:txBody>
                  <a:tcPr marL="0" marR="0" marT="0" marB="0" anchor="ctr"/>
                </a:tc>
                <a:extLst>
                  <a:ext uri="{0D108BD9-81ED-4DB2-BD59-A6C34878D82A}">
                    <a16:rowId xmlns:a16="http://schemas.microsoft.com/office/drawing/2014/main" val="2159896916"/>
                  </a:ext>
                </a:extLst>
              </a:tr>
              <a:tr h="222058">
                <a:tc>
                  <a:txBody>
                    <a:bodyPr/>
                    <a:lstStyle/>
                    <a:p>
                      <a:pPr algn="ctr" fontAlgn="b">
                        <a:buNone/>
                      </a:pPr>
                      <a:r>
                        <a:rPr lang="en-US" sz="1100" b="0" i="0" u="none" strike="noStrike" dirty="0">
                          <a:solidFill>
                            <a:srgbClr val="000000"/>
                          </a:solidFill>
                          <a:effectLst/>
                          <a:latin typeface="Calibri" panose="020F0502020204030204" pitchFamily="34" charset="0"/>
                          <a:ea typeface="等线" panose="02010600030101010101" pitchFamily="2" charset="-122"/>
                        </a:rPr>
                        <a:t>Dec-25</a:t>
                      </a:r>
                    </a:p>
                  </a:txBody>
                  <a:tcPr marL="0" marR="0" marT="0" marB="0" anchor="ctr"/>
                </a:tc>
                <a:tc>
                  <a:txBody>
                    <a:bodyPr/>
                    <a:lstStyle/>
                    <a:p>
                      <a:pPr algn="ctr" fontAlgn="b">
                        <a:buNone/>
                      </a:pPr>
                      <a:r>
                        <a:rPr lang="en-US" altLang="zh-CN" sz="1100" b="0" i="0" u="none" strike="noStrike" dirty="0">
                          <a:solidFill>
                            <a:srgbClr val="000000"/>
                          </a:solidFill>
                          <a:effectLst/>
                          <a:latin typeface="Calibri" panose="020F0502020204030204" pitchFamily="34" charset="0"/>
                          <a:ea typeface="等线" panose="02010600030101010101" pitchFamily="2" charset="-122"/>
                        </a:rPr>
                        <a:t>9.0</a:t>
                      </a:r>
                    </a:p>
                  </a:txBody>
                  <a:tcPr marL="0" marR="0" marT="0" marB="0" anchor="b"/>
                </a:tc>
                <a:tc>
                  <a:txBody>
                    <a:bodyPr/>
                    <a:lstStyle/>
                    <a:p>
                      <a:pPr algn="ctr" fontAlgn="b">
                        <a:buNone/>
                      </a:pPr>
                      <a:r>
                        <a:rPr lang="en-US" altLang="zh-CN" sz="1100" b="0" i="0" u="none" strike="noStrike">
                          <a:solidFill>
                            <a:srgbClr val="000000"/>
                          </a:solidFill>
                          <a:effectLst/>
                          <a:latin typeface="Calibri" panose="020F0502020204030204" pitchFamily="34" charset="0"/>
                          <a:ea typeface="等线" panose="02010600030101010101" pitchFamily="2" charset="-122"/>
                        </a:rPr>
                        <a:t>-</a:t>
                      </a:r>
                      <a:endParaRPr lang="zh-CN" altLang="en-US" sz="1100" b="0" i="0" u="none" strike="noStrike" dirty="0">
                        <a:solidFill>
                          <a:srgbClr val="000000"/>
                        </a:solidFill>
                        <a:effectLst/>
                        <a:latin typeface="Calibri" panose="020F0502020204030204" pitchFamily="34" charset="0"/>
                        <a:ea typeface="等线" panose="02010600030101010101" pitchFamily="2" charset="-122"/>
                      </a:endParaRPr>
                    </a:p>
                  </a:txBody>
                  <a:tcPr marL="0" marR="0" marT="0" marB="0" anchor="ctr"/>
                </a:tc>
                <a:extLst>
                  <a:ext uri="{0D108BD9-81ED-4DB2-BD59-A6C34878D82A}">
                    <a16:rowId xmlns:a16="http://schemas.microsoft.com/office/drawing/2014/main" val="3185823857"/>
                  </a:ext>
                </a:extLst>
              </a:tr>
              <a:tr h="222058">
                <a:tc>
                  <a:txBody>
                    <a:bodyPr/>
                    <a:lstStyle/>
                    <a:p>
                      <a:pPr algn="ctr" fontAlgn="b">
                        <a:buNone/>
                      </a:pPr>
                      <a:r>
                        <a:rPr lang="en-US" sz="1100" b="0" i="0" u="none" strike="noStrike" dirty="0">
                          <a:solidFill>
                            <a:srgbClr val="000000"/>
                          </a:solidFill>
                          <a:effectLst/>
                          <a:latin typeface="Calibri" panose="020F0502020204030204" pitchFamily="34" charset="0"/>
                          <a:ea typeface="等线" panose="02010600030101010101" pitchFamily="2" charset="-122"/>
                        </a:rPr>
                        <a:t>Feb-26</a:t>
                      </a:r>
                    </a:p>
                  </a:txBody>
                  <a:tcPr marL="0" marR="0" marT="0" marB="0" anchor="ctr"/>
                </a:tc>
                <a:tc>
                  <a:txBody>
                    <a:bodyPr/>
                    <a:lstStyle/>
                    <a:p>
                      <a:pPr algn="ctr" fontAlgn="b">
                        <a:buNone/>
                      </a:pPr>
                      <a:r>
                        <a:rPr lang="en-US" altLang="zh-CN" sz="1100" b="0" i="0" u="none" strike="noStrike">
                          <a:solidFill>
                            <a:srgbClr val="000000"/>
                          </a:solidFill>
                          <a:effectLst/>
                          <a:latin typeface="Calibri" panose="020F0502020204030204" pitchFamily="34" charset="0"/>
                          <a:ea typeface="等线" panose="02010600030101010101" pitchFamily="2" charset="-122"/>
                        </a:rPr>
                        <a:t>14.0</a:t>
                      </a:r>
                    </a:p>
                  </a:txBody>
                  <a:tcPr marL="0" marR="0" marT="0" marB="0" anchor="b"/>
                </a:tc>
                <a:tc>
                  <a:txBody>
                    <a:bodyPr/>
                    <a:lstStyle/>
                    <a:p>
                      <a:pPr algn="ctr" fontAlgn="b">
                        <a:buNone/>
                      </a:pPr>
                      <a:r>
                        <a:rPr lang="en-US" altLang="zh-CN" sz="1100" b="0" i="0" u="none" strike="noStrike">
                          <a:solidFill>
                            <a:srgbClr val="000000"/>
                          </a:solidFill>
                          <a:effectLst/>
                          <a:latin typeface="Calibri" panose="020F0502020204030204" pitchFamily="34" charset="0"/>
                          <a:ea typeface="等线" panose="02010600030101010101" pitchFamily="2" charset="-122"/>
                        </a:rPr>
                        <a:t>55.6%</a:t>
                      </a:r>
                    </a:p>
                  </a:txBody>
                  <a:tcPr marL="0" marR="0" marT="0" marB="0" anchor="ctr"/>
                </a:tc>
                <a:extLst>
                  <a:ext uri="{0D108BD9-81ED-4DB2-BD59-A6C34878D82A}">
                    <a16:rowId xmlns:a16="http://schemas.microsoft.com/office/drawing/2014/main" val="3652065847"/>
                  </a:ext>
                </a:extLst>
              </a:tr>
              <a:tr h="222058">
                <a:tc>
                  <a:txBody>
                    <a:bodyPr/>
                    <a:lstStyle/>
                    <a:p>
                      <a:pPr algn="ctr" fontAlgn="b">
                        <a:buNone/>
                      </a:pPr>
                      <a:r>
                        <a:rPr lang="en-US" sz="1100" b="0" i="0" u="none" strike="noStrike" dirty="0">
                          <a:solidFill>
                            <a:srgbClr val="000000"/>
                          </a:solidFill>
                          <a:effectLst/>
                          <a:latin typeface="Calibri" panose="020F0502020204030204" pitchFamily="34" charset="0"/>
                          <a:ea typeface="等线" panose="02010600030101010101" pitchFamily="2" charset="-122"/>
                        </a:rPr>
                        <a:t>Mar-26</a:t>
                      </a:r>
                    </a:p>
                  </a:txBody>
                  <a:tcPr marL="0" marR="0" marT="0" marB="0" anchor="ctr"/>
                </a:tc>
                <a:tc>
                  <a:txBody>
                    <a:bodyPr/>
                    <a:lstStyle/>
                    <a:p>
                      <a:pPr algn="ctr" fontAlgn="b">
                        <a:buNone/>
                      </a:pPr>
                      <a:r>
                        <a:rPr lang="en-US" altLang="zh-CN" sz="1100" b="0" i="0" u="none" strike="noStrike">
                          <a:solidFill>
                            <a:srgbClr val="000000"/>
                          </a:solidFill>
                          <a:effectLst/>
                          <a:latin typeface="Calibri" panose="020F0502020204030204" pitchFamily="34" charset="0"/>
                          <a:ea typeface="等线" panose="02010600030101010101" pitchFamily="2" charset="-122"/>
                        </a:rPr>
                        <a:t>19.0</a:t>
                      </a:r>
                    </a:p>
                  </a:txBody>
                  <a:tcPr marL="0" marR="0" marT="0" marB="0" anchor="b"/>
                </a:tc>
                <a:tc>
                  <a:txBody>
                    <a:bodyPr/>
                    <a:lstStyle/>
                    <a:p>
                      <a:pPr algn="ctr" fontAlgn="b">
                        <a:buNone/>
                      </a:pPr>
                      <a:r>
                        <a:rPr lang="en-US" altLang="zh-CN" sz="1100" b="0" i="0" u="none" strike="noStrike">
                          <a:solidFill>
                            <a:srgbClr val="000000"/>
                          </a:solidFill>
                          <a:effectLst/>
                          <a:latin typeface="Calibri" panose="020F0502020204030204" pitchFamily="34" charset="0"/>
                          <a:ea typeface="等线" panose="02010600030101010101" pitchFamily="2" charset="-122"/>
                        </a:rPr>
                        <a:t>35.7%</a:t>
                      </a:r>
                    </a:p>
                  </a:txBody>
                  <a:tcPr marL="0" marR="0" marT="0" marB="0" anchor="ctr"/>
                </a:tc>
                <a:extLst>
                  <a:ext uri="{0D108BD9-81ED-4DB2-BD59-A6C34878D82A}">
                    <a16:rowId xmlns:a16="http://schemas.microsoft.com/office/drawing/2014/main" val="814796678"/>
                  </a:ext>
                </a:extLst>
              </a:tr>
              <a:tr h="222058">
                <a:tc>
                  <a:txBody>
                    <a:bodyPr/>
                    <a:lstStyle/>
                    <a:p>
                      <a:pPr algn="ctr" fontAlgn="b">
                        <a:buNone/>
                      </a:pPr>
                      <a:r>
                        <a:rPr lang="en-US" sz="1100" b="0" i="0" u="none" strike="noStrike" dirty="0">
                          <a:solidFill>
                            <a:srgbClr val="000000"/>
                          </a:solidFill>
                          <a:effectLst/>
                          <a:latin typeface="Calibri" panose="020F0502020204030204" pitchFamily="34" charset="0"/>
                          <a:ea typeface="等线" panose="02010600030101010101" pitchFamily="2" charset="-122"/>
                        </a:rPr>
                        <a:t>Apr-26</a:t>
                      </a:r>
                    </a:p>
                  </a:txBody>
                  <a:tcPr marL="0" marR="0" marT="0" marB="0" anchor="ctr"/>
                </a:tc>
                <a:tc>
                  <a:txBody>
                    <a:bodyPr/>
                    <a:lstStyle/>
                    <a:p>
                      <a:pPr algn="ctr" fontAlgn="b">
                        <a:buNone/>
                      </a:pPr>
                      <a:r>
                        <a:rPr lang="en-US" altLang="zh-CN" sz="1100" b="0" i="0" u="none" strike="noStrike">
                          <a:solidFill>
                            <a:srgbClr val="000000"/>
                          </a:solidFill>
                          <a:effectLst/>
                          <a:latin typeface="Calibri" panose="020F0502020204030204" pitchFamily="34" charset="0"/>
                          <a:ea typeface="等线" panose="02010600030101010101" pitchFamily="2" charset="-122"/>
                        </a:rPr>
                        <a:t>30.0</a:t>
                      </a:r>
                    </a:p>
                  </a:txBody>
                  <a:tcPr marL="0" marR="0" marT="0" marB="0" anchor="b"/>
                </a:tc>
                <a:tc>
                  <a:txBody>
                    <a:bodyPr/>
                    <a:lstStyle/>
                    <a:p>
                      <a:pPr algn="ctr" fontAlgn="b">
                        <a:buNone/>
                      </a:pPr>
                      <a:r>
                        <a:rPr lang="en-US" altLang="zh-CN" sz="1100" b="0" i="0" u="none" strike="noStrike" dirty="0">
                          <a:solidFill>
                            <a:srgbClr val="000000"/>
                          </a:solidFill>
                          <a:effectLst/>
                          <a:latin typeface="Calibri" panose="020F0502020204030204" pitchFamily="34" charset="0"/>
                          <a:ea typeface="等线" panose="02010600030101010101" pitchFamily="2" charset="-122"/>
                        </a:rPr>
                        <a:t>57.9%</a:t>
                      </a:r>
                    </a:p>
                  </a:txBody>
                  <a:tcPr marL="0" marR="0" marT="0" marB="0" anchor="ctr"/>
                </a:tc>
                <a:extLst>
                  <a:ext uri="{0D108BD9-81ED-4DB2-BD59-A6C34878D82A}">
                    <a16:rowId xmlns:a16="http://schemas.microsoft.com/office/drawing/2014/main" val="151704829"/>
                  </a:ext>
                </a:extLst>
              </a:tr>
              <a:tr h="222058">
                <a:tc>
                  <a:txBody>
                    <a:bodyPr/>
                    <a:lstStyle/>
                    <a:p>
                      <a:pPr algn="ctr" fontAlgn="b">
                        <a:buNone/>
                      </a:pPr>
                      <a:r>
                        <a:rPr lang="en-US" sz="1100" b="0" i="0" u="none" strike="noStrike" dirty="0">
                          <a:solidFill>
                            <a:srgbClr val="000000"/>
                          </a:solidFill>
                          <a:effectLst/>
                          <a:latin typeface="Calibri" panose="020F0502020204030204" pitchFamily="34" charset="0"/>
                          <a:ea typeface="等线" panose="02010600030101010101" pitchFamily="2" charset="-122"/>
                        </a:rPr>
                        <a:t>May-26</a:t>
                      </a:r>
                    </a:p>
                  </a:txBody>
                  <a:tcPr marL="0" marR="0" marT="0" marB="0" anchor="ctr"/>
                </a:tc>
                <a:tc>
                  <a:txBody>
                    <a:bodyPr/>
                    <a:lstStyle/>
                    <a:p>
                      <a:pPr algn="ctr" fontAlgn="b">
                        <a:buNone/>
                      </a:pPr>
                      <a:r>
                        <a:rPr lang="en-US" altLang="zh-CN" sz="1100" b="0" i="0" u="none" strike="noStrike">
                          <a:solidFill>
                            <a:srgbClr val="000000"/>
                          </a:solidFill>
                          <a:effectLst/>
                          <a:latin typeface="Calibri" panose="020F0502020204030204" pitchFamily="34" charset="0"/>
                          <a:ea typeface="等线" panose="02010600030101010101" pitchFamily="2" charset="-122"/>
                        </a:rPr>
                        <a:t>44.0</a:t>
                      </a:r>
                      <a:endParaRPr lang="en-US" altLang="zh-CN" sz="1100" b="0" i="0" u="none" strike="noStrike" dirty="0">
                        <a:solidFill>
                          <a:srgbClr val="000000"/>
                        </a:solidFill>
                        <a:effectLst/>
                        <a:latin typeface="Calibri" panose="020F0502020204030204" pitchFamily="34" charset="0"/>
                        <a:ea typeface="等线" panose="02010600030101010101" pitchFamily="2" charset="-122"/>
                      </a:endParaRPr>
                    </a:p>
                  </a:txBody>
                  <a:tcPr marL="0" marR="0" marT="0" marB="0" anchor="b"/>
                </a:tc>
                <a:tc>
                  <a:txBody>
                    <a:bodyPr/>
                    <a:lstStyle/>
                    <a:p>
                      <a:pPr algn="ctr" fontAlgn="b">
                        <a:buNone/>
                      </a:pPr>
                      <a:r>
                        <a:rPr lang="en-US" altLang="zh-CN" sz="1100" b="0" i="0" u="none" strike="noStrike" dirty="0">
                          <a:solidFill>
                            <a:srgbClr val="000000"/>
                          </a:solidFill>
                          <a:effectLst/>
                          <a:latin typeface="Calibri" panose="020F0502020204030204" pitchFamily="34" charset="0"/>
                          <a:ea typeface="等线" panose="02010600030101010101" pitchFamily="2" charset="-122"/>
                        </a:rPr>
                        <a:t>46.7%</a:t>
                      </a:r>
                    </a:p>
                  </a:txBody>
                  <a:tcPr marL="0" marR="0" marT="0" marB="0" anchor="ctr"/>
                </a:tc>
                <a:extLst>
                  <a:ext uri="{0D108BD9-81ED-4DB2-BD59-A6C34878D82A}">
                    <a16:rowId xmlns:a16="http://schemas.microsoft.com/office/drawing/2014/main" val="3485895306"/>
                  </a:ext>
                </a:extLst>
              </a:tr>
              <a:tr h="222058">
                <a:tc>
                  <a:txBody>
                    <a:bodyPr/>
                    <a:lstStyle/>
                    <a:p>
                      <a:pPr algn="ctr" fontAlgn="b">
                        <a:buNone/>
                      </a:pPr>
                      <a:r>
                        <a:rPr lang="en-US" altLang="zh-CN" sz="1100" b="0" i="0" u="none" strike="noStrike">
                          <a:solidFill>
                            <a:srgbClr val="000000"/>
                          </a:solidFill>
                          <a:effectLst/>
                          <a:latin typeface="Calibri" panose="020F0502020204030204" pitchFamily="34" charset="0"/>
                          <a:ea typeface="等线" panose="02010600030101010101" pitchFamily="2" charset="-122"/>
                        </a:rPr>
                        <a:t>Jun-26</a:t>
                      </a:r>
                      <a:endParaRPr lang="en-US" sz="1100" b="0" i="0" u="none" strike="noStrike" dirty="0">
                        <a:solidFill>
                          <a:srgbClr val="000000"/>
                        </a:solidFill>
                        <a:effectLst/>
                        <a:latin typeface="Calibri" panose="020F0502020204030204" pitchFamily="34" charset="0"/>
                        <a:ea typeface="等线" panose="02010600030101010101" pitchFamily="2" charset="-122"/>
                      </a:endParaRPr>
                    </a:p>
                  </a:txBody>
                  <a:tcPr marL="0" marR="0" marT="0" marB="0" anchor="ctr"/>
                </a:tc>
                <a:tc>
                  <a:txBody>
                    <a:bodyPr/>
                    <a:lstStyle/>
                    <a:p>
                      <a:pPr algn="ctr" fontAlgn="b">
                        <a:buNone/>
                      </a:pPr>
                      <a:r>
                        <a:rPr lang="en-US" altLang="zh-CN" sz="1100" b="0" i="0" u="none" strike="noStrike">
                          <a:solidFill>
                            <a:srgbClr val="000000"/>
                          </a:solidFill>
                          <a:effectLst/>
                          <a:latin typeface="Calibri" panose="020F0502020204030204" pitchFamily="34" charset="0"/>
                          <a:ea typeface="等线" panose="02010600030101010101" pitchFamily="2" charset="-122"/>
                        </a:rPr>
                        <a:t>69.0</a:t>
                      </a:r>
                      <a:endParaRPr lang="en-US" altLang="zh-CN" sz="1100" b="0" i="0" u="none" strike="noStrike" dirty="0">
                        <a:solidFill>
                          <a:srgbClr val="000000"/>
                        </a:solidFill>
                        <a:effectLst/>
                        <a:latin typeface="Calibri" panose="020F0502020204030204" pitchFamily="34" charset="0"/>
                        <a:ea typeface="等线" panose="02010600030101010101" pitchFamily="2" charset="-122"/>
                      </a:endParaRPr>
                    </a:p>
                  </a:txBody>
                  <a:tcPr marL="0" marR="0" marT="0" marB="0" anchor="b"/>
                </a:tc>
                <a:tc>
                  <a:txBody>
                    <a:bodyPr/>
                    <a:lstStyle/>
                    <a:p>
                      <a:pPr algn="ctr" fontAlgn="b">
                        <a:buNone/>
                      </a:pPr>
                      <a:r>
                        <a:rPr lang="en-US" altLang="zh-CN" sz="1100" b="0" i="0" u="none" strike="noStrike">
                          <a:solidFill>
                            <a:srgbClr val="000000"/>
                          </a:solidFill>
                          <a:effectLst/>
                          <a:latin typeface="Calibri" panose="020F0502020204030204" pitchFamily="34" charset="0"/>
                          <a:ea typeface="等线" panose="02010600030101010101" pitchFamily="2" charset="-122"/>
                        </a:rPr>
                        <a:t>56.8%</a:t>
                      </a:r>
                      <a:endParaRPr lang="en-US" altLang="zh-CN" sz="1100" b="0" i="0" u="none" strike="noStrike" dirty="0">
                        <a:solidFill>
                          <a:srgbClr val="000000"/>
                        </a:solidFill>
                        <a:effectLst/>
                        <a:latin typeface="Calibri" panose="020F0502020204030204" pitchFamily="34" charset="0"/>
                        <a:ea typeface="等线" panose="02010600030101010101" pitchFamily="2" charset="-122"/>
                      </a:endParaRPr>
                    </a:p>
                  </a:txBody>
                  <a:tcPr marL="0" marR="0" marT="0" marB="0" anchor="ctr"/>
                </a:tc>
                <a:extLst>
                  <a:ext uri="{0D108BD9-81ED-4DB2-BD59-A6C34878D82A}">
                    <a16:rowId xmlns:a16="http://schemas.microsoft.com/office/drawing/2014/main" val="3868583740"/>
                  </a:ext>
                </a:extLst>
              </a:tr>
            </a:tbl>
          </a:graphicData>
        </a:graphic>
      </p:graphicFrame>
      <p:sp>
        <p:nvSpPr>
          <p:cNvPr id="10" name="TextBox 9">
            <a:extLst>
              <a:ext uri="{FF2B5EF4-FFF2-40B4-BE49-F238E27FC236}">
                <a16:creationId xmlns:a16="http://schemas.microsoft.com/office/drawing/2014/main" id="{7DF0BA06-4DCC-29F5-E714-70A8F9050BF9}"/>
              </a:ext>
            </a:extLst>
          </p:cNvPr>
          <p:cNvSpPr txBox="1"/>
          <p:nvPr/>
        </p:nvSpPr>
        <p:spPr>
          <a:xfrm>
            <a:off x="823528" y="3521727"/>
            <a:ext cx="10774204" cy="492443"/>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300" b="1" i="0" u="none" strike="noStrike" kern="1200" cap="none" spc="0" normalizeH="0" baseline="0" noProof="0">
                <a:ln>
                  <a:noFill/>
                </a:ln>
                <a:solidFill>
                  <a:srgbClr val="000000"/>
                </a:solidFill>
                <a:effectLst/>
                <a:uLnTx/>
                <a:uFillTx/>
                <a:latin typeface="Calibri"/>
                <a:ea typeface="微软雅黑" panose="020B0503020204020204" pitchFamily="34" charset="-122"/>
                <a:cs typeface="+mn-cs"/>
              </a:rPr>
              <a:t>中游雲廠商雲業務確認收入增長：</a:t>
            </a:r>
            <a:r>
              <a:rPr kumimoji="0" lang="zh-CN" altLang="en-US" sz="1300" i="0" u="none" strike="noStrike" kern="1200" cap="none" spc="0" normalizeH="0" baseline="0" noProof="0">
                <a:ln>
                  <a:noFill/>
                </a:ln>
                <a:solidFill>
                  <a:srgbClr val="000000"/>
                </a:solidFill>
                <a:effectLst/>
                <a:uLnTx/>
                <a:uFillTx/>
                <a:latin typeface="Calibri"/>
                <a:ea typeface="微软雅黑" panose="020B0503020204020204" pitchFamily="34" charset="-122"/>
                <a:cs typeface="+mn-cs"/>
              </a:rPr>
              <a:t>穀歌、微軟、亞馬遜雲業務</a:t>
            </a:r>
            <a:r>
              <a:rPr kumimoji="0" lang="en-US" altLang="zh-CN" sz="1300" i="0" u="none" strike="noStrike" kern="1200" cap="none" spc="0" normalizeH="0" baseline="0" noProof="0">
                <a:ln>
                  <a:noFill/>
                </a:ln>
                <a:solidFill>
                  <a:srgbClr val="000000"/>
                </a:solidFill>
                <a:effectLst/>
                <a:uLnTx/>
                <a:uFillTx/>
                <a:latin typeface="Calibri"/>
                <a:ea typeface="微软雅黑" panose="020B0503020204020204" pitchFamily="34" charset="-122"/>
                <a:cs typeface="+mn-cs"/>
              </a:rPr>
              <a:t>1Q26</a:t>
            </a:r>
            <a:r>
              <a:rPr kumimoji="0" lang="zh-CN" altLang="en-US"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增速：</a:t>
            </a:r>
            <a:r>
              <a:rPr kumimoji="0" lang="en-US" altLang="zh-CN"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63.4%</a:t>
            </a:r>
            <a:r>
              <a:rPr kumimoji="0" lang="zh-CN" altLang="en-US"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a:t>
            </a:r>
            <a:r>
              <a:rPr kumimoji="0" lang="en-US" altLang="zh-CN"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29.6%</a:t>
            </a:r>
            <a:r>
              <a:rPr kumimoji="0" lang="zh-CN" altLang="en-US"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a:t>
            </a:r>
            <a:r>
              <a:rPr kumimoji="0" lang="en-US" altLang="zh-CN" sz="1300" i="0" u="none" strike="noStrike" kern="1200" cap="none" spc="0" normalizeH="0" baseline="0" noProof="0">
                <a:ln>
                  <a:noFill/>
                </a:ln>
                <a:solidFill>
                  <a:srgbClr val="000000"/>
                </a:solidFill>
                <a:effectLst/>
                <a:uLnTx/>
                <a:uFillTx/>
                <a:latin typeface="Calibri"/>
                <a:ea typeface="微软雅黑" panose="020B0503020204020204" pitchFamily="34" charset="-122"/>
                <a:cs typeface="+mn-cs"/>
              </a:rPr>
              <a:t>28.4%</a:t>
            </a:r>
            <a:r>
              <a:rPr kumimoji="0" lang="zh-CN" altLang="en-US" sz="1300" i="0" u="none" strike="noStrike" kern="1200" cap="none" spc="0" normalizeH="0" baseline="0" noProof="0">
                <a:ln>
                  <a:noFill/>
                </a:ln>
                <a:solidFill>
                  <a:srgbClr val="000000"/>
                </a:solidFill>
                <a:effectLst/>
                <a:uLnTx/>
                <a:uFillTx/>
                <a:latin typeface="Calibri"/>
                <a:ea typeface="微软雅黑" panose="020B0503020204020204" pitchFamily="34" charset="-122"/>
                <a:cs typeface="+mn-cs"/>
              </a:rPr>
              <a:t>。尤其是穀歌，</a:t>
            </a:r>
            <a:r>
              <a:rPr kumimoji="0" lang="en-US" altLang="zh-CN" sz="1300" b="1" i="0" u="none" strike="noStrike" kern="1200" cap="none" spc="0" normalizeH="0" baseline="0" noProof="0">
                <a:ln>
                  <a:noFill/>
                </a:ln>
                <a:solidFill>
                  <a:srgbClr val="000000"/>
                </a:solidFill>
                <a:effectLst/>
                <a:uLnTx/>
                <a:uFillTx/>
                <a:latin typeface="Calibri"/>
                <a:ea typeface="微软雅黑" panose="020B0503020204020204" pitchFamily="34" charset="-122"/>
                <a:cs typeface="+mn-cs"/>
              </a:rPr>
              <a:t>AI</a:t>
            </a:r>
            <a:r>
              <a:rPr kumimoji="0" lang="zh-CN" altLang="en-US" sz="1300" b="1" i="0" u="none" strike="noStrike" kern="1200" cap="none" spc="0" normalizeH="0" baseline="0" noProof="0">
                <a:ln>
                  <a:noFill/>
                </a:ln>
                <a:solidFill>
                  <a:srgbClr val="000000"/>
                </a:solidFill>
                <a:effectLst/>
                <a:uLnTx/>
                <a:uFillTx/>
                <a:latin typeface="Calibri"/>
                <a:ea typeface="微软雅黑" panose="020B0503020204020204" pitchFamily="34" charset="-122"/>
                <a:cs typeface="+mn-cs"/>
              </a:rPr>
              <a:t>紅利已經開始反哺。</a:t>
            </a:r>
            <a:endParaRPr kumimoji="0" lang="en-US" altLang="zh-CN" sz="1300" b="1"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300" i="0" u="none" strike="noStrike" kern="1200" cap="none" spc="0" normalizeH="0" baseline="0" noProof="0">
                <a:ln>
                  <a:noFill/>
                </a:ln>
                <a:solidFill>
                  <a:srgbClr val="000000"/>
                </a:solidFill>
                <a:effectLst/>
                <a:uLnTx/>
                <a:uFillTx/>
                <a:latin typeface="Calibri"/>
                <a:ea typeface="微软雅黑" panose="020B0503020204020204" pitchFamily="34" charset="-122"/>
                <a:cs typeface="+mn-cs"/>
              </a:rPr>
              <a:t>2026</a:t>
            </a:r>
            <a:r>
              <a:rPr kumimoji="0" lang="zh-CN" altLang="en-US" sz="1300" i="0" u="none" strike="noStrike" kern="1200" cap="none" spc="0" normalizeH="0" baseline="0" noProof="0">
                <a:ln>
                  <a:noFill/>
                </a:ln>
                <a:solidFill>
                  <a:srgbClr val="000000"/>
                </a:solidFill>
                <a:effectLst/>
                <a:uLnTx/>
                <a:uFillTx/>
                <a:latin typeface="Calibri"/>
                <a:ea typeface="微软雅黑" panose="020B0503020204020204" pitchFamily="34" charset="-122"/>
                <a:cs typeface="+mn-cs"/>
              </a:rPr>
              <a:t>年四大雲廠商資本開支再次上調：</a:t>
            </a:r>
            <a:r>
              <a:rPr kumimoji="0" lang="en-US" altLang="zh-CN" sz="1300" i="0" u="none" strike="noStrike" kern="1200" cap="none" spc="0" normalizeH="0" baseline="0" noProof="0">
                <a:ln>
                  <a:noFill/>
                </a:ln>
                <a:solidFill>
                  <a:srgbClr val="000000"/>
                </a:solidFill>
                <a:effectLst/>
                <a:uLnTx/>
                <a:uFillTx/>
                <a:latin typeface="Calibri"/>
                <a:ea typeface="微软雅黑" panose="020B0503020204020204" pitchFamily="34" charset="-122"/>
                <a:cs typeface="+mn-cs"/>
              </a:rPr>
              <a:t>1Q26</a:t>
            </a:r>
            <a:r>
              <a:rPr kumimoji="0" lang="zh-CN" altLang="en-US"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前 </a:t>
            </a:r>
            <a:r>
              <a:rPr kumimoji="0" lang="en-US" altLang="zh-CN" sz="1300" i="0" u="none" strike="noStrike" kern="1200" cap="none" spc="0" normalizeH="0" baseline="0" noProof="0">
                <a:ln>
                  <a:noFill/>
                </a:ln>
                <a:solidFill>
                  <a:srgbClr val="000000"/>
                </a:solidFill>
                <a:effectLst/>
                <a:uLnTx/>
                <a:uFillTx/>
                <a:latin typeface="Calibri"/>
                <a:ea typeface="微软雅黑" panose="020B0503020204020204" pitchFamily="34" charset="-122"/>
                <a:cs typeface="+mn-cs"/>
              </a:rPr>
              <a:t>~6,400</a:t>
            </a:r>
            <a:r>
              <a:rPr kumimoji="0" lang="zh-CN" altLang="en-US" sz="1300" i="0" u="none" strike="noStrike" kern="1200" cap="none" spc="0" normalizeH="0" baseline="0" noProof="0">
                <a:ln>
                  <a:noFill/>
                </a:ln>
                <a:solidFill>
                  <a:srgbClr val="000000"/>
                </a:solidFill>
                <a:effectLst/>
                <a:uLnTx/>
                <a:uFillTx/>
                <a:latin typeface="Calibri"/>
                <a:ea typeface="微软雅黑" panose="020B0503020204020204" pitchFamily="34" charset="-122"/>
                <a:cs typeface="+mn-cs"/>
              </a:rPr>
              <a:t>億美元；</a:t>
            </a:r>
            <a:r>
              <a:rPr kumimoji="0" lang="en-US" altLang="zh-CN" sz="1300" i="0" u="none" strike="noStrike" kern="1200" cap="none" spc="0" normalizeH="0" baseline="0" noProof="0">
                <a:ln>
                  <a:noFill/>
                </a:ln>
                <a:solidFill>
                  <a:srgbClr val="000000"/>
                </a:solidFill>
                <a:effectLst/>
                <a:uLnTx/>
                <a:uFillTx/>
                <a:latin typeface="Calibri"/>
                <a:ea typeface="微软雅黑" panose="020B0503020204020204" pitchFamily="34" charset="-122"/>
                <a:cs typeface="+mn-cs"/>
              </a:rPr>
              <a:t>1Q26</a:t>
            </a:r>
            <a:r>
              <a:rPr kumimoji="0" lang="zh-CN" altLang="en-US" sz="1300" i="0" u="none" strike="noStrike" kern="1200" cap="none" spc="0" normalizeH="0" baseline="0" noProof="0">
                <a:ln>
                  <a:noFill/>
                </a:ln>
                <a:solidFill>
                  <a:srgbClr val="000000"/>
                </a:solidFill>
                <a:effectLst/>
                <a:uLnTx/>
                <a:uFillTx/>
                <a:latin typeface="Calibri"/>
                <a:ea typeface="微软雅黑" panose="020B0503020204020204" pitchFamily="34" charset="-122"/>
                <a:cs typeface="+mn-cs"/>
              </a:rPr>
              <a:t>後 </a:t>
            </a:r>
            <a:r>
              <a:rPr kumimoji="0" lang="en-US" altLang="zh-CN" sz="1300" i="0" u="none" strike="noStrike" kern="1200" cap="none" spc="0" normalizeH="0" baseline="0" noProof="0">
                <a:ln>
                  <a:noFill/>
                </a:ln>
                <a:solidFill>
                  <a:srgbClr val="000000"/>
                </a:solidFill>
                <a:effectLst/>
                <a:uLnTx/>
                <a:uFillTx/>
                <a:latin typeface="Calibri"/>
                <a:ea typeface="微软雅黑" panose="020B0503020204020204" pitchFamily="34" charset="-122"/>
                <a:cs typeface="+mn-cs"/>
              </a:rPr>
              <a:t>~7,100</a:t>
            </a:r>
            <a:r>
              <a:rPr kumimoji="0" lang="zh-CN" altLang="en-US" sz="1300" i="0" u="none" strike="noStrike" kern="1200" cap="none" spc="0" normalizeH="0" baseline="0" noProof="0">
                <a:ln>
                  <a:noFill/>
                </a:ln>
                <a:solidFill>
                  <a:srgbClr val="000000"/>
                </a:solidFill>
                <a:effectLst/>
                <a:uLnTx/>
                <a:uFillTx/>
                <a:latin typeface="Calibri"/>
                <a:ea typeface="微软雅黑" panose="020B0503020204020204" pitchFamily="34" charset="-122"/>
                <a:cs typeface="+mn-cs"/>
              </a:rPr>
              <a:t>億美元。</a:t>
            </a:r>
            <a:endParaRPr kumimoji="0" lang="en-US" altLang="zh-CN" sz="130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endParaRPr>
          </a:p>
        </p:txBody>
      </p:sp>
      <p:pic>
        <p:nvPicPr>
          <p:cNvPr id="6" name="Picture 5">
            <a:extLst>
              <a:ext uri="{FF2B5EF4-FFF2-40B4-BE49-F238E27FC236}">
                <a16:creationId xmlns:a16="http://schemas.microsoft.com/office/drawing/2014/main" id="{E6EE5EB8-6C3E-5F60-DCA3-925E0124447C}"/>
              </a:ext>
            </a:extLst>
          </p:cNvPr>
          <p:cNvPicPr>
            <a:picLocks noChangeAspect="1"/>
          </p:cNvPicPr>
          <p:nvPr/>
        </p:nvPicPr>
        <p:blipFill>
          <a:blip r:embed="rId4"/>
          <a:stretch>
            <a:fillRect/>
          </a:stretch>
        </p:blipFill>
        <p:spPr>
          <a:xfrm>
            <a:off x="5948703" y="1579512"/>
            <a:ext cx="4572396" cy="1865538"/>
          </a:xfrm>
          <a:prstGeom prst="rect">
            <a:avLst/>
          </a:prstGeom>
        </p:spPr>
      </p:pic>
      <p:pic>
        <p:nvPicPr>
          <p:cNvPr id="8" name="Picture 7">
            <a:extLst>
              <a:ext uri="{FF2B5EF4-FFF2-40B4-BE49-F238E27FC236}">
                <a16:creationId xmlns:a16="http://schemas.microsoft.com/office/drawing/2014/main" id="{C17697C2-B21E-CD76-CF19-759E47CA6E4F}"/>
              </a:ext>
            </a:extLst>
          </p:cNvPr>
          <p:cNvPicPr>
            <a:picLocks noChangeAspect="1"/>
          </p:cNvPicPr>
          <p:nvPr/>
        </p:nvPicPr>
        <p:blipFill>
          <a:blip r:embed="rId5"/>
          <a:stretch>
            <a:fillRect/>
          </a:stretch>
        </p:blipFill>
        <p:spPr>
          <a:xfrm>
            <a:off x="1273336" y="3931155"/>
            <a:ext cx="4572396" cy="2347163"/>
          </a:xfrm>
          <a:prstGeom prst="rect">
            <a:avLst/>
          </a:prstGeom>
        </p:spPr>
      </p:pic>
      <p:pic>
        <p:nvPicPr>
          <p:cNvPr id="9" name="Picture 8">
            <a:extLst>
              <a:ext uri="{FF2B5EF4-FFF2-40B4-BE49-F238E27FC236}">
                <a16:creationId xmlns:a16="http://schemas.microsoft.com/office/drawing/2014/main" id="{98C5161E-D60D-ED81-685A-27A0D65B625B}"/>
              </a:ext>
            </a:extLst>
          </p:cNvPr>
          <p:cNvPicPr>
            <a:picLocks noChangeAspect="1"/>
          </p:cNvPicPr>
          <p:nvPr/>
        </p:nvPicPr>
        <p:blipFill>
          <a:blip r:embed="rId6"/>
          <a:stretch>
            <a:fillRect/>
          </a:stretch>
        </p:blipFill>
        <p:spPr>
          <a:xfrm>
            <a:off x="6490214" y="3884168"/>
            <a:ext cx="3950550" cy="2523963"/>
          </a:xfrm>
          <a:prstGeom prst="rect">
            <a:avLst/>
          </a:prstGeom>
        </p:spPr>
      </p:pic>
      <p:sp>
        <p:nvSpPr>
          <p:cNvPr id="7" name="Title 1">
            <a:extLst>
              <a:ext uri="{FF2B5EF4-FFF2-40B4-BE49-F238E27FC236}">
                <a16:creationId xmlns:a16="http://schemas.microsoft.com/office/drawing/2014/main" id="{398F8D39-2BA3-A0AD-9FDA-2479037C5FF4}"/>
              </a:ext>
            </a:extLst>
          </p:cNvPr>
          <p:cNvSpPr txBox="1">
            <a:spLocks/>
          </p:cNvSpPr>
          <p:nvPr/>
        </p:nvSpPr>
        <p:spPr bwMode="auto">
          <a:xfrm>
            <a:off x="722376" y="411480"/>
            <a:ext cx="10972800" cy="47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nchor="ctr">
            <a:spAutoFit/>
          </a:bodyPr>
          <a:lstStyle>
            <a:lvl1pPr>
              <a:lnSpc>
                <a:spcPct val="90000"/>
              </a:lnSpc>
              <a:spcBef>
                <a:spcPts val="1000"/>
              </a:spcBef>
              <a:buFont typeface="Arial" panose="020B0604020202020204" pitchFamily="34" charset="0"/>
              <a:buChar char="•"/>
              <a:defRPr sz="2800">
                <a:solidFill>
                  <a:schemeClr val="tx1"/>
                </a:solidFill>
                <a:latin typeface="Calibri Light" panose="020F03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Light" panose="020F03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Light" panose="020F03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Light" panose="020F03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Light" panose="020F03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Light" panose="020F03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Light" panose="020F03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Light" panose="020F03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Light" panose="020F0302020204030204"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2660AD"/>
                </a:solidFill>
                <a:effectLst/>
                <a:uLnTx/>
                <a:uFillTx/>
                <a:latin typeface="Calibri"/>
                <a:ea typeface="微软雅黑"/>
                <a:cs typeface="+mn-cs"/>
              </a:rPr>
              <a:t>需求端</a:t>
            </a:r>
            <a:r>
              <a:rPr kumimoji="0" lang="zh-CN" altLang="en-US" sz="2800" b="1" i="0" u="none" strike="noStrike" kern="1200" cap="none" spc="0" normalizeH="0" baseline="0" noProof="0">
                <a:ln>
                  <a:noFill/>
                </a:ln>
                <a:solidFill>
                  <a:srgbClr val="2660AD"/>
                </a:solidFill>
                <a:effectLst/>
                <a:uLnTx/>
                <a:uFillTx/>
                <a:latin typeface="Calibri"/>
                <a:ea typeface="微软雅黑"/>
                <a:cs typeface="+mn-cs"/>
              </a:rPr>
              <a:t>：</a:t>
            </a:r>
            <a:r>
              <a:rPr kumimoji="0" lang="en-US" altLang="zh-CN" sz="2800" b="1" i="0" u="none" strike="noStrike" kern="1200" cap="none" spc="0" normalizeH="0" baseline="0" noProof="0">
                <a:ln>
                  <a:noFill/>
                </a:ln>
                <a:solidFill>
                  <a:srgbClr val="2660AD"/>
                </a:solidFill>
                <a:effectLst/>
                <a:uLnTx/>
                <a:uFillTx/>
                <a:latin typeface="Calibri"/>
                <a:ea typeface="微软雅黑"/>
                <a:cs typeface="+mn-cs"/>
              </a:rPr>
              <a:t>AI</a:t>
            </a:r>
            <a:r>
              <a:rPr kumimoji="0" lang="zh-CN" altLang="en-US" sz="2800" b="1" i="0" u="none" strike="noStrike" kern="1200" cap="none" spc="0" normalizeH="0" baseline="0" noProof="0">
                <a:ln>
                  <a:noFill/>
                </a:ln>
                <a:solidFill>
                  <a:srgbClr val="2660AD"/>
                </a:solidFill>
                <a:effectLst/>
                <a:uLnTx/>
                <a:uFillTx/>
                <a:latin typeface="Calibri"/>
                <a:ea typeface="微软雅黑"/>
                <a:cs typeface="+mn-cs"/>
              </a:rPr>
              <a:t>基礎設施景氣度持續印證</a:t>
            </a:r>
            <a:endParaRPr kumimoji="0" lang="zh-CN" altLang="en-US" sz="2800" b="1" i="0" u="none" strike="noStrike" kern="1200" cap="none" spc="0" normalizeH="0" baseline="0" noProof="0" dirty="0">
              <a:ln>
                <a:noFill/>
              </a:ln>
              <a:solidFill>
                <a:srgbClr val="2660AD"/>
              </a:solidFill>
              <a:effectLst/>
              <a:uLnTx/>
              <a:uFillTx/>
              <a:latin typeface="Calibri"/>
              <a:ea typeface="微软雅黑"/>
              <a:cs typeface="+mn-cs"/>
            </a:endParaRPr>
          </a:p>
        </p:txBody>
      </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15" name="LogoPic" descr="image.png"/>
          <p:cNvPicPr>
            <a:picLocks noChangeAspect="1"/>
          </p:cNvPicPr>
          <p:nvPr/>
        </p:nvPicPr>
        <p:blipFill rotWithShape="1">
          <a:blip r:embed="rId7"/>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20BAA484-E80F-49AC-8376-24ED066A8F5A}" type="slidenum">
              <a:rPr lang="en-US" sz="1000" dirty="0">
                <a:solidFill>
                  <a:srgbClr val="FFFFFF"/>
                </a:solidFill>
                <a:latin typeface="Calibri"/>
                <a:ea typeface="微软雅黑"/>
              </a:rPr>
              <a:t>14</a:t>
            </a:fld>
            <a:endParaRPr lang="en-US" sz="1000" dirty="0">
              <a:solidFill>
                <a:srgbClr val="FFFFFF"/>
              </a:solidFill>
              <a:latin typeface="Calibri"/>
              <a:ea typeface="微软雅黑"/>
            </a:endParaRPr>
          </a:p>
        </p:txBody>
      </p:sp>
    </p:spTree>
    <p:custDataLst>
      <p:tags r:id="rId1"/>
    </p:custDataLst>
    <p:extLst>
      <p:ext uri="{BB962C8B-B14F-4D97-AF65-F5344CB8AC3E}">
        <p14:creationId xmlns:p14="http://schemas.microsoft.com/office/powerpoint/2010/main" val="8824737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951F5-B210-7311-55B9-2117E0A1F58D}"/>
            </a:ext>
          </a:extLst>
        </p:cNvPr>
        <p:cNvGrpSpPr/>
        <p:nvPr/>
      </p:nvGrpSpPr>
      <p:grpSpPr>
        <a:xfrm>
          <a:off x="0" y="0"/>
          <a:ext cx="0" cy="0"/>
          <a:chOff x="0" y="0"/>
          <a:chExt cx="0" cy="0"/>
        </a:xfrm>
      </p:grpSpPr>
      <p:sp>
        <p:nvSpPr>
          <p:cNvPr id="18437" name="TextBox 13">
            <a:extLst>
              <a:ext uri="{FF2B5EF4-FFF2-40B4-BE49-F238E27FC236}">
                <a16:creationId xmlns:a16="http://schemas.microsoft.com/office/drawing/2014/main" id="{3B4ECFD9-C231-7F07-F7B2-CC071E1300A8}"/>
              </a:ext>
            </a:extLst>
          </p:cNvPr>
          <p:cNvSpPr txBox="1">
            <a:spLocks noChangeArrowheads="1"/>
          </p:cNvSpPr>
          <p:nvPr/>
        </p:nvSpPr>
        <p:spPr bwMode="auto">
          <a:xfrm>
            <a:off x="630936" y="6324599"/>
            <a:ext cx="11073384" cy="213360"/>
          </a:xfrm>
          <a:prstGeom prst="rect">
            <a:avLst/>
          </a:prstGeom>
        </p:spPr>
        <p:txBody>
          <a:bodyPr wrap="square" lIns="45720" tIns="0" rIns="45720" bIns="0"/>
          <a:lstStyle>
            <a:defPPr>
              <a:defRPr lang="en-US"/>
            </a:defPPr>
            <a:lvl1pPr marL="0" marR="0" lvl="0" indent="0" defTabSz="914400" eaLnBrk="1" fontAlgn="auto" latinLnBrk="0" hangingPunct="1">
              <a:lnSpc>
                <a:spcPct val="100000"/>
              </a:lnSpc>
              <a:spcBef>
                <a:spcPts val="0"/>
              </a:spcBef>
              <a:spcAft>
                <a:spcPts val="0"/>
              </a:spcAft>
              <a:buClrTx/>
              <a:buSzTx/>
              <a:buFontTx/>
              <a:buNone/>
              <a:tabLst/>
              <a:defRPr kumimoji="0" sz="800" b="0" i="0" u="none" strike="noStrike" cap="none" spc="0" normalizeH="0" baseline="0">
                <a:ln>
                  <a:noFill/>
                </a:ln>
                <a:solidFill>
                  <a:prstClr val="white">
                    <a:lumMod val="50000"/>
                  </a:prstClr>
                </a:solidFill>
                <a:effectLst/>
                <a:uLnTx/>
                <a:uFillTx/>
                <a:latin typeface="Microsoft YaHei" panose="020B0503020204020204" pitchFamily="34" charset="-122"/>
                <a:ea typeface="Microsoft YaHei" panose="020B0503020204020204" pitchFamily="34"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800" b="0" i="0" u="none" strike="noStrike" kern="1200" cap="none" spc="0" normalizeH="0" baseline="0" noProof="0">
                <a:ln>
                  <a:noFill/>
                </a:ln>
                <a:solidFill>
                  <a:srgbClr val="404F56"/>
                </a:solidFill>
                <a:effectLst/>
                <a:uLnTx/>
                <a:uFillTx/>
                <a:latin typeface="Calibri"/>
                <a:ea typeface="微软雅黑"/>
                <a:cs typeface="+mn-ea"/>
              </a:rPr>
              <a:t>資料來源：</a:t>
            </a:r>
            <a:r>
              <a:rPr kumimoji="0" lang="en-US" altLang="zh-CN" sz="800" b="0" i="0" u="none" strike="noStrike" kern="1200" cap="none" spc="0" normalizeH="0" baseline="0" noProof="0">
                <a:ln>
                  <a:noFill/>
                </a:ln>
                <a:solidFill>
                  <a:srgbClr val="404F56"/>
                </a:solidFill>
                <a:effectLst/>
                <a:uLnTx/>
                <a:uFillTx/>
                <a:latin typeface="Calibri"/>
                <a:ea typeface="微软雅黑"/>
                <a:cs typeface="+mn-ea"/>
              </a:rPr>
              <a:t>OpenRouter</a:t>
            </a:r>
            <a:r>
              <a:rPr kumimoji="0" lang="en-US" altLang="zh-CN" sz="800" b="0" i="0" u="none" strike="noStrike" kern="1200" cap="none" spc="0" normalizeH="0" baseline="0" noProof="0">
                <a:ln>
                  <a:noFill/>
                </a:ln>
                <a:solidFill>
                  <a:srgbClr val="404F56"/>
                </a:solidFill>
                <a:effectLst/>
                <a:uLnTx/>
                <a:uFillTx/>
                <a:latin typeface="Calibri"/>
                <a:ea typeface="微软雅黑"/>
              </a:rPr>
              <a:t>,</a:t>
            </a:r>
            <a:r>
              <a:rPr kumimoji="0" lang="zh-CN" altLang="en-US" sz="800" b="0" i="0" u="none" strike="noStrike" kern="1200" cap="none" spc="0" normalizeH="0" baseline="0" noProof="0">
                <a:ln>
                  <a:noFill/>
                </a:ln>
                <a:solidFill>
                  <a:srgbClr val="404F56"/>
                </a:solidFill>
                <a:effectLst/>
                <a:uLnTx/>
                <a:uFillTx/>
                <a:latin typeface="Calibri"/>
                <a:ea typeface="微软雅黑"/>
              </a:rPr>
              <a:t> </a:t>
            </a:r>
            <a:r>
              <a:rPr kumimoji="0" lang="zh-CN" altLang="en-US" sz="800" b="0" i="0" u="none" strike="noStrike" kern="1200" cap="none" spc="0" normalizeH="0" baseline="0" noProof="0">
                <a:ln>
                  <a:noFill/>
                </a:ln>
                <a:solidFill>
                  <a:srgbClr val="404F56"/>
                </a:solidFill>
                <a:effectLst/>
                <a:uLnTx/>
                <a:uFillTx/>
                <a:latin typeface="Calibri"/>
                <a:ea typeface="微软雅黑"/>
                <a:cs typeface="+mn-ea"/>
              </a:rPr>
              <a:t>公開新聞</a:t>
            </a:r>
            <a:endParaRPr kumimoji="0" lang="en-HK" altLang="zh-CN" sz="800" b="0" i="0" u="none" strike="noStrike" kern="1200" cap="none" spc="0" normalizeH="0" baseline="0" noProof="0" dirty="0">
              <a:ln>
                <a:noFill/>
              </a:ln>
              <a:solidFill>
                <a:srgbClr val="404F56"/>
              </a:solidFill>
              <a:effectLst/>
              <a:uLnTx/>
              <a:uFillTx/>
              <a:latin typeface="Microsoft YaHei" panose="020B0503020204020204" pitchFamily="34" charset="-122"/>
              <a:ea typeface="Microsoft YaHei" panose="020B0503020204020204" pitchFamily="34" charset="-122"/>
              <a:cs typeface="+mn-ea"/>
            </a:endParaRPr>
          </a:p>
        </p:txBody>
      </p:sp>
      <p:sp>
        <p:nvSpPr>
          <p:cNvPr id="18440" name="Title 1">
            <a:extLst>
              <a:ext uri="{FF2B5EF4-FFF2-40B4-BE49-F238E27FC236}">
                <a16:creationId xmlns:a16="http://schemas.microsoft.com/office/drawing/2014/main" id="{6EF76B48-2D27-2238-2C19-CB3965473E65}"/>
              </a:ext>
            </a:extLst>
          </p:cNvPr>
          <p:cNvSpPr txBox="1">
            <a:spLocks/>
          </p:cNvSpPr>
          <p:nvPr/>
        </p:nvSpPr>
        <p:spPr bwMode="auto">
          <a:xfrm>
            <a:off x="722376" y="411480"/>
            <a:ext cx="10972800" cy="47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nchor="ctr">
            <a:spAutoFit/>
          </a:bodyPr>
          <a:lstStyle>
            <a:lvl1pPr>
              <a:lnSpc>
                <a:spcPct val="90000"/>
              </a:lnSpc>
              <a:spcBef>
                <a:spcPts val="1000"/>
              </a:spcBef>
              <a:buFont typeface="Arial" panose="020B0604020202020204" pitchFamily="34" charset="0"/>
              <a:buChar char="•"/>
              <a:defRPr sz="2800">
                <a:solidFill>
                  <a:schemeClr val="tx1"/>
                </a:solidFill>
                <a:latin typeface="Calibri Light" panose="020F03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Light" panose="020F03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Light" panose="020F03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Light" panose="020F03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Light" panose="020F03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Light" panose="020F03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Light" panose="020F03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Light" panose="020F03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Light" panose="020F0302020204030204"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zh-TW" sz="2800" b="1" i="0" u="none" strike="noStrike" kern="1200" cap="none" spc="0" normalizeH="0" baseline="0" noProof="0">
                <a:ln>
                  <a:noFill/>
                </a:ln>
                <a:solidFill>
                  <a:srgbClr val="2660AD"/>
                </a:solidFill>
                <a:effectLst/>
                <a:uLnTx/>
                <a:uFillTx/>
                <a:latin typeface="Calibri"/>
                <a:ea typeface="微软雅黑"/>
                <a:cs typeface="+mn-cs"/>
              </a:rPr>
              <a:t>AI</a:t>
            </a:r>
            <a:r>
              <a:rPr kumimoji="0" lang="zh-CN" altLang="en-US" sz="2800" b="1" i="0" u="none" strike="noStrike" kern="1200" cap="none" spc="0" normalizeH="0" baseline="0" noProof="0">
                <a:ln>
                  <a:noFill/>
                </a:ln>
                <a:solidFill>
                  <a:srgbClr val="2660AD"/>
                </a:solidFill>
                <a:effectLst/>
                <a:uLnTx/>
                <a:uFillTx/>
                <a:latin typeface="Calibri"/>
                <a:ea typeface="微软雅黑"/>
                <a:cs typeface="+mn-cs"/>
              </a:rPr>
              <a:t>格局重塑：下游需求增長，模型廠商宣布漲價</a:t>
            </a:r>
            <a:endParaRPr kumimoji="0" lang="zh-TW" altLang="en-US" sz="28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endParaRPr>
          </a:p>
        </p:txBody>
      </p:sp>
      <p:sp>
        <p:nvSpPr>
          <p:cNvPr id="4" name="Rectangle 3">
            <a:extLst>
              <a:ext uri="{FF2B5EF4-FFF2-40B4-BE49-F238E27FC236}">
                <a16:creationId xmlns:a16="http://schemas.microsoft.com/office/drawing/2014/main" id="{2A8F73B7-70E5-4F2D-0382-FB880210D4A2}"/>
              </a:ext>
            </a:extLst>
          </p:cNvPr>
          <p:cNvSpPr/>
          <p:nvPr/>
        </p:nvSpPr>
        <p:spPr>
          <a:xfrm>
            <a:off x="722376" y="978408"/>
            <a:ext cx="11049000" cy="994568"/>
          </a:xfrm>
          <a:prstGeom prst="rect">
            <a:avLst/>
          </a:prstGeom>
        </p:spPr>
        <p:txBody>
          <a:bodyPr wrap="square">
            <a:spAutoFit/>
          </a:bodyPr>
          <a:lstStyle/>
          <a:p>
            <a:pPr marL="180975" marR="0" lvl="0" indent="-180975" algn="just" defTabSz="914400" rtl="0" eaLnBrk="1" fontAlgn="auto" latinLnBrk="0" hangingPunct="1">
              <a:lnSpc>
                <a:spcPts val="1800"/>
              </a:lnSpc>
              <a:spcBef>
                <a:spcPts val="0"/>
              </a:spcBef>
              <a:spcAft>
                <a:spcPts val="0"/>
              </a:spcAft>
              <a:buClrTx/>
              <a:buSzTx/>
              <a:buFont typeface="Arial"/>
              <a:buChar char="▪"/>
              <a:tabLst/>
              <a:defRPr/>
            </a:pPr>
            <a:r>
              <a:rPr kumimoji="0" lang="zh-CN" altLang="en-US" sz="1200" b="0" i="0" u="none" strike="noStrike" kern="1200" cap="none" spc="0" normalizeH="0" baseline="0" noProof="0" dirty="0">
                <a:ln>
                  <a:noFill/>
                </a:ln>
                <a:solidFill>
                  <a:srgbClr val="515052">
                    <a:lumMod val="50000"/>
                  </a:srgbClr>
                </a:solidFill>
                <a:effectLst/>
                <a:uLnTx/>
                <a:uFillTx/>
                <a:latin typeface="Calibri"/>
                <a:ea typeface="微软雅黑"/>
                <a:cs typeface="+mn-cs"/>
              </a:rPr>
              <a:t>自</a:t>
            </a:r>
            <a:r>
              <a:rPr kumimoji="0" lang="en-US" altLang="zh-CN" sz="1200" b="0" i="0" u="none" strike="noStrike" kern="1200" cap="none" spc="0" normalizeH="0" baseline="0" noProof="0" dirty="0">
                <a:ln>
                  <a:noFill/>
                </a:ln>
                <a:solidFill>
                  <a:srgbClr val="515052">
                    <a:lumMod val="50000"/>
                  </a:srgbClr>
                </a:solidFill>
                <a:effectLst/>
                <a:uLnTx/>
                <a:uFillTx/>
                <a:latin typeface="Calibri"/>
                <a:ea typeface="微软雅黑"/>
                <a:cs typeface="+mn-cs"/>
              </a:rPr>
              <a:t>Open Claw</a:t>
            </a:r>
            <a:r>
              <a:rPr kumimoji="0" lang="zh-CN" altLang="en-US" sz="1200" b="0" i="0" u="none" strike="noStrike" kern="1200" cap="none" spc="0" normalizeH="0" baseline="0" noProof="0" dirty="0">
                <a:ln>
                  <a:noFill/>
                </a:ln>
                <a:solidFill>
                  <a:srgbClr val="515052">
                    <a:lumMod val="50000"/>
                  </a:srgbClr>
                </a:solidFill>
                <a:effectLst/>
                <a:uLnTx/>
                <a:uFillTx/>
                <a:latin typeface="Calibri"/>
                <a:ea typeface="微软雅黑"/>
                <a:cs typeface="+mn-cs"/>
              </a:rPr>
              <a:t>爆火以來，全球</a:t>
            </a:r>
            <a:r>
              <a:rPr kumimoji="0" lang="en-US" altLang="zh-CN" sz="1200" b="0" i="0" u="none" strike="noStrike" kern="1200" cap="none" spc="0" normalizeH="0" baseline="0" noProof="0" dirty="0">
                <a:ln>
                  <a:noFill/>
                </a:ln>
                <a:solidFill>
                  <a:srgbClr val="515052">
                    <a:lumMod val="50000"/>
                  </a:srgbClr>
                </a:solidFill>
                <a:effectLst/>
                <a:uLnTx/>
                <a:uFillTx/>
                <a:latin typeface="Calibri"/>
                <a:ea typeface="微软雅黑"/>
                <a:cs typeface="+mn-cs"/>
              </a:rPr>
              <a:t>token</a:t>
            </a:r>
            <a:r>
              <a:rPr kumimoji="0" lang="zh-CN" altLang="en-US" sz="1200" b="0" i="0" u="none" strike="noStrike" kern="1200" cap="none" spc="0" normalizeH="0" baseline="0" noProof="0" dirty="0">
                <a:ln>
                  <a:noFill/>
                </a:ln>
                <a:solidFill>
                  <a:srgbClr val="515052">
                    <a:lumMod val="50000"/>
                  </a:srgbClr>
                </a:solidFill>
                <a:effectLst/>
                <a:uLnTx/>
                <a:uFillTx/>
                <a:latin typeface="Calibri"/>
                <a:ea typeface="微软雅黑"/>
                <a:cs typeface="+mn-cs"/>
              </a:rPr>
              <a:t>使用量持續攀升，算力需求快速放大，帶動半導體中上游製造環節訂單持續增長。</a:t>
            </a:r>
            <a:endParaRPr kumimoji="0" lang="en-US" altLang="zh-CN" sz="1200" b="0" i="0" u="none" strike="noStrike" kern="1200" cap="none" spc="0" normalizeH="0" baseline="0" noProof="0" dirty="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mn-cs"/>
            </a:endParaRPr>
          </a:p>
          <a:p>
            <a:pPr marL="180975" marR="0" lvl="0" indent="-180975" algn="just" defTabSz="914400" rtl="0" eaLnBrk="1" fontAlgn="auto" latinLnBrk="0" hangingPunct="1">
              <a:lnSpc>
                <a:spcPts val="1800"/>
              </a:lnSpc>
              <a:spcBef>
                <a:spcPts val="0"/>
              </a:spcBef>
              <a:spcAft>
                <a:spcPts val="0"/>
              </a:spcAft>
              <a:buClrTx/>
              <a:buSzTx/>
              <a:buFont typeface="Arial"/>
              <a:buChar char="▪"/>
              <a:tabLst/>
              <a:defRPr/>
            </a:pPr>
            <a:r>
              <a:rPr kumimoji="0" lang="zh-CN" altLang="en-US" sz="1200" b="0" i="0" u="none" strike="noStrike" kern="1200" cap="none" spc="0" normalizeH="0" baseline="0" noProof="0" dirty="0">
                <a:ln>
                  <a:noFill/>
                </a:ln>
                <a:solidFill>
                  <a:srgbClr val="515052">
                    <a:lumMod val="50000"/>
                  </a:srgbClr>
                </a:solidFill>
                <a:effectLst/>
                <a:uLnTx/>
                <a:uFillTx/>
                <a:latin typeface="Calibri"/>
                <a:ea typeface="微软雅黑"/>
                <a:cs typeface="+mn-cs"/>
              </a:rPr>
              <a:t>下游方面，</a:t>
            </a:r>
            <a:r>
              <a:rPr kumimoji="0" lang="en-US" altLang="zh-CN" sz="1200" b="1" i="0" u="none" strike="noStrike" kern="1200" cap="none" spc="0" normalizeH="0" baseline="0" noProof="0" dirty="0">
                <a:ln>
                  <a:noFill/>
                </a:ln>
                <a:solidFill>
                  <a:srgbClr val="515052">
                    <a:lumMod val="50000"/>
                  </a:srgbClr>
                </a:solidFill>
                <a:effectLst/>
                <a:uLnTx/>
                <a:uFillTx/>
                <a:latin typeface="Calibri"/>
                <a:ea typeface="微软雅黑"/>
                <a:cs typeface="+mn-cs"/>
              </a:rPr>
              <a:t>AWS</a:t>
            </a:r>
            <a:r>
              <a:rPr kumimoji="0" lang="zh-CN" altLang="en-US" sz="1200" b="1" i="0" u="none" strike="noStrike" kern="1200" cap="none" spc="0" normalizeH="0" baseline="0" noProof="0" dirty="0">
                <a:ln>
                  <a:noFill/>
                </a:ln>
                <a:solidFill>
                  <a:srgbClr val="515052">
                    <a:lumMod val="50000"/>
                  </a:srgbClr>
                </a:solidFill>
                <a:effectLst/>
                <a:uLnTx/>
                <a:uFillTx/>
                <a:latin typeface="Calibri"/>
                <a:ea typeface="微软雅黑"/>
                <a:cs typeface="+mn-cs"/>
              </a:rPr>
              <a:t>、阿裏雲、百度智能雲等主要雲廠商年初以來密集提價，供需偏緊下整個</a:t>
            </a:r>
            <a:r>
              <a:rPr kumimoji="0" lang="en-US" altLang="zh-CN" sz="1200" b="1" i="0" u="none" strike="noStrike" kern="1200" cap="none" spc="0" normalizeH="0" baseline="0" noProof="0" dirty="0">
                <a:ln>
                  <a:noFill/>
                </a:ln>
                <a:solidFill>
                  <a:srgbClr val="515052">
                    <a:lumMod val="50000"/>
                  </a:srgbClr>
                </a:solidFill>
                <a:effectLst/>
                <a:uLnTx/>
                <a:uFillTx/>
                <a:latin typeface="Calibri"/>
                <a:ea typeface="微软雅黑"/>
                <a:cs typeface="+mn-cs"/>
              </a:rPr>
              <a:t>AI</a:t>
            </a:r>
            <a:r>
              <a:rPr kumimoji="0" lang="zh-CN" altLang="en-US" sz="1200" b="1" i="0" u="none" strike="noStrike" kern="1200" cap="none" spc="0" normalizeH="0" baseline="0" noProof="0" dirty="0">
                <a:ln>
                  <a:noFill/>
                </a:ln>
                <a:solidFill>
                  <a:srgbClr val="515052">
                    <a:lumMod val="50000"/>
                  </a:srgbClr>
                </a:solidFill>
                <a:effectLst/>
                <a:uLnTx/>
                <a:uFillTx/>
                <a:latin typeface="Calibri"/>
                <a:ea typeface="微软雅黑"/>
                <a:cs typeface="+mn-cs"/>
              </a:rPr>
              <a:t>産業鏈的漲價邏輯進一步得到驗證。</a:t>
            </a:r>
            <a:endParaRPr kumimoji="0" lang="en-US" altLang="zh-CN" sz="1200" b="1" i="0" u="none" strike="noStrike" kern="1200" cap="none" spc="0" normalizeH="0" baseline="0" noProof="0" dirty="0">
              <a:ln>
                <a:noFill/>
              </a:ln>
              <a:solidFill>
                <a:srgbClr val="515052">
                  <a:lumMod val="50000"/>
                </a:srgbClr>
              </a:solidFill>
              <a:effectLst/>
              <a:uLnTx/>
              <a:uFillTx/>
              <a:latin typeface="Calibri"/>
              <a:ea typeface="微软雅黑"/>
              <a:cs typeface="+mn-cs"/>
            </a:endParaRPr>
          </a:p>
          <a:p>
            <a:pPr marL="180975" lvl="0" indent="-180975" algn="just">
              <a:lnSpc>
                <a:spcPts val="1800"/>
              </a:lnSpc>
              <a:buFont typeface="Arial"/>
              <a:buChar char="▪"/>
              <a:defRPr/>
            </a:pPr>
            <a:r>
              <a:rPr lang="en-US" altLang="zh-CN" sz="1200" b="1" dirty="0">
                <a:solidFill>
                  <a:srgbClr val="515052">
                    <a:lumMod val="50000"/>
                  </a:srgbClr>
                </a:solidFill>
                <a:latin typeface="微软雅黑" panose="020B0503020204020204" pitchFamily="34" charset="-122"/>
                <a:ea typeface="微软雅黑" panose="020B0503020204020204" pitchFamily="34" charset="-122"/>
              </a:rPr>
              <a:t>GPU⽣</a:t>
            </a:r>
            <a:r>
              <a:rPr lang="zh-CN" altLang="en-US" sz="1200" b="1" dirty="0">
                <a:solidFill>
                  <a:srgbClr val="515052">
                    <a:lumMod val="50000"/>
                  </a:srgbClr>
                </a:solidFill>
                <a:latin typeface="微软雅黑" panose="020B0503020204020204" pitchFamily="34" charset="-122"/>
                <a:ea typeface="微软雅黑" panose="020B0503020204020204" pitchFamily="34" charset="-122"/>
              </a:rPr>
              <a:t>成</a:t>
            </a:r>
            <a:r>
              <a:rPr lang="en-US" altLang="zh-CN" sz="1200" b="1" dirty="0">
                <a:solidFill>
                  <a:srgbClr val="515052">
                    <a:lumMod val="50000"/>
                  </a:srgbClr>
                </a:solidFill>
                <a:latin typeface="微软雅黑" panose="020B0503020204020204" pitchFamily="34" charset="-122"/>
                <a:ea typeface="微软雅黑" panose="020B0503020204020204" pitchFamily="34" charset="-122"/>
              </a:rPr>
              <a:t>Token</a:t>
            </a:r>
            <a:r>
              <a:rPr lang="zh-CN" altLang="en-US" sz="1200" b="1" dirty="0">
                <a:solidFill>
                  <a:srgbClr val="515052">
                    <a:lumMod val="50000"/>
                  </a:srgbClr>
                </a:solidFill>
                <a:latin typeface="微软雅黑" panose="020B0503020204020204" pitchFamily="34" charset="-122"/>
                <a:ea typeface="微软雅黑" panose="020B0503020204020204" pitchFamily="34" charset="-122"/>
              </a:rPr>
              <a:t>；</a:t>
            </a:r>
            <a:r>
              <a:rPr lang="en-US" altLang="zh-CN" sz="1200" b="1" dirty="0">
                <a:solidFill>
                  <a:srgbClr val="515052">
                    <a:lumMod val="50000"/>
                  </a:srgbClr>
                </a:solidFill>
                <a:latin typeface="微软雅黑" panose="020B0503020204020204" pitchFamily="34" charset="-122"/>
                <a:ea typeface="微软雅黑" panose="020B0503020204020204" pitchFamily="34" charset="-122"/>
              </a:rPr>
              <a:t>CPU</a:t>
            </a:r>
            <a:r>
              <a:rPr lang="zh-CN" altLang="en-US" sz="1200" b="1" dirty="0">
                <a:solidFill>
                  <a:srgbClr val="515052">
                    <a:lumMod val="50000"/>
                  </a:srgbClr>
                </a:solidFill>
                <a:latin typeface="微软雅黑" panose="020B0503020204020204" pitchFamily="34" charset="-122"/>
                <a:ea typeface="微软雅黑" panose="020B0503020204020204" pitchFamily="34" charset="-122"/>
              </a:rPr>
              <a:t>則維持代理的運轉。</a:t>
            </a:r>
            <a:r>
              <a:rPr lang="zh-CN" altLang="en-US" sz="1200" dirty="0">
                <a:solidFill>
                  <a:srgbClr val="515052">
                    <a:lumMod val="50000"/>
                  </a:srgbClr>
                </a:solidFill>
                <a:latin typeface="微软雅黑" panose="020B0503020204020204" pitchFamily="34" charset="-122"/>
                <a:ea typeface="微软雅黑" panose="020B0503020204020204" pitchFamily="34" charset="-122"/>
              </a:rPr>
              <a:t>代理使⽤的 </a:t>
            </a:r>
            <a:r>
              <a:rPr lang="en-US" altLang="zh-CN" sz="1200" dirty="0">
                <a:solidFill>
                  <a:srgbClr val="515052">
                    <a:lumMod val="50000"/>
                  </a:srgbClr>
                </a:solidFill>
                <a:latin typeface="微软雅黑" panose="020B0503020204020204" pitchFamily="34" charset="-122"/>
                <a:ea typeface="微软雅黑" panose="020B0503020204020204" pitchFamily="34" charset="-122"/>
              </a:rPr>
              <a:t>Token </a:t>
            </a:r>
            <a:r>
              <a:rPr lang="zh-CN" altLang="en-US" sz="1200" dirty="0">
                <a:solidFill>
                  <a:srgbClr val="515052">
                    <a:lumMod val="50000"/>
                  </a:srgbClr>
                </a:solidFill>
                <a:latin typeface="微软雅黑" panose="020B0503020204020204" pitchFamily="34" charset="-122"/>
                <a:ea typeface="微软雅黑" panose="020B0503020204020204" pitchFamily="34" charset="-122"/>
              </a:rPr>
              <a:t>數量往往⽐聊天機器⼈界⾯</a:t>
            </a:r>
            <a:r>
              <a:rPr lang="zh-CN" altLang="en-US" sz="1200" b="1" dirty="0">
                <a:solidFill>
                  <a:srgbClr val="515052">
                    <a:lumMod val="50000"/>
                  </a:srgbClr>
                </a:solidFill>
                <a:latin typeface="微软雅黑" panose="020B0503020204020204" pitchFamily="34" charset="-122"/>
                <a:ea typeface="微软雅黑" panose="020B0503020204020204" pitchFamily="34" charset="-122"/>
              </a:rPr>
              <a:t>多出</a:t>
            </a:r>
            <a:r>
              <a:rPr lang="en-US" altLang="zh-CN" sz="1200" b="1" dirty="0">
                <a:solidFill>
                  <a:srgbClr val="515052">
                    <a:lumMod val="50000"/>
                  </a:srgbClr>
                </a:solidFill>
                <a:latin typeface="微软雅黑" panose="020B0503020204020204" pitchFamily="34" charset="-122"/>
                <a:ea typeface="微软雅黑" panose="020B0503020204020204" pitchFamily="34" charset="-122"/>
              </a:rPr>
              <a:t>10</a:t>
            </a:r>
            <a:r>
              <a:rPr lang="zh-CN" altLang="en-US" sz="1200" b="1" dirty="0">
                <a:solidFill>
                  <a:srgbClr val="515052">
                    <a:lumMod val="50000"/>
                  </a:srgbClr>
                </a:solidFill>
                <a:latin typeface="微软雅黑" panose="020B0503020204020204" pitchFamily="34" charset="-122"/>
                <a:ea typeface="微软雅黑" panose="020B0503020204020204" pitchFamily="34" charset="-122"/>
              </a:rPr>
              <a:t>到</a:t>
            </a:r>
            <a:r>
              <a:rPr lang="en-US" altLang="zh-CN" sz="1200" b="1" dirty="0">
                <a:solidFill>
                  <a:srgbClr val="515052">
                    <a:lumMod val="50000"/>
                  </a:srgbClr>
                </a:solidFill>
                <a:latin typeface="微软雅黑" panose="020B0503020204020204" pitchFamily="34" charset="-122"/>
                <a:ea typeface="微软雅黑" panose="020B0503020204020204" pitchFamily="34" charset="-122"/>
              </a:rPr>
              <a:t>30</a:t>
            </a:r>
            <a:r>
              <a:rPr lang="zh-CN" altLang="en-US" sz="1200" b="1" dirty="0">
                <a:solidFill>
                  <a:srgbClr val="515052">
                    <a:lumMod val="50000"/>
                  </a:srgbClr>
                </a:solidFill>
                <a:latin typeface="微软雅黑" panose="020B0503020204020204" pitchFamily="34" charset="-122"/>
                <a:ea typeface="微软雅黑" panose="020B0503020204020204" pitchFamily="34" charset="-122"/>
              </a:rPr>
              <a:t>倍。</a:t>
            </a:r>
            <a:endParaRPr lang="en-US" altLang="zh-CN" sz="1200" b="1" dirty="0">
              <a:solidFill>
                <a:srgbClr val="515052">
                  <a:lumMod val="50000"/>
                </a:srgbClr>
              </a:solidFill>
              <a:latin typeface="微软雅黑" panose="020B0503020204020204" pitchFamily="34" charset="-122"/>
              <a:ea typeface="微软雅黑" panose="020B0503020204020204" pitchFamily="34" charset="-122"/>
            </a:endParaRPr>
          </a:p>
          <a:p>
            <a:pPr marL="180975" lvl="0" indent="-180975" algn="just">
              <a:lnSpc>
                <a:spcPts val="1800"/>
              </a:lnSpc>
              <a:buFont typeface="Arial"/>
              <a:buChar char="▪"/>
              <a:defRPr/>
            </a:pPr>
            <a:r>
              <a:rPr lang="en-US" altLang="zh-CN" sz="1200" dirty="0">
                <a:solidFill>
                  <a:srgbClr val="515052">
                    <a:lumMod val="50000"/>
                  </a:srgbClr>
                </a:solidFill>
                <a:latin typeface="微软雅黑" panose="020B0503020204020204" pitchFamily="34" charset="-122"/>
                <a:ea typeface="微软雅黑" panose="020B0503020204020204" pitchFamily="34" charset="-122"/>
              </a:rPr>
              <a:t>AI</a:t>
            </a:r>
            <a:r>
              <a:rPr lang="zh-CN" altLang="en-US" sz="1200" dirty="0">
                <a:solidFill>
                  <a:srgbClr val="515052">
                    <a:lumMod val="50000"/>
                  </a:srgbClr>
                </a:solidFill>
                <a:latin typeface="微软雅黑" panose="020B0503020204020204" pitchFamily="34" charset="-122"/>
                <a:ea typeface="微软雅黑" panose="020B0503020204020204" pitchFamily="34" charset="-122"/>
              </a:rPr>
              <a:t>現在正從“無限量套餐”轉向</a:t>
            </a:r>
            <a:r>
              <a:rPr lang="zh-CN" altLang="en-US" sz="1200" b="1" dirty="0">
                <a:solidFill>
                  <a:srgbClr val="515052">
                    <a:lumMod val="50000"/>
                  </a:srgbClr>
                </a:solidFill>
                <a:latin typeface="微软雅黑" panose="020B0503020204020204" pitchFamily="34" charset="-122"/>
                <a:ea typeface="微软雅黑" panose="020B0503020204020204" pitchFamily="34" charset="-122"/>
              </a:rPr>
              <a:t>“按需付費”</a:t>
            </a:r>
            <a:r>
              <a:rPr lang="zh-CN" altLang="en-US" sz="1200" dirty="0">
                <a:solidFill>
                  <a:srgbClr val="515052">
                    <a:lumMod val="50000"/>
                  </a:srgbClr>
                </a:solidFill>
                <a:latin typeface="微软雅黑" panose="020B0503020204020204" pitchFamily="34" charset="-122"/>
                <a:ea typeface="微软雅黑" panose="020B0503020204020204" pitchFamily="34" charset="-122"/>
              </a:rPr>
              <a:t>。</a:t>
            </a:r>
            <a:r>
              <a:rPr lang="en-US" altLang="zh-TW" sz="1200" dirty="0" err="1">
                <a:solidFill>
                  <a:srgbClr val="515052">
                    <a:lumMod val="50000"/>
                  </a:srgbClr>
                </a:solidFill>
                <a:latin typeface="微软雅黑" panose="020B0503020204020204" pitchFamily="34" charset="-122"/>
                <a:ea typeface="微软雅黑" panose="020B0503020204020204" pitchFamily="34" charset="-122"/>
              </a:rPr>
              <a:t>OpenRouter</a:t>
            </a:r>
            <a:r>
              <a:rPr lang="zh-TW" altLang="en-US" sz="1200" dirty="0">
                <a:solidFill>
                  <a:srgbClr val="515052">
                    <a:lumMod val="50000"/>
                  </a:srgbClr>
                </a:solidFill>
                <a:latin typeface="微软雅黑" panose="020B0503020204020204" pitchFamily="34" charset="-122"/>
                <a:ea typeface="微软雅黑" panose="020B0503020204020204" pitchFamily="34" charset="-122"/>
              </a:rPr>
              <a:t>數據表明，個人及中小企業</a:t>
            </a:r>
            <a:r>
              <a:rPr lang="en-US" altLang="zh-TW" sz="1200" dirty="0">
                <a:solidFill>
                  <a:srgbClr val="515052">
                    <a:lumMod val="50000"/>
                  </a:srgbClr>
                </a:solidFill>
                <a:latin typeface="微软雅黑" panose="020B0503020204020204" pitchFamily="34" charset="-122"/>
                <a:ea typeface="微软雅黑" panose="020B0503020204020204" pitchFamily="34" charset="-122"/>
              </a:rPr>
              <a:t>token</a:t>
            </a:r>
            <a:r>
              <a:rPr lang="zh-TW" altLang="en-US" sz="1200" dirty="0">
                <a:solidFill>
                  <a:srgbClr val="515052">
                    <a:lumMod val="50000"/>
                  </a:srgbClr>
                </a:solidFill>
                <a:latin typeface="微软雅黑" panose="020B0503020204020204" pitchFamily="34" charset="-122"/>
                <a:ea typeface="微软雅黑" panose="020B0503020204020204" pitchFamily="34" charset="-122"/>
              </a:rPr>
              <a:t>消耗仍在快速增長</a:t>
            </a:r>
          </a:p>
        </p:txBody>
      </p:sp>
      <p:sp>
        <p:nvSpPr>
          <p:cNvPr id="8" name="TextBox 7">
            <a:extLst>
              <a:ext uri="{FF2B5EF4-FFF2-40B4-BE49-F238E27FC236}">
                <a16:creationId xmlns:a16="http://schemas.microsoft.com/office/drawing/2014/main" id="{30F753DD-7182-A26D-74CC-41EE759E7B12}"/>
              </a:ext>
            </a:extLst>
          </p:cNvPr>
          <p:cNvSpPr txBox="1"/>
          <p:nvPr/>
        </p:nvSpPr>
        <p:spPr>
          <a:xfrm>
            <a:off x="722376" y="2122782"/>
            <a:ext cx="4691382" cy="311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0" marR="0" lvl="0" indent="0" algn="ctr" defTabSz="914400" eaLnBrk="1" latinLnBrk="0" hangingPunct="1">
              <a:lnSpc>
                <a:spcPct val="100000"/>
              </a:lnSpc>
              <a:buClrTx/>
              <a:buSzTx/>
              <a:buFontTx/>
              <a:buNone/>
              <a:tabLst/>
              <a:defRPr kumimoji="0" sz="1100" b="1" i="0" u="none" strike="noStrike" cap="none" spc="0" normalizeH="0" baseline="0">
                <a:ln>
                  <a:noFill/>
                </a:ln>
                <a:solidFill>
                  <a:srgbClr val="2660AD"/>
                </a:solidFill>
                <a:effectLst/>
                <a:uLnTx/>
                <a:uFillTx/>
                <a:ea typeface="微软雅黑" panose="020B0503020204020204" pitchFamily="34" charset="-122"/>
                <a:cs typeface="Arial" panose="020B0604020202020204" pitchFamily="34" charset="0"/>
              </a:defRPr>
            </a:lvl1pPr>
            <a:lvl2pPr marL="742950" indent="-285750">
              <a:lnSpc>
                <a:spcPct val="90000"/>
              </a:lnSpc>
              <a:spcBef>
                <a:spcPts val="500"/>
              </a:spcBef>
              <a:buFont typeface="Arial" panose="020B0604020202020204" pitchFamily="34" charset="0"/>
              <a:buChar char="•"/>
              <a:defRPr sz="2400">
                <a:latin typeface="Calibri Light" panose="020F0302020204030204" pitchFamily="34" charset="0"/>
              </a:defRPr>
            </a:lvl2pPr>
            <a:lvl3pPr marL="1143000" indent="-228600">
              <a:lnSpc>
                <a:spcPct val="90000"/>
              </a:lnSpc>
              <a:spcBef>
                <a:spcPts val="500"/>
              </a:spcBef>
              <a:buFont typeface="Arial" panose="020B0604020202020204" pitchFamily="34" charset="0"/>
              <a:buChar char="•"/>
              <a:defRPr sz="2000">
                <a:latin typeface="Calibri Light" panose="020F0302020204030204" pitchFamily="34" charset="0"/>
              </a:defRPr>
            </a:lvl3pPr>
            <a:lvl4pPr marL="1600200" indent="-228600">
              <a:lnSpc>
                <a:spcPct val="90000"/>
              </a:lnSpc>
              <a:spcBef>
                <a:spcPts val="500"/>
              </a:spcBef>
              <a:buFont typeface="Arial" panose="020B0604020202020204" pitchFamily="34" charset="0"/>
              <a:buChar char="•"/>
              <a:defRPr>
                <a:latin typeface="Calibri Light" panose="020F0302020204030204" pitchFamily="34" charset="0"/>
              </a:defRPr>
            </a:lvl4pPr>
            <a:lvl5pPr marL="2057400" indent="-228600">
              <a:lnSpc>
                <a:spcPct val="90000"/>
              </a:lnSpc>
              <a:spcBef>
                <a:spcPts val="500"/>
              </a:spcBef>
              <a:buFont typeface="Arial" panose="020B0604020202020204" pitchFamily="34" charset="0"/>
              <a:buChar char="•"/>
              <a:defRPr>
                <a:latin typeface="Calibri Light" panose="020F03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Light" panose="020F03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Light" panose="020F03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Light" panose="020F03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Light" panose="020F0302020204030204" pitchFamily="34" charset="0"/>
              </a:defRPr>
            </a:lvl9pPr>
          </a:lstStyle>
          <a:p>
            <a:pPr marL="0" marR="0" lvl="0" indent="0" algn="ctr" defTabSz="914400" rtl="0" eaLnBrk="1" fontAlgn="base" latinLnBrk="0" hangingPunct="1">
              <a:lnSpc>
                <a:spcPts val="1800"/>
              </a:lnSpc>
              <a:spcBef>
                <a:spcPts val="0"/>
              </a:spcBef>
              <a:spcAft>
                <a:spcPct val="0"/>
              </a:spcAft>
              <a:buClrTx/>
              <a:buSzTx/>
              <a:buFontTx/>
              <a:buNone/>
              <a:tabLst/>
              <a:defRPr/>
            </a:pPr>
            <a:r>
              <a:rPr kumimoji="0" lang="zh-CN" altLang="en-US" sz="1400" b="1" i="0" u="none" strike="noStrike" kern="1200" cap="none" spc="0" normalizeH="0" baseline="0" noProof="0" dirty="0">
                <a:ln>
                  <a:noFill/>
                </a:ln>
                <a:solidFill>
                  <a:srgbClr val="2660AD"/>
                </a:solidFill>
                <a:effectLst/>
                <a:uLnTx/>
                <a:uFillTx/>
                <a:latin typeface="Calibri"/>
                <a:ea typeface="微软雅黑"/>
                <a:cs typeface="Arial" charset="0"/>
              </a:rPr>
              <a:t>全球</a:t>
            </a:r>
            <a:r>
              <a:rPr kumimoji="0" lang="en-US" altLang="zh-CN" sz="1400" b="1" i="0" u="none" strike="noStrike" kern="1200" cap="none" spc="0" normalizeH="0" baseline="0" noProof="0" dirty="0">
                <a:ln>
                  <a:noFill/>
                </a:ln>
                <a:solidFill>
                  <a:srgbClr val="2660AD"/>
                </a:solidFill>
                <a:effectLst/>
                <a:uLnTx/>
                <a:uFillTx/>
                <a:latin typeface="Calibri"/>
                <a:ea typeface="微软雅黑"/>
                <a:cs typeface="Arial" charset="0"/>
              </a:rPr>
              <a:t>token</a:t>
            </a:r>
            <a:r>
              <a:rPr kumimoji="0" lang="zh-CN" altLang="en-US" sz="1400" b="1" i="0" u="none" strike="noStrike" kern="1200" cap="none" spc="0" normalizeH="0" baseline="0" noProof="0" dirty="0">
                <a:ln>
                  <a:noFill/>
                </a:ln>
                <a:solidFill>
                  <a:srgbClr val="2660AD"/>
                </a:solidFill>
                <a:effectLst/>
                <a:uLnTx/>
                <a:uFillTx/>
                <a:latin typeface="Calibri"/>
                <a:ea typeface="微软雅黑"/>
                <a:cs typeface="Arial" charset="0"/>
              </a:rPr>
              <a:t>使用量趨勢</a:t>
            </a:r>
            <a:endParaRPr kumimoji="0" lang="zh-CN" altLang="en-US" sz="1400" b="1" i="0" u="none" strike="noStrike" kern="1200" cap="none" spc="0" normalizeH="0" baseline="0" noProof="0" dirty="0">
              <a:ln>
                <a:noFill/>
              </a:ln>
              <a:solidFill>
                <a:srgbClr val="2660AD"/>
              </a:solidFill>
              <a:effectLst/>
              <a:uLnTx/>
              <a:uFillTx/>
              <a:latin typeface="Calibri"/>
              <a:ea typeface="微软雅黑" panose="020B0503020204020204" pitchFamily="34" charset="-122"/>
              <a:cs typeface="Arial" charset="0"/>
            </a:endParaRPr>
          </a:p>
        </p:txBody>
      </p:sp>
      <p:graphicFrame>
        <p:nvGraphicFramePr>
          <p:cNvPr id="2" name="Table 1">
            <a:extLst>
              <a:ext uri="{FF2B5EF4-FFF2-40B4-BE49-F238E27FC236}">
                <a16:creationId xmlns:a16="http://schemas.microsoft.com/office/drawing/2014/main" id="{845EE2AD-862D-B63E-1B13-1B86EF255FEB}"/>
              </a:ext>
            </a:extLst>
          </p:cNvPr>
          <p:cNvGraphicFramePr>
            <a:graphicFrameLocks noGrp="1"/>
          </p:cNvGraphicFramePr>
          <p:nvPr/>
        </p:nvGraphicFramePr>
        <p:xfrm>
          <a:off x="6013484" y="2612228"/>
          <a:ext cx="5948925" cy="3410906"/>
        </p:xfrm>
        <a:graphic>
          <a:graphicData uri="http://schemas.openxmlformats.org/drawingml/2006/table">
            <a:tbl>
              <a:tblPr/>
              <a:tblGrid>
                <a:gridCol w="1212358">
                  <a:extLst>
                    <a:ext uri="{9D8B030D-6E8A-4147-A177-3AD203B41FA5}">
                      <a16:colId xmlns:a16="http://schemas.microsoft.com/office/drawing/2014/main" val="4043596207"/>
                    </a:ext>
                  </a:extLst>
                </a:gridCol>
                <a:gridCol w="2051437">
                  <a:extLst>
                    <a:ext uri="{9D8B030D-6E8A-4147-A177-3AD203B41FA5}">
                      <a16:colId xmlns:a16="http://schemas.microsoft.com/office/drawing/2014/main" val="897365715"/>
                    </a:ext>
                  </a:extLst>
                </a:gridCol>
                <a:gridCol w="838858">
                  <a:extLst>
                    <a:ext uri="{9D8B030D-6E8A-4147-A177-3AD203B41FA5}">
                      <a16:colId xmlns:a16="http://schemas.microsoft.com/office/drawing/2014/main" val="1418809151"/>
                    </a:ext>
                  </a:extLst>
                </a:gridCol>
                <a:gridCol w="1846272">
                  <a:extLst>
                    <a:ext uri="{9D8B030D-6E8A-4147-A177-3AD203B41FA5}">
                      <a16:colId xmlns:a16="http://schemas.microsoft.com/office/drawing/2014/main" val="182014793"/>
                    </a:ext>
                  </a:extLst>
                </a:gridCol>
              </a:tblGrid>
              <a:tr h="246392">
                <a:tc>
                  <a:txBody>
                    <a:bodyPr/>
                    <a:lstStyle/>
                    <a:p>
                      <a:pPr algn="ctr" fontAlgn="b">
                        <a:buNone/>
                      </a:pPr>
                      <a:r>
                        <a:rPr lang="zh-TW" altLang="en-US" sz="900" b="1" i="0" u="none" strike="noStrike" dirty="0">
                          <a:solidFill>
                            <a:schemeClr val="bg1"/>
                          </a:solidFill>
                          <a:effectLst/>
                          <a:latin typeface="微软雅黑" panose="020B0503020204020204" pitchFamily="34" charset="-122"/>
                          <a:ea typeface="微软雅黑" panose="020B0503020204020204" pitchFamily="34" charset="-122"/>
                        </a:rPr>
                        <a:t>公司</a:t>
                      </a:r>
                    </a:p>
                  </a:txBody>
                  <a:tcPr marL="9525" marR="9525" marT="9525" marB="0" anchor="ctr">
                    <a:lnL>
                      <a:noFill/>
                    </a:lnL>
                    <a:lnR>
                      <a:noFill/>
                    </a:lnR>
                    <a:lnT>
                      <a:noFill/>
                    </a:lnT>
                    <a:lnB w="12700" cap="flat" cmpd="sng" algn="ctr">
                      <a:solidFill>
                        <a:schemeClr val="accent1"/>
                      </a:solidFill>
                      <a:prstDash val="solid"/>
                      <a:round/>
                      <a:headEnd type="none" w="med" len="med"/>
                      <a:tailEnd type="none" w="med" len="med"/>
                    </a:lnB>
                    <a:solidFill>
                      <a:schemeClr val="accent1"/>
                    </a:solidFill>
                  </a:tcPr>
                </a:tc>
                <a:tc>
                  <a:txBody>
                    <a:bodyPr/>
                    <a:lstStyle/>
                    <a:p>
                      <a:pPr algn="ctr" fontAlgn="b">
                        <a:buNone/>
                      </a:pPr>
                      <a:r>
                        <a:rPr lang="zh-TW" altLang="en-US" sz="900" b="1" i="0" u="none" strike="noStrike">
                          <a:solidFill>
                            <a:schemeClr val="bg1"/>
                          </a:solidFill>
                          <a:effectLst/>
                          <a:latin typeface="微软雅黑" panose="020B0503020204020204" pitchFamily="34" charset="-122"/>
                          <a:ea typeface="微软雅黑" panose="020B0503020204020204" pitchFamily="34" charset="-122"/>
                        </a:rPr>
                        <a:t>漲價産品綫</a:t>
                      </a:r>
                      <a:endParaRPr lang="zh-TW" altLang="en-US" sz="900" b="1" i="0" u="none" strike="noStrike" dirty="0">
                        <a:solidFill>
                          <a:schemeClr val="bg1"/>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a:noFill/>
                    </a:lnT>
                    <a:lnB w="12700" cap="flat" cmpd="sng" algn="ctr">
                      <a:solidFill>
                        <a:schemeClr val="accent1"/>
                      </a:solidFill>
                      <a:prstDash val="solid"/>
                      <a:round/>
                      <a:headEnd type="none" w="med" len="med"/>
                      <a:tailEnd type="none" w="med" len="med"/>
                    </a:lnB>
                    <a:solidFill>
                      <a:schemeClr val="accent1"/>
                    </a:solidFill>
                  </a:tcPr>
                </a:tc>
                <a:tc>
                  <a:txBody>
                    <a:bodyPr/>
                    <a:lstStyle/>
                    <a:p>
                      <a:pPr algn="ctr" fontAlgn="b">
                        <a:buNone/>
                      </a:pPr>
                      <a:r>
                        <a:rPr lang="zh-TW" altLang="en-US" sz="900" b="1" i="0" u="none" strike="noStrike">
                          <a:solidFill>
                            <a:schemeClr val="bg1"/>
                          </a:solidFill>
                          <a:effectLst/>
                          <a:latin typeface="微软雅黑" panose="020B0503020204020204" pitchFamily="34" charset="-122"/>
                          <a:ea typeface="微软雅黑" panose="020B0503020204020204" pitchFamily="34" charset="-122"/>
                        </a:rPr>
                        <a:t>公告時間</a:t>
                      </a:r>
                    </a:p>
                  </a:txBody>
                  <a:tcPr marL="9525" marR="9525" marT="9525" marB="0" anchor="ctr">
                    <a:lnL>
                      <a:noFill/>
                    </a:lnL>
                    <a:lnR>
                      <a:noFill/>
                    </a:lnR>
                    <a:lnT>
                      <a:noFill/>
                    </a:lnT>
                    <a:lnB w="12700" cap="flat" cmpd="sng" algn="ctr">
                      <a:solidFill>
                        <a:schemeClr val="accent1"/>
                      </a:solidFill>
                      <a:prstDash val="solid"/>
                      <a:round/>
                      <a:headEnd type="none" w="med" len="med"/>
                      <a:tailEnd type="none" w="med" len="med"/>
                    </a:lnB>
                    <a:solidFill>
                      <a:schemeClr val="accent1"/>
                    </a:solidFill>
                  </a:tcPr>
                </a:tc>
                <a:tc>
                  <a:txBody>
                    <a:bodyPr/>
                    <a:lstStyle/>
                    <a:p>
                      <a:pPr algn="ctr" fontAlgn="b">
                        <a:buNone/>
                      </a:pPr>
                      <a:r>
                        <a:rPr lang="zh-TW" altLang="en-US" sz="900" b="1" i="0" u="none" strike="noStrike">
                          <a:solidFill>
                            <a:schemeClr val="bg1"/>
                          </a:solidFill>
                          <a:effectLst/>
                          <a:latin typeface="微软雅黑" panose="020B0503020204020204" pitchFamily="34" charset="-122"/>
                          <a:ea typeface="微软雅黑" panose="020B0503020204020204" pitchFamily="34" charset="-122"/>
                        </a:rPr>
                        <a:t>漲幅</a:t>
                      </a:r>
                      <a:endParaRPr lang="zh-TW" altLang="en-US" sz="900" b="1" i="0" u="none" strike="noStrike" dirty="0">
                        <a:solidFill>
                          <a:schemeClr val="bg1"/>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a:noFill/>
                    </a:lnT>
                    <a:lnB w="12700" cap="flat" cmpd="sng" algn="ctr">
                      <a:solidFill>
                        <a:schemeClr val="accent1"/>
                      </a:solidFill>
                      <a:prstDash val="solid"/>
                      <a:round/>
                      <a:headEnd type="none" w="med" len="med"/>
                      <a:tailEnd type="none" w="med" len="med"/>
                    </a:lnB>
                    <a:solidFill>
                      <a:schemeClr val="accent1"/>
                    </a:solidFill>
                  </a:tcPr>
                </a:tc>
                <a:extLst>
                  <a:ext uri="{0D108BD9-81ED-4DB2-BD59-A6C34878D82A}">
                    <a16:rowId xmlns:a16="http://schemas.microsoft.com/office/drawing/2014/main" val="2134275804"/>
                  </a:ext>
                </a:extLst>
              </a:tr>
              <a:tr h="287954">
                <a:tc>
                  <a:txBody>
                    <a:bodyPr/>
                    <a:lstStyle/>
                    <a:p>
                      <a:pPr algn="ctr" fontAlgn="b">
                        <a:buNone/>
                      </a:pPr>
                      <a:r>
                        <a:rPr lang="en-US" sz="900" b="0" i="0" u="none" strike="noStrike" dirty="0">
                          <a:solidFill>
                            <a:srgbClr val="000000"/>
                          </a:solidFill>
                          <a:effectLst/>
                          <a:latin typeface="微软雅黑" panose="020B0503020204020204" pitchFamily="34" charset="-122"/>
                          <a:ea typeface="微软雅黑" panose="020B0503020204020204" pitchFamily="34" charset="-122"/>
                        </a:rPr>
                        <a:t>AWS</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900" b="0" i="0" u="none" strike="noStrike" dirty="0">
                          <a:solidFill>
                            <a:srgbClr val="000000"/>
                          </a:solidFill>
                          <a:effectLst/>
                          <a:latin typeface="微软雅黑" panose="020B0503020204020204" pitchFamily="34" charset="-122"/>
                          <a:ea typeface="微软雅黑" panose="020B0503020204020204" pitchFamily="34" charset="-122"/>
                        </a:rPr>
                        <a:t>EC2 Capacity Blocks for ML（p5e.48xlarge，H200 GPU）</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微软雅黑" panose="020B0503020204020204" pitchFamily="34" charset="-122"/>
                          <a:ea typeface="微软雅黑" panose="020B0503020204020204" pitchFamily="34" charset="-122"/>
                        </a:rPr>
                        <a:t>2026.1.23</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微软雅黑" panose="020B0503020204020204" pitchFamily="34" charset="-122"/>
                          <a:ea typeface="微软雅黑" panose="020B0503020204020204" pitchFamily="34" charset="-122"/>
                        </a:rPr>
                        <a:t>15%</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1883040980"/>
                  </a:ext>
                </a:extLst>
              </a:tr>
              <a:tr h="287954">
                <a:tc>
                  <a:txBody>
                    <a:bodyPr/>
                    <a:lstStyle/>
                    <a:p>
                      <a:pPr algn="ctr" fontAlgn="b">
                        <a:buNone/>
                      </a:pP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穀歌雲</a:t>
                      </a:r>
                      <a:endParaRPr lang="zh-TW"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900" b="0" i="0" u="none" strike="noStrike" dirty="0">
                          <a:solidFill>
                            <a:srgbClr val="000000"/>
                          </a:solidFill>
                          <a:effectLst/>
                          <a:latin typeface="微软雅黑" panose="020B0503020204020204" pitchFamily="34" charset="-122"/>
                          <a:ea typeface="微软雅黑" panose="020B0503020204020204" pitchFamily="34" charset="-122"/>
                        </a:rPr>
                        <a:t>CDN Interconnect / Direct Peering / Carrier Peering</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900" b="0" i="0" u="none" strike="noStrike" dirty="0">
                          <a:solidFill>
                            <a:srgbClr val="000000"/>
                          </a:solidFill>
                          <a:effectLst/>
                          <a:latin typeface="微软雅黑" panose="020B0503020204020204" pitchFamily="34" charset="-122"/>
                          <a:ea typeface="微软雅黑" panose="020B0503020204020204" pitchFamily="34" charset="-122"/>
                        </a:rPr>
                        <a:t>2026.1.27</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zh-CN" altLang="en-US" sz="900" b="0" i="0" u="none" strike="noStrike" dirty="0">
                          <a:solidFill>
                            <a:srgbClr val="000000"/>
                          </a:solidFill>
                          <a:effectLst/>
                          <a:latin typeface="微软雅黑" panose="020B0503020204020204" pitchFamily="34" charset="-122"/>
                          <a:ea typeface="微软雅黑" panose="020B0503020204020204" pitchFamily="34" charset="-122"/>
                        </a:rPr>
                        <a:t>北美</a:t>
                      </a: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100%</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，歐洲</a:t>
                      </a: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60%</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，亞洲</a:t>
                      </a: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42</a:t>
                      </a:r>
                      <a:r>
                        <a:rPr lang="en-US" altLang="zh-CN" sz="900" b="0" i="0" u="none" strike="noStrike" dirty="0">
                          <a:solidFill>
                            <a:srgbClr val="000000"/>
                          </a:solidFill>
                          <a:effectLst/>
                          <a:latin typeface="微软雅黑" panose="020B0503020204020204" pitchFamily="34" charset="-122"/>
                          <a:ea typeface="微软雅黑" panose="020B0503020204020204" pitchFamily="34" charset="-122"/>
                        </a:rPr>
                        <a:t>%</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948894878"/>
                  </a:ext>
                </a:extLst>
              </a:tr>
              <a:tr h="246392">
                <a:tc>
                  <a:txBody>
                    <a:bodyPr/>
                    <a:lstStyle/>
                    <a:p>
                      <a:pPr algn="ctr" fontAlgn="b">
                        <a:buNone/>
                      </a:pP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網宿科技</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CDN</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標準服務組流量</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微软雅黑" panose="020B0503020204020204" pitchFamily="34" charset="-122"/>
                          <a:ea typeface="微软雅黑" panose="020B0503020204020204" pitchFamily="34" charset="-122"/>
                        </a:rPr>
                        <a:t>2026.2.4</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微软雅黑" panose="020B0503020204020204" pitchFamily="34" charset="-122"/>
                          <a:ea typeface="微软雅黑" panose="020B0503020204020204" pitchFamily="34" charset="-122"/>
                        </a:rPr>
                        <a:t>35%</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676778275"/>
                  </a:ext>
                </a:extLst>
              </a:tr>
              <a:tr h="287954">
                <a:tc>
                  <a:txBody>
                    <a:bodyPr/>
                    <a:lstStyle/>
                    <a:p>
                      <a:pPr algn="ctr" fontAlgn="b">
                        <a:buNone/>
                      </a:pP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網宿科技</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CDN</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快速回源通道流量、對象存儲</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微软雅黑" panose="020B0503020204020204" pitchFamily="34" charset="-122"/>
                          <a:ea typeface="微软雅黑" panose="020B0503020204020204" pitchFamily="34" charset="-122"/>
                        </a:rPr>
                        <a:t>2026.2.4</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微软雅黑" panose="020B0503020204020204" pitchFamily="34" charset="-122"/>
                          <a:ea typeface="微软雅黑" panose="020B0503020204020204" pitchFamily="34" charset="-122"/>
                        </a:rPr>
                        <a:t>40%</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176975732"/>
                  </a:ext>
                </a:extLst>
              </a:tr>
              <a:tr h="287954">
                <a:tc>
                  <a:txBody>
                    <a:bodyPr/>
                    <a:lstStyle/>
                    <a:p>
                      <a:pPr algn="ctr" fontAlgn="b">
                        <a:buNone/>
                      </a:pP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優刻得</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全綫雲産品與服務（含算力、存儲、網絡等）</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900" b="0" i="0" u="none" strike="noStrike" dirty="0">
                          <a:solidFill>
                            <a:srgbClr val="000000"/>
                          </a:solidFill>
                          <a:effectLst/>
                          <a:latin typeface="微软雅黑" panose="020B0503020204020204" pitchFamily="34" charset="-122"/>
                          <a:ea typeface="微软雅黑" panose="020B0503020204020204" pitchFamily="34" charset="-122"/>
                        </a:rPr>
                        <a:t>2026.2.11</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上浮調整</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372796908"/>
                  </a:ext>
                </a:extLst>
              </a:tr>
              <a:tr h="246392">
                <a:tc>
                  <a:txBody>
                    <a:bodyPr/>
                    <a:lstStyle/>
                    <a:p>
                      <a:pPr algn="ctr" fontAlgn="b">
                        <a:buNone/>
                      </a:pP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智譜</a:t>
                      </a:r>
                      <a:r>
                        <a:rPr lang="en-US" sz="900" b="0" i="0" u="none" strike="noStrike">
                          <a:solidFill>
                            <a:srgbClr val="000000"/>
                          </a:solidFill>
                          <a:effectLst/>
                          <a:latin typeface="微软雅黑" panose="020B0503020204020204" pitchFamily="34" charset="-122"/>
                          <a:ea typeface="微软雅黑" panose="020B0503020204020204" pitchFamily="34" charset="-122"/>
                        </a:rPr>
                        <a:t>AI</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微软雅黑" panose="020B0503020204020204" pitchFamily="34" charset="-122"/>
                          <a:ea typeface="微软雅黑" panose="020B0503020204020204" pitchFamily="34" charset="-122"/>
                        </a:rPr>
                        <a:t>GLM Coding Plan</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微软雅黑" panose="020B0503020204020204" pitchFamily="34" charset="-122"/>
                          <a:ea typeface="微软雅黑" panose="020B0503020204020204" pitchFamily="34" charset="-122"/>
                        </a:rPr>
                        <a:t>2026.2.12</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整體自</a:t>
                      </a: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30%</a:t>
                      </a: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起</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4094308439"/>
                  </a:ext>
                </a:extLst>
              </a:tr>
              <a:tr h="246392">
                <a:tc>
                  <a:txBody>
                    <a:bodyPr/>
                    <a:lstStyle/>
                    <a:p>
                      <a:pPr algn="ctr" fontAlgn="b">
                        <a:buNone/>
                      </a:pP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騰訊雲</a:t>
                      </a:r>
                      <a:endParaRPr lang="zh-TW"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lumMod val="20000"/>
                        <a:lumOff val="80000"/>
                      </a:schemeClr>
                    </a:solidFill>
                  </a:tcPr>
                </a:tc>
                <a:tc>
                  <a:txBody>
                    <a:bodyPr/>
                    <a:lstStyle/>
                    <a:p>
                      <a:pPr algn="ctr" fontAlgn="b">
                        <a:buNone/>
                      </a:pPr>
                      <a:r>
                        <a:rPr lang="en-US" sz="900" b="0" i="0" u="none" strike="noStrike" dirty="0">
                          <a:solidFill>
                            <a:srgbClr val="000000"/>
                          </a:solidFill>
                          <a:effectLst/>
                          <a:latin typeface="微软雅黑" panose="020B0503020204020204" pitchFamily="34" charset="-122"/>
                          <a:ea typeface="微软雅黑" panose="020B0503020204020204" pitchFamily="34" charset="-122"/>
                        </a:rPr>
                        <a:t>HY 2.0 Think API</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lumMod val="20000"/>
                        <a:lumOff val="80000"/>
                      </a:schemeClr>
                    </a:solidFill>
                  </a:tcPr>
                </a:tc>
                <a:tc>
                  <a:txBody>
                    <a:bodyPr/>
                    <a:lstStyle/>
                    <a:p>
                      <a:pPr algn="ctr" fontAlgn="b">
                        <a:buNone/>
                      </a:pPr>
                      <a:r>
                        <a:rPr lang="en-US" sz="900" b="0" i="0" u="none" strike="noStrike" dirty="0">
                          <a:solidFill>
                            <a:srgbClr val="000000"/>
                          </a:solidFill>
                          <a:effectLst/>
                          <a:latin typeface="微软雅黑" panose="020B0503020204020204" pitchFamily="34" charset="-122"/>
                          <a:ea typeface="微软雅黑" panose="020B0503020204020204" pitchFamily="34" charset="-122"/>
                        </a:rPr>
                        <a:t>2026.3.11</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lumMod val="20000"/>
                        <a:lumOff val="80000"/>
                      </a:schemeClr>
                    </a:solidFill>
                  </a:tcPr>
                </a:tc>
                <a:tc>
                  <a:txBody>
                    <a:bodyPr/>
                    <a:lstStyle/>
                    <a:p>
                      <a:pPr algn="ctr" fontAlgn="b">
                        <a:buNone/>
                      </a:pPr>
                      <a:r>
                        <a:rPr lang="zh-TW" altLang="en-US" sz="900" b="0" i="0" u="none" strike="noStrike" dirty="0">
                          <a:solidFill>
                            <a:srgbClr val="000000"/>
                          </a:solidFill>
                          <a:effectLst/>
                          <a:latin typeface="微软雅黑" panose="020B0503020204020204" pitchFamily="34" charset="-122"/>
                          <a:ea typeface="微软雅黑" panose="020B0503020204020204" pitchFamily="34" charset="-122"/>
                        </a:rPr>
                        <a:t>超</a:t>
                      </a:r>
                      <a:r>
                        <a:rPr lang="en-US" altLang="zh-TW" sz="900" b="0" i="0" u="none" strike="noStrike" dirty="0">
                          <a:solidFill>
                            <a:srgbClr val="000000"/>
                          </a:solidFill>
                          <a:effectLst/>
                          <a:latin typeface="微软雅黑" panose="020B0503020204020204" pitchFamily="34" charset="-122"/>
                          <a:ea typeface="微软雅黑" panose="020B0503020204020204" pitchFamily="34" charset="-122"/>
                        </a:rPr>
                        <a:t>450%</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3388321485"/>
                  </a:ext>
                </a:extLst>
              </a:tr>
              <a:tr h="246392">
                <a:tc>
                  <a:txBody>
                    <a:bodyPr/>
                    <a:lstStyle/>
                    <a:p>
                      <a:pPr algn="ctr" fontAlgn="b">
                        <a:buNone/>
                      </a:pP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智譜</a:t>
                      </a:r>
                      <a:r>
                        <a:rPr lang="en-US" sz="900" b="0" i="0" u="none" strike="noStrike">
                          <a:solidFill>
                            <a:srgbClr val="000000"/>
                          </a:solidFill>
                          <a:effectLst/>
                          <a:latin typeface="微软雅黑" panose="020B0503020204020204" pitchFamily="34" charset="-122"/>
                          <a:ea typeface="微软雅黑" panose="020B0503020204020204" pitchFamily="34" charset="-122"/>
                        </a:rPr>
                        <a:t>AI</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微软雅黑" panose="020B0503020204020204" pitchFamily="34" charset="-122"/>
                          <a:ea typeface="微软雅黑" panose="020B0503020204020204" pitchFamily="34" charset="-122"/>
                        </a:rPr>
                        <a:t>GLM-5-Turbo API</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微软雅黑" panose="020B0503020204020204" pitchFamily="34" charset="-122"/>
                          <a:ea typeface="微软雅黑" panose="020B0503020204020204" pitchFamily="34" charset="-122"/>
                        </a:rPr>
                        <a:t>2026.3.16</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fontAlgn="b">
                        <a:buNone/>
                      </a:pP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在</a:t>
                      </a: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GLM-5</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基礎上上調</a:t>
                      </a: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20</a:t>
                      </a:r>
                      <a:r>
                        <a:rPr lang="en-US" altLang="zh-CN" sz="900" b="0" i="0" u="none" strike="noStrike" dirty="0">
                          <a:solidFill>
                            <a:srgbClr val="000000"/>
                          </a:solidFill>
                          <a:effectLst/>
                          <a:latin typeface="微软雅黑" panose="020B0503020204020204" pitchFamily="34" charset="-122"/>
                          <a:ea typeface="微软雅黑" panose="020B0503020204020204" pitchFamily="34" charset="-122"/>
                        </a:rPr>
                        <a:t>%</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4206062103"/>
                  </a:ext>
                </a:extLst>
              </a:tr>
              <a:tr h="287954">
                <a:tc>
                  <a:txBody>
                    <a:bodyPr/>
                    <a:lstStyle/>
                    <a:p>
                      <a:pPr algn="ctr" fontAlgn="b">
                        <a:buNone/>
                      </a:pP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阿裏雲</a:t>
                      </a:r>
                      <a:endParaRPr lang="zh-TW"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lumMod val="20000"/>
                        <a:lumOff val="80000"/>
                      </a:schemeClr>
                    </a:solidFill>
                  </a:tcPr>
                </a:tc>
                <a:tc>
                  <a:txBody>
                    <a:bodyPr/>
                    <a:lstStyle/>
                    <a:p>
                      <a:pPr algn="ctr" fontAlgn="b">
                        <a:buNone/>
                      </a:pP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平頭哥真武</a:t>
                      </a: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810E</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等</a:t>
                      </a: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AI</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算力卡相關服務</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lumMod val="20000"/>
                        <a:lumOff val="80000"/>
                      </a:schemeClr>
                    </a:solidFill>
                  </a:tcPr>
                </a:tc>
                <a:tc>
                  <a:txBody>
                    <a:bodyPr/>
                    <a:lstStyle/>
                    <a:p>
                      <a:pPr algn="ctr" fontAlgn="b">
                        <a:buNone/>
                      </a:pPr>
                      <a:r>
                        <a:rPr lang="en-US" sz="900" b="0" i="0" u="none" strike="noStrike">
                          <a:solidFill>
                            <a:srgbClr val="000000"/>
                          </a:solidFill>
                          <a:effectLst/>
                          <a:latin typeface="微软雅黑" panose="020B0503020204020204" pitchFamily="34" charset="-122"/>
                          <a:ea typeface="微软雅黑" panose="020B0503020204020204" pitchFamily="34" charset="-122"/>
                        </a:rPr>
                        <a:t>2026.3.18</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lumMod val="20000"/>
                        <a:lumOff val="80000"/>
                      </a:schemeClr>
                    </a:solidFill>
                  </a:tcPr>
                </a:tc>
                <a:tc>
                  <a:txBody>
                    <a:bodyPr/>
                    <a:lstStyle/>
                    <a:p>
                      <a:pPr algn="ctr" fontAlgn="b">
                        <a:buNone/>
                      </a:pPr>
                      <a:r>
                        <a:rPr lang="en-US" sz="900" b="0" i="0" u="none" strike="noStrike" dirty="0">
                          <a:solidFill>
                            <a:srgbClr val="000000"/>
                          </a:solidFill>
                          <a:effectLst/>
                          <a:latin typeface="微软雅黑" panose="020B0503020204020204" pitchFamily="34" charset="-122"/>
                          <a:ea typeface="微软雅黑" panose="020B0503020204020204" pitchFamily="34" charset="-122"/>
                        </a:rPr>
                        <a:t>5%～34%</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589556625"/>
                  </a:ext>
                </a:extLst>
              </a:tr>
              <a:tr h="246392">
                <a:tc>
                  <a:txBody>
                    <a:bodyPr/>
                    <a:lstStyle/>
                    <a:p>
                      <a:pPr algn="ctr" fontAlgn="b">
                        <a:buNone/>
                      </a:pP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阿裏雲</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lumMod val="20000"/>
                        <a:lumOff val="80000"/>
                      </a:schemeClr>
                    </a:solidFill>
                  </a:tcPr>
                </a:tc>
                <a:tc>
                  <a:txBody>
                    <a:bodyPr/>
                    <a:lstStyle/>
                    <a:p>
                      <a:pPr algn="ctr" fontAlgn="b">
                        <a:buNone/>
                      </a:pP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CPFS</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智算版（文件存儲）</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lumMod val="20000"/>
                        <a:lumOff val="80000"/>
                      </a:schemeClr>
                    </a:solidFill>
                  </a:tcPr>
                </a:tc>
                <a:tc>
                  <a:txBody>
                    <a:bodyPr/>
                    <a:lstStyle/>
                    <a:p>
                      <a:pPr algn="ctr" fontAlgn="b">
                        <a:buNone/>
                      </a:pPr>
                      <a:r>
                        <a:rPr lang="en-US" sz="900" b="0" i="0" u="none" strike="noStrike">
                          <a:solidFill>
                            <a:srgbClr val="000000"/>
                          </a:solidFill>
                          <a:effectLst/>
                          <a:latin typeface="微软雅黑" panose="020B0503020204020204" pitchFamily="34" charset="-122"/>
                          <a:ea typeface="微软雅黑" panose="020B0503020204020204" pitchFamily="34" charset="-122"/>
                        </a:rPr>
                        <a:t>2026.3.18</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lumMod val="20000"/>
                        <a:lumOff val="80000"/>
                      </a:schemeClr>
                    </a:solidFill>
                  </a:tcPr>
                </a:tc>
                <a:tc>
                  <a:txBody>
                    <a:bodyPr/>
                    <a:lstStyle/>
                    <a:p>
                      <a:pPr algn="ctr" fontAlgn="b">
                        <a:buNone/>
                      </a:pPr>
                      <a:r>
                        <a:rPr lang="en-US" sz="900" b="0" i="0" u="none" strike="noStrike">
                          <a:solidFill>
                            <a:srgbClr val="000000"/>
                          </a:solidFill>
                          <a:effectLst/>
                          <a:latin typeface="微软雅黑" panose="020B0503020204020204" pitchFamily="34" charset="-122"/>
                          <a:ea typeface="微软雅黑" panose="020B0503020204020204" pitchFamily="34" charset="-122"/>
                        </a:rPr>
                        <a:t>30%</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984565874"/>
                  </a:ext>
                </a:extLst>
              </a:tr>
              <a:tr h="246392">
                <a:tc>
                  <a:txBody>
                    <a:bodyPr/>
                    <a:lstStyle/>
                    <a:p>
                      <a:pPr algn="ctr" fontAlgn="b">
                        <a:buNone/>
                      </a:pP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百度智能雲</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lumMod val="20000"/>
                        <a:lumOff val="80000"/>
                      </a:schemeClr>
                    </a:solidFill>
                  </a:tcPr>
                </a:tc>
                <a:tc>
                  <a:txBody>
                    <a:bodyPr/>
                    <a:lstStyle/>
                    <a:p>
                      <a:pPr algn="ctr" fontAlgn="b">
                        <a:buNone/>
                      </a:pPr>
                      <a:r>
                        <a:rPr lang="en-US" altLang="zh-CN" sz="900" b="0" i="0" u="none" strike="noStrike">
                          <a:solidFill>
                            <a:srgbClr val="000000"/>
                          </a:solidFill>
                          <a:effectLst/>
                          <a:latin typeface="微软雅黑" panose="020B0503020204020204" pitchFamily="34" charset="-122"/>
                          <a:ea typeface="微软雅黑" panose="020B0503020204020204" pitchFamily="34" charset="-122"/>
                        </a:rPr>
                        <a:t>AI</a:t>
                      </a: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算力相關産品</a:t>
                      </a:r>
                      <a:endParaRPr lang="zh-CN"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lumMod val="20000"/>
                        <a:lumOff val="80000"/>
                      </a:schemeClr>
                    </a:solidFill>
                  </a:tcPr>
                </a:tc>
                <a:tc>
                  <a:txBody>
                    <a:bodyPr/>
                    <a:lstStyle/>
                    <a:p>
                      <a:pPr algn="ctr" fontAlgn="b">
                        <a:buNone/>
                      </a:pPr>
                      <a:r>
                        <a:rPr lang="en-US" sz="900" b="0" i="0" u="none" strike="noStrike">
                          <a:solidFill>
                            <a:srgbClr val="000000"/>
                          </a:solidFill>
                          <a:effectLst/>
                          <a:latin typeface="微软雅黑" panose="020B0503020204020204" pitchFamily="34" charset="-122"/>
                          <a:ea typeface="微软雅黑" panose="020B0503020204020204" pitchFamily="34" charset="-122"/>
                        </a:rPr>
                        <a:t>2026.3.18</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lumMod val="20000"/>
                        <a:lumOff val="80000"/>
                      </a:schemeClr>
                    </a:solidFill>
                  </a:tcPr>
                </a:tc>
                <a:tc>
                  <a:txBody>
                    <a:bodyPr/>
                    <a:lstStyle/>
                    <a:p>
                      <a:pPr algn="ctr" fontAlgn="b">
                        <a:buNone/>
                      </a:pP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約</a:t>
                      </a:r>
                      <a:r>
                        <a:rPr lang="en-US" altLang="zh-TW" sz="900" b="0" i="0" u="none" strike="noStrike">
                          <a:solidFill>
                            <a:srgbClr val="000000"/>
                          </a:solidFill>
                          <a:effectLst/>
                          <a:latin typeface="微软雅黑" panose="020B0503020204020204" pitchFamily="34" charset="-122"/>
                          <a:ea typeface="微软雅黑" panose="020B0503020204020204" pitchFamily="34" charset="-122"/>
                        </a:rPr>
                        <a:t>5</a:t>
                      </a:r>
                      <a:r>
                        <a:rPr lang="en-US" altLang="zh-TW" sz="900" b="0" i="0" u="none" strike="noStrike" dirty="0">
                          <a:solidFill>
                            <a:srgbClr val="000000"/>
                          </a:solidFill>
                          <a:effectLst/>
                          <a:latin typeface="微软雅黑" panose="020B0503020204020204" pitchFamily="34" charset="-122"/>
                          <a:ea typeface="微软雅黑" panose="020B0503020204020204" pitchFamily="34" charset="-122"/>
                        </a:rPr>
                        <a:t>%</a:t>
                      </a:r>
                      <a:r>
                        <a:rPr lang="zh-TW" altLang="en-US" sz="900" b="0" i="0" u="none" strike="noStrike" dirty="0">
                          <a:solidFill>
                            <a:srgbClr val="000000"/>
                          </a:solidFill>
                          <a:effectLst/>
                          <a:latin typeface="微软雅黑" panose="020B0503020204020204" pitchFamily="34" charset="-122"/>
                          <a:ea typeface="微软雅黑" panose="020B0503020204020204" pitchFamily="34" charset="-122"/>
                        </a:rPr>
                        <a:t>～</a:t>
                      </a:r>
                      <a:r>
                        <a:rPr lang="en-US" altLang="zh-TW" sz="900" b="0" i="0" u="none" strike="noStrike" dirty="0">
                          <a:solidFill>
                            <a:srgbClr val="000000"/>
                          </a:solidFill>
                          <a:effectLst/>
                          <a:latin typeface="微软雅黑" panose="020B0503020204020204" pitchFamily="34" charset="-122"/>
                          <a:ea typeface="微软雅黑" panose="020B0503020204020204" pitchFamily="34" charset="-122"/>
                        </a:rPr>
                        <a:t>30%</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3916251389"/>
                  </a:ext>
                </a:extLst>
              </a:tr>
              <a:tr h="246392">
                <a:tc>
                  <a:txBody>
                    <a:bodyPr/>
                    <a:lstStyle/>
                    <a:p>
                      <a:pPr algn="ctr" fontAlgn="b">
                        <a:buNone/>
                      </a:pPr>
                      <a:r>
                        <a:rPr lang="zh-TW" altLang="en-US" sz="900" b="0" i="0" u="none" strike="noStrike">
                          <a:solidFill>
                            <a:srgbClr val="000000"/>
                          </a:solidFill>
                          <a:effectLst/>
                          <a:latin typeface="微软雅黑" panose="020B0503020204020204" pitchFamily="34" charset="-122"/>
                          <a:ea typeface="微软雅黑" panose="020B0503020204020204" pitchFamily="34" charset="-122"/>
                        </a:rPr>
                        <a:t>百度智能雲</a:t>
                      </a:r>
                      <a:endParaRPr lang="zh-TW" altLang="en-US" sz="9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lumMod val="20000"/>
                        <a:lumOff val="80000"/>
                      </a:schemeClr>
                    </a:solidFill>
                  </a:tcPr>
                </a:tc>
                <a:tc>
                  <a:txBody>
                    <a:bodyPr/>
                    <a:lstStyle/>
                    <a:p>
                      <a:pPr algn="ctr" fontAlgn="b">
                        <a:buNone/>
                      </a:pPr>
                      <a:r>
                        <a:rPr lang="zh-CN" altLang="en-US" sz="900" b="0" i="0" u="none" strike="noStrike">
                          <a:solidFill>
                            <a:srgbClr val="000000"/>
                          </a:solidFill>
                          <a:effectLst/>
                          <a:latin typeface="微软雅黑" panose="020B0503020204020204" pitchFamily="34" charset="-122"/>
                          <a:ea typeface="微软雅黑" panose="020B0503020204020204" pitchFamily="34" charset="-122"/>
                        </a:rPr>
                        <a:t>幷行文件存儲</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lumMod val="20000"/>
                        <a:lumOff val="80000"/>
                      </a:schemeClr>
                    </a:solidFill>
                  </a:tcPr>
                </a:tc>
                <a:tc>
                  <a:txBody>
                    <a:bodyPr/>
                    <a:lstStyle/>
                    <a:p>
                      <a:pPr algn="ctr" fontAlgn="b">
                        <a:buNone/>
                      </a:pPr>
                      <a:r>
                        <a:rPr lang="en-US" sz="900" b="0" i="0" u="none" strike="noStrike" dirty="0">
                          <a:solidFill>
                            <a:srgbClr val="000000"/>
                          </a:solidFill>
                          <a:effectLst/>
                          <a:latin typeface="微软雅黑" panose="020B0503020204020204" pitchFamily="34" charset="-122"/>
                          <a:ea typeface="微软雅黑" panose="020B0503020204020204" pitchFamily="34" charset="-122"/>
                        </a:rPr>
                        <a:t>2026.3.18</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lumMod val="20000"/>
                        <a:lumOff val="80000"/>
                      </a:schemeClr>
                    </a:solidFill>
                  </a:tcPr>
                </a:tc>
                <a:tc>
                  <a:txBody>
                    <a:bodyPr/>
                    <a:lstStyle/>
                    <a:p>
                      <a:pPr algn="ctr" fontAlgn="b">
                        <a:buNone/>
                      </a:pPr>
                      <a:r>
                        <a:rPr lang="zh-TW" altLang="en-US" sz="900" b="0" i="0" u="none" strike="noStrike" dirty="0">
                          <a:solidFill>
                            <a:srgbClr val="000000"/>
                          </a:solidFill>
                          <a:effectLst/>
                          <a:latin typeface="微软雅黑" panose="020B0503020204020204" pitchFamily="34" charset="-122"/>
                          <a:ea typeface="微软雅黑" panose="020B0503020204020204" pitchFamily="34" charset="-122"/>
                        </a:rPr>
                        <a:t>約</a:t>
                      </a:r>
                      <a:r>
                        <a:rPr lang="en-US" altLang="zh-TW" sz="900" b="0" i="0" u="none" strike="noStrike" dirty="0">
                          <a:solidFill>
                            <a:srgbClr val="000000"/>
                          </a:solidFill>
                          <a:effectLst/>
                          <a:latin typeface="微软雅黑" panose="020B0503020204020204" pitchFamily="34" charset="-122"/>
                          <a:ea typeface="微软雅黑" panose="020B0503020204020204" pitchFamily="34" charset="-122"/>
                        </a:rPr>
                        <a:t>30%</a:t>
                      </a:r>
                    </a:p>
                  </a:txBody>
                  <a:tcPr marL="9525" marR="9525" marT="9525" marB="0" anchor="ctr">
                    <a:lnL>
                      <a:noFill/>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433521738"/>
                  </a:ext>
                </a:extLst>
              </a:tr>
            </a:tbl>
          </a:graphicData>
        </a:graphic>
      </p:graphicFrame>
      <p:sp>
        <p:nvSpPr>
          <p:cNvPr id="7" name="TextBox 6">
            <a:extLst>
              <a:ext uri="{FF2B5EF4-FFF2-40B4-BE49-F238E27FC236}">
                <a16:creationId xmlns:a16="http://schemas.microsoft.com/office/drawing/2014/main" id="{043BA1B7-74AE-AC98-461B-BB0D9DA1E64D}"/>
              </a:ext>
            </a:extLst>
          </p:cNvPr>
          <p:cNvSpPr txBox="1"/>
          <p:nvPr/>
        </p:nvSpPr>
        <p:spPr>
          <a:xfrm>
            <a:off x="7042642" y="2122782"/>
            <a:ext cx="3890607" cy="311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0" marR="0" lvl="0" indent="0" algn="ctr" defTabSz="914400" eaLnBrk="1" latinLnBrk="0" hangingPunct="1">
              <a:lnSpc>
                <a:spcPct val="100000"/>
              </a:lnSpc>
              <a:buClrTx/>
              <a:buSzTx/>
              <a:buFontTx/>
              <a:buNone/>
              <a:tabLst/>
              <a:defRPr kumimoji="0" sz="1100" b="1" i="0" u="none" strike="noStrike" cap="none" spc="0" normalizeH="0" baseline="0">
                <a:ln>
                  <a:noFill/>
                </a:ln>
                <a:solidFill>
                  <a:srgbClr val="2660AD"/>
                </a:solidFill>
                <a:effectLst/>
                <a:uLnTx/>
                <a:uFillTx/>
                <a:ea typeface="微软雅黑" panose="020B0503020204020204" pitchFamily="34" charset="-122"/>
                <a:cs typeface="Arial" panose="020B0604020202020204" pitchFamily="34" charset="0"/>
              </a:defRPr>
            </a:lvl1pPr>
            <a:lvl2pPr marL="742950" indent="-285750">
              <a:lnSpc>
                <a:spcPct val="90000"/>
              </a:lnSpc>
              <a:spcBef>
                <a:spcPts val="500"/>
              </a:spcBef>
              <a:buFont typeface="Arial" panose="020B0604020202020204" pitchFamily="34" charset="0"/>
              <a:buChar char="•"/>
              <a:defRPr sz="2400">
                <a:latin typeface="Calibri Light" panose="020F0302020204030204" pitchFamily="34" charset="0"/>
              </a:defRPr>
            </a:lvl2pPr>
            <a:lvl3pPr marL="1143000" indent="-228600">
              <a:lnSpc>
                <a:spcPct val="90000"/>
              </a:lnSpc>
              <a:spcBef>
                <a:spcPts val="500"/>
              </a:spcBef>
              <a:buFont typeface="Arial" panose="020B0604020202020204" pitchFamily="34" charset="0"/>
              <a:buChar char="•"/>
              <a:defRPr sz="2000">
                <a:latin typeface="Calibri Light" panose="020F0302020204030204" pitchFamily="34" charset="0"/>
              </a:defRPr>
            </a:lvl3pPr>
            <a:lvl4pPr marL="1600200" indent="-228600">
              <a:lnSpc>
                <a:spcPct val="90000"/>
              </a:lnSpc>
              <a:spcBef>
                <a:spcPts val="500"/>
              </a:spcBef>
              <a:buFont typeface="Arial" panose="020B0604020202020204" pitchFamily="34" charset="0"/>
              <a:buChar char="•"/>
              <a:defRPr>
                <a:latin typeface="Calibri Light" panose="020F0302020204030204" pitchFamily="34" charset="0"/>
              </a:defRPr>
            </a:lvl4pPr>
            <a:lvl5pPr marL="2057400" indent="-228600">
              <a:lnSpc>
                <a:spcPct val="90000"/>
              </a:lnSpc>
              <a:spcBef>
                <a:spcPts val="500"/>
              </a:spcBef>
              <a:buFont typeface="Arial" panose="020B0604020202020204" pitchFamily="34" charset="0"/>
              <a:buChar char="•"/>
              <a:defRPr>
                <a:latin typeface="Calibri Light" panose="020F03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Light" panose="020F03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Light" panose="020F03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Light" panose="020F03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Light" panose="020F0302020204030204" pitchFamily="34" charset="0"/>
              </a:defRPr>
            </a:lvl9pPr>
          </a:lstStyle>
          <a:p>
            <a:pPr marL="0" marR="0" lvl="0" indent="0" algn="ctr" defTabSz="914400" rtl="0" eaLnBrk="1" fontAlgn="base" latinLnBrk="0" hangingPunct="1">
              <a:lnSpc>
                <a:spcPts val="1800"/>
              </a:lnSpc>
              <a:spcBef>
                <a:spcPts val="0"/>
              </a:spcBef>
              <a:spcAft>
                <a:spcPct val="0"/>
              </a:spcAft>
              <a:buClrTx/>
              <a:buSzTx/>
              <a:buFontTx/>
              <a:buNone/>
              <a:tabLst/>
              <a:defRPr/>
            </a:pPr>
            <a:r>
              <a:rPr kumimoji="0" lang="zh-CN" altLang="en-US" sz="1400" b="1" i="0" u="none" strike="noStrike" kern="1200" cap="none" spc="0" normalizeH="0" baseline="0" noProof="0">
                <a:ln>
                  <a:noFill/>
                </a:ln>
                <a:solidFill>
                  <a:srgbClr val="2660AD"/>
                </a:solidFill>
                <a:effectLst/>
                <a:uLnTx/>
                <a:uFillTx/>
                <a:latin typeface="Calibri"/>
                <a:ea typeface="微软雅黑"/>
                <a:cs typeface="Arial" charset="0"/>
              </a:rPr>
              <a:t>海內外主要雲廠商紛紛宣布漲價</a:t>
            </a:r>
            <a:endParaRPr kumimoji="0" lang="zh-CN" altLang="en-US" sz="1400" b="1" i="0" u="none" strike="noStrike" kern="1200" cap="none" spc="0" normalizeH="0" baseline="0" noProof="0" dirty="0">
              <a:ln>
                <a:noFill/>
              </a:ln>
              <a:solidFill>
                <a:srgbClr val="2660AD"/>
              </a:solidFill>
              <a:effectLst/>
              <a:uLnTx/>
              <a:uFillTx/>
              <a:latin typeface="Calibri"/>
              <a:ea typeface="微软雅黑" panose="020B0503020204020204" pitchFamily="34" charset="-122"/>
              <a:cs typeface="Arial" charset="0"/>
            </a:endParaRPr>
          </a:p>
        </p:txBody>
      </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18441" name="LogoPic" descr="image.png"/>
          <p:cNvPicPr>
            <a:picLocks noChangeAspect="1"/>
          </p:cNvPicPr>
          <p:nvPr/>
        </p:nvPicPr>
        <p:blipFill rotWithShape="1">
          <a:blip r:embed="rId3"/>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9B95CDB0-61E3-490F-81DE-CE2B16FD119F}" type="slidenum">
              <a:rPr lang="en-US" sz="1000" dirty="0">
                <a:solidFill>
                  <a:srgbClr val="FFFFFF"/>
                </a:solidFill>
                <a:latin typeface="Calibri"/>
                <a:ea typeface="微软雅黑"/>
              </a:rPr>
              <a:t>15</a:t>
            </a:fld>
            <a:endParaRPr lang="en-US" sz="1000" dirty="0">
              <a:solidFill>
                <a:srgbClr val="FFFFFF"/>
              </a:solidFill>
              <a:latin typeface="Calibri"/>
              <a:ea typeface="微软雅黑"/>
            </a:endParaRPr>
          </a:p>
        </p:txBody>
      </p:sp>
      <p:graphicFrame>
        <p:nvGraphicFramePr>
          <p:cNvPr id="11" name="Content Placeholder 1">
            <a:extLst>
              <a:ext uri="{FF2B5EF4-FFF2-40B4-BE49-F238E27FC236}">
                <a16:creationId xmlns:a16="http://schemas.microsoft.com/office/drawing/2014/main" id="{8D4D9B8B-3F26-D526-FBB7-FE34945F63D5}"/>
              </a:ext>
            </a:extLst>
          </p:cNvPr>
          <p:cNvGraphicFramePr>
            <a:graphicFrameLocks/>
          </p:cNvGraphicFramePr>
          <p:nvPr>
            <p:extLst>
              <p:ext uri="{D42A27DB-BD31-4B8C-83A1-F6EECF244321}">
                <p14:modId xmlns:p14="http://schemas.microsoft.com/office/powerpoint/2010/main" val="1360001220"/>
              </p:ext>
            </p:extLst>
          </p:nvPr>
        </p:nvGraphicFramePr>
        <p:xfrm>
          <a:off x="630936" y="2584405"/>
          <a:ext cx="5126078" cy="3495006"/>
        </p:xfrm>
        <a:graphic>
          <a:graphicData uri="http://schemas.openxmlformats.org/drawingml/2006/chart">
            <c:chart xmlns:c="http://schemas.openxmlformats.org/drawingml/2006/chart" xmlns:r="http://schemas.openxmlformats.org/officeDocument/2006/relationships" r:id="rId4"/>
          </a:graphicData>
        </a:graphic>
      </p:graphicFrame>
    </p:spTree>
    <p:custDataLst>
      <p:tags r:id="rId1"/>
    </p:custDataLst>
    <p:extLst>
      <p:ext uri="{BB962C8B-B14F-4D97-AF65-F5344CB8AC3E}">
        <p14:creationId xmlns:p14="http://schemas.microsoft.com/office/powerpoint/2010/main" val="19200204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59097-1136-38E2-C909-BF64149736FB}"/>
              </a:ext>
            </a:extLst>
          </p:cNvPr>
          <p:cNvSpPr>
            <a:spLocks noGrp="1"/>
          </p:cNvSpPr>
          <p:nvPr>
            <p:ph type="title"/>
          </p:nvPr>
        </p:nvSpPr>
        <p:spPr>
          <a:xfrm>
            <a:off x="722376" y="411480"/>
            <a:ext cx="10972800" cy="475488"/>
          </a:xfrm>
        </p:spPr>
        <p:txBody>
          <a:bodyPr/>
          <a:lstStyle/>
          <a:p>
            <a:r>
              <a:rPr lang="zh-CN" altLang="en-US" sz="2800" dirty="0">
                <a:latin typeface="Calibri"/>
                <a:ea typeface="微软雅黑"/>
              </a:rPr>
              <a:t>模型端</a:t>
            </a:r>
            <a:r>
              <a:rPr lang="zh-CN" altLang="en-US" sz="2800">
                <a:latin typeface="Calibri"/>
                <a:ea typeface="微软雅黑"/>
              </a:rPr>
              <a:t>：</a:t>
            </a:r>
            <a:r>
              <a:rPr lang="en-HK" altLang="zh-CN" sz="2800">
                <a:latin typeface="Calibri"/>
                <a:ea typeface="微软雅黑"/>
              </a:rPr>
              <a:t>Anthropic</a:t>
            </a:r>
            <a:r>
              <a:rPr lang="zh-CN" altLang="en-US" sz="2800">
                <a:latin typeface="Calibri"/>
                <a:ea typeface="微软雅黑"/>
              </a:rPr>
              <a:t>的野蠻生長</a:t>
            </a:r>
            <a:endParaRPr lang="en-HK" dirty="0"/>
          </a:p>
        </p:txBody>
      </p:sp>
      <p:sp>
        <p:nvSpPr>
          <p:cNvPr id="3" name="Content Placeholder 2">
            <a:extLst>
              <a:ext uri="{FF2B5EF4-FFF2-40B4-BE49-F238E27FC236}">
                <a16:creationId xmlns:a16="http://schemas.microsoft.com/office/drawing/2014/main" id="{F5B19BAA-FDD8-A61D-04A1-E3A6C04BE2BA}"/>
              </a:ext>
            </a:extLst>
          </p:cNvPr>
          <p:cNvSpPr>
            <a:spLocks noGrp="1"/>
          </p:cNvSpPr>
          <p:nvPr>
            <p:ph idx="1"/>
          </p:nvPr>
        </p:nvSpPr>
        <p:spPr>
          <a:xfrm>
            <a:off x="771579" y="950360"/>
            <a:ext cx="11022003" cy="1000980"/>
          </a:xfrm>
        </p:spPr>
        <p:txBody>
          <a:bodyPr/>
          <a:lstStyle/>
          <a:p>
            <a:pPr marL="285750" indent="-285750">
              <a:lnSpc>
                <a:spcPts val="1800"/>
              </a:lnSpc>
              <a:spcBef>
                <a:spcPts val="0"/>
              </a:spcBef>
              <a:spcAft>
                <a:spcPts val="0"/>
              </a:spcAft>
              <a:buFont typeface="Wingdings" panose="05000000000000000000" pitchFamily="2" charset="2"/>
              <a:buChar char="§"/>
            </a:pPr>
            <a:r>
              <a:rPr lang="en-HK" sz="1300" b="1">
                <a:latin typeface="+mj-lt"/>
                <a:ea typeface="+mj-ea"/>
              </a:rPr>
              <a:t>Anthropic</a:t>
            </a:r>
            <a:r>
              <a:rPr lang="zh-CN" altLang="en-US" sz="1300">
                <a:latin typeface="+mj-lt"/>
                <a:ea typeface="+mj-ea"/>
              </a:rPr>
              <a:t>的季度高增長與盈利</a:t>
            </a:r>
            <a:r>
              <a:rPr lang="zh-CN" altLang="en-US" sz="1300" b="1">
                <a:latin typeface="+mj-lt"/>
                <a:ea typeface="+mj-ea"/>
              </a:rPr>
              <a:t>具有啓示性意義。</a:t>
            </a:r>
            <a:endParaRPr lang="en-US" altLang="zh-CN" sz="1300" b="1">
              <a:latin typeface="+mj-lt"/>
              <a:ea typeface="+mj-ea"/>
            </a:endParaRPr>
          </a:p>
          <a:p>
            <a:pPr marL="285750" indent="-285750">
              <a:lnSpc>
                <a:spcPts val="1800"/>
              </a:lnSpc>
              <a:spcBef>
                <a:spcPts val="0"/>
              </a:spcBef>
              <a:spcAft>
                <a:spcPts val="0"/>
              </a:spcAft>
              <a:buFont typeface="Wingdings" panose="05000000000000000000" pitchFamily="2" charset="2"/>
              <a:buChar char="§"/>
            </a:pPr>
            <a:r>
              <a:rPr lang="zh-CN" altLang="en-US" sz="1300">
                <a:latin typeface="+mj-lt"/>
                <a:ea typeface="+mj-ea"/>
              </a:rPr>
              <a:t>相較 </a:t>
            </a:r>
            <a:r>
              <a:rPr lang="en-US" altLang="zh-CN" sz="1300">
                <a:latin typeface="+mj-lt"/>
                <a:ea typeface="+mj-ea"/>
              </a:rPr>
              <a:t>Anthropic </a:t>
            </a:r>
            <a:r>
              <a:rPr lang="zh-CN" altLang="en-US" sz="1300">
                <a:latin typeface="+mj-lt"/>
                <a:ea typeface="+mj-ea"/>
              </a:rPr>
              <a:t>最廣泛可用的高級模型 </a:t>
            </a:r>
            <a:r>
              <a:rPr lang="en-US" altLang="zh-CN" sz="1300">
                <a:latin typeface="+mj-lt"/>
                <a:ea typeface="+mj-ea"/>
              </a:rPr>
              <a:t>Opus</a:t>
            </a:r>
            <a:r>
              <a:rPr lang="zh-CN" altLang="en-US" sz="1300">
                <a:latin typeface="+mj-lt"/>
                <a:ea typeface="+mj-ea"/>
              </a:rPr>
              <a:t>，</a:t>
            </a:r>
            <a:r>
              <a:rPr lang="en-US" altLang="zh-CN" sz="1300" b="1">
                <a:solidFill>
                  <a:schemeClr val="tx2"/>
                </a:solidFill>
                <a:latin typeface="+mj-lt"/>
                <a:ea typeface="+mj-ea"/>
              </a:rPr>
              <a:t>Mythos </a:t>
            </a:r>
            <a:r>
              <a:rPr lang="zh-CN" altLang="en-US" sz="1300" b="1">
                <a:solidFill>
                  <a:schemeClr val="tx2"/>
                </a:solidFill>
                <a:latin typeface="+mj-lt"/>
                <a:ea typeface="+mj-ea"/>
              </a:rPr>
              <a:t>的 </a:t>
            </a:r>
            <a:r>
              <a:rPr lang="en-US" altLang="zh-CN" sz="1300" b="1">
                <a:solidFill>
                  <a:schemeClr val="tx2"/>
                </a:solidFill>
                <a:latin typeface="+mj-lt"/>
                <a:ea typeface="+mj-ea"/>
              </a:rPr>
              <a:t>per-token </a:t>
            </a:r>
            <a:r>
              <a:rPr lang="zh-CN" altLang="en-US" sz="1300" b="1">
                <a:solidFill>
                  <a:schemeClr val="tx2"/>
                </a:solidFill>
                <a:latin typeface="+mj-lt"/>
                <a:ea typeface="+mj-ea"/>
              </a:rPr>
              <a:t>成本高出約六倍。</a:t>
            </a:r>
            <a:r>
              <a:rPr lang="zh-CN" altLang="en-US" sz="1300">
                <a:latin typeface="+mj-lt"/>
                <a:ea typeface="+mj-ea"/>
              </a:rPr>
              <a:t>按矽谷活躍開發者月均約 </a:t>
            </a:r>
            <a:r>
              <a:rPr lang="en-US" altLang="zh-CN" sz="1300">
                <a:latin typeface="+mj-lt"/>
                <a:ea typeface="+mj-ea"/>
              </a:rPr>
              <a:t>1 </a:t>
            </a:r>
            <a:r>
              <a:rPr lang="zh-CN" altLang="en-US" sz="1300">
                <a:latin typeface="+mj-lt"/>
                <a:ea typeface="+mj-ea"/>
              </a:rPr>
              <a:t>億 </a:t>
            </a:r>
            <a:r>
              <a:rPr lang="en-US" altLang="zh-CN" sz="1300">
                <a:latin typeface="+mj-lt"/>
                <a:ea typeface="+mj-ea"/>
              </a:rPr>
              <a:t>token </a:t>
            </a:r>
            <a:r>
              <a:rPr lang="zh-CN" altLang="en-US" sz="1300">
                <a:latin typeface="+mj-lt"/>
                <a:ea typeface="+mj-ea"/>
              </a:rPr>
              <a:t>的消耗量計，</a:t>
            </a:r>
            <a:r>
              <a:rPr lang="en-US" altLang="zh-CN" sz="1300">
                <a:latin typeface="+mj-lt"/>
                <a:ea typeface="+mj-ea"/>
              </a:rPr>
              <a:t>Mythos </a:t>
            </a:r>
            <a:r>
              <a:rPr lang="zh-CN" altLang="en-US" sz="1300">
                <a:latin typeface="+mj-lt"/>
                <a:ea typeface="+mj-ea"/>
              </a:rPr>
              <a:t>定價（</a:t>
            </a:r>
            <a:r>
              <a:rPr lang="en-US" altLang="zh-CN" sz="1300">
                <a:latin typeface="+mj-lt"/>
                <a:ea typeface="+mj-ea"/>
              </a:rPr>
              <a:t>$12,500/</a:t>
            </a:r>
            <a:r>
              <a:rPr lang="zh-CN" altLang="en-US" sz="1300">
                <a:latin typeface="+mj-lt"/>
                <a:ea typeface="+mj-ea"/>
              </a:rPr>
              <a:t>億 </a:t>
            </a:r>
            <a:r>
              <a:rPr lang="en-US" altLang="zh-CN" sz="1300">
                <a:latin typeface="+mj-lt"/>
                <a:ea typeface="+mj-ea"/>
              </a:rPr>
              <a:t>token</a:t>
            </a:r>
            <a:r>
              <a:rPr lang="zh-CN" altLang="en-US" sz="1300">
                <a:latin typeface="+mj-lt"/>
                <a:ea typeface="+mj-ea"/>
              </a:rPr>
              <a:t>）意味著單個工程師月度模型調用支出可達數萬美元</a:t>
            </a:r>
            <a:r>
              <a:rPr lang="en-US" altLang="zh-CN" sz="1300">
                <a:latin typeface="+mj-lt"/>
                <a:ea typeface="+mj-ea"/>
              </a:rPr>
              <a:t>——</a:t>
            </a:r>
            <a:r>
              <a:rPr lang="zh-CN" altLang="en-US" sz="1300">
                <a:latin typeface="+mj-lt"/>
                <a:ea typeface="+mj-ea"/>
              </a:rPr>
              <a:t>而矽谷頭部科技企業仍願爲此買單，爲單名開發者承擔年均數百萬美元的 </a:t>
            </a:r>
            <a:r>
              <a:rPr lang="en-US" altLang="zh-CN" sz="1300">
                <a:latin typeface="+mj-lt"/>
                <a:ea typeface="+mj-ea"/>
              </a:rPr>
              <a:t>AI </a:t>
            </a:r>
            <a:r>
              <a:rPr lang="zh-CN" altLang="en-US" sz="1300">
                <a:latin typeface="+mj-lt"/>
                <a:ea typeface="+mj-ea"/>
              </a:rPr>
              <a:t>編碼預算。</a:t>
            </a:r>
            <a:endParaRPr lang="en-HK" sz="1300" dirty="0">
              <a:latin typeface="+mj-lt"/>
              <a:ea typeface="+mj-ea"/>
            </a:endParaRPr>
          </a:p>
        </p:txBody>
      </p:sp>
      <p:sp>
        <p:nvSpPr>
          <p:cNvPr id="4" name="文本占位符 22">
            <a:extLst>
              <a:ext uri="{FF2B5EF4-FFF2-40B4-BE49-F238E27FC236}">
                <a16:creationId xmlns:a16="http://schemas.microsoft.com/office/drawing/2014/main" id="{B2D58ECC-9B86-70A1-4C54-7F1B689DDBCA}"/>
              </a:ext>
            </a:extLst>
          </p:cNvPr>
          <p:cNvSpPr txBox="1">
            <a:spLocks/>
          </p:cNvSpPr>
          <p:nvPr/>
        </p:nvSpPr>
        <p:spPr>
          <a:xfrm>
            <a:off x="630936" y="6324599"/>
            <a:ext cx="11073384" cy="213360"/>
          </a:xfrm>
          <a:prstGeom prst="rect">
            <a:avLst/>
          </a:prstGeom>
        </p:spPr>
        <p:txBody>
          <a:bodyPr vert="horz" wrap="square" lIns="45720" tIns="0" rIns="45720" bIns="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Pts val="1100"/>
              <a:buFontTx/>
              <a:buNone/>
              <a:tabLst>
                <a:tab pos="687705" algn="l"/>
              </a:tabLst>
              <a:defRPr/>
            </a:pPr>
            <a:r>
              <a:rPr kumimoji="0" lang="zh-CN" altLang="en-US" sz="800" b="0" i="0" u="none" strike="noStrike" kern="1200" cap="none" spc="0" normalizeH="0" baseline="0" noProof="0">
                <a:ln>
                  <a:noFill/>
                </a:ln>
                <a:solidFill>
                  <a:srgbClr val="404F56"/>
                </a:solidFill>
                <a:effectLst/>
                <a:uLnTx/>
                <a:uFillTx/>
                <a:latin typeface="Calibri"/>
                <a:ea typeface="微软雅黑"/>
                <a:cs typeface="+mn-ea"/>
              </a:rPr>
              <a:t>資料來源</a:t>
            </a:r>
            <a:r>
              <a:rPr kumimoji="0" lang="en-US" altLang="zh-CN" sz="800" b="0" i="0" u="none" strike="noStrike" kern="1200" cap="none" spc="0" normalizeH="0" baseline="0" noProof="0">
                <a:ln>
                  <a:noFill/>
                </a:ln>
                <a:solidFill>
                  <a:srgbClr val="404F56"/>
                </a:solidFill>
                <a:effectLst/>
                <a:uLnTx/>
                <a:uFillTx/>
                <a:latin typeface="Calibri"/>
                <a:ea typeface="微软雅黑"/>
                <a:cs typeface="+mn-ea"/>
              </a:rPr>
              <a:t>: </a:t>
            </a:r>
            <a:r>
              <a:rPr kumimoji="0" lang="en-US" altLang="zh-CN" sz="800" b="0" i="0" u="none" strike="noStrike" kern="1200" cap="none" spc="0" normalizeH="0" baseline="0" noProof="0" dirty="0">
                <a:ln>
                  <a:noFill/>
                </a:ln>
                <a:solidFill>
                  <a:srgbClr val="404F56"/>
                </a:solidFill>
                <a:effectLst/>
                <a:uLnTx/>
                <a:uFillTx/>
                <a:latin typeface="Calibri"/>
                <a:ea typeface="微软雅黑"/>
                <a:cs typeface="+mn-ea"/>
              </a:rPr>
              <a:t>CSOP, “Invest Like the Best”, WSJ, as of May 2026</a:t>
            </a:r>
          </a:p>
        </p:txBody>
      </p:sp>
      <p:pic>
        <p:nvPicPr>
          <p:cNvPr id="7" name="Picture 6">
            <a:extLst>
              <a:ext uri="{FF2B5EF4-FFF2-40B4-BE49-F238E27FC236}">
                <a16:creationId xmlns:a16="http://schemas.microsoft.com/office/drawing/2014/main" id="{97CD0077-0664-A73A-D720-EFA997F528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5209" y="1971271"/>
            <a:ext cx="6750121" cy="4377499"/>
          </a:xfrm>
          <a:prstGeom prst="rect">
            <a:avLst/>
          </a:prstGeom>
        </p:spPr>
      </p:pic>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15" name="LogoPic" descr="image.png"/>
          <p:cNvPicPr>
            <a:picLocks noChangeAspect="1"/>
          </p:cNvPicPr>
          <p:nvPr/>
        </p:nvPicPr>
        <p:blipFill rotWithShape="1">
          <a:blip r:embed="rId3"/>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3C989BB8-A163-4EAC-8E99-4B8DB0CEC7A4}" type="slidenum">
              <a:rPr lang="en-US" sz="1000" dirty="0">
                <a:solidFill>
                  <a:srgbClr val="FFFFFF"/>
                </a:solidFill>
                <a:latin typeface="Calibri"/>
                <a:ea typeface="微软雅黑"/>
              </a:rPr>
              <a:t>16</a:t>
            </a:fld>
            <a:endParaRPr lang="en-US" sz="1000" dirty="0">
              <a:solidFill>
                <a:srgbClr val="FFFFFF"/>
              </a:solidFill>
              <a:latin typeface="Calibri"/>
              <a:ea typeface="微软雅黑"/>
            </a:endParaRPr>
          </a:p>
        </p:txBody>
      </p:sp>
      <p:pic>
        <p:nvPicPr>
          <p:cNvPr id="5" name="图片 4">
            <a:extLst>
              <a:ext uri="{FF2B5EF4-FFF2-40B4-BE49-F238E27FC236}">
                <a16:creationId xmlns:a16="http://schemas.microsoft.com/office/drawing/2014/main" id="{6C8EBFC6-BDEB-00D1-7F40-00F3ECB8EBCE}"/>
              </a:ext>
            </a:extLst>
          </p:cNvPr>
          <p:cNvPicPr>
            <a:picLocks noChangeAspect="1"/>
          </p:cNvPicPr>
          <p:nvPr/>
        </p:nvPicPr>
        <p:blipFill>
          <a:blip r:embed="rId4"/>
          <a:stretch>
            <a:fillRect/>
          </a:stretch>
        </p:blipFill>
        <p:spPr>
          <a:xfrm>
            <a:off x="7073557" y="2158420"/>
            <a:ext cx="4969091" cy="3543993"/>
          </a:xfrm>
          <a:prstGeom prst="rect">
            <a:avLst/>
          </a:prstGeom>
        </p:spPr>
      </p:pic>
    </p:spTree>
    <p:extLst>
      <p:ext uri="{BB962C8B-B14F-4D97-AF65-F5344CB8AC3E}">
        <p14:creationId xmlns:p14="http://schemas.microsoft.com/office/powerpoint/2010/main" val="37062957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B0D20-8FAB-E657-120C-272CE4F591DB}"/>
              </a:ext>
            </a:extLst>
          </p:cNvPr>
          <p:cNvSpPr>
            <a:spLocks noGrp="1"/>
          </p:cNvSpPr>
          <p:nvPr>
            <p:ph type="title"/>
          </p:nvPr>
        </p:nvSpPr>
        <p:spPr>
          <a:xfrm>
            <a:off x="722376" y="411480"/>
            <a:ext cx="10972800" cy="475488"/>
          </a:xfrm>
        </p:spPr>
        <p:txBody>
          <a:bodyPr/>
          <a:lstStyle/>
          <a:p>
            <a:r>
              <a:rPr lang="zh-CN" altLang="en-US" sz="2800">
                <a:latin typeface="Calibri"/>
                <a:ea typeface="微软雅黑"/>
              </a:rPr>
              <a:t>大模型的需求結構在發生劇烈變化</a:t>
            </a:r>
            <a:endParaRPr lang="en-HK" dirty="0"/>
          </a:p>
        </p:txBody>
      </p:sp>
      <p:sp>
        <p:nvSpPr>
          <p:cNvPr id="3" name="Content Placeholder 2">
            <a:extLst>
              <a:ext uri="{FF2B5EF4-FFF2-40B4-BE49-F238E27FC236}">
                <a16:creationId xmlns:a16="http://schemas.microsoft.com/office/drawing/2014/main" id="{E4D902B4-B669-E7C4-C605-984F1AA264A5}"/>
              </a:ext>
            </a:extLst>
          </p:cNvPr>
          <p:cNvSpPr>
            <a:spLocks noGrp="1"/>
          </p:cNvSpPr>
          <p:nvPr>
            <p:ph idx="1"/>
          </p:nvPr>
        </p:nvSpPr>
        <p:spPr>
          <a:xfrm>
            <a:off x="722376" y="1040780"/>
            <a:ext cx="11022003" cy="377411"/>
          </a:xfrm>
        </p:spPr>
        <p:txBody>
          <a:bodyPr/>
          <a:lstStyle/>
          <a:p>
            <a:pPr marL="404813" indent="-285750">
              <a:buFont typeface="Arial" panose="020B0604020202020204" pitchFamily="34" charset="0"/>
              <a:buChar char="•"/>
            </a:pPr>
            <a:r>
              <a:rPr lang="zh-CN" altLang="en-US">
                <a:latin typeface="Calibri"/>
                <a:ea typeface="微软雅黑"/>
              </a:rPr>
              <a:t>編程已經成爲了最高價值的</a:t>
            </a:r>
            <a:r>
              <a:rPr lang="en-HK" altLang="zh-CN">
                <a:latin typeface="Calibri"/>
                <a:ea typeface="微软雅黑"/>
              </a:rPr>
              <a:t>AI</a:t>
            </a:r>
            <a:r>
              <a:rPr lang="zh-CN" altLang="en-US">
                <a:latin typeface="Calibri"/>
                <a:ea typeface="微软雅黑"/>
              </a:rPr>
              <a:t>應用方向，</a:t>
            </a:r>
            <a:r>
              <a:rPr lang="zh-CN" altLang="en-US" b="1">
                <a:latin typeface="Calibri"/>
                <a:ea typeface="微软雅黑"/>
              </a:rPr>
              <a:t>促進更多</a:t>
            </a:r>
            <a:r>
              <a:rPr lang="en-HK" altLang="zh-CN" b="1">
                <a:latin typeface="Calibri"/>
                <a:ea typeface="微软雅黑"/>
              </a:rPr>
              <a:t>AI</a:t>
            </a:r>
            <a:r>
              <a:rPr lang="zh-CN" altLang="en-US" b="1">
                <a:latin typeface="Calibri"/>
                <a:ea typeface="微软雅黑"/>
              </a:rPr>
              <a:t>原生應用的出現。</a:t>
            </a:r>
            <a:endParaRPr lang="en-HK" b="1" dirty="0"/>
          </a:p>
        </p:txBody>
      </p:sp>
      <p:sp>
        <p:nvSpPr>
          <p:cNvPr id="6" name="Text Placeholder 3">
            <a:extLst>
              <a:ext uri="{FF2B5EF4-FFF2-40B4-BE49-F238E27FC236}">
                <a16:creationId xmlns:a16="http://schemas.microsoft.com/office/drawing/2014/main" id="{10DA4B74-F94E-1A38-9D35-1CA825614E73}"/>
              </a:ext>
            </a:extLst>
          </p:cNvPr>
          <p:cNvSpPr txBox="1">
            <a:spLocks/>
          </p:cNvSpPr>
          <p:nvPr/>
        </p:nvSpPr>
        <p:spPr>
          <a:xfrm>
            <a:off x="630936" y="6324599"/>
            <a:ext cx="11073384" cy="213360"/>
          </a:xfrm>
          <a:prstGeom prst="rect">
            <a:avLst/>
          </a:prstGeom>
          <a:noFill/>
        </p:spPr>
        <p:txBody>
          <a:bodyPr vert="horz" wrap="square" lIns="45720" tIns="0" rIns="45720" bIns="0" rtlCol="0" anchor="t" anchorCtr="0"/>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Pts val="1100"/>
              <a:buFontTx/>
              <a:buNone/>
              <a:tabLst>
                <a:tab pos="687705" algn="l"/>
              </a:tabLst>
              <a:defRPr/>
            </a:pPr>
            <a:r>
              <a:rPr kumimoji="0" lang="zh-CN" altLang="en-US" sz="800" b="0" i="0" u="none" strike="noStrike" kern="1200" cap="none" spc="0" normalizeH="0" baseline="0" noProof="0">
                <a:ln>
                  <a:noFill/>
                </a:ln>
                <a:solidFill>
                  <a:srgbClr val="404F56"/>
                </a:solidFill>
                <a:effectLst/>
                <a:uLnTx/>
                <a:uFillTx/>
                <a:latin typeface="Calibri"/>
                <a:ea typeface="微软雅黑"/>
                <a:cs typeface="+mn-ea"/>
              </a:rPr>
              <a:t>資料來源</a:t>
            </a:r>
            <a:r>
              <a:rPr kumimoji="0" lang="en-US" sz="800" b="0" i="0" u="none" strike="noStrike" kern="1200" cap="none" spc="0" normalizeH="0" baseline="0" noProof="0">
                <a:ln>
                  <a:noFill/>
                </a:ln>
                <a:solidFill>
                  <a:srgbClr val="404F56"/>
                </a:solidFill>
                <a:effectLst/>
                <a:uLnTx/>
                <a:uFillTx/>
                <a:latin typeface="Calibri"/>
                <a:ea typeface="微软雅黑"/>
                <a:cs typeface="+mn-ea"/>
              </a:rPr>
              <a:t>: </a:t>
            </a:r>
            <a:r>
              <a:rPr kumimoji="0" lang="en-US" sz="800" b="0" i="0" u="none" strike="noStrike" kern="1200" cap="none" spc="0" normalizeH="0" baseline="0" noProof="0" dirty="0" err="1">
                <a:ln>
                  <a:noFill/>
                </a:ln>
                <a:solidFill>
                  <a:srgbClr val="404F56"/>
                </a:solidFill>
                <a:effectLst/>
                <a:uLnTx/>
                <a:uFillTx/>
                <a:latin typeface="Calibri"/>
                <a:ea typeface="微软雅黑"/>
                <a:cs typeface="+mn-ea"/>
              </a:rPr>
              <a:t>OpenRouter</a:t>
            </a:r>
            <a:r>
              <a:rPr kumimoji="0" lang="en-US" sz="800" b="0" i="0" u="none" strike="noStrike" kern="1200" cap="none" spc="0" normalizeH="0" baseline="0" noProof="0" dirty="0">
                <a:ln>
                  <a:noFill/>
                </a:ln>
                <a:solidFill>
                  <a:srgbClr val="404F56"/>
                </a:solidFill>
                <a:effectLst/>
                <a:uLnTx/>
                <a:uFillTx/>
                <a:latin typeface="Calibri"/>
                <a:ea typeface="微软雅黑"/>
                <a:cs typeface="+mn-ea"/>
              </a:rPr>
              <a:t>, CSOP Asset Management</a:t>
            </a:r>
          </a:p>
        </p:txBody>
      </p:sp>
      <p:graphicFrame>
        <p:nvGraphicFramePr>
          <p:cNvPr id="9" name="Content Placeholder 13">
            <a:extLst>
              <a:ext uri="{FF2B5EF4-FFF2-40B4-BE49-F238E27FC236}">
                <a16:creationId xmlns:a16="http://schemas.microsoft.com/office/drawing/2014/main" id="{5920D5A6-8E59-C8A3-1482-A61EA3EFFD9D}"/>
              </a:ext>
            </a:extLst>
          </p:cNvPr>
          <p:cNvGraphicFramePr>
            <a:graphicFrameLocks/>
          </p:cNvGraphicFramePr>
          <p:nvPr/>
        </p:nvGraphicFramePr>
        <p:xfrm>
          <a:off x="636588" y="2212975"/>
          <a:ext cx="5383212" cy="392271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ontent Placeholder 14">
            <a:extLst>
              <a:ext uri="{FF2B5EF4-FFF2-40B4-BE49-F238E27FC236}">
                <a16:creationId xmlns:a16="http://schemas.microsoft.com/office/drawing/2014/main" id="{E0DFD10D-D27C-951B-086E-22A4AA213CAA}"/>
              </a:ext>
            </a:extLst>
          </p:cNvPr>
          <p:cNvGraphicFramePr>
            <a:graphicFrameLocks/>
          </p:cNvGraphicFramePr>
          <p:nvPr/>
        </p:nvGraphicFramePr>
        <p:xfrm>
          <a:off x="6124575" y="2150983"/>
          <a:ext cx="5383213" cy="3922713"/>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 Placeholder 2">
            <a:extLst>
              <a:ext uri="{FF2B5EF4-FFF2-40B4-BE49-F238E27FC236}">
                <a16:creationId xmlns:a16="http://schemas.microsoft.com/office/drawing/2014/main" id="{19C4083D-8CA7-4A34-588C-71B2350A0C35}"/>
              </a:ext>
            </a:extLst>
          </p:cNvPr>
          <p:cNvSpPr txBox="1">
            <a:spLocks/>
          </p:cNvSpPr>
          <p:nvPr/>
        </p:nvSpPr>
        <p:spPr>
          <a:xfrm>
            <a:off x="6124997" y="6080759"/>
            <a:ext cx="5383509" cy="457200"/>
          </a:xfrm>
          <a:prstGeom prst="rect">
            <a:avLst/>
          </a:prstGeom>
          <a:noFill/>
        </p:spPr>
        <p:txBody>
          <a:bodyPr vert="horz" wrap="square" lIns="0" tIns="0" rIns="91439"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Pts val="1100"/>
              <a:buFont typeface="Arial" panose="020B0604020202020204" pitchFamily="34" charset="0"/>
              <a:buNone/>
              <a:tabLst>
                <a:tab pos="687705" algn="l"/>
              </a:tabLst>
              <a:defRPr/>
            </a:pPr>
            <a:r>
              <a:rPr kumimoji="0" lang="en-US" sz="800" b="0" i="0" u="none" strike="noStrike" kern="1200" cap="none" spc="0" normalizeH="0" baseline="0" noProof="0" dirty="0">
                <a:ln>
                  <a:noFill/>
                </a:ln>
                <a:solidFill>
                  <a:srgbClr val="404F56"/>
                </a:solidFill>
                <a:effectLst/>
                <a:uLnTx/>
                <a:uFillTx/>
                <a:latin typeface="Calibri"/>
                <a:ea typeface="微软雅黑"/>
                <a:cs typeface="+mn-ea"/>
              </a:rPr>
              <a:t>Note: non-agent apps in light blue. F</a:t>
            </a:r>
            <a:r>
              <a:rPr kumimoji="0" lang="en-SG" sz="800" b="0" i="0" u="none" strike="noStrike" kern="1200" cap="none" spc="0" normalizeH="0" baseline="0" noProof="0" dirty="0">
                <a:ln>
                  <a:noFill/>
                </a:ln>
                <a:solidFill>
                  <a:srgbClr val="404F56"/>
                </a:solidFill>
                <a:effectLst/>
                <a:uLnTx/>
                <a:uFillTx/>
                <a:latin typeface="Calibri"/>
                <a:ea typeface="微软雅黑"/>
                <a:cs typeface="+mn-ea"/>
              </a:rPr>
              <a:t>or illustrative purposes only, not investment recommendation.</a:t>
            </a:r>
            <a:endParaRPr kumimoji="0" lang="en-US" sz="800" b="0" i="0" u="none" strike="noStrike" kern="1200" cap="none" spc="0" normalizeH="0" baseline="0" noProof="0" dirty="0">
              <a:ln>
                <a:noFill/>
              </a:ln>
              <a:solidFill>
                <a:srgbClr val="404F56"/>
              </a:solidFill>
              <a:effectLst/>
              <a:uLnTx/>
              <a:uFillTx/>
              <a:latin typeface="Calibri"/>
              <a:ea typeface="Microsoft JhengHei"/>
              <a:cs typeface="+mn-ea"/>
            </a:endParaRPr>
          </a:p>
          <a:p>
            <a:pPr marL="0" marR="0" lvl="0" indent="0" algn="l" defTabSz="914400" rtl="0" eaLnBrk="1" fontAlgn="auto" latinLnBrk="0" hangingPunct="1">
              <a:lnSpc>
                <a:spcPct val="100000"/>
              </a:lnSpc>
              <a:spcBef>
                <a:spcPts val="0"/>
              </a:spcBef>
              <a:spcAft>
                <a:spcPts val="0"/>
              </a:spcAft>
              <a:buClrTx/>
              <a:buSzPts val="1100"/>
              <a:buFont typeface="Arial" panose="020B0604020202020204" pitchFamily="34" charset="0"/>
              <a:buNone/>
              <a:tabLst>
                <a:tab pos="687705" algn="l"/>
              </a:tabLst>
              <a:defRPr/>
            </a:pPr>
            <a:r>
              <a:rPr kumimoji="0" lang="en-US" sz="800" b="0" i="0" u="none" strike="noStrike" kern="1200" cap="none" spc="0" normalizeH="0" baseline="0" noProof="0" dirty="0">
                <a:ln>
                  <a:noFill/>
                </a:ln>
                <a:solidFill>
                  <a:srgbClr val="404F56"/>
                </a:solidFill>
                <a:effectLst/>
                <a:uLnTx/>
                <a:uFillTx/>
                <a:latin typeface="Calibri"/>
                <a:ea typeface="微软雅黑"/>
                <a:cs typeface="+mn-ea"/>
              </a:rPr>
              <a:t>Source: </a:t>
            </a:r>
            <a:r>
              <a:rPr kumimoji="0" lang="en-US" sz="800" b="0" i="0" u="none" strike="noStrike" kern="1200" cap="none" spc="0" normalizeH="0" baseline="0" noProof="0" dirty="0" err="1">
                <a:ln>
                  <a:noFill/>
                </a:ln>
                <a:solidFill>
                  <a:srgbClr val="404F56"/>
                </a:solidFill>
                <a:effectLst/>
                <a:uLnTx/>
                <a:uFillTx/>
                <a:latin typeface="Calibri"/>
                <a:ea typeface="微软雅黑"/>
                <a:cs typeface="+mn-ea"/>
              </a:rPr>
              <a:t>OpenRouter</a:t>
            </a:r>
            <a:r>
              <a:rPr kumimoji="0" lang="en-US" sz="800" b="0" i="0" u="none" strike="noStrike" kern="1200" cap="none" spc="0" normalizeH="0" baseline="0" noProof="0" dirty="0">
                <a:ln>
                  <a:noFill/>
                </a:ln>
                <a:solidFill>
                  <a:srgbClr val="404F56"/>
                </a:solidFill>
                <a:effectLst/>
                <a:uLnTx/>
                <a:uFillTx/>
                <a:latin typeface="Calibri"/>
                <a:ea typeface="微软雅黑"/>
                <a:cs typeface="+mn-ea"/>
              </a:rPr>
              <a:t>, CSOP Asset Management.</a:t>
            </a: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dirty="0">
              <a:ln>
                <a:noFill/>
              </a:ln>
              <a:solidFill>
                <a:srgbClr val="404F56"/>
              </a:solidFill>
              <a:effectLst/>
              <a:uLnTx/>
              <a:uFillTx/>
              <a:latin typeface="Calibri"/>
              <a:ea typeface="微软雅黑"/>
              <a:cs typeface="+mn-cs"/>
            </a:endParaRPr>
          </a:p>
        </p:txBody>
      </p:sp>
      <p:sp>
        <p:nvSpPr>
          <p:cNvPr id="13" name="Text Placeholder 5">
            <a:extLst>
              <a:ext uri="{FF2B5EF4-FFF2-40B4-BE49-F238E27FC236}">
                <a16:creationId xmlns:a16="http://schemas.microsoft.com/office/drawing/2014/main" id="{4FF6E37E-F7ED-7DDB-027B-606E7840DD65}"/>
              </a:ext>
            </a:extLst>
          </p:cNvPr>
          <p:cNvSpPr txBox="1">
            <a:spLocks/>
          </p:cNvSpPr>
          <p:nvPr/>
        </p:nvSpPr>
        <p:spPr>
          <a:xfrm>
            <a:off x="6124998" y="1828800"/>
            <a:ext cx="5385816" cy="3524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base" latinLnBrk="0" hangingPunct="1">
              <a:lnSpc>
                <a:spcPct val="90000"/>
              </a:lnSpc>
              <a:spcBef>
                <a:spcPts val="1000"/>
              </a:spcBef>
              <a:spcAft>
                <a:spcPct val="0"/>
              </a:spcAft>
              <a:buClrTx/>
              <a:buSzTx/>
              <a:buFont typeface="Arial" panose="020B0604020202020204" pitchFamily="34" charset="0"/>
              <a:buNone/>
              <a:tabLst/>
              <a:defRPr/>
            </a:pPr>
            <a:r>
              <a:rPr kumimoji="0" lang="en-US" sz="1200" b="1" i="0" u="none" strike="noStrike" kern="1200" cap="none" spc="0" normalizeH="0" baseline="0" noProof="0" dirty="0">
                <a:ln>
                  <a:noFill/>
                </a:ln>
                <a:solidFill>
                  <a:srgbClr val="2660AD"/>
                </a:solidFill>
                <a:effectLst/>
                <a:uLnTx/>
                <a:uFillTx/>
                <a:latin typeface="Calibri"/>
                <a:ea typeface="微软雅黑"/>
                <a:cs typeface="+mn-cs"/>
              </a:rPr>
              <a:t>Top apps on </a:t>
            </a:r>
            <a:r>
              <a:rPr kumimoji="0" lang="en-US" sz="1200" b="1" i="0" u="none" strike="noStrike" kern="1200" cap="none" spc="0" normalizeH="0" baseline="0" noProof="0" dirty="0" err="1">
                <a:ln>
                  <a:noFill/>
                </a:ln>
                <a:solidFill>
                  <a:srgbClr val="2660AD"/>
                </a:solidFill>
                <a:effectLst/>
                <a:uLnTx/>
                <a:uFillTx/>
                <a:latin typeface="Calibri"/>
                <a:ea typeface="微软雅黑"/>
                <a:cs typeface="+mn-cs"/>
              </a:rPr>
              <a:t>OpenRouter</a:t>
            </a:r>
            <a:r>
              <a:rPr kumimoji="0" lang="en-US" sz="1200" b="1" i="0" u="none" strike="noStrike" kern="1200" cap="none" spc="0" normalizeH="0" baseline="0" noProof="0" dirty="0">
                <a:ln>
                  <a:noFill/>
                </a:ln>
                <a:solidFill>
                  <a:srgbClr val="2660AD"/>
                </a:solidFill>
                <a:effectLst/>
                <a:uLnTx/>
                <a:uFillTx/>
                <a:latin typeface="Calibri"/>
                <a:ea typeface="微软雅黑"/>
                <a:cs typeface="+mn-cs"/>
              </a:rPr>
              <a:t> (12 Apr-11 May 2026)</a:t>
            </a:r>
          </a:p>
        </p:txBody>
      </p:sp>
      <p:sp>
        <p:nvSpPr>
          <p:cNvPr id="14" name="Text Placeholder 7">
            <a:extLst>
              <a:ext uri="{FF2B5EF4-FFF2-40B4-BE49-F238E27FC236}">
                <a16:creationId xmlns:a16="http://schemas.microsoft.com/office/drawing/2014/main" id="{3D5E6046-BE5E-4E31-7BB1-6206FA2C6C9D}"/>
              </a:ext>
            </a:extLst>
          </p:cNvPr>
          <p:cNvSpPr txBox="1">
            <a:spLocks/>
          </p:cNvSpPr>
          <p:nvPr/>
        </p:nvSpPr>
        <p:spPr>
          <a:xfrm>
            <a:off x="722376" y="1828800"/>
            <a:ext cx="5384800" cy="3524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base" latinLnBrk="0" hangingPunct="1">
              <a:lnSpc>
                <a:spcPct val="90000"/>
              </a:lnSpc>
              <a:spcBef>
                <a:spcPts val="1000"/>
              </a:spcBef>
              <a:spcAft>
                <a:spcPct val="0"/>
              </a:spcAft>
              <a:buClrTx/>
              <a:buSzTx/>
              <a:buFont typeface="Arial" panose="020B0604020202020204" pitchFamily="34" charset="0"/>
              <a:buNone/>
              <a:tabLst/>
              <a:defRPr/>
            </a:pPr>
            <a:r>
              <a:rPr kumimoji="0" lang="en-US" sz="1200" b="1" i="0" u="none" strike="noStrike" kern="1200" cap="none" spc="0" normalizeH="0" baseline="0" noProof="0" dirty="0">
                <a:ln>
                  <a:noFill/>
                </a:ln>
                <a:solidFill>
                  <a:srgbClr val="2660AD"/>
                </a:solidFill>
                <a:effectLst/>
                <a:uLnTx/>
                <a:uFillTx/>
                <a:latin typeface="Calibri"/>
                <a:ea typeface="微软雅黑"/>
                <a:cs typeface="+mn-cs"/>
              </a:rPr>
              <a:t>LLM usage by category on </a:t>
            </a:r>
            <a:r>
              <a:rPr kumimoji="0" lang="en-US" sz="1200" b="1" i="0" u="none" strike="noStrike" kern="1200" cap="none" spc="0" normalizeH="0" baseline="0" noProof="0" dirty="0" err="1">
                <a:ln>
                  <a:noFill/>
                </a:ln>
                <a:solidFill>
                  <a:srgbClr val="2660AD"/>
                </a:solidFill>
                <a:effectLst/>
                <a:uLnTx/>
                <a:uFillTx/>
                <a:latin typeface="Calibri"/>
                <a:ea typeface="微软雅黑"/>
                <a:cs typeface="+mn-cs"/>
              </a:rPr>
              <a:t>OpenRouter</a:t>
            </a:r>
            <a:r>
              <a:rPr kumimoji="0" lang="en-US" sz="1200" b="1" i="0" u="none" strike="noStrike" kern="1200" cap="none" spc="0" normalizeH="0" baseline="0" noProof="0" dirty="0">
                <a:ln>
                  <a:noFill/>
                </a:ln>
                <a:solidFill>
                  <a:srgbClr val="2660AD"/>
                </a:solidFill>
                <a:effectLst/>
                <a:uLnTx/>
                <a:uFillTx/>
                <a:latin typeface="Calibri"/>
                <a:ea typeface="微软雅黑"/>
                <a:cs typeface="+mn-cs"/>
              </a:rPr>
              <a:t> (5-11 May 2026)</a:t>
            </a:r>
          </a:p>
        </p:txBody>
      </p:sp>
      <p:sp>
        <p:nvSpPr>
          <p:cNvPr id="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15" name="LogoPic" descr="image.png"/>
          <p:cNvPicPr>
            <a:picLocks noChangeAspect="1"/>
          </p:cNvPicPr>
          <p:nvPr/>
        </p:nvPicPr>
        <p:blipFill rotWithShape="1">
          <a:blip r:embed="rId4"/>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861F2825-AB0E-42D4-ACFC-E4E10EFDE8F6}" type="slidenum">
              <a:rPr lang="en-US" sz="1000" dirty="0">
                <a:solidFill>
                  <a:srgbClr val="FFFFFF"/>
                </a:solidFill>
                <a:latin typeface="Calibri"/>
                <a:ea typeface="微软雅黑"/>
              </a:rPr>
              <a:t>17</a:t>
            </a:fld>
            <a:endParaRPr lang="en-US" sz="1000" dirty="0">
              <a:solidFill>
                <a:srgbClr val="FFFFFF"/>
              </a:solidFill>
              <a:latin typeface="Calibri"/>
              <a:ea typeface="微软雅黑"/>
            </a:endParaRPr>
          </a:p>
        </p:txBody>
      </p:sp>
    </p:spTree>
    <p:extLst>
      <p:ext uri="{BB962C8B-B14F-4D97-AF65-F5344CB8AC3E}">
        <p14:creationId xmlns:p14="http://schemas.microsoft.com/office/powerpoint/2010/main" val="5407157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9FD4C-AE9F-B5CB-2385-44A19EA177B5}"/>
            </a:ext>
          </a:extLst>
        </p:cNvPr>
        <p:cNvGrpSpPr/>
        <p:nvPr/>
      </p:nvGrpSpPr>
      <p:grpSpPr>
        <a:xfrm>
          <a:off x="0" y="0"/>
          <a:ext cx="0" cy="0"/>
          <a:chOff x="0" y="0"/>
          <a:chExt cx="0" cy="0"/>
        </a:xfrm>
      </p:grpSpPr>
      <p:pic>
        <p:nvPicPr>
          <p:cNvPr id="44" name="Picture 43" descr="Background pattern&#10;&#10;Description automatically generated">
            <a:extLst>
              <a:ext uri="{FF2B5EF4-FFF2-40B4-BE49-F238E27FC236}">
                <a16:creationId xmlns:a16="http://schemas.microsoft.com/office/drawing/2014/main" id="{1CD8DE75-0977-9320-903B-AD5CC6643A48}"/>
              </a:ext>
            </a:extLst>
          </p:cNvPr>
          <p:cNvPicPr>
            <a:picLocks noChangeAspect="1"/>
          </p:cNvPicPr>
          <p:nvPr/>
        </p:nvPicPr>
        <p:blipFill rotWithShape="1">
          <a:blip r:embed="rId3">
            <a:alphaModFix amt="51000"/>
            <a:extLst>
              <a:ext uri="{28A0092B-C50C-407E-A947-70E740481C1C}">
                <a14:useLocalDpi xmlns:a14="http://schemas.microsoft.com/office/drawing/2010/main" val="0"/>
              </a:ext>
            </a:extLst>
          </a:blip>
          <a:srcRect t="7814" r="96" b="11995"/>
          <a:stretch/>
        </p:blipFill>
        <p:spPr>
          <a:xfrm>
            <a:off x="0" y="0"/>
            <a:ext cx="12180277" cy="6518031"/>
          </a:xfrm>
          <a:prstGeom prst="rect">
            <a:avLst/>
          </a:prstGeom>
        </p:spPr>
      </p:pic>
      <p:pic>
        <p:nvPicPr>
          <p:cNvPr id="660" name="Graphic 659">
            <a:extLst>
              <a:ext uri="{FF2B5EF4-FFF2-40B4-BE49-F238E27FC236}">
                <a16:creationId xmlns:a16="http://schemas.microsoft.com/office/drawing/2014/main" id="{8EC35B38-279F-DBD9-C972-0C1A92618FA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07117" y="635850"/>
            <a:ext cx="3740166" cy="3763540"/>
          </a:xfrm>
          <a:prstGeom prst="rect">
            <a:avLst/>
          </a:prstGeom>
        </p:spPr>
      </p:pic>
      <p:sp>
        <p:nvSpPr>
          <p:cNvPr id="32" name="圆角矩形 3">
            <a:extLst>
              <a:ext uri="{FF2B5EF4-FFF2-40B4-BE49-F238E27FC236}">
                <a16:creationId xmlns:a16="http://schemas.microsoft.com/office/drawing/2014/main" id="{8784949A-07ED-DAF9-9987-E1A52EBC2575}"/>
              </a:ext>
            </a:extLst>
          </p:cNvPr>
          <p:cNvSpPr/>
          <p:nvPr/>
        </p:nvSpPr>
        <p:spPr>
          <a:xfrm rot="2700000">
            <a:off x="5017147" y="2058858"/>
            <a:ext cx="2924529" cy="2924529"/>
          </a:xfrm>
          <a:prstGeom prst="roundRect">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33" name="椭圆 4">
            <a:extLst>
              <a:ext uri="{FF2B5EF4-FFF2-40B4-BE49-F238E27FC236}">
                <a16:creationId xmlns:a16="http://schemas.microsoft.com/office/drawing/2014/main" id="{B13284CF-21BE-E30E-C2EC-098E9F0F4F8A}"/>
              </a:ext>
            </a:extLst>
          </p:cNvPr>
          <p:cNvSpPr/>
          <p:nvPr/>
        </p:nvSpPr>
        <p:spPr>
          <a:xfrm>
            <a:off x="4500484" y="1542194"/>
            <a:ext cx="3957855" cy="3957855"/>
          </a:xfrm>
          <a:prstGeom prst="ellipse">
            <a:avLst/>
          </a:prstGeom>
          <a:noFill/>
          <a:ln w="28575">
            <a:solidFill>
              <a:srgbClr val="1847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34" name="组合 6">
            <a:extLst>
              <a:ext uri="{FF2B5EF4-FFF2-40B4-BE49-F238E27FC236}">
                <a16:creationId xmlns:a16="http://schemas.microsoft.com/office/drawing/2014/main" id="{782B8214-B0A3-D9DA-6ED3-FEE762FE4769}"/>
              </a:ext>
            </a:extLst>
          </p:cNvPr>
          <p:cNvGrpSpPr/>
          <p:nvPr/>
        </p:nvGrpSpPr>
        <p:grpSpPr>
          <a:xfrm>
            <a:off x="4950565" y="2141272"/>
            <a:ext cx="3094826" cy="2773962"/>
            <a:chOff x="4950565" y="2141272"/>
            <a:chExt cx="3094826" cy="2773962"/>
          </a:xfrm>
        </p:grpSpPr>
        <p:sp>
          <p:nvSpPr>
            <p:cNvPr id="35" name="椭圆 43">
              <a:extLst>
                <a:ext uri="{FF2B5EF4-FFF2-40B4-BE49-F238E27FC236}">
                  <a16:creationId xmlns:a16="http://schemas.microsoft.com/office/drawing/2014/main" id="{38D34BE7-2260-C4BC-CA87-B4BCA67D81FE}"/>
                </a:ext>
              </a:extLst>
            </p:cNvPr>
            <p:cNvSpPr/>
            <p:nvPr/>
          </p:nvSpPr>
          <p:spPr>
            <a:xfrm>
              <a:off x="4950565" y="2141272"/>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36" name="椭圆 44">
              <a:extLst>
                <a:ext uri="{FF2B5EF4-FFF2-40B4-BE49-F238E27FC236}">
                  <a16:creationId xmlns:a16="http://schemas.microsoft.com/office/drawing/2014/main" id="{3C45C624-12D0-7270-E220-FD214573F48F}"/>
                </a:ext>
              </a:extLst>
            </p:cNvPr>
            <p:cNvSpPr/>
            <p:nvPr/>
          </p:nvSpPr>
          <p:spPr>
            <a:xfrm>
              <a:off x="7893507" y="4763350"/>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grpSp>
        <p:nvGrpSpPr>
          <p:cNvPr id="37" name="组合 5">
            <a:extLst>
              <a:ext uri="{FF2B5EF4-FFF2-40B4-BE49-F238E27FC236}">
                <a16:creationId xmlns:a16="http://schemas.microsoft.com/office/drawing/2014/main" id="{340B1F31-43BD-B850-7951-A227585C0AEC}"/>
              </a:ext>
            </a:extLst>
          </p:cNvPr>
          <p:cNvGrpSpPr/>
          <p:nvPr/>
        </p:nvGrpSpPr>
        <p:grpSpPr>
          <a:xfrm>
            <a:off x="4953229" y="2141272"/>
            <a:ext cx="3084220" cy="2798278"/>
            <a:chOff x="4953229" y="2141272"/>
            <a:chExt cx="3084220" cy="2798278"/>
          </a:xfrm>
        </p:grpSpPr>
        <p:sp>
          <p:nvSpPr>
            <p:cNvPr id="38" name="椭圆 45">
              <a:extLst>
                <a:ext uri="{FF2B5EF4-FFF2-40B4-BE49-F238E27FC236}">
                  <a16:creationId xmlns:a16="http://schemas.microsoft.com/office/drawing/2014/main" id="{0875567C-B931-BA83-2BAC-84B51F758CE0}"/>
                </a:ext>
              </a:extLst>
            </p:cNvPr>
            <p:cNvSpPr/>
            <p:nvPr/>
          </p:nvSpPr>
          <p:spPr>
            <a:xfrm>
              <a:off x="4953229" y="4787666"/>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39" name="椭圆 46">
              <a:extLst>
                <a:ext uri="{FF2B5EF4-FFF2-40B4-BE49-F238E27FC236}">
                  <a16:creationId xmlns:a16="http://schemas.microsoft.com/office/drawing/2014/main" id="{F7794DC2-E515-8666-FED7-9E1CAAB96D33}"/>
                </a:ext>
              </a:extLst>
            </p:cNvPr>
            <p:cNvSpPr/>
            <p:nvPr/>
          </p:nvSpPr>
          <p:spPr>
            <a:xfrm>
              <a:off x="7885565" y="2141272"/>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sp>
        <p:nvSpPr>
          <p:cNvPr id="40" name="矩形 19">
            <a:extLst>
              <a:ext uri="{FF2B5EF4-FFF2-40B4-BE49-F238E27FC236}">
                <a16:creationId xmlns:a16="http://schemas.microsoft.com/office/drawing/2014/main" id="{2694B7D9-6F65-625B-8A4E-73F8E39BEB41}"/>
              </a:ext>
            </a:extLst>
          </p:cNvPr>
          <p:cNvSpPr/>
          <p:nvPr/>
        </p:nvSpPr>
        <p:spPr>
          <a:xfrm>
            <a:off x="4817965" y="2983732"/>
            <a:ext cx="3210955" cy="523220"/>
          </a:xfrm>
          <a:prstGeom prst="rect">
            <a:avLst/>
          </a:prstGeom>
          <a:ln>
            <a:noFill/>
          </a:ln>
        </p:spPr>
        <p:txBody>
          <a:bodyPr wrap="square" lIns="91440" tIns="45720" rIns="91440" bIns="45720" anchor="t">
            <a:spAutoFit/>
          </a:bodyPr>
          <a:lstStyle/>
          <a:p>
            <a:pPr algn="ctr">
              <a:defRPr/>
            </a:pPr>
            <a:r>
              <a:rPr lang="zh-CN" altLang="en-US" sz="2800" b="1" dirty="0">
                <a:solidFill>
                  <a:srgbClr val="18478F"/>
                </a:solidFill>
                <a:latin typeface="微软雅黑" panose="020B0503020204020204" pitchFamily="34" charset="-122"/>
                <a:ea typeface="微软雅黑" panose="020B0503020204020204" pitchFamily="34" charset="-122"/>
                <a:cs typeface="+mn-ea"/>
              </a:rPr>
              <a:t>市场部分</a:t>
            </a:r>
            <a:endParaRPr kumimoji="0" lang="en-US" altLang="zh-CN" sz="2800" b="1" i="0" u="none" strike="noStrike" kern="1200" cap="none" spc="0" normalizeH="0" baseline="0" noProof="0" dirty="0">
              <a:ln>
                <a:noFill/>
              </a:ln>
              <a:solidFill>
                <a:srgbClr val="18478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1" name="矩形 20">
            <a:extLst>
              <a:ext uri="{FF2B5EF4-FFF2-40B4-BE49-F238E27FC236}">
                <a16:creationId xmlns:a16="http://schemas.microsoft.com/office/drawing/2014/main" id="{4EFC848F-34B1-6DDF-AB27-D3B0E9AC7513}"/>
              </a:ext>
            </a:extLst>
          </p:cNvPr>
          <p:cNvSpPr/>
          <p:nvPr/>
        </p:nvSpPr>
        <p:spPr>
          <a:xfrm>
            <a:off x="5055341" y="3521119"/>
            <a:ext cx="2830224" cy="307777"/>
          </a:xfrm>
          <a:prstGeom prst="rect">
            <a:avLst/>
          </a:prstGeom>
          <a:ln>
            <a:noFill/>
          </a:ln>
        </p:spPr>
        <p:txBody>
          <a:bodyPr wrap="square" lIns="91440" tIns="45720" rIns="91440" bIns="45720" anchor="t">
            <a:spAutoFit/>
          </a:bodyPr>
          <a:lstStyle/>
          <a:p>
            <a:pPr algn="ctr">
              <a:defRPr/>
            </a:pPr>
            <a:r>
              <a:rPr lang="zh-CN" altLang="en-US" sz="1400" dirty="0">
                <a:solidFill>
                  <a:schemeClr val="tx2"/>
                </a:solidFill>
                <a:cs typeface="+mn-ea"/>
              </a:rPr>
              <a:t>韩国明显受益，仍有潜力</a:t>
            </a:r>
            <a:endParaRPr lang="en-US" altLang="zh-CN" sz="1400" b="0" i="0" u="none" strike="noStrike" kern="1200" cap="none" spc="0" normalizeH="0" baseline="0" noProof="0" dirty="0">
              <a:ln>
                <a:noFill/>
              </a:ln>
              <a:solidFill>
                <a:schemeClr val="tx2"/>
              </a:solidFill>
              <a:effectLst/>
              <a:uLnTx/>
              <a:uFillTx/>
              <a:cs typeface="+mn-ea"/>
            </a:endParaRPr>
          </a:p>
        </p:txBody>
      </p:sp>
      <p:sp>
        <p:nvSpPr>
          <p:cNvPr id="42" name="矩形 21">
            <a:extLst>
              <a:ext uri="{FF2B5EF4-FFF2-40B4-BE49-F238E27FC236}">
                <a16:creationId xmlns:a16="http://schemas.microsoft.com/office/drawing/2014/main" id="{D4CD8B72-F914-F108-88E0-291AE3EB3799}"/>
              </a:ext>
            </a:extLst>
          </p:cNvPr>
          <p:cNvSpPr/>
          <p:nvPr/>
        </p:nvSpPr>
        <p:spPr>
          <a:xfrm rot="13500000">
            <a:off x="3197913" y="2850072"/>
            <a:ext cx="1342093" cy="1342095"/>
          </a:xfrm>
          <a:prstGeom prst="rect">
            <a:avLst/>
          </a:prstGeom>
          <a:solidFill>
            <a:srgbClr val="18478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43" name="矩形 22">
            <a:extLst>
              <a:ext uri="{FF2B5EF4-FFF2-40B4-BE49-F238E27FC236}">
                <a16:creationId xmlns:a16="http://schemas.microsoft.com/office/drawing/2014/main" id="{E2DCC337-9DD5-CD98-6C6E-D74DDF86CCF0}"/>
              </a:ext>
            </a:extLst>
          </p:cNvPr>
          <p:cNvSpPr/>
          <p:nvPr/>
        </p:nvSpPr>
        <p:spPr>
          <a:xfrm>
            <a:off x="3366532" y="3033286"/>
            <a:ext cx="809837" cy="83099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4800" b="0" i="0" u="none" strike="noStrike" kern="1200" cap="none" spc="0" normalizeH="0" baseline="0" noProof="0" dirty="0">
                <a:ln>
                  <a:noFill/>
                </a:ln>
                <a:solidFill>
                  <a:prstClr val="white"/>
                </a:solidFill>
                <a:effectLst/>
                <a:uLnTx/>
                <a:uFillTx/>
                <a:cs typeface="+mn-ea"/>
                <a:sym typeface="+mn-lt"/>
              </a:rPr>
              <a:t>02</a:t>
            </a:r>
            <a:endParaRPr kumimoji="0" lang="zh-CN" altLang="en-US" sz="4800" b="0" i="0" u="none" strike="noStrike" kern="1200" cap="none" spc="0" normalizeH="0" baseline="0" noProof="0" dirty="0">
              <a:ln>
                <a:noFill/>
              </a:ln>
              <a:solidFill>
                <a:prstClr val="white"/>
              </a:solidFill>
              <a:effectLst/>
              <a:uLnTx/>
              <a:uFillTx/>
              <a:cs typeface="+mn-ea"/>
              <a:sym typeface="+mn-lt"/>
            </a:endParaRPr>
          </a:p>
        </p:txBody>
      </p:sp>
      <p:sp>
        <p:nvSpPr>
          <p:cNvPr id="3" name="Slide Number Placeholder 2">
            <a:extLst>
              <a:ext uri="{FF2B5EF4-FFF2-40B4-BE49-F238E27FC236}">
                <a16:creationId xmlns:a16="http://schemas.microsoft.com/office/drawing/2014/main" id="{EC66C704-6F2F-FC0B-E7AC-C906F1772B93}"/>
              </a:ext>
            </a:extLst>
          </p:cNvPr>
          <p:cNvSpPr>
            <a:spLocks noGrp="1"/>
          </p:cNvSpPr>
          <p:nvPr>
            <p:ph type="sldNum" sz="quarter" idx="4"/>
          </p:nvPr>
        </p:nvSpPr>
        <p:spPr>
          <a:xfrm>
            <a:off x="9296905" y="6557574"/>
            <a:ext cx="2743200" cy="276999"/>
          </a:xfrm>
          <a:prstGeom prst="rect">
            <a:avLst/>
          </a:prstGeom>
        </p:spPr>
        <p:txBody>
          <a:bodyPr/>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7D48C0-AA79-46F3-BF6F-F82B468F2D98}" type="slidenum">
              <a:rPr lang="en-US" sz="1000" smtClean="0"/>
              <a:pPr/>
              <a:t>18</a:t>
            </a:fld>
            <a:endParaRPr lang="en-US" sz="1000">
              <a:cs typeface="+mn-ea"/>
              <a:sym typeface="+mn-lt"/>
            </a:endParaRPr>
          </a:p>
        </p:txBody>
      </p:sp>
      <p:grpSp>
        <p:nvGrpSpPr>
          <p:cNvPr id="62" name="Group 61">
            <a:extLst>
              <a:ext uri="{FF2B5EF4-FFF2-40B4-BE49-F238E27FC236}">
                <a16:creationId xmlns:a16="http://schemas.microsoft.com/office/drawing/2014/main" id="{C4EC1847-23A8-AC49-ED3C-C2806DA676A5}"/>
              </a:ext>
            </a:extLst>
          </p:cNvPr>
          <p:cNvGrpSpPr/>
          <p:nvPr/>
        </p:nvGrpSpPr>
        <p:grpSpPr>
          <a:xfrm>
            <a:off x="9160590" y="6562572"/>
            <a:ext cx="2550106" cy="255578"/>
            <a:chOff x="9160590" y="6563831"/>
            <a:chExt cx="2550106" cy="255578"/>
          </a:xfrm>
        </p:grpSpPr>
        <p:pic>
          <p:nvPicPr>
            <p:cNvPr id="63" name="Picture 62" descr="Logo&#10;&#10;Description automatically generated">
              <a:extLst>
                <a:ext uri="{FF2B5EF4-FFF2-40B4-BE49-F238E27FC236}">
                  <a16:creationId xmlns:a16="http://schemas.microsoft.com/office/drawing/2014/main" id="{CD90B4E6-F34C-FF49-9CEC-C415CCC87875}"/>
                </a:ext>
              </a:extLst>
            </p:cNvPr>
            <p:cNvPicPr>
              <a:picLocks noChangeAspect="1"/>
            </p:cNvPicPr>
            <p:nvPr/>
          </p:nvPicPr>
          <p:blipFill rotWithShape="1">
            <a:blip r:embed="rId5" cstate="hqprint">
              <a:extLst>
                <a:ext uri="{28A0092B-C50C-407E-A947-70E740481C1C}">
                  <a14:useLocalDpi xmlns:a14="http://schemas.microsoft.com/office/drawing/2010/main" val="0"/>
                </a:ext>
              </a:extLst>
            </a:blip>
            <a:srcRect r="76699"/>
            <a:stretch/>
          </p:blipFill>
          <p:spPr>
            <a:xfrm>
              <a:off x="11468126" y="6563831"/>
              <a:ext cx="242570" cy="255578"/>
            </a:xfrm>
            <a:prstGeom prst="rect">
              <a:avLst/>
            </a:prstGeom>
          </p:spPr>
        </p:pic>
        <p:sp>
          <p:nvSpPr>
            <p:cNvPr id="640" name="Rectangle 19">
              <a:extLst>
                <a:ext uri="{FF2B5EF4-FFF2-40B4-BE49-F238E27FC236}">
                  <a16:creationId xmlns:a16="http://schemas.microsoft.com/office/drawing/2014/main" id="{47B594C0-A15E-F2D8-0F6F-F70BF470D201}"/>
                </a:ext>
              </a:extLst>
            </p:cNvPr>
            <p:cNvSpPr/>
            <p:nvPr/>
          </p:nvSpPr>
          <p:spPr>
            <a:xfrm>
              <a:off x="9160590" y="6614676"/>
              <a:ext cx="2265443" cy="153888"/>
            </a:xfrm>
            <a:prstGeom prst="rect">
              <a:avLst/>
            </a:prstGeom>
          </p:spPr>
          <p:txBody>
            <a:bodyPr wrap="square" lIns="0" tIns="0" rIns="0" bIns="0">
              <a:spAutoFit/>
            </a:bodyPr>
            <a:lstStyle/>
            <a:p>
              <a:pPr algn="r"/>
              <a:r>
                <a:rPr lang="zh-CN" altLang="en-US" sz="1000" spc="-30">
                  <a:solidFill>
                    <a:schemeClr val="bg1"/>
                  </a:solidFill>
                  <a:cs typeface="+mn-ea"/>
                  <a:sym typeface="+mn-lt"/>
                </a:rPr>
                <a:t>南方东英资产管理</a:t>
              </a:r>
              <a:endParaRPr lang="zh-CN" altLang="en-US" sz="1000">
                <a:solidFill>
                  <a:schemeClr val="bg1"/>
                </a:solidFill>
                <a:cs typeface="+mn-ea"/>
                <a:sym typeface="+mn-lt"/>
              </a:endParaRPr>
            </a:p>
          </p:txBody>
        </p:sp>
      </p:grpSp>
    </p:spTree>
    <p:custDataLst>
      <p:tags r:id="rId1"/>
    </p:custDataLst>
    <p:extLst>
      <p:ext uri="{BB962C8B-B14F-4D97-AF65-F5344CB8AC3E}">
        <p14:creationId xmlns:p14="http://schemas.microsoft.com/office/powerpoint/2010/main" val="13347015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F47A6-80B2-3B7B-0017-8D57C4137C82}"/>
            </a:ext>
          </a:extLst>
        </p:cNvPr>
        <p:cNvGrpSpPr/>
        <p:nvPr/>
      </p:nvGrpSpPr>
      <p:grpSpPr>
        <a:xfrm>
          <a:off x="0" y="0"/>
          <a:ext cx="0" cy="0"/>
          <a:chOff x="0" y="0"/>
          <a:chExt cx="0" cy="0"/>
        </a:xfrm>
      </p:grpSpPr>
      <p:sp>
        <p:nvSpPr>
          <p:cNvPr id="6" name="Rectangle 31">
            <a:extLst>
              <a:ext uri="{FF2B5EF4-FFF2-40B4-BE49-F238E27FC236}">
                <a16:creationId xmlns:a16="http://schemas.microsoft.com/office/drawing/2014/main" id="{24F80D03-EA61-7E27-85BC-BFA263D4C8FD}"/>
              </a:ext>
            </a:extLst>
          </p:cNvPr>
          <p:cNvSpPr/>
          <p:nvPr/>
        </p:nvSpPr>
        <p:spPr>
          <a:xfrm>
            <a:off x="258798" y="2582576"/>
            <a:ext cx="2084352" cy="657097"/>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j-lt"/>
              <a:ea typeface="微软雅黑" panose="020B0503020204020204" pitchFamily="34" charset="-122"/>
            </a:endParaRPr>
          </a:p>
        </p:txBody>
      </p:sp>
      <p:sp>
        <p:nvSpPr>
          <p:cNvPr id="22" name="TextBox 21">
            <a:extLst>
              <a:ext uri="{FF2B5EF4-FFF2-40B4-BE49-F238E27FC236}">
                <a16:creationId xmlns:a16="http://schemas.microsoft.com/office/drawing/2014/main" id="{DF1D4B76-3C73-B031-21A4-8395CE26216E}"/>
              </a:ext>
            </a:extLst>
          </p:cNvPr>
          <p:cNvSpPr txBox="1"/>
          <p:nvPr/>
        </p:nvSpPr>
        <p:spPr>
          <a:xfrm>
            <a:off x="754045" y="1191610"/>
            <a:ext cx="11259574" cy="307777"/>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zh-TW"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rPr>
              <a:t>韓國股市已成爲</a:t>
            </a:r>
            <a:r>
              <a:rPr kumimoji="0" lang="en-US" altLang="zh-TW" sz="1400" b="0" i="0" u="none" strike="noStrike" kern="1200" cap="none" spc="0" normalizeH="0" baseline="0" noProof="0">
                <a:ln>
                  <a:noFill/>
                </a:ln>
                <a:solidFill>
                  <a:srgbClr val="515052"/>
                </a:solidFill>
                <a:effectLst/>
                <a:uLnTx/>
                <a:uFillTx/>
                <a:latin typeface="+mj-lt"/>
                <a:ea typeface="微软雅黑" panose="020B0503020204020204" pitchFamily="34" charset="-122"/>
              </a:rPr>
              <a:t>2025</a:t>
            </a:r>
            <a:r>
              <a:rPr kumimoji="0" lang="zh-TW"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rPr>
              <a:t>年迄今表現最好的</a:t>
            </a:r>
            <a:r>
              <a:rPr kumimoji="0" lang="zh-CN"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rPr>
              <a:t>市場</a:t>
            </a:r>
            <a:r>
              <a:rPr kumimoji="0" lang="zh-TW"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rPr>
              <a:t>之一，吸引了全球資金涌入。</a:t>
            </a:r>
            <a:r>
              <a:rPr kumimoji="0" lang="zh-CN"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rPr>
              <a:t>以半導體</a:t>
            </a:r>
            <a:r>
              <a:rPr kumimoji="0" lang="en-US" altLang="zh-CN" sz="1400" b="0" i="0" u="none" strike="noStrike" kern="1200" cap="none" spc="0" normalizeH="0" baseline="0" noProof="0">
                <a:ln>
                  <a:noFill/>
                </a:ln>
                <a:solidFill>
                  <a:srgbClr val="515052"/>
                </a:solidFill>
                <a:effectLst/>
                <a:uLnTx/>
                <a:uFillTx/>
                <a:latin typeface="+mj-lt"/>
                <a:ea typeface="微软雅黑" panose="020B0503020204020204" pitchFamily="34" charset="-122"/>
              </a:rPr>
              <a:t>/AI</a:t>
            </a:r>
            <a:r>
              <a:rPr kumimoji="0" lang="zh-CN"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rPr>
              <a:t>爲核心領漲，其中三星電子、</a:t>
            </a:r>
            <a:r>
              <a:rPr kumimoji="0" lang="en-US" altLang="zh-CN" sz="1400" b="0" i="0" u="none" strike="noStrike" kern="1200" cap="none" spc="0" normalizeH="0" baseline="0" noProof="0">
                <a:ln>
                  <a:noFill/>
                </a:ln>
                <a:solidFill>
                  <a:srgbClr val="515052"/>
                </a:solidFill>
                <a:effectLst/>
                <a:uLnTx/>
                <a:uFillTx/>
                <a:latin typeface="+mj-lt"/>
                <a:ea typeface="微软雅黑" panose="020B0503020204020204" pitchFamily="34" charset="-122"/>
              </a:rPr>
              <a:t>SK</a:t>
            </a:r>
            <a:r>
              <a:rPr kumimoji="0" lang="zh-CN"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rPr>
              <a:t>海力士顯著貢獻。</a:t>
            </a:r>
            <a:endParaRPr kumimoji="0" lang="en-US" altLang="zh-CN" sz="1400" b="1" i="0" u="none" strike="noStrike" kern="1200" cap="none" spc="0" normalizeH="0" baseline="0" noProof="0" dirty="0">
              <a:ln>
                <a:noFill/>
              </a:ln>
              <a:solidFill>
                <a:srgbClr val="2660AD"/>
              </a:solidFill>
              <a:effectLst/>
              <a:uLnTx/>
              <a:uFillTx/>
              <a:latin typeface="+mj-lt"/>
              <a:ea typeface="微软雅黑" panose="020B0503020204020204" pitchFamily="34" charset="-122"/>
            </a:endParaRPr>
          </a:p>
        </p:txBody>
      </p:sp>
      <p:sp>
        <p:nvSpPr>
          <p:cNvPr id="36" name="TextBox 35">
            <a:extLst>
              <a:ext uri="{FF2B5EF4-FFF2-40B4-BE49-F238E27FC236}">
                <a16:creationId xmlns:a16="http://schemas.microsoft.com/office/drawing/2014/main" id="{85F9EF31-2A42-EF0E-023B-82944F642600}"/>
              </a:ext>
            </a:extLst>
          </p:cNvPr>
          <p:cNvSpPr txBox="1"/>
          <p:nvPr/>
        </p:nvSpPr>
        <p:spPr>
          <a:xfrm>
            <a:off x="1182188" y="1951860"/>
            <a:ext cx="407695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660AD"/>
                </a:solidFill>
                <a:effectLst/>
                <a:uLnTx/>
                <a:uFillTx/>
                <a:latin typeface="+mj-lt"/>
                <a:ea typeface="微软雅黑" panose="020B0503020204020204" pitchFamily="34" charset="-122"/>
              </a:rPr>
              <a:t>2025</a:t>
            </a:r>
            <a:r>
              <a:rPr kumimoji="0" lang="zh-CN" altLang="en-US" sz="1200" b="1" i="0" u="none" strike="noStrike" kern="1200" cap="none" spc="0" normalizeH="0" baseline="0" noProof="0" dirty="0">
                <a:ln>
                  <a:noFill/>
                </a:ln>
                <a:solidFill>
                  <a:srgbClr val="2660AD"/>
                </a:solidFill>
                <a:effectLst/>
                <a:uLnTx/>
                <a:uFillTx/>
                <a:latin typeface="+mj-lt"/>
                <a:ea typeface="微软雅黑" panose="020B0503020204020204" pitchFamily="34" charset="-122"/>
              </a:rPr>
              <a:t>年</a:t>
            </a:r>
            <a:r>
              <a:rPr kumimoji="0" lang="zh-CN" altLang="en-US" sz="1200" b="1" i="0" u="none" strike="noStrike" kern="1200" cap="none" spc="0" normalizeH="0" baseline="0" noProof="0">
                <a:ln>
                  <a:noFill/>
                </a:ln>
                <a:solidFill>
                  <a:srgbClr val="2660AD"/>
                </a:solidFill>
                <a:effectLst/>
                <a:uLnTx/>
                <a:uFillTx/>
                <a:latin typeface="+mj-lt"/>
                <a:ea typeface="微软雅黑" panose="020B0503020204020204" pitchFamily="34" charset="-122"/>
              </a:rPr>
              <a:t>及</a:t>
            </a:r>
            <a:r>
              <a:rPr kumimoji="0" lang="en-US" altLang="zh-CN" sz="1200" b="1" i="0" u="none" strike="noStrike" kern="1200" cap="none" spc="0" normalizeH="0" baseline="0" noProof="0">
                <a:ln>
                  <a:noFill/>
                </a:ln>
                <a:solidFill>
                  <a:srgbClr val="2660AD"/>
                </a:solidFill>
                <a:effectLst/>
                <a:uLnTx/>
                <a:uFillTx/>
                <a:latin typeface="+mj-lt"/>
                <a:ea typeface="微软雅黑" panose="020B0503020204020204" pitchFamily="34" charset="-122"/>
              </a:rPr>
              <a:t>2026</a:t>
            </a:r>
            <a:r>
              <a:rPr kumimoji="0" lang="zh-CN" altLang="en-US" sz="1200" b="1" i="0" u="none" strike="noStrike" kern="1200" cap="none" spc="0" normalizeH="0" baseline="0" noProof="0">
                <a:ln>
                  <a:noFill/>
                </a:ln>
                <a:solidFill>
                  <a:srgbClr val="2660AD"/>
                </a:solidFill>
                <a:effectLst/>
                <a:uLnTx/>
                <a:uFillTx/>
                <a:latin typeface="+mj-lt"/>
                <a:ea typeface="微软雅黑" panose="020B0503020204020204" pitchFamily="34" charset="-122"/>
              </a:rPr>
              <a:t>年至今表現</a:t>
            </a:r>
            <a:r>
              <a:rPr kumimoji="0" lang="en-US" sz="1200" b="1" i="0" u="none" strike="noStrike" kern="1200" cap="none" spc="0" normalizeH="0" baseline="0" noProof="0">
                <a:ln>
                  <a:noFill/>
                </a:ln>
                <a:solidFill>
                  <a:srgbClr val="2660AD"/>
                </a:solidFill>
                <a:effectLst/>
                <a:uLnTx/>
                <a:uFillTx/>
                <a:latin typeface="+mj-lt"/>
                <a:ea typeface="微软雅黑" panose="020B0503020204020204" pitchFamily="34" charset="-122"/>
              </a:rPr>
              <a:t>*</a:t>
            </a:r>
            <a:endParaRPr kumimoji="0" lang="en-US" sz="1200" b="1" i="0" u="none" strike="noStrike" kern="1200" cap="none" spc="0" normalizeH="0" baseline="0" noProof="0" dirty="0">
              <a:ln>
                <a:noFill/>
              </a:ln>
              <a:solidFill>
                <a:srgbClr val="2660AD"/>
              </a:solidFill>
              <a:effectLst/>
              <a:uLnTx/>
              <a:uFillTx/>
              <a:latin typeface="+mj-lt"/>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rgbClr val="2660AD"/>
                </a:solidFill>
                <a:effectLst/>
                <a:uLnTx/>
                <a:uFillTx/>
                <a:latin typeface="+mj-lt"/>
                <a:ea typeface="微软雅黑" panose="020B0503020204020204" pitchFamily="34" charset="-122"/>
              </a:rPr>
              <a:t>全球主要股指</a:t>
            </a:r>
            <a:endParaRPr kumimoji="0" lang="en-US" sz="1200" b="0" i="0" u="none" strike="noStrike" kern="1200" cap="none" spc="0" normalizeH="0" baseline="0" noProof="0" dirty="0">
              <a:ln>
                <a:noFill/>
              </a:ln>
              <a:solidFill>
                <a:srgbClr val="2660AD"/>
              </a:solidFill>
              <a:effectLst/>
              <a:uLnTx/>
              <a:uFillTx/>
              <a:latin typeface="+mj-lt"/>
              <a:ea typeface="微软雅黑" panose="020B0503020204020204" pitchFamily="34" charset="-122"/>
            </a:endParaRPr>
          </a:p>
        </p:txBody>
      </p:sp>
      <p:sp>
        <p:nvSpPr>
          <p:cNvPr id="10" name="TextBox 9">
            <a:extLst>
              <a:ext uri="{FF2B5EF4-FFF2-40B4-BE49-F238E27FC236}">
                <a16:creationId xmlns:a16="http://schemas.microsoft.com/office/drawing/2014/main" id="{F8CAB45E-F286-4B2F-7E4F-A986AF5620B5}"/>
              </a:ext>
            </a:extLst>
          </p:cNvPr>
          <p:cNvSpPr txBox="1"/>
          <p:nvPr/>
        </p:nvSpPr>
        <p:spPr>
          <a:xfrm>
            <a:off x="741976" y="897372"/>
            <a:ext cx="6996654"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a:ln>
                  <a:noFill/>
                </a:ln>
                <a:solidFill>
                  <a:srgbClr val="2660AD"/>
                </a:solidFill>
                <a:effectLst/>
                <a:uLnTx/>
                <a:uFillTx/>
                <a:latin typeface="+mj-lt"/>
                <a:ea typeface="微软雅黑" panose="020B0503020204020204" pitchFamily="34" charset="-122"/>
              </a:rPr>
              <a:t>韓國科技龍頭主導市場表現</a:t>
            </a:r>
            <a:endParaRPr kumimoji="0" lang="en-US" altLang="zh-CN" sz="1400" b="1" i="0" u="none" strike="noStrike" kern="1200" cap="none" spc="0" normalizeH="0" baseline="0" noProof="0" dirty="0">
              <a:ln>
                <a:noFill/>
              </a:ln>
              <a:solidFill>
                <a:srgbClr val="2660AD"/>
              </a:solidFill>
              <a:effectLst/>
              <a:uLnTx/>
              <a:uFillTx/>
              <a:latin typeface="+mj-lt"/>
              <a:ea typeface="微软雅黑" panose="020B0503020204020204" pitchFamily="34" charset="-122"/>
            </a:endParaRPr>
          </a:p>
        </p:txBody>
      </p:sp>
      <p:sp>
        <p:nvSpPr>
          <p:cNvPr id="21" name="TextBox 20">
            <a:extLst>
              <a:ext uri="{FF2B5EF4-FFF2-40B4-BE49-F238E27FC236}">
                <a16:creationId xmlns:a16="http://schemas.microsoft.com/office/drawing/2014/main" id="{00F8C8D9-06C9-4408-9356-183C70C8479F}"/>
              </a:ext>
            </a:extLst>
          </p:cNvPr>
          <p:cNvSpPr txBox="1"/>
          <p:nvPr/>
        </p:nvSpPr>
        <p:spPr>
          <a:xfrm>
            <a:off x="6310234" y="1978543"/>
            <a:ext cx="4577505"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a:ln>
                  <a:noFill/>
                </a:ln>
                <a:solidFill>
                  <a:srgbClr val="2660AD"/>
                </a:solidFill>
                <a:effectLst/>
                <a:uLnTx/>
                <a:uFillTx/>
                <a:latin typeface="+mj-lt"/>
                <a:ea typeface="微软雅黑" panose="020B0503020204020204" pitchFamily="34" charset="-122"/>
              </a:rPr>
              <a:t>彙聚韓國科技龍頭的富時韓國科技</a:t>
            </a:r>
            <a:r>
              <a:rPr kumimoji="0" lang="en-US" altLang="zh-CN" sz="1200" b="1" i="0" u="none" strike="noStrike" kern="1200" cap="none" spc="0" normalizeH="0" baseline="0" noProof="0">
                <a:ln>
                  <a:noFill/>
                </a:ln>
                <a:solidFill>
                  <a:srgbClr val="2660AD"/>
                </a:solidFill>
                <a:effectLst/>
                <a:uLnTx/>
                <a:uFillTx/>
                <a:latin typeface="+mj-lt"/>
                <a:ea typeface="微软雅黑" panose="020B0503020204020204" pitchFamily="34" charset="-122"/>
              </a:rPr>
              <a:t>+20</a:t>
            </a:r>
            <a:r>
              <a:rPr kumimoji="0" lang="zh-CN" altLang="en-US" sz="1200" b="1" i="0" u="none" strike="noStrike" kern="1200" cap="none" spc="0" normalizeH="0" baseline="0" noProof="0">
                <a:ln>
                  <a:noFill/>
                </a:ln>
                <a:solidFill>
                  <a:srgbClr val="2660AD"/>
                </a:solidFill>
                <a:effectLst/>
                <a:uLnTx/>
                <a:uFillTx/>
                <a:latin typeface="+mj-lt"/>
                <a:ea typeface="微软雅黑" panose="020B0503020204020204" pitchFamily="34" charset="-122"/>
              </a:rPr>
              <a:t>權重上限指數歷史表現</a:t>
            </a:r>
            <a:r>
              <a:rPr kumimoji="0" lang="en-US" altLang="zh-CN" sz="1200" b="1" i="0" u="none" strike="noStrike" kern="1200" cap="none" spc="0" normalizeH="0" baseline="0" noProof="0">
                <a:ln>
                  <a:noFill/>
                </a:ln>
                <a:solidFill>
                  <a:srgbClr val="2660AD"/>
                </a:solidFill>
                <a:effectLst/>
                <a:uLnTx/>
                <a:uFillTx/>
                <a:latin typeface="+mj-lt"/>
                <a:ea typeface="微软雅黑" panose="020B0503020204020204" pitchFamily="34" charset="-122"/>
              </a:rPr>
              <a:t>^</a:t>
            </a:r>
            <a:endParaRPr kumimoji="0" lang="en-US" sz="1200" b="1" i="0" u="none" strike="noStrike" kern="1200" cap="none" spc="0" normalizeH="0" baseline="0" noProof="0" dirty="0">
              <a:ln>
                <a:noFill/>
              </a:ln>
              <a:solidFill>
                <a:srgbClr val="2660AD"/>
              </a:solidFill>
              <a:effectLst/>
              <a:uLnTx/>
              <a:uFillTx/>
              <a:latin typeface="+mj-lt"/>
              <a:ea typeface="微软雅黑" panose="020B0503020204020204" pitchFamily="34" charset="-122"/>
            </a:endParaRPr>
          </a:p>
        </p:txBody>
      </p:sp>
      <p:sp>
        <p:nvSpPr>
          <p:cNvPr id="44" name="TextBox 43"/>
          <p:cNvSpPr txBox="1"/>
          <p:nvPr/>
        </p:nvSpPr>
        <p:spPr>
          <a:xfrm>
            <a:off x="457200" y="6206490"/>
            <a:ext cx="10972800"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effectLst/>
                <a:uLnTx/>
                <a:uFillTx/>
                <a:latin typeface="+mj-lt"/>
                <a:ea typeface="微软雅黑" panose="020B0503020204020204" pitchFamily="34" charset="-122"/>
              </a:rPr>
              <a:t>資料來源：*彭博。2024/12/31-2026/</a:t>
            </a:r>
            <a:r>
              <a:rPr kumimoji="0" lang="en-US" altLang="zh-CN" sz="800" b="0" i="0" u="none" strike="noStrike" kern="1200" cap="none" spc="0" normalizeH="0" baseline="0" noProof="0">
                <a:ln>
                  <a:noFill/>
                </a:ln>
                <a:effectLst/>
                <a:uLnTx/>
                <a:uFillTx/>
                <a:latin typeface="+mj-lt"/>
                <a:ea typeface="微软雅黑" panose="020B0503020204020204" pitchFamily="34" charset="-122"/>
              </a:rPr>
              <a:t>6</a:t>
            </a:r>
            <a:r>
              <a:rPr kumimoji="0" sz="800" b="0" i="0" u="none" strike="noStrike" kern="1200" cap="none" spc="0" normalizeH="0" baseline="0" noProof="0">
                <a:ln>
                  <a:noFill/>
                </a:ln>
                <a:effectLst/>
                <a:uLnTx/>
                <a:uFillTx/>
                <a:latin typeface="+mj-lt"/>
                <a:ea typeface="微软雅黑" panose="020B0503020204020204" pitchFamily="34" charset="-122"/>
              </a:rPr>
              <a:t>/</a:t>
            </a:r>
            <a:r>
              <a:rPr lang="en-US" altLang="zh-CN" sz="800">
                <a:latin typeface="+mj-lt"/>
                <a:ea typeface="微软雅黑" panose="020B0503020204020204" pitchFamily="34" charset="-122"/>
              </a:rPr>
              <a:t>30</a:t>
            </a:r>
            <a:r>
              <a:rPr kumimoji="0" sz="800" b="0" i="0" u="none" strike="noStrike" kern="1200" cap="none" spc="0" normalizeH="0" baseline="0" noProof="0">
                <a:ln>
                  <a:noFill/>
                </a:ln>
                <a:effectLst/>
                <a:uLnTx/>
                <a:uFillTx/>
                <a:latin typeface="+mj-lt"/>
                <a:ea typeface="微软雅黑" panose="020B0503020204020204" pitchFamily="34" charset="-122"/>
              </a:rPr>
              <a:t>。淨回報水平。^彭博。2022/12/31-2026/</a:t>
            </a:r>
            <a:r>
              <a:rPr lang="en-US" altLang="zh-CN" sz="800">
                <a:latin typeface="+mj-lt"/>
                <a:ea typeface="微软雅黑" panose="020B0503020204020204" pitchFamily="34" charset="-122"/>
              </a:rPr>
              <a:t>6</a:t>
            </a:r>
            <a:r>
              <a:rPr kumimoji="0" sz="800" b="0" i="0" u="none" strike="noStrike" kern="1200" cap="none" spc="0" normalizeH="0" baseline="0" noProof="0">
                <a:ln>
                  <a:noFill/>
                </a:ln>
                <a:effectLst/>
                <a:uLnTx/>
                <a:uFillTx/>
                <a:latin typeface="+mj-lt"/>
                <a:ea typeface="微软雅黑" panose="020B0503020204020204" pitchFamily="34" charset="-122"/>
              </a:rPr>
              <a:t>/</a:t>
            </a:r>
            <a:r>
              <a:rPr lang="en-US" altLang="zh-CN" sz="800">
                <a:latin typeface="+mj-lt"/>
                <a:ea typeface="微软雅黑" panose="020B0503020204020204" pitchFamily="34" charset="-122"/>
              </a:rPr>
              <a:t>30</a:t>
            </a:r>
            <a:r>
              <a:rPr kumimoji="0" sz="800" b="0" i="0" u="none" strike="noStrike" kern="1200" cap="none" spc="0" normalizeH="0" baseline="0" noProof="0">
                <a:ln>
                  <a:noFill/>
                </a:ln>
                <a:effectLst/>
                <a:uLnTx/>
                <a:uFillTx/>
                <a:latin typeface="+mj-lt"/>
                <a:ea typeface="微软雅黑" panose="020B0503020204020204" pitchFamily="34" charset="-122"/>
              </a:rPr>
              <a:t>. 相關結果基于歷史回測，僅用于說明目的，幷不構成對未來表現的任何指示、承諾或保證。所采用的數據僅供示意參考，幷不代表亦不保證實際可能實現的回報。</a:t>
            </a:r>
          </a:p>
        </p:txBody>
      </p:sp>
      <p:sp>
        <p:nvSpPr>
          <p:cNvPr id="46" name="TextBox 45"/>
          <p:cNvSpPr txBox="1"/>
          <p:nvPr/>
        </p:nvSpPr>
        <p:spPr>
          <a:xfrm>
            <a:off x="722376" y="411480"/>
            <a:ext cx="1097280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800" b="1" i="0" u="none" strike="noStrike" kern="1200" cap="none" spc="0" normalizeH="0" baseline="0" noProof="0" dirty="0" err="1">
                <a:ln>
                  <a:noFill/>
                </a:ln>
                <a:solidFill>
                  <a:srgbClr val="306AB2"/>
                </a:solidFill>
                <a:effectLst/>
                <a:uLnTx/>
                <a:uFillTx/>
                <a:latin typeface="Calibri"/>
                <a:ea typeface="微软雅黑"/>
              </a:rPr>
              <a:t>韓國市場</a:t>
            </a:r>
            <a:r>
              <a:rPr kumimoji="0" lang="zh-TW" altLang="en-US" sz="2800" b="1" i="0" u="none" strike="noStrike" kern="1200" cap="none" spc="0" normalizeH="0" baseline="0" noProof="0" dirty="0">
                <a:ln>
                  <a:noFill/>
                </a:ln>
                <a:solidFill>
                  <a:srgbClr val="306AB2"/>
                </a:solidFill>
                <a:effectLst/>
                <a:uLnTx/>
                <a:uFillTx/>
                <a:latin typeface="Calibri"/>
                <a:ea typeface="微软雅黑"/>
              </a:rPr>
              <a:t>正</a:t>
            </a:r>
            <a:r>
              <a:rPr kumimoji="0" sz="2800" b="1" i="0" u="none" strike="noStrike" kern="1200" cap="none" spc="0" normalizeH="0" baseline="0" noProof="0" dirty="0" err="1">
                <a:ln>
                  <a:noFill/>
                </a:ln>
                <a:solidFill>
                  <a:srgbClr val="306AB2"/>
                </a:solidFill>
                <a:effectLst/>
                <a:uLnTx/>
                <a:uFillTx/>
                <a:latin typeface="Calibri"/>
                <a:ea typeface="微软雅黑"/>
              </a:rPr>
              <a:t>脫穎而出</a:t>
            </a:r>
            <a:endParaRPr kumimoji="0" sz="2800" b="1" i="0" u="none" strike="noStrike" kern="1200" cap="none" spc="0" normalizeH="0" baseline="0" noProof="0" dirty="0">
              <a:ln>
                <a:noFill/>
              </a:ln>
              <a:solidFill>
                <a:srgbClr val="306AB2"/>
              </a:solidFill>
              <a:effectLst/>
              <a:uLnTx/>
              <a:uFillTx/>
              <a:latin typeface="Calibri"/>
              <a:ea typeface="微软雅黑"/>
            </a:endParaRPr>
          </a:p>
        </p:txBody>
      </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47" name="LogoPic" descr="image.png"/>
          <p:cNvPicPr>
            <a:picLocks noChangeAspect="1"/>
          </p:cNvPicPr>
          <p:nvPr/>
        </p:nvPicPr>
        <p:blipFill rotWithShape="1">
          <a:blip r:embed="rId2"/>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1876F7DF-7EF2-4E0B-BEAC-508592359EB6}" type="slidenum">
              <a:rPr lang="en-US" sz="1000" dirty="0">
                <a:solidFill>
                  <a:srgbClr val="FFFFFF"/>
                </a:solidFill>
                <a:latin typeface="Calibri"/>
                <a:ea typeface="微软雅黑"/>
              </a:rPr>
              <a:t>19</a:t>
            </a:fld>
            <a:endParaRPr lang="en-US" sz="1000" dirty="0">
              <a:solidFill>
                <a:srgbClr val="FFFFFF"/>
              </a:solidFill>
              <a:latin typeface="Calibri"/>
              <a:ea typeface="微软雅黑"/>
            </a:endParaRPr>
          </a:p>
        </p:txBody>
      </p:sp>
      <p:graphicFrame>
        <p:nvGraphicFramePr>
          <p:cNvPr id="2" name="图表 1">
            <a:extLst>
              <a:ext uri="{FF2B5EF4-FFF2-40B4-BE49-F238E27FC236}">
                <a16:creationId xmlns:a16="http://schemas.microsoft.com/office/drawing/2014/main" id="{31618D08-8E76-7F85-BA35-0B941EE50375}"/>
              </a:ext>
            </a:extLst>
          </p:cNvPr>
          <p:cNvGraphicFramePr>
            <a:graphicFrameLocks/>
          </p:cNvGraphicFramePr>
          <p:nvPr>
            <p:extLst>
              <p:ext uri="{D42A27DB-BD31-4B8C-83A1-F6EECF244321}">
                <p14:modId xmlns:p14="http://schemas.microsoft.com/office/powerpoint/2010/main" val="1386901656"/>
              </p:ext>
            </p:extLst>
          </p:nvPr>
        </p:nvGraphicFramePr>
        <p:xfrm>
          <a:off x="252411" y="2470454"/>
          <a:ext cx="5414964" cy="349017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图表 2">
            <a:extLst>
              <a:ext uri="{FF2B5EF4-FFF2-40B4-BE49-F238E27FC236}">
                <a16:creationId xmlns:a16="http://schemas.microsoft.com/office/drawing/2014/main" id="{5F5A2E0D-B952-6293-0416-2A8779DE8C26}"/>
              </a:ext>
            </a:extLst>
          </p:cNvPr>
          <p:cNvGraphicFramePr>
            <a:graphicFrameLocks/>
          </p:cNvGraphicFramePr>
          <p:nvPr>
            <p:extLst>
              <p:ext uri="{D42A27DB-BD31-4B8C-83A1-F6EECF244321}">
                <p14:modId xmlns:p14="http://schemas.microsoft.com/office/powerpoint/2010/main" val="4132185581"/>
              </p:ext>
            </p:extLst>
          </p:nvPr>
        </p:nvGraphicFramePr>
        <p:xfrm>
          <a:off x="5943598" y="2356334"/>
          <a:ext cx="5414963" cy="359407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5590887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FF07A-982C-0377-4363-6CFA605ECE09}"/>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DFA1FEA5-23C8-1724-426B-5FF04EF20ED6}"/>
              </a:ext>
            </a:extLst>
          </p:cNvPr>
          <p:cNvSpPr txBox="1"/>
          <p:nvPr/>
        </p:nvSpPr>
        <p:spPr>
          <a:xfrm>
            <a:off x="548640" y="918104"/>
            <a:ext cx="11259574" cy="954107"/>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zh-TW" altLang="en-US" sz="1400" b="0" i="0" u="none" strike="noStrike" kern="1200" cap="none" spc="0" normalizeH="0" baseline="0" noProof="0" dirty="0">
                <a:ln>
                  <a:noFill/>
                </a:ln>
                <a:solidFill>
                  <a:srgbClr val="515052"/>
                </a:solidFill>
                <a:effectLst/>
                <a:uLnTx/>
                <a:uFillTx/>
                <a:latin typeface="+mj-lt"/>
                <a:ea typeface="微软雅黑" panose="020B0503020204020204" pitchFamily="34" charset="-122"/>
              </a:rPr>
              <a:t>三星</a:t>
            </a:r>
            <a:r>
              <a:rPr kumimoji="0" lang="zh-TW"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rPr>
              <a:t>和</a:t>
            </a:r>
            <a:r>
              <a:rPr kumimoji="0" lang="en-US" altLang="zh-TW" sz="1400" b="0" i="0" u="none" strike="noStrike" kern="1200" cap="none" spc="0" normalizeH="0" baseline="0" noProof="0">
                <a:ln>
                  <a:noFill/>
                </a:ln>
                <a:solidFill>
                  <a:srgbClr val="515052"/>
                </a:solidFill>
                <a:effectLst/>
                <a:uLnTx/>
                <a:uFillTx/>
                <a:latin typeface="+mj-lt"/>
                <a:ea typeface="微软雅黑" panose="020B0503020204020204" pitchFamily="34" charset="-122"/>
              </a:rPr>
              <a:t>SK</a:t>
            </a:r>
            <a:r>
              <a:rPr kumimoji="0" lang="zh-TW"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rPr>
              <a:t>海力士預計將從韓國新政府的半導體友善立場中受益更多，尤其是潜在的更高稅收抵免</a:t>
            </a:r>
            <a:r>
              <a:rPr kumimoji="0" lang="zh-CN"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rPr>
              <a:t>。</a:t>
            </a:r>
            <a:endParaRPr lang="en-US" altLang="zh-TW" sz="1400" dirty="0">
              <a:solidFill>
                <a:srgbClr val="515052"/>
              </a:solidFill>
              <a:latin typeface="+mj-lt"/>
              <a:ea typeface="微软雅黑" panose="020B0503020204020204" pitchFamily="34" charset="-122"/>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zh-CN"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rPr>
              <a:t>李在明政府通過三次遞進式</a:t>
            </a:r>
            <a:r>
              <a:rPr kumimoji="0" lang="zh-CN" altLang="en-US" sz="1400" b="1" i="0" u="none" strike="noStrike" kern="1200" cap="none" spc="0" normalizeH="0" baseline="0" noProof="0">
                <a:ln>
                  <a:noFill/>
                </a:ln>
                <a:solidFill>
                  <a:schemeClr val="tx2"/>
                </a:solidFill>
                <a:effectLst/>
                <a:uLnTx/>
                <a:uFillTx/>
                <a:latin typeface="+mj-lt"/>
                <a:ea typeface="微软雅黑" panose="020B0503020204020204" pitchFamily="34" charset="-122"/>
              </a:rPr>
              <a:t>商法修訂</a:t>
            </a:r>
            <a:r>
              <a:rPr kumimoji="0" lang="zh-CN"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rPr>
              <a:t>，以强制注銷庫存股、引入累積投票制和限制大股東表决權爲抓手，</a:t>
            </a:r>
            <a:r>
              <a:rPr kumimoji="0" lang="zh-CN" altLang="en-US" sz="1400" b="1" i="0" u="none" strike="noStrike" kern="1200" cap="none" spc="0" normalizeH="0" baseline="0" noProof="0">
                <a:ln>
                  <a:noFill/>
                </a:ln>
                <a:solidFill>
                  <a:schemeClr val="tx2"/>
                </a:solidFill>
                <a:effectLst/>
                <a:uLnTx/>
                <a:uFillTx/>
                <a:latin typeface="+mj-lt"/>
                <a:ea typeface="微软雅黑" panose="020B0503020204020204" pitchFamily="34" charset="-122"/>
              </a:rPr>
              <a:t>系統性壓縮財閥控制權套利空間幷强化中小股東權利</a:t>
            </a:r>
            <a:r>
              <a:rPr kumimoji="0" lang="zh-CN"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rPr>
              <a:t>，推動韓國公司治理向股東價值中心轉型以</a:t>
            </a:r>
            <a:r>
              <a:rPr kumimoji="0" lang="zh-CN" altLang="en-US" sz="1400" b="1" i="0" u="none" strike="noStrike" kern="1200" cap="none" spc="0" normalizeH="0" baseline="0" noProof="0">
                <a:ln>
                  <a:noFill/>
                </a:ln>
                <a:solidFill>
                  <a:srgbClr val="515052"/>
                </a:solidFill>
                <a:effectLst/>
                <a:uLnTx/>
                <a:uFillTx/>
                <a:latin typeface="+mj-lt"/>
                <a:ea typeface="微软雅黑" panose="020B0503020204020204" pitchFamily="34" charset="-122"/>
              </a:rPr>
              <a:t>消除</a:t>
            </a:r>
            <a:r>
              <a:rPr kumimoji="0" lang="en-US" altLang="zh-CN" sz="1400" b="1" i="0" u="none" strike="noStrike" kern="1200" cap="none" spc="0" normalizeH="0" baseline="0" noProof="0" dirty="0">
                <a:ln>
                  <a:noFill/>
                </a:ln>
                <a:solidFill>
                  <a:srgbClr val="515052"/>
                </a:solidFill>
                <a:effectLst/>
                <a:uLnTx/>
                <a:uFillTx/>
                <a:latin typeface="+mj-lt"/>
                <a:ea typeface="微软雅黑" panose="020B0503020204020204" pitchFamily="34" charset="-122"/>
              </a:rPr>
              <a:t>Korea discount</a:t>
            </a:r>
            <a:r>
              <a:rPr kumimoji="0" lang="zh-CN" altLang="en-US" sz="1400" b="1" i="0" u="none" strike="noStrike" kern="1200" cap="none" spc="0" normalizeH="0" baseline="0" noProof="0" dirty="0">
                <a:ln>
                  <a:noFill/>
                </a:ln>
                <a:solidFill>
                  <a:srgbClr val="515052"/>
                </a:solidFill>
                <a:effectLst/>
                <a:uLnTx/>
                <a:uFillTx/>
                <a:latin typeface="+mj-lt"/>
                <a:ea typeface="微软雅黑" panose="020B0503020204020204" pitchFamily="34" charset="-122"/>
              </a:rPr>
              <a:t>。</a:t>
            </a:r>
            <a:endParaRPr kumimoji="0" lang="en-HK" altLang="zh-TW" sz="1400" b="1" i="0" u="none" strike="noStrike" kern="1200" cap="none" spc="0" normalizeH="0" baseline="0" noProof="0" dirty="0">
              <a:ln>
                <a:noFill/>
              </a:ln>
              <a:solidFill>
                <a:srgbClr val="515052"/>
              </a:solidFill>
              <a:effectLst/>
              <a:uLnTx/>
              <a:uFillTx/>
              <a:latin typeface="+mj-lt"/>
              <a:ea typeface="微软雅黑" panose="020B0503020204020204" pitchFamily="34" charset="-122"/>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1400" b="0" i="0" u="none" strike="noStrike" kern="1200" cap="none" spc="0" normalizeH="0" baseline="0" noProof="0" dirty="0">
              <a:ln>
                <a:noFill/>
              </a:ln>
              <a:solidFill>
                <a:srgbClr val="515052"/>
              </a:solidFill>
              <a:effectLst/>
              <a:uLnTx/>
              <a:uFillTx/>
              <a:latin typeface="+mj-lt"/>
              <a:ea typeface="微软雅黑" panose="020B0503020204020204" pitchFamily="34" charset="-122"/>
            </a:endParaRPr>
          </a:p>
        </p:txBody>
      </p:sp>
      <p:sp>
        <p:nvSpPr>
          <p:cNvPr id="24" name="TextBox 23">
            <a:extLst>
              <a:ext uri="{FF2B5EF4-FFF2-40B4-BE49-F238E27FC236}">
                <a16:creationId xmlns:a16="http://schemas.microsoft.com/office/drawing/2014/main" id="{15E96EE4-425B-F9AC-ED7F-4802555B636B}"/>
              </a:ext>
            </a:extLst>
          </p:cNvPr>
          <p:cNvSpPr txBox="1"/>
          <p:nvPr/>
        </p:nvSpPr>
        <p:spPr>
          <a:xfrm>
            <a:off x="1092453" y="1862294"/>
            <a:ext cx="4215557"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200" b="1" i="0" u="none" strike="noStrike" kern="1200" cap="none" spc="0" normalizeH="0" baseline="0" noProof="0">
                <a:ln>
                  <a:noFill/>
                </a:ln>
                <a:solidFill>
                  <a:srgbClr val="2660AD"/>
                </a:solidFill>
                <a:effectLst/>
                <a:uLnTx/>
                <a:uFillTx/>
                <a:latin typeface="+mj-lt"/>
                <a:ea typeface="微软雅黑" panose="020B0503020204020204" pitchFamily="34" charset="-122"/>
              </a:rPr>
              <a:t>韓國新</a:t>
            </a:r>
            <a:r>
              <a:rPr kumimoji="0" lang="zh-CN" altLang="en-US" sz="1200" b="1" i="0" u="none" strike="noStrike" kern="1200" cap="none" spc="0" normalizeH="0" baseline="0" noProof="0">
                <a:ln>
                  <a:noFill/>
                </a:ln>
                <a:solidFill>
                  <a:srgbClr val="2660AD"/>
                </a:solidFill>
                <a:effectLst/>
                <a:uLnTx/>
                <a:uFillTx/>
                <a:latin typeface="+mj-lt"/>
                <a:ea typeface="微软雅黑" panose="020B0503020204020204" pitchFamily="34" charset="-122"/>
              </a:rPr>
              <a:t>任</a:t>
            </a:r>
            <a:r>
              <a:rPr kumimoji="0" lang="zh-TW" altLang="en-US" sz="1200" b="1" i="0" u="none" strike="noStrike" kern="1200" cap="none" spc="0" normalizeH="0" baseline="0" noProof="0">
                <a:ln>
                  <a:noFill/>
                </a:ln>
                <a:solidFill>
                  <a:srgbClr val="2660AD"/>
                </a:solidFill>
                <a:effectLst/>
                <a:uLnTx/>
                <a:uFillTx/>
                <a:latin typeface="+mj-lt"/>
                <a:ea typeface="微软雅黑" panose="020B0503020204020204" pitchFamily="34" charset="-122"/>
              </a:rPr>
              <a:t>總統承諾優先支持半導體産業</a:t>
            </a:r>
            <a:r>
              <a:rPr kumimoji="0" lang="en-US" altLang="zh-TW" sz="1200" b="1" i="0" u="none" strike="noStrike" kern="1200" cap="none" spc="0" normalizeH="0" baseline="0" noProof="0">
                <a:ln>
                  <a:noFill/>
                </a:ln>
                <a:solidFill>
                  <a:srgbClr val="2660AD"/>
                </a:solidFill>
                <a:effectLst/>
                <a:uLnTx/>
                <a:uFillTx/>
                <a:latin typeface="+mj-lt"/>
                <a:ea typeface="微软雅黑" panose="020B0503020204020204" pitchFamily="34" charset="-122"/>
              </a:rPr>
              <a:t>*</a:t>
            </a:r>
            <a:endParaRPr kumimoji="0" lang="en-US" sz="1200" b="1" i="0" u="none" strike="noStrike" kern="1200" cap="none" spc="0" normalizeH="0" baseline="0" noProof="0" dirty="0">
              <a:ln>
                <a:noFill/>
              </a:ln>
              <a:solidFill>
                <a:srgbClr val="2660AD"/>
              </a:solidFill>
              <a:effectLst/>
              <a:uLnTx/>
              <a:uFillTx/>
              <a:latin typeface="+mj-lt"/>
              <a:ea typeface="微软雅黑" panose="020B0503020204020204" pitchFamily="34" charset="-122"/>
            </a:endParaRPr>
          </a:p>
        </p:txBody>
      </p:sp>
      <p:sp>
        <p:nvSpPr>
          <p:cNvPr id="25" name="TextBox 24">
            <a:extLst>
              <a:ext uri="{FF2B5EF4-FFF2-40B4-BE49-F238E27FC236}">
                <a16:creationId xmlns:a16="http://schemas.microsoft.com/office/drawing/2014/main" id="{8FAB024B-5969-3C12-C968-13DE1C926EB6}"/>
              </a:ext>
            </a:extLst>
          </p:cNvPr>
          <p:cNvSpPr txBox="1"/>
          <p:nvPr/>
        </p:nvSpPr>
        <p:spPr>
          <a:xfrm>
            <a:off x="6506173" y="1870559"/>
            <a:ext cx="4351944"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200" b="1" i="0" u="none" strike="noStrike" kern="1200" cap="none" spc="0" normalizeH="0" baseline="0" noProof="0" dirty="0">
                <a:ln>
                  <a:noFill/>
                </a:ln>
                <a:solidFill>
                  <a:srgbClr val="2660AD"/>
                </a:solidFill>
                <a:effectLst/>
                <a:uLnTx/>
                <a:uFillTx/>
                <a:latin typeface="+mj-lt"/>
                <a:ea typeface="微软雅黑" panose="020B0503020204020204" pitchFamily="34" charset="-122"/>
              </a:rPr>
              <a:t>李在明于</a:t>
            </a:r>
            <a:r>
              <a:rPr kumimoji="0" lang="en-US" altLang="zh-TW" sz="1200" b="1" i="0" u="none" strike="noStrike" kern="1200" cap="none" spc="0" normalizeH="0" baseline="0" noProof="0" dirty="0">
                <a:ln>
                  <a:noFill/>
                </a:ln>
                <a:solidFill>
                  <a:srgbClr val="2660AD"/>
                </a:solidFill>
                <a:effectLst/>
                <a:uLnTx/>
                <a:uFillTx/>
                <a:latin typeface="+mj-lt"/>
                <a:ea typeface="微软雅黑" panose="020B0503020204020204" pitchFamily="34" charset="-122"/>
              </a:rPr>
              <a:t>2025</a:t>
            </a:r>
            <a:r>
              <a:rPr kumimoji="0" lang="zh-TW" altLang="en-US" sz="1200" b="1" i="0" u="none" strike="noStrike" kern="1200" cap="none" spc="0" normalizeH="0" baseline="0" noProof="0" dirty="0">
                <a:ln>
                  <a:noFill/>
                </a:ln>
                <a:solidFill>
                  <a:srgbClr val="2660AD"/>
                </a:solidFill>
                <a:effectLst/>
                <a:uLnTx/>
                <a:uFillTx/>
                <a:latin typeface="+mj-lt"/>
                <a:ea typeface="微软雅黑" panose="020B0503020204020204" pitchFamily="34" charset="-122"/>
              </a:rPr>
              <a:t>年</a:t>
            </a:r>
            <a:r>
              <a:rPr kumimoji="0" lang="en-US" altLang="zh-TW" sz="1200" b="1" i="0" u="none" strike="noStrike" kern="1200" cap="none" spc="0" normalizeH="0" baseline="0" noProof="0" dirty="0">
                <a:ln>
                  <a:noFill/>
                </a:ln>
                <a:solidFill>
                  <a:srgbClr val="2660AD"/>
                </a:solidFill>
                <a:effectLst/>
                <a:uLnTx/>
                <a:uFillTx/>
                <a:latin typeface="+mj-lt"/>
                <a:ea typeface="微软雅黑" panose="020B0503020204020204" pitchFamily="34" charset="-122"/>
              </a:rPr>
              <a:t>4</a:t>
            </a:r>
            <a:r>
              <a:rPr kumimoji="0" lang="zh-TW" altLang="en-US" sz="1200" b="1" i="0" u="none" strike="noStrike" kern="1200" cap="none" spc="0" normalizeH="0" baseline="0" noProof="0">
                <a:ln>
                  <a:noFill/>
                </a:ln>
                <a:solidFill>
                  <a:srgbClr val="2660AD"/>
                </a:solidFill>
                <a:effectLst/>
                <a:uLnTx/>
                <a:uFillTx/>
                <a:latin typeface="+mj-lt"/>
                <a:ea typeface="微软雅黑" panose="020B0503020204020204" pitchFamily="34" charset="-122"/>
              </a:rPr>
              <a:t>月</a:t>
            </a:r>
            <a:r>
              <a:rPr kumimoji="0" lang="en-US" altLang="zh-TW" sz="1200" b="1" i="0" u="none" strike="noStrike" kern="1200" cap="none" spc="0" normalizeH="0" baseline="0" noProof="0">
                <a:ln>
                  <a:noFill/>
                </a:ln>
                <a:solidFill>
                  <a:srgbClr val="2660AD"/>
                </a:solidFill>
                <a:effectLst/>
                <a:uLnTx/>
                <a:uFillTx/>
                <a:latin typeface="+mj-lt"/>
                <a:ea typeface="微软雅黑" panose="020B0503020204020204" pitchFamily="34" charset="-122"/>
              </a:rPr>
              <a:t>28</a:t>
            </a:r>
            <a:r>
              <a:rPr kumimoji="0" lang="zh-TW" altLang="en-US" sz="1200" b="1" i="0" u="none" strike="noStrike" kern="1200" cap="none" spc="0" normalizeH="0" baseline="0" noProof="0">
                <a:ln>
                  <a:noFill/>
                </a:ln>
                <a:solidFill>
                  <a:srgbClr val="2660AD"/>
                </a:solidFill>
                <a:effectLst/>
                <a:uLnTx/>
                <a:uFillTx/>
                <a:latin typeface="+mj-lt"/>
                <a:ea typeface="微软雅黑" panose="020B0503020204020204" pitchFamily="34" charset="-122"/>
              </a:rPr>
              <a:t>日被確定爲總統候選人後，首次活動是訪問</a:t>
            </a:r>
            <a:r>
              <a:rPr kumimoji="0" lang="en-US" altLang="zh-TW" sz="1200" b="1" i="0" u="none" strike="noStrike" kern="1200" cap="none" spc="0" normalizeH="0" baseline="0" noProof="0">
                <a:ln>
                  <a:noFill/>
                </a:ln>
                <a:solidFill>
                  <a:srgbClr val="2660AD"/>
                </a:solidFill>
                <a:effectLst/>
                <a:uLnTx/>
                <a:uFillTx/>
                <a:latin typeface="+mj-lt"/>
                <a:ea typeface="微软雅黑" panose="020B0503020204020204" pitchFamily="34" charset="-122"/>
              </a:rPr>
              <a:t>SK</a:t>
            </a:r>
            <a:r>
              <a:rPr kumimoji="0" lang="zh-TW" altLang="en-US" sz="1200" b="1" i="0" u="none" strike="noStrike" kern="1200" cap="none" spc="0" normalizeH="0" baseline="0" noProof="0">
                <a:ln>
                  <a:noFill/>
                </a:ln>
                <a:solidFill>
                  <a:srgbClr val="2660AD"/>
                </a:solidFill>
                <a:effectLst/>
                <a:uLnTx/>
                <a:uFillTx/>
                <a:latin typeface="+mj-lt"/>
                <a:ea typeface="微软雅黑" panose="020B0503020204020204" pitchFamily="34" charset="-122"/>
              </a:rPr>
              <a:t>海力士利川園區</a:t>
            </a:r>
            <a:r>
              <a:rPr kumimoji="0" lang="en-US" altLang="zh-TW" sz="1200" b="1" i="0" u="none" strike="noStrike" kern="1200" cap="none" spc="0" normalizeH="0" baseline="0" noProof="0">
                <a:ln>
                  <a:noFill/>
                </a:ln>
                <a:solidFill>
                  <a:srgbClr val="2660AD"/>
                </a:solidFill>
                <a:effectLst/>
                <a:uLnTx/>
                <a:uFillTx/>
                <a:latin typeface="+mj-lt"/>
                <a:ea typeface="微软雅黑" panose="020B0503020204020204" pitchFamily="34" charset="-122"/>
              </a:rPr>
              <a:t>^</a:t>
            </a:r>
            <a:endParaRPr kumimoji="0" lang="en-US" sz="1200" b="1" i="0" u="none" strike="noStrike" kern="1200" cap="none" spc="0" normalizeH="0" baseline="0" noProof="0" dirty="0">
              <a:ln>
                <a:noFill/>
              </a:ln>
              <a:solidFill>
                <a:srgbClr val="2660AD"/>
              </a:solidFill>
              <a:effectLst/>
              <a:uLnTx/>
              <a:uFillTx/>
              <a:latin typeface="+mj-lt"/>
              <a:ea typeface="微软雅黑" panose="020B0503020204020204" pitchFamily="34" charset="-122"/>
            </a:endParaRPr>
          </a:p>
        </p:txBody>
      </p:sp>
      <p:graphicFrame>
        <p:nvGraphicFramePr>
          <p:cNvPr id="4" name="Table 3">
            <a:extLst>
              <a:ext uri="{FF2B5EF4-FFF2-40B4-BE49-F238E27FC236}">
                <a16:creationId xmlns:a16="http://schemas.microsoft.com/office/drawing/2014/main" id="{B7FB9163-F6EC-6F37-1635-38A198DC1E52}"/>
              </a:ext>
            </a:extLst>
          </p:cNvPr>
          <p:cNvGraphicFramePr>
            <a:graphicFrameLocks noGrp="1"/>
          </p:cNvGraphicFramePr>
          <p:nvPr/>
        </p:nvGraphicFramePr>
        <p:xfrm>
          <a:off x="1121650" y="2189905"/>
          <a:ext cx="4714706" cy="1727972"/>
        </p:xfrm>
        <a:graphic>
          <a:graphicData uri="http://schemas.openxmlformats.org/drawingml/2006/table">
            <a:tbl>
              <a:tblPr firstRow="1" bandRow="1">
                <a:tableStyleId>{B301B821-A1FF-4177-AEE7-76D212191A09}</a:tableStyleId>
              </a:tblPr>
              <a:tblGrid>
                <a:gridCol w="640573">
                  <a:extLst>
                    <a:ext uri="{9D8B030D-6E8A-4147-A177-3AD203B41FA5}">
                      <a16:colId xmlns:a16="http://schemas.microsoft.com/office/drawing/2014/main" val="1659213366"/>
                    </a:ext>
                  </a:extLst>
                </a:gridCol>
                <a:gridCol w="4074133">
                  <a:extLst>
                    <a:ext uri="{9D8B030D-6E8A-4147-A177-3AD203B41FA5}">
                      <a16:colId xmlns:a16="http://schemas.microsoft.com/office/drawing/2014/main" val="1353528625"/>
                    </a:ext>
                  </a:extLst>
                </a:gridCol>
              </a:tblGrid>
              <a:tr h="254932">
                <a:tc gridSpan="2">
                  <a:txBody>
                    <a:bodyPr/>
                    <a:lstStyle/>
                    <a:p>
                      <a:pPr algn="ctr"/>
                      <a:r>
                        <a:rPr lang="zh-TW" altLang="en-US" sz="1200"/>
                        <a:t>新總統李在明的主要半導體政策議程</a:t>
                      </a:r>
                      <a:endParaRPr lang="en-US" sz="1200" dirty="0"/>
                    </a:p>
                  </a:txBody>
                  <a:tcPr/>
                </a:tc>
                <a:tc hMerge="1">
                  <a:txBody>
                    <a:bodyPr/>
                    <a:lstStyle/>
                    <a:p>
                      <a:endParaRPr lang="en-US" sz="1200" dirty="0"/>
                    </a:p>
                  </a:txBody>
                  <a:tcPr/>
                </a:tc>
                <a:extLst>
                  <a:ext uri="{0D108BD9-81ED-4DB2-BD59-A6C34878D82A}">
                    <a16:rowId xmlns:a16="http://schemas.microsoft.com/office/drawing/2014/main" val="1465533890"/>
                  </a:ext>
                </a:extLst>
              </a:tr>
              <a:tr h="254932">
                <a:tc>
                  <a:txBody>
                    <a:bodyPr/>
                    <a:lstStyle/>
                    <a:p>
                      <a:r>
                        <a:rPr lang="en-US" sz="1200" dirty="0"/>
                        <a:t>1)</a:t>
                      </a:r>
                    </a:p>
                  </a:txBody>
                  <a:tcPr/>
                </a:tc>
                <a:tc>
                  <a:txBody>
                    <a:bodyPr/>
                    <a:lstStyle/>
                    <a:p>
                      <a:r>
                        <a:rPr lang="zh-TW" altLang="en-US" sz="1200"/>
                        <a:t>儘快通過目前國會待審的</a:t>
                      </a:r>
                      <a:r>
                        <a:rPr lang="en-US" altLang="zh-TW" sz="1200" b="1">
                          <a:solidFill>
                            <a:schemeClr val="tx2"/>
                          </a:solidFill>
                        </a:rPr>
                        <a:t>《</a:t>
                      </a:r>
                      <a:r>
                        <a:rPr lang="zh-TW" altLang="en-US" sz="1200" b="1">
                          <a:solidFill>
                            <a:schemeClr val="tx2"/>
                          </a:solidFill>
                        </a:rPr>
                        <a:t>半導體特別法</a:t>
                      </a:r>
                      <a:r>
                        <a:rPr lang="en-US" altLang="zh-TW" sz="1200" b="1">
                          <a:solidFill>
                            <a:schemeClr val="tx2"/>
                          </a:solidFill>
                        </a:rPr>
                        <a:t>》</a:t>
                      </a:r>
                      <a:endParaRPr lang="en-US" sz="1200" b="1" dirty="0">
                        <a:solidFill>
                          <a:schemeClr val="tx2"/>
                        </a:solidFill>
                      </a:endParaRPr>
                    </a:p>
                  </a:txBody>
                  <a:tcPr/>
                </a:tc>
                <a:extLst>
                  <a:ext uri="{0D108BD9-81ED-4DB2-BD59-A6C34878D82A}">
                    <a16:rowId xmlns:a16="http://schemas.microsoft.com/office/drawing/2014/main" val="3253666146"/>
                  </a:ext>
                </a:extLst>
              </a:tr>
              <a:tr h="254932">
                <a:tc>
                  <a:txBody>
                    <a:bodyPr/>
                    <a:lstStyle/>
                    <a:p>
                      <a:r>
                        <a:rPr lang="en-US" sz="1200" dirty="0"/>
                        <a:t>2)</a:t>
                      </a:r>
                    </a:p>
                  </a:txBody>
                  <a:tcPr/>
                </a:tc>
                <a:tc>
                  <a:txBody>
                    <a:bodyPr/>
                    <a:lstStyle/>
                    <a:p>
                      <a:r>
                        <a:rPr lang="zh-TW" altLang="en-US" sz="1200" b="0">
                          <a:solidFill>
                            <a:schemeClr val="tx1"/>
                          </a:solidFill>
                        </a:rPr>
                        <a:t>對國內半導體生産和</a:t>
                      </a:r>
                      <a:r>
                        <a:rPr lang="en-US" altLang="zh-TW" sz="1200" b="0">
                          <a:solidFill>
                            <a:schemeClr val="tx1"/>
                          </a:solidFill>
                        </a:rPr>
                        <a:t>/</a:t>
                      </a:r>
                      <a:r>
                        <a:rPr lang="zh-TW" altLang="en-US" sz="1200" b="0">
                          <a:solidFill>
                            <a:schemeClr val="tx1"/>
                          </a:solidFill>
                        </a:rPr>
                        <a:t>或銷售給予</a:t>
                      </a:r>
                      <a:r>
                        <a:rPr lang="en-US" altLang="zh-TW" sz="1200" b="1">
                          <a:solidFill>
                            <a:schemeClr val="tx2"/>
                          </a:solidFill>
                        </a:rPr>
                        <a:t>10%</a:t>
                      </a:r>
                      <a:r>
                        <a:rPr lang="zh-TW" altLang="en-US" sz="1200" b="1">
                          <a:solidFill>
                            <a:schemeClr val="tx2"/>
                          </a:solidFill>
                        </a:rPr>
                        <a:t>的稅收抵免</a:t>
                      </a:r>
                      <a:endParaRPr lang="en-US" sz="1200" dirty="0"/>
                    </a:p>
                  </a:txBody>
                  <a:tcPr/>
                </a:tc>
                <a:extLst>
                  <a:ext uri="{0D108BD9-81ED-4DB2-BD59-A6C34878D82A}">
                    <a16:rowId xmlns:a16="http://schemas.microsoft.com/office/drawing/2014/main" val="350316443"/>
                  </a:ext>
                </a:extLst>
              </a:tr>
              <a:tr h="356372">
                <a:tc>
                  <a:txBody>
                    <a:bodyPr/>
                    <a:lstStyle/>
                    <a:p>
                      <a:r>
                        <a:rPr lang="en-US" sz="1200" dirty="0"/>
                        <a:t>3)</a:t>
                      </a:r>
                    </a:p>
                  </a:txBody>
                  <a:tcPr/>
                </a:tc>
                <a:tc>
                  <a:txBody>
                    <a:bodyPr/>
                    <a:lstStyle/>
                    <a:p>
                      <a:r>
                        <a:rPr lang="zh-TW" altLang="en-US" sz="1200"/>
                        <a:t>提前</a:t>
                      </a:r>
                      <a:r>
                        <a:rPr lang="zh-TW" altLang="en-US" sz="1200" b="1">
                          <a:solidFill>
                            <a:schemeClr val="tx2"/>
                          </a:solidFill>
                        </a:rPr>
                        <a:t>龍仁（</a:t>
                      </a:r>
                      <a:r>
                        <a:rPr lang="en-US" altLang="zh-TW" sz="1200" b="1">
                          <a:solidFill>
                            <a:schemeClr val="tx2"/>
                          </a:solidFill>
                        </a:rPr>
                        <a:t>Yongin</a:t>
                      </a:r>
                      <a:r>
                        <a:rPr lang="zh-TW" altLang="en-US" sz="1200" b="1">
                          <a:solidFill>
                            <a:schemeClr val="tx2"/>
                          </a:solidFill>
                        </a:rPr>
                        <a:t>）半導體製造樞紐計劃</a:t>
                      </a:r>
                      <a:r>
                        <a:rPr lang="zh-TW" altLang="en-US" sz="1200"/>
                        <a:t>的推進時間表</a:t>
                      </a:r>
                      <a:endParaRPr lang="en-US" sz="1200" b="1" dirty="0">
                        <a:solidFill>
                          <a:schemeClr val="tx2"/>
                        </a:solidFill>
                      </a:endParaRPr>
                    </a:p>
                  </a:txBody>
                  <a:tcPr/>
                </a:tc>
                <a:extLst>
                  <a:ext uri="{0D108BD9-81ED-4DB2-BD59-A6C34878D82A}">
                    <a16:rowId xmlns:a16="http://schemas.microsoft.com/office/drawing/2014/main" val="3907632183"/>
                  </a:ext>
                </a:extLst>
              </a:tr>
              <a:tr h="254932">
                <a:tc>
                  <a:txBody>
                    <a:bodyPr/>
                    <a:lstStyle/>
                    <a:p>
                      <a:r>
                        <a:rPr lang="en-US" sz="1200" dirty="0"/>
                        <a:t>4)</a:t>
                      </a:r>
                    </a:p>
                  </a:txBody>
                  <a:tcPr/>
                </a:tc>
                <a:tc>
                  <a:txBody>
                    <a:bodyPr/>
                    <a:lstStyle/>
                    <a:p>
                      <a:r>
                        <a:rPr lang="zh-TW" altLang="en-US" sz="1200"/>
                        <a:t>加大對半導體研發的支持</a:t>
                      </a:r>
                      <a:r>
                        <a:rPr lang="zh-CN" altLang="en-US" sz="1200"/>
                        <a:t>力度</a:t>
                      </a:r>
                      <a:endParaRPr lang="en-US" sz="1200" dirty="0"/>
                    </a:p>
                  </a:txBody>
                  <a:tcPr/>
                </a:tc>
                <a:extLst>
                  <a:ext uri="{0D108BD9-81ED-4DB2-BD59-A6C34878D82A}">
                    <a16:rowId xmlns:a16="http://schemas.microsoft.com/office/drawing/2014/main" val="2675361885"/>
                  </a:ext>
                </a:extLst>
              </a:tr>
              <a:tr h="254932">
                <a:tc>
                  <a:txBody>
                    <a:bodyPr/>
                    <a:lstStyle/>
                    <a:p>
                      <a:r>
                        <a:rPr lang="en-US" sz="1200" dirty="0"/>
                        <a:t>5)</a:t>
                      </a:r>
                    </a:p>
                  </a:txBody>
                  <a:tcPr/>
                </a:tc>
                <a:tc>
                  <a:txBody>
                    <a:bodyPr/>
                    <a:lstStyle/>
                    <a:p>
                      <a:r>
                        <a:rPr lang="zh-TW" altLang="en-US" sz="1200"/>
                        <a:t>建置國家級人工</a:t>
                      </a:r>
                      <a:r>
                        <a:rPr lang="zh-CN" altLang="en-US" sz="1200"/>
                        <a:t>智能數據</a:t>
                      </a:r>
                      <a:r>
                        <a:rPr lang="zh-TW" altLang="en-US" sz="1200"/>
                        <a:t>中心</a:t>
                      </a:r>
                      <a:endParaRPr lang="en-US" sz="1200" dirty="0"/>
                    </a:p>
                  </a:txBody>
                  <a:tcPr/>
                </a:tc>
                <a:extLst>
                  <a:ext uri="{0D108BD9-81ED-4DB2-BD59-A6C34878D82A}">
                    <a16:rowId xmlns:a16="http://schemas.microsoft.com/office/drawing/2014/main" val="1470293685"/>
                  </a:ext>
                </a:extLst>
              </a:tr>
            </a:tbl>
          </a:graphicData>
        </a:graphic>
      </p:graphicFrame>
      <p:pic>
        <p:nvPicPr>
          <p:cNvPr id="6" name="Picture 5">
            <a:extLst>
              <a:ext uri="{FF2B5EF4-FFF2-40B4-BE49-F238E27FC236}">
                <a16:creationId xmlns:a16="http://schemas.microsoft.com/office/drawing/2014/main" id="{6D10F48D-9FCC-48BD-DB77-7B4646CFEF7D}"/>
              </a:ext>
            </a:extLst>
          </p:cNvPr>
          <p:cNvPicPr>
            <a:picLocks noChangeAspect="1"/>
          </p:cNvPicPr>
          <p:nvPr/>
        </p:nvPicPr>
        <p:blipFill>
          <a:blip r:embed="rId2"/>
          <a:stretch>
            <a:fillRect/>
          </a:stretch>
        </p:blipFill>
        <p:spPr>
          <a:xfrm>
            <a:off x="6698699" y="2399492"/>
            <a:ext cx="4159418" cy="3759926"/>
          </a:xfrm>
          <a:prstGeom prst="rect">
            <a:avLst/>
          </a:prstGeom>
          <a:ln>
            <a:noFill/>
          </a:ln>
          <a:effectLst>
            <a:outerShdw blurRad="292100" dist="139700" dir="2700000" algn="tl" rotWithShape="0">
              <a:srgbClr val="333333">
                <a:alpha val="65000"/>
              </a:srgbClr>
            </a:outerShdw>
          </a:effectLst>
        </p:spPr>
      </p:pic>
      <p:graphicFrame>
        <p:nvGraphicFramePr>
          <p:cNvPr id="16" name="Table 15">
            <a:extLst>
              <a:ext uri="{FF2B5EF4-FFF2-40B4-BE49-F238E27FC236}">
                <a16:creationId xmlns:a16="http://schemas.microsoft.com/office/drawing/2014/main" id="{55F5DECA-89EC-9252-CEB3-BB164EF052AF}"/>
              </a:ext>
            </a:extLst>
          </p:cNvPr>
          <p:cNvGraphicFramePr>
            <a:graphicFrameLocks noGrp="1"/>
          </p:cNvGraphicFramePr>
          <p:nvPr/>
        </p:nvGraphicFramePr>
        <p:xfrm>
          <a:off x="1092453" y="4279455"/>
          <a:ext cx="4714707" cy="1661184"/>
        </p:xfrm>
        <a:graphic>
          <a:graphicData uri="http://schemas.openxmlformats.org/drawingml/2006/table">
            <a:tbl>
              <a:tblPr firstRow="1" bandRow="1">
                <a:tableStyleId>{B301B821-A1FF-4177-AEE7-76D212191A09}</a:tableStyleId>
              </a:tblPr>
              <a:tblGrid>
                <a:gridCol w="564897">
                  <a:extLst>
                    <a:ext uri="{9D8B030D-6E8A-4147-A177-3AD203B41FA5}">
                      <a16:colId xmlns:a16="http://schemas.microsoft.com/office/drawing/2014/main" val="1659213366"/>
                    </a:ext>
                  </a:extLst>
                </a:gridCol>
                <a:gridCol w="2838450">
                  <a:extLst>
                    <a:ext uri="{9D8B030D-6E8A-4147-A177-3AD203B41FA5}">
                      <a16:colId xmlns:a16="http://schemas.microsoft.com/office/drawing/2014/main" val="1353528625"/>
                    </a:ext>
                  </a:extLst>
                </a:gridCol>
                <a:gridCol w="1311360">
                  <a:extLst>
                    <a:ext uri="{9D8B030D-6E8A-4147-A177-3AD203B41FA5}">
                      <a16:colId xmlns:a16="http://schemas.microsoft.com/office/drawing/2014/main" val="1665966978"/>
                    </a:ext>
                  </a:extLst>
                </a:gridCol>
              </a:tblGrid>
              <a:tr h="321933">
                <a:tc gridSpan="3">
                  <a:txBody>
                    <a:bodyPr/>
                    <a:lstStyle/>
                    <a:p>
                      <a:pPr algn="ctr"/>
                      <a:r>
                        <a:rPr lang="zh-CN" altLang="en-US" sz="1200"/>
                        <a:t>李在明政府已完成三次商法修訂</a:t>
                      </a:r>
                      <a:endParaRPr lang="en-US" sz="1200" dirty="0"/>
                    </a:p>
                  </a:txBody>
                  <a:tcPr/>
                </a:tc>
                <a:tc hMerge="1">
                  <a:txBody>
                    <a:bodyPr/>
                    <a:lstStyle/>
                    <a:p>
                      <a:endParaRPr lang="en-US" sz="1200" dirty="0"/>
                    </a:p>
                  </a:txBody>
                  <a:tcPr/>
                </a:tc>
                <a:tc hMerge="1">
                  <a:txBody>
                    <a:bodyPr/>
                    <a:lstStyle/>
                    <a:p>
                      <a:pPr algn="ctr"/>
                      <a:endParaRPr lang="en-US" sz="1200" dirty="0"/>
                    </a:p>
                  </a:txBody>
                  <a:tcPr/>
                </a:tc>
                <a:extLst>
                  <a:ext uri="{0D108BD9-81ED-4DB2-BD59-A6C34878D82A}">
                    <a16:rowId xmlns:a16="http://schemas.microsoft.com/office/drawing/2014/main" val="1465533890"/>
                  </a:ext>
                </a:extLst>
              </a:tr>
              <a:tr h="446417">
                <a:tc>
                  <a:txBody>
                    <a:bodyPr/>
                    <a:lstStyle/>
                    <a:p>
                      <a:pPr algn="l" fontAlgn="b">
                        <a:buNone/>
                      </a:pPr>
                      <a:r>
                        <a:rPr lang="zh-TW" altLang="en-US" sz="1100" b="1" i="0" u="none" strike="noStrike" dirty="0">
                          <a:solidFill>
                            <a:srgbClr val="000000"/>
                          </a:solidFill>
                          <a:effectLst/>
                          <a:latin typeface="Aptos Narrow" panose="020B0004020202020204" pitchFamily="34" charset="0"/>
                        </a:rPr>
                        <a:t>第一次</a:t>
                      </a:r>
                    </a:p>
                  </a:txBody>
                  <a:tcPr marL="9525" marR="9525" marT="9525" marB="0" anchor="b"/>
                </a:tc>
                <a:tc>
                  <a:txBody>
                    <a:bodyPr/>
                    <a:lstStyle/>
                    <a:p>
                      <a:pPr algn="l" fontAlgn="b">
                        <a:buNone/>
                      </a:pPr>
                      <a:r>
                        <a:rPr lang="zh-CN" altLang="en-US" sz="1100" b="0" i="0" u="none" strike="noStrike">
                          <a:solidFill>
                            <a:srgbClr val="000000"/>
                          </a:solidFill>
                          <a:effectLst/>
                          <a:latin typeface="Aptos Narrow" panose="020B0004020202020204" pitchFamily="34" charset="0"/>
                        </a:rPr>
                        <a:t>董事義務擴展至股東；獨立董事比例提至</a:t>
                      </a:r>
                      <a:r>
                        <a:rPr lang="en-US" altLang="zh-CN" sz="1100" b="0" i="0" u="none" strike="noStrike">
                          <a:solidFill>
                            <a:srgbClr val="000000"/>
                          </a:solidFill>
                          <a:effectLst/>
                          <a:latin typeface="Aptos Narrow" panose="020B0004020202020204" pitchFamily="34" charset="0"/>
                        </a:rPr>
                        <a:t>1/3</a:t>
                      </a:r>
                      <a:r>
                        <a:rPr lang="zh-CN" altLang="en-US" sz="1100" b="0" i="0" u="none" strike="noStrike">
                          <a:solidFill>
                            <a:srgbClr val="000000"/>
                          </a:solidFill>
                          <a:effectLst/>
                          <a:latin typeface="Aptos Narrow" panose="020B0004020202020204" pitchFamily="34" charset="0"/>
                        </a:rPr>
                        <a:t>；大股東表决權限</a:t>
                      </a:r>
                      <a:r>
                        <a:rPr lang="en-US" altLang="zh-CN" sz="1100" b="0" i="0" u="none" strike="noStrike">
                          <a:solidFill>
                            <a:srgbClr val="000000"/>
                          </a:solidFill>
                          <a:effectLst/>
                          <a:latin typeface="Aptos Narrow" panose="020B0004020202020204" pitchFamily="34" charset="0"/>
                        </a:rPr>
                        <a:t>3</a:t>
                      </a:r>
                      <a:r>
                        <a:rPr lang="en-US" altLang="zh-CN" sz="1100" b="0" i="0" u="none" strike="noStrike" dirty="0">
                          <a:solidFill>
                            <a:srgbClr val="000000"/>
                          </a:solidFill>
                          <a:effectLst/>
                          <a:latin typeface="Aptos Narrow" panose="020B0004020202020204" pitchFamily="34" charset="0"/>
                        </a:rPr>
                        <a:t>%</a:t>
                      </a:r>
                    </a:p>
                  </a:txBody>
                  <a:tcPr marL="9525" marR="9525" marT="9525" marB="0" anchor="b"/>
                </a:tc>
                <a:tc>
                  <a:txBody>
                    <a:bodyPr/>
                    <a:lstStyle/>
                    <a:p>
                      <a:pPr algn="l" fontAlgn="b">
                        <a:buNone/>
                      </a:pPr>
                      <a:r>
                        <a:rPr lang="en-US" altLang="zh-TW" sz="1100" b="0" i="0" u="none" strike="noStrike">
                          <a:solidFill>
                            <a:srgbClr val="000000"/>
                          </a:solidFill>
                          <a:effectLst/>
                          <a:latin typeface="Aptos Narrow" panose="020B0004020202020204" pitchFamily="34" charset="0"/>
                        </a:rPr>
                        <a:t>2025</a:t>
                      </a:r>
                      <a:r>
                        <a:rPr lang="zh-TW" altLang="en-US" sz="1100" b="0" i="0" u="none" strike="noStrike">
                          <a:solidFill>
                            <a:srgbClr val="000000"/>
                          </a:solidFill>
                          <a:effectLst/>
                          <a:latin typeface="Aptos Narrow" panose="020B0004020202020204" pitchFamily="34" charset="0"/>
                        </a:rPr>
                        <a:t>年</a:t>
                      </a:r>
                      <a:r>
                        <a:rPr lang="en-US" altLang="zh-TW" sz="1100" b="0" i="0" u="none" strike="noStrike">
                          <a:solidFill>
                            <a:srgbClr val="000000"/>
                          </a:solidFill>
                          <a:effectLst/>
                          <a:latin typeface="Aptos Narrow" panose="020B0004020202020204" pitchFamily="34" charset="0"/>
                        </a:rPr>
                        <a:t>7</a:t>
                      </a:r>
                      <a:r>
                        <a:rPr lang="zh-TW" altLang="en-US" sz="1100" b="0" i="0" u="none" strike="noStrike">
                          <a:solidFill>
                            <a:srgbClr val="000000"/>
                          </a:solidFill>
                          <a:effectLst/>
                          <a:latin typeface="Aptos Narrow" panose="020B0004020202020204" pitchFamily="34" charset="0"/>
                        </a:rPr>
                        <a:t>月通過</a:t>
                      </a:r>
                      <a:endParaRPr lang="zh-TW" alt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253666146"/>
                  </a:ext>
                </a:extLst>
              </a:tr>
              <a:tr h="446417">
                <a:tc>
                  <a:txBody>
                    <a:bodyPr/>
                    <a:lstStyle/>
                    <a:p>
                      <a:pPr algn="l" fontAlgn="b">
                        <a:buNone/>
                      </a:pPr>
                      <a:r>
                        <a:rPr lang="zh-TW" altLang="en-US" sz="1100" b="1" i="0" u="none" strike="noStrike" dirty="0">
                          <a:solidFill>
                            <a:srgbClr val="000000"/>
                          </a:solidFill>
                          <a:effectLst/>
                          <a:latin typeface="Aptos Narrow" panose="020B0004020202020204" pitchFamily="34" charset="0"/>
                        </a:rPr>
                        <a:t>第二次</a:t>
                      </a:r>
                    </a:p>
                  </a:txBody>
                  <a:tcPr marL="9525" marR="9525" marT="9525" marB="0" anchor="b"/>
                </a:tc>
                <a:tc>
                  <a:txBody>
                    <a:bodyPr/>
                    <a:lstStyle/>
                    <a:p>
                      <a:pPr algn="l" fontAlgn="b">
                        <a:buNone/>
                      </a:pPr>
                      <a:r>
                        <a:rPr lang="zh-CN" altLang="en-US" sz="1100" b="0" i="0" u="none" strike="noStrike">
                          <a:solidFill>
                            <a:srgbClr val="000000"/>
                          </a:solidFill>
                          <a:effectLst/>
                          <a:latin typeface="Aptos Narrow" panose="020B0004020202020204" pitchFamily="34" charset="0"/>
                        </a:rPr>
                        <a:t>大企業强制累積投票制；審計委員分離選任擴至</a:t>
                      </a:r>
                      <a:r>
                        <a:rPr lang="en-US" altLang="zh-CN" sz="1100" b="0" i="0" u="none" strike="noStrike">
                          <a:solidFill>
                            <a:srgbClr val="000000"/>
                          </a:solidFill>
                          <a:effectLst/>
                          <a:latin typeface="Aptos Narrow" panose="020B0004020202020204" pitchFamily="34" charset="0"/>
                        </a:rPr>
                        <a:t>2</a:t>
                      </a:r>
                      <a:r>
                        <a:rPr lang="zh-CN" altLang="en-US" sz="1100" b="0" i="0" u="none" strike="noStrike" dirty="0">
                          <a:solidFill>
                            <a:srgbClr val="000000"/>
                          </a:solidFill>
                          <a:effectLst/>
                          <a:latin typeface="Aptos Narrow" panose="020B0004020202020204" pitchFamily="34" charset="0"/>
                        </a:rPr>
                        <a:t>人</a:t>
                      </a:r>
                    </a:p>
                  </a:txBody>
                  <a:tcPr marL="9525" marR="9525" marT="9525" marB="0" anchor="b"/>
                </a:tc>
                <a:tc>
                  <a:txBody>
                    <a:bodyPr/>
                    <a:lstStyle/>
                    <a:p>
                      <a:pPr algn="l" fontAlgn="b">
                        <a:buNone/>
                      </a:pPr>
                      <a:r>
                        <a:rPr lang="en-US" altLang="zh-TW" sz="1100" b="0" i="0" u="none" strike="noStrike" dirty="0">
                          <a:solidFill>
                            <a:srgbClr val="000000"/>
                          </a:solidFill>
                          <a:effectLst/>
                          <a:latin typeface="Aptos Narrow" panose="020B0004020202020204" pitchFamily="34" charset="0"/>
                        </a:rPr>
                        <a:t>2026</a:t>
                      </a:r>
                      <a:r>
                        <a:rPr lang="zh-TW" altLang="en-US" sz="1100" b="0" i="0" u="none" strike="noStrike" dirty="0">
                          <a:solidFill>
                            <a:srgbClr val="000000"/>
                          </a:solidFill>
                          <a:effectLst/>
                          <a:latin typeface="Aptos Narrow" panose="020B0004020202020204" pitchFamily="34" charset="0"/>
                        </a:rPr>
                        <a:t>年</a:t>
                      </a:r>
                      <a:r>
                        <a:rPr lang="en-US" altLang="zh-TW" sz="1100" b="0" i="0" u="none" strike="noStrike" dirty="0">
                          <a:solidFill>
                            <a:srgbClr val="000000"/>
                          </a:solidFill>
                          <a:effectLst/>
                          <a:latin typeface="Aptos Narrow" panose="020B0004020202020204" pitchFamily="34" charset="0"/>
                        </a:rPr>
                        <a:t>9</a:t>
                      </a:r>
                      <a:r>
                        <a:rPr lang="zh-TW" altLang="en-US" sz="1100" b="0" i="0" u="none" strike="noStrike" dirty="0">
                          <a:solidFill>
                            <a:srgbClr val="000000"/>
                          </a:solidFill>
                          <a:effectLst/>
                          <a:latin typeface="Aptos Narrow" panose="020B0004020202020204" pitchFamily="34" charset="0"/>
                        </a:rPr>
                        <a:t>月</a:t>
                      </a:r>
                    </a:p>
                  </a:txBody>
                  <a:tcPr marL="9525" marR="9525" marT="9525" marB="0" anchor="b"/>
                </a:tc>
                <a:extLst>
                  <a:ext uri="{0D108BD9-81ED-4DB2-BD59-A6C34878D82A}">
                    <a16:rowId xmlns:a16="http://schemas.microsoft.com/office/drawing/2014/main" val="350316443"/>
                  </a:ext>
                </a:extLst>
              </a:tr>
              <a:tr h="446417">
                <a:tc>
                  <a:txBody>
                    <a:bodyPr/>
                    <a:lstStyle/>
                    <a:p>
                      <a:pPr algn="l" fontAlgn="b">
                        <a:buNone/>
                      </a:pPr>
                      <a:r>
                        <a:rPr lang="zh-TW" altLang="en-US" sz="1100" b="1" i="0" u="none" strike="noStrike" dirty="0">
                          <a:solidFill>
                            <a:srgbClr val="000000"/>
                          </a:solidFill>
                          <a:effectLst/>
                          <a:latin typeface="Aptos Narrow" panose="020B0004020202020204" pitchFamily="34" charset="0"/>
                        </a:rPr>
                        <a:t>第三次</a:t>
                      </a:r>
                    </a:p>
                  </a:txBody>
                  <a:tcPr marL="9525" marR="9525" marT="9525" marB="0" anchor="b"/>
                </a:tc>
                <a:tc>
                  <a:txBody>
                    <a:bodyPr/>
                    <a:lstStyle/>
                    <a:p>
                      <a:pPr algn="l" fontAlgn="b">
                        <a:buNone/>
                      </a:pPr>
                      <a:r>
                        <a:rPr lang="zh-CN" altLang="en-US" sz="1100" b="0" i="0" u="none" strike="noStrike">
                          <a:solidFill>
                            <a:srgbClr val="000000"/>
                          </a:solidFill>
                          <a:effectLst/>
                          <a:latin typeface="Aptos Narrow" panose="020B0004020202020204" pitchFamily="34" charset="0"/>
                        </a:rPr>
                        <a:t>庫存股强制注銷（新回購</a:t>
                      </a:r>
                      <a:r>
                        <a:rPr lang="en-US" altLang="zh-CN" sz="1100" b="0" i="0" u="none" strike="noStrike">
                          <a:solidFill>
                            <a:srgbClr val="000000"/>
                          </a:solidFill>
                          <a:effectLst/>
                          <a:latin typeface="Aptos Narrow" panose="020B0004020202020204" pitchFamily="34" charset="0"/>
                        </a:rPr>
                        <a:t>1</a:t>
                      </a:r>
                      <a:r>
                        <a:rPr lang="zh-CN" altLang="en-US" sz="1100" b="0" i="0" u="none" strike="noStrike">
                          <a:solidFill>
                            <a:srgbClr val="000000"/>
                          </a:solidFill>
                          <a:effectLst/>
                          <a:latin typeface="Aptos Narrow" panose="020B0004020202020204" pitchFamily="34" charset="0"/>
                        </a:rPr>
                        <a:t>年內，存量約</a:t>
                      </a:r>
                      <a:r>
                        <a:rPr lang="en-US" altLang="zh-CN" sz="1100" b="0" i="0" u="none" strike="noStrike">
                          <a:solidFill>
                            <a:srgbClr val="000000"/>
                          </a:solidFill>
                          <a:effectLst/>
                          <a:latin typeface="Aptos Narrow" panose="020B0004020202020204" pitchFamily="34" charset="0"/>
                        </a:rPr>
                        <a:t>18</a:t>
                      </a:r>
                      <a:r>
                        <a:rPr lang="zh-CN" altLang="en-US" sz="1100" b="0" i="0" u="none" strike="noStrike">
                          <a:solidFill>
                            <a:srgbClr val="000000"/>
                          </a:solidFill>
                          <a:effectLst/>
                          <a:latin typeface="Aptos Narrow" panose="020B0004020202020204" pitchFamily="34" charset="0"/>
                        </a:rPr>
                        <a:t>個月）</a:t>
                      </a:r>
                      <a:endParaRPr lang="zh-CN" alt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altLang="zh-TW" sz="1100" b="0" i="0" u="none" strike="noStrike">
                          <a:solidFill>
                            <a:srgbClr val="000000"/>
                          </a:solidFill>
                          <a:effectLst/>
                          <a:latin typeface="Aptos Narrow" panose="020B0004020202020204" pitchFamily="34" charset="0"/>
                        </a:rPr>
                        <a:t>2026</a:t>
                      </a:r>
                      <a:r>
                        <a:rPr lang="zh-TW" altLang="en-US" sz="1100" b="0" i="0" u="none" strike="noStrike">
                          <a:solidFill>
                            <a:srgbClr val="000000"/>
                          </a:solidFill>
                          <a:effectLst/>
                          <a:latin typeface="Aptos Narrow" panose="020B0004020202020204" pitchFamily="34" charset="0"/>
                        </a:rPr>
                        <a:t>年</a:t>
                      </a:r>
                      <a:r>
                        <a:rPr lang="en-US" altLang="zh-TW" sz="1100" b="0" i="0" u="none" strike="noStrike">
                          <a:solidFill>
                            <a:srgbClr val="000000"/>
                          </a:solidFill>
                          <a:effectLst/>
                          <a:latin typeface="Aptos Narrow" panose="020B0004020202020204" pitchFamily="34" charset="0"/>
                        </a:rPr>
                        <a:t>2</a:t>
                      </a:r>
                      <a:r>
                        <a:rPr lang="zh-TW" altLang="en-US" sz="1100" b="0" i="0" u="none" strike="noStrike">
                          <a:solidFill>
                            <a:srgbClr val="000000"/>
                          </a:solidFill>
                          <a:effectLst/>
                          <a:latin typeface="Aptos Narrow" panose="020B0004020202020204" pitchFamily="34" charset="0"/>
                        </a:rPr>
                        <a:t>月通過</a:t>
                      </a:r>
                      <a:endParaRPr lang="zh-TW" alt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907632183"/>
                  </a:ext>
                </a:extLst>
              </a:tr>
            </a:tbl>
          </a:graphicData>
        </a:graphic>
      </p:graphicFrame>
      <p:sp>
        <p:nvSpPr>
          <p:cNvPr id="44" name="TextBox 43"/>
          <p:cNvSpPr txBox="1"/>
          <p:nvPr/>
        </p:nvSpPr>
        <p:spPr>
          <a:xfrm>
            <a:off x="457200" y="6263640"/>
            <a:ext cx="1097280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404F56"/>
                </a:solidFill>
                <a:effectLst/>
                <a:uLnTx/>
                <a:uFillTx/>
                <a:latin typeface="+mj-lt"/>
                <a:ea typeface="微软雅黑" panose="020B0503020204020204" pitchFamily="34" charset="-122"/>
              </a:rPr>
              <a:t>資料來源：*高盛。截至2025/6/10. ^高盛，MAEIL Business Newspaper, 2025/4/28</a:t>
            </a:r>
          </a:p>
        </p:txBody>
      </p:sp>
      <p:sp>
        <p:nvSpPr>
          <p:cNvPr id="46" name="TextBox 45"/>
          <p:cNvSpPr txBox="1"/>
          <p:nvPr/>
        </p:nvSpPr>
        <p:spPr>
          <a:xfrm>
            <a:off x="722376" y="411480"/>
            <a:ext cx="1097280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800" b="1" i="0" u="none" strike="noStrike" kern="1200" cap="none" spc="0" normalizeH="0" baseline="0" noProof="0">
                <a:ln>
                  <a:noFill/>
                </a:ln>
                <a:solidFill>
                  <a:srgbClr val="306AB2"/>
                </a:solidFill>
                <a:effectLst/>
                <a:uLnTx/>
                <a:uFillTx/>
                <a:latin typeface="Calibri"/>
                <a:ea typeface="微软雅黑"/>
              </a:rPr>
              <a:t>韓國發布多項推動半導體行業發展的政策，多項商法改革已實施</a:t>
            </a:r>
          </a:p>
        </p:txBody>
      </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47" name="LogoPic" descr="image.png"/>
          <p:cNvPicPr>
            <a:picLocks noChangeAspect="1"/>
          </p:cNvPicPr>
          <p:nvPr/>
        </p:nvPicPr>
        <p:blipFill rotWithShape="1">
          <a:blip r:embed="rId3"/>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3CCDBFA0-8316-4D0C-842C-4C0ECC7F9957}" type="slidenum">
              <a:rPr lang="en-US" sz="1000" dirty="0">
                <a:solidFill>
                  <a:srgbClr val="FFFFFF"/>
                </a:solidFill>
                <a:latin typeface="Calibri"/>
                <a:ea typeface="微软雅黑"/>
              </a:rPr>
              <a:t>20</a:t>
            </a:fld>
            <a:endParaRPr lang="en-US" sz="1000" dirty="0">
              <a:solidFill>
                <a:srgbClr val="FFFFFF"/>
              </a:solidFill>
              <a:latin typeface="Calibri"/>
              <a:ea typeface="微软雅黑"/>
            </a:endParaRPr>
          </a:p>
        </p:txBody>
      </p:sp>
    </p:spTree>
    <p:extLst>
      <p:ext uri="{BB962C8B-B14F-4D97-AF65-F5344CB8AC3E}">
        <p14:creationId xmlns:p14="http://schemas.microsoft.com/office/powerpoint/2010/main" val="21675782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E6074-DC4C-7AC3-5743-E0EC01F6B3F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A3CD958-1195-7574-8565-DE530F3B8423}"/>
              </a:ext>
            </a:extLst>
          </p:cNvPr>
          <p:cNvPicPr>
            <a:picLocks noChangeAspect="1"/>
          </p:cNvPicPr>
          <p:nvPr/>
        </p:nvPicPr>
        <p:blipFill>
          <a:blip r:embed="rId3"/>
          <a:stretch>
            <a:fillRect/>
          </a:stretch>
        </p:blipFill>
        <p:spPr>
          <a:xfrm>
            <a:off x="962638" y="3761241"/>
            <a:ext cx="4286250" cy="2662163"/>
          </a:xfrm>
          <a:prstGeom prst="rect">
            <a:avLst/>
          </a:prstGeom>
        </p:spPr>
      </p:pic>
      <p:sp>
        <p:nvSpPr>
          <p:cNvPr id="7" name="Title 1">
            <a:extLst>
              <a:ext uri="{FF2B5EF4-FFF2-40B4-BE49-F238E27FC236}">
                <a16:creationId xmlns:a16="http://schemas.microsoft.com/office/drawing/2014/main" id="{8EFBB39F-CF73-7AA5-80A9-84D2B014D915}"/>
              </a:ext>
            </a:extLst>
          </p:cNvPr>
          <p:cNvSpPr txBox="1">
            <a:spLocks/>
          </p:cNvSpPr>
          <p:nvPr/>
        </p:nvSpPr>
        <p:spPr bwMode="auto">
          <a:xfrm>
            <a:off x="722376" y="411480"/>
            <a:ext cx="10972800" cy="47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nchor="ctr">
            <a:spAutoFit/>
          </a:bodyPr>
          <a:lstStyle>
            <a:lvl1pPr>
              <a:lnSpc>
                <a:spcPct val="90000"/>
              </a:lnSpc>
              <a:spcBef>
                <a:spcPts val="1000"/>
              </a:spcBef>
              <a:buFont typeface="Arial" panose="020B0604020202020204" pitchFamily="34" charset="0"/>
              <a:buChar char="•"/>
              <a:defRPr sz="2800">
                <a:solidFill>
                  <a:schemeClr val="tx1"/>
                </a:solidFill>
                <a:latin typeface="Calibri Light" panose="020F03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Light" panose="020F03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Light" panose="020F03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Light" panose="020F03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Light" panose="020F03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Light" panose="020F03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Light" panose="020F03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Light" panose="020F03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Light" panose="020F0302020204030204"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zh-CN" altLang="en-US" sz="2800" b="1" i="0" u="none" strike="noStrike" kern="1200" cap="none" spc="0" normalizeH="0" baseline="0" noProof="0">
                <a:ln>
                  <a:noFill/>
                </a:ln>
                <a:solidFill>
                  <a:srgbClr val="2660AD"/>
                </a:solidFill>
                <a:effectLst/>
                <a:uLnTx/>
                <a:uFillTx/>
                <a:latin typeface="Calibri"/>
                <a:ea typeface="微软雅黑"/>
                <a:cs typeface="+mn-cs"/>
              </a:rPr>
              <a:t>三次商法修訂：中小股東參與度提高，股東回報改善</a:t>
            </a:r>
            <a:endParaRPr kumimoji="0" lang="zh-CN" altLang="en-US" sz="28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endParaRPr>
          </a:p>
        </p:txBody>
      </p:sp>
      <p:pic>
        <p:nvPicPr>
          <p:cNvPr id="1026" name="Picture 2" descr="ExhibitImage">
            <a:extLst>
              <a:ext uri="{FF2B5EF4-FFF2-40B4-BE49-F238E27FC236}">
                <a16:creationId xmlns:a16="http://schemas.microsoft.com/office/drawing/2014/main" id="{575FE0B3-243F-A10D-53C5-FFE1B43BB0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2638" y="973132"/>
            <a:ext cx="4295162" cy="257709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ExhibitImage">
            <a:extLst>
              <a:ext uri="{FF2B5EF4-FFF2-40B4-BE49-F238E27FC236}">
                <a16:creationId xmlns:a16="http://schemas.microsoft.com/office/drawing/2014/main" id="{35089DE9-5EDB-09AF-14C7-9F6209E7C66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15125" y="1158259"/>
            <a:ext cx="4038600" cy="242316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64389F0-7937-A3D0-EF19-10A0B7980E11}"/>
              </a:ext>
            </a:extLst>
          </p:cNvPr>
          <p:cNvSpPr txBox="1"/>
          <p:nvPr/>
        </p:nvSpPr>
        <p:spPr>
          <a:xfrm>
            <a:off x="2286000" y="3581419"/>
            <a:ext cx="237172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a:ln>
                  <a:noFill/>
                </a:ln>
                <a:solidFill>
                  <a:srgbClr val="2660AD"/>
                </a:solidFill>
                <a:effectLst/>
                <a:uLnTx/>
                <a:uFillTx/>
                <a:latin typeface="Calibri"/>
                <a:ea typeface="微软雅黑"/>
                <a:cs typeface="+mn-cs"/>
              </a:rPr>
              <a:t>庫存庫注銷趨勢增長</a:t>
            </a:r>
            <a:endParaRPr kumimoji="0" 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endParaRPr>
          </a:p>
        </p:txBody>
      </p:sp>
      <p:sp>
        <p:nvSpPr>
          <p:cNvPr id="6" name="TextBox 5">
            <a:extLst>
              <a:ext uri="{FF2B5EF4-FFF2-40B4-BE49-F238E27FC236}">
                <a16:creationId xmlns:a16="http://schemas.microsoft.com/office/drawing/2014/main" id="{DDD36134-AAE3-5BBA-69E0-B257F06C6F86}"/>
              </a:ext>
            </a:extLst>
          </p:cNvPr>
          <p:cNvSpPr txBox="1"/>
          <p:nvPr/>
        </p:nvSpPr>
        <p:spPr>
          <a:xfrm>
            <a:off x="1548425" y="877933"/>
            <a:ext cx="3114676" cy="302070"/>
          </a:xfrm>
          <a:prstGeom prst="rect">
            <a:avLst/>
          </a:prstGeom>
          <a:noFill/>
        </p:spPr>
        <p:txBody>
          <a:bodyPr wrap="square" rtlCol="0">
            <a:spAutoFit/>
          </a:bodyPr>
          <a:lstStyle/>
          <a:p>
            <a:pPr marL="0" marR="0" lvl="0" indent="0" algn="ctr" defTabSz="914400" rtl="0" eaLnBrk="1" fontAlgn="auto" latinLnBrk="0" hangingPunct="1">
              <a:lnSpc>
                <a:spcPts val="1800"/>
              </a:lnSpc>
              <a:spcBef>
                <a:spcPts val="0"/>
              </a:spcBef>
              <a:spcAft>
                <a:spcPts val="0"/>
              </a:spcAft>
              <a:buClrTx/>
              <a:buSzTx/>
              <a:buFontTx/>
              <a:buNone/>
              <a:tabLst/>
              <a:defRPr/>
            </a:pPr>
            <a:r>
              <a:rPr kumimoji="0" lang="zh-CN" altLang="en-US" sz="1200" b="1" i="0" u="none" strike="noStrike" kern="1200" cap="none" spc="0" normalizeH="0" baseline="0" noProof="0">
                <a:ln>
                  <a:noFill/>
                </a:ln>
                <a:solidFill>
                  <a:srgbClr val="2660AD"/>
                </a:solidFill>
                <a:effectLst/>
                <a:uLnTx/>
                <a:uFillTx/>
                <a:latin typeface="Calibri"/>
                <a:ea typeface="微软雅黑"/>
                <a:cs typeface="+mn-cs"/>
              </a:rPr>
              <a:t>激進投資者發起的股東參與活動數量激增</a:t>
            </a:r>
            <a:endParaRPr kumimoji="0" 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endParaRPr>
          </a:p>
        </p:txBody>
      </p:sp>
      <p:sp>
        <p:nvSpPr>
          <p:cNvPr id="8" name="TextBox 7">
            <a:extLst>
              <a:ext uri="{FF2B5EF4-FFF2-40B4-BE49-F238E27FC236}">
                <a16:creationId xmlns:a16="http://schemas.microsoft.com/office/drawing/2014/main" id="{EC5A9AC4-12CC-F551-EDA1-483490E2610C}"/>
              </a:ext>
            </a:extLst>
          </p:cNvPr>
          <p:cNvSpPr txBox="1"/>
          <p:nvPr/>
        </p:nvSpPr>
        <p:spPr>
          <a:xfrm>
            <a:off x="7034825" y="877933"/>
            <a:ext cx="3114676" cy="305212"/>
          </a:xfrm>
          <a:prstGeom prst="rect">
            <a:avLst/>
          </a:prstGeom>
          <a:noFill/>
        </p:spPr>
        <p:txBody>
          <a:bodyPr wrap="square" rtlCol="0">
            <a:spAutoFit/>
          </a:bodyPr>
          <a:lstStyle/>
          <a:p>
            <a:pPr marL="0" marR="0" lvl="0" indent="0" algn="ctr" defTabSz="914400" rtl="0" eaLnBrk="1" fontAlgn="auto" latinLnBrk="0" hangingPunct="1">
              <a:lnSpc>
                <a:spcPts val="1800"/>
              </a:lnSpc>
              <a:spcBef>
                <a:spcPts val="0"/>
              </a:spcBef>
              <a:spcAft>
                <a:spcPts val="0"/>
              </a:spcAft>
              <a:buClrTx/>
              <a:buSzTx/>
              <a:buFontTx/>
              <a:buNone/>
              <a:tabLst/>
              <a:defRPr/>
            </a:pPr>
            <a:r>
              <a:rPr kumimoji="0" lang="zh-CN" altLang="en-US" sz="1200" b="1" i="0" u="none" strike="noStrike" kern="1200" cap="none" spc="0" normalizeH="0" baseline="0" noProof="0">
                <a:ln>
                  <a:noFill/>
                </a:ln>
                <a:solidFill>
                  <a:srgbClr val="2660AD"/>
                </a:solidFill>
                <a:effectLst/>
                <a:uLnTx/>
                <a:uFillTx/>
                <a:latin typeface="Calibri"/>
                <a:ea typeface="微软雅黑"/>
                <a:cs typeface="+mn-cs"/>
              </a:rPr>
              <a:t>回購活動在</a:t>
            </a:r>
            <a:r>
              <a:rPr kumimoji="0" lang="en-US" altLang="zh-CN" sz="1200" b="1" i="0" u="none" strike="noStrike" kern="1200" cap="none" spc="0" normalizeH="0" baseline="0" noProof="0">
                <a:ln>
                  <a:noFill/>
                </a:ln>
                <a:solidFill>
                  <a:srgbClr val="2660AD"/>
                </a:solidFill>
                <a:effectLst/>
                <a:uLnTx/>
                <a:uFillTx/>
                <a:latin typeface="Calibri"/>
                <a:ea typeface="微软雅黑"/>
                <a:cs typeface="+mn-cs"/>
              </a:rPr>
              <a:t>2025</a:t>
            </a:r>
            <a:r>
              <a:rPr kumimoji="0" lang="zh-CN" altLang="en-US" sz="1200" b="1" i="0" u="none" strike="noStrike" kern="1200" cap="none" spc="0" normalizeH="0" baseline="0" noProof="0">
                <a:ln>
                  <a:noFill/>
                </a:ln>
                <a:solidFill>
                  <a:srgbClr val="2660AD"/>
                </a:solidFill>
                <a:effectLst/>
                <a:uLnTx/>
                <a:uFillTx/>
                <a:latin typeface="Calibri"/>
                <a:ea typeface="微软雅黑"/>
                <a:cs typeface="+mn-cs"/>
              </a:rPr>
              <a:t>年加速進行</a:t>
            </a:r>
            <a:endParaRPr kumimoji="0" 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endParaRPr>
          </a:p>
        </p:txBody>
      </p:sp>
      <p:sp>
        <p:nvSpPr>
          <p:cNvPr id="10" name="TextBox 9">
            <a:extLst>
              <a:ext uri="{FF2B5EF4-FFF2-40B4-BE49-F238E27FC236}">
                <a16:creationId xmlns:a16="http://schemas.microsoft.com/office/drawing/2014/main" id="{FCCA92AE-F4B2-197E-1D2A-00323F87FC1B}"/>
              </a:ext>
            </a:extLst>
          </p:cNvPr>
          <p:cNvSpPr txBox="1"/>
          <p:nvPr/>
        </p:nvSpPr>
        <p:spPr>
          <a:xfrm>
            <a:off x="6930049" y="3603351"/>
            <a:ext cx="3271225" cy="302070"/>
          </a:xfrm>
          <a:prstGeom prst="rect">
            <a:avLst/>
          </a:prstGeom>
          <a:noFill/>
        </p:spPr>
        <p:txBody>
          <a:bodyPr wrap="square" rtlCol="0">
            <a:spAutoFit/>
          </a:bodyPr>
          <a:lstStyle/>
          <a:p>
            <a:pPr marL="0" marR="0" lvl="0" indent="0" algn="ctr" defTabSz="914400" rtl="0" eaLnBrk="1" fontAlgn="auto" latinLnBrk="0" hangingPunct="1">
              <a:lnSpc>
                <a:spcPts val="1800"/>
              </a:lnSpc>
              <a:spcBef>
                <a:spcPts val="0"/>
              </a:spcBef>
              <a:spcAft>
                <a:spcPts val="0"/>
              </a:spcAft>
              <a:buClrTx/>
              <a:buSzTx/>
              <a:buFontTx/>
              <a:buNone/>
              <a:tabLst/>
              <a:defRPr/>
            </a:pPr>
            <a:r>
              <a:rPr kumimoji="0" lang="zh-CN" altLang="en-US" sz="1200" b="1" i="0" u="none" strike="noStrike" kern="1200" cap="none" spc="0" normalizeH="0" baseline="0" noProof="0">
                <a:ln>
                  <a:noFill/>
                </a:ln>
                <a:solidFill>
                  <a:srgbClr val="2660AD"/>
                </a:solidFill>
                <a:effectLst/>
                <a:uLnTx/>
                <a:uFillTx/>
                <a:latin typeface="Calibri"/>
                <a:ea typeface="微软雅黑"/>
                <a:cs typeface="+mn-cs"/>
              </a:rPr>
              <a:t>與債券收益率相比，股東總回報率呈上升趨勢</a:t>
            </a:r>
            <a:endParaRPr kumimoji="0" 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endParaRPr>
          </a:p>
        </p:txBody>
      </p:sp>
      <p:pic>
        <p:nvPicPr>
          <p:cNvPr id="17" name="Picture 16">
            <a:extLst>
              <a:ext uri="{FF2B5EF4-FFF2-40B4-BE49-F238E27FC236}">
                <a16:creationId xmlns:a16="http://schemas.microsoft.com/office/drawing/2014/main" id="{8C592FD6-B4FB-E1FC-3E04-242D1FAF93BD}"/>
              </a:ext>
            </a:extLst>
          </p:cNvPr>
          <p:cNvPicPr>
            <a:picLocks noChangeAspect="1"/>
          </p:cNvPicPr>
          <p:nvPr/>
        </p:nvPicPr>
        <p:blipFill>
          <a:blip r:embed="rId6"/>
          <a:srcRect t="6899"/>
          <a:stretch>
            <a:fillRect/>
          </a:stretch>
        </p:blipFill>
        <p:spPr>
          <a:xfrm>
            <a:off x="6433861" y="3958187"/>
            <a:ext cx="4448727" cy="2275013"/>
          </a:xfrm>
          <a:prstGeom prst="rect">
            <a:avLst/>
          </a:prstGeom>
        </p:spPr>
      </p:pic>
      <p:sp>
        <p:nvSpPr>
          <p:cNvPr id="25" name="TextBox 24">
            <a:extLst>
              <a:ext uri="{FF2B5EF4-FFF2-40B4-BE49-F238E27FC236}">
                <a16:creationId xmlns:a16="http://schemas.microsoft.com/office/drawing/2014/main" id="{B3693E55-0215-EF7F-3B57-313B9128DB11}"/>
              </a:ext>
            </a:extLst>
          </p:cNvPr>
          <p:cNvSpPr txBox="1"/>
          <p:nvPr/>
        </p:nvSpPr>
        <p:spPr>
          <a:xfrm>
            <a:off x="278511" y="6331908"/>
            <a:ext cx="11073384" cy="152400"/>
          </a:xfrm>
          <a:prstGeom prst="rect">
            <a:avLst/>
          </a:prstGeom>
          <a:noFill/>
        </p:spPr>
        <p:txBody>
          <a:bodyPr wrap="square" lIns="45720" tIns="0" rIns="4572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800" b="0" i="0" u="none" strike="noStrike" kern="1200" cap="none" spc="0" normalizeH="0" baseline="0" noProof="0">
                <a:ln>
                  <a:noFill/>
                </a:ln>
                <a:solidFill>
                  <a:srgbClr val="404F56"/>
                </a:solidFill>
                <a:effectLst/>
                <a:uLnTx/>
                <a:uFillTx/>
                <a:latin typeface="Calibri"/>
                <a:ea typeface="微软雅黑"/>
                <a:cs typeface="+mn-cs"/>
              </a:rPr>
              <a:t>資料來源：高盛</a:t>
            </a:r>
            <a:endParaRPr kumimoji="0" lang="en-US" sz="800" b="0" i="0" u="none" strike="noStrike" kern="1200" cap="none" spc="0" normalizeH="0" baseline="0" noProof="0" dirty="0">
              <a:ln>
                <a:noFill/>
              </a:ln>
              <a:solidFill>
                <a:srgbClr val="404F56"/>
              </a:solidFill>
              <a:effectLst/>
              <a:uLnTx/>
              <a:uFillTx/>
              <a:latin typeface="微软雅黑" panose="020B0503020204020204" pitchFamily="34" charset="-122"/>
              <a:ea typeface="微软雅黑" panose="020B0503020204020204" pitchFamily="34" charset="-122"/>
              <a:cs typeface="+mn-cs"/>
            </a:endParaRPr>
          </a:p>
        </p:txBody>
      </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1029" name="LogoPic" descr="image.png"/>
          <p:cNvPicPr>
            <a:picLocks noChangeAspect="1"/>
          </p:cNvPicPr>
          <p:nvPr/>
        </p:nvPicPr>
        <p:blipFill rotWithShape="1">
          <a:blip r:embed="rId7"/>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D0DE9EA5-E276-4982-88FF-0B203DE2F518}" type="slidenum">
              <a:rPr lang="en-US" sz="1000" dirty="0">
                <a:solidFill>
                  <a:srgbClr val="FFFFFF"/>
                </a:solidFill>
                <a:latin typeface="Calibri"/>
                <a:ea typeface="微软雅黑"/>
              </a:rPr>
              <a:t>21</a:t>
            </a:fld>
            <a:endParaRPr lang="en-US" sz="1000" dirty="0">
              <a:solidFill>
                <a:srgbClr val="FFFFFF"/>
              </a:solidFill>
              <a:latin typeface="Calibri"/>
              <a:ea typeface="微软雅黑"/>
            </a:endParaRPr>
          </a:p>
        </p:txBody>
      </p:sp>
    </p:spTree>
    <p:custDataLst>
      <p:tags r:id="rId1"/>
    </p:custDataLst>
    <p:extLst>
      <p:ext uri="{BB962C8B-B14F-4D97-AF65-F5344CB8AC3E}">
        <p14:creationId xmlns:p14="http://schemas.microsoft.com/office/powerpoint/2010/main" val="17999595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56EF9-6CA7-8C2E-FBB7-2642AFFE381A}"/>
            </a:ext>
          </a:extLst>
        </p:cNvPr>
        <p:cNvGrpSpPr/>
        <p:nvPr/>
      </p:nvGrpSpPr>
      <p:grpSpPr>
        <a:xfrm>
          <a:off x="0" y="0"/>
          <a:ext cx="0" cy="0"/>
          <a:chOff x="0" y="0"/>
          <a:chExt cx="0" cy="0"/>
        </a:xfrm>
      </p:grpSpPr>
      <p:sp>
        <p:nvSpPr>
          <p:cNvPr id="22" name="TextBox 21">
            <a:extLst>
              <a:ext uri="{FF2B5EF4-FFF2-40B4-BE49-F238E27FC236}">
                <a16:creationId xmlns:a16="http://schemas.microsoft.com/office/drawing/2014/main" id="{BFDED6A6-609E-3688-5CF2-F082E52E5E78}"/>
              </a:ext>
            </a:extLst>
          </p:cNvPr>
          <p:cNvSpPr txBox="1"/>
          <p:nvPr/>
        </p:nvSpPr>
        <p:spPr>
          <a:xfrm>
            <a:off x="557302" y="1000693"/>
            <a:ext cx="11259574" cy="646331"/>
          </a:xfrm>
          <a:prstGeom prst="rect">
            <a:avLst/>
          </a:prstGeom>
          <a:noFill/>
        </p:spPr>
        <p:txBody>
          <a:bodyPr wrap="square">
            <a:spAutoFit/>
          </a:bodyPr>
          <a:lstStyle/>
          <a:p>
            <a:pPr marL="171450" lvl="0" indent="-171450">
              <a:buFont typeface="Wingdings" panose="05000000000000000000" pitchFamily="2" charset="2"/>
              <a:buChar char="§"/>
              <a:defRPr/>
            </a:pPr>
            <a:r>
              <a:rPr kumimoji="0" lang="en-US" altLang="zh-CN" sz="1200" b="0" i="0" u="none" strike="noStrike" kern="1200" cap="none" spc="0" normalizeH="0" baseline="0" noProof="0" dirty="0">
                <a:ln>
                  <a:noFill/>
                </a:ln>
                <a:solidFill>
                  <a:srgbClr val="515052"/>
                </a:solidFill>
                <a:effectLst/>
                <a:uLnTx/>
                <a:uFillTx/>
                <a:cs typeface="+mn-ea"/>
                <a:sym typeface="+mn-lt"/>
              </a:rPr>
              <a:t>2026</a:t>
            </a:r>
            <a:r>
              <a:rPr kumimoji="0" lang="zh-CN" altLang="en-US" sz="1200" b="0" i="0" u="none" strike="noStrike" kern="1200" cap="none" spc="0" normalizeH="0" baseline="0" noProof="0" dirty="0">
                <a:ln>
                  <a:noFill/>
                </a:ln>
                <a:solidFill>
                  <a:srgbClr val="515052"/>
                </a:solidFill>
                <a:effectLst/>
                <a:uLnTx/>
                <a:uFillTx/>
                <a:cs typeface="+mn-ea"/>
                <a:sym typeface="+mn-lt"/>
              </a:rPr>
              <a:t>年</a:t>
            </a:r>
            <a:r>
              <a:rPr kumimoji="0" lang="en-US" altLang="zh-CN" sz="1200" b="0" i="0" u="none" strike="noStrike" kern="1200" cap="none" spc="0" normalizeH="0" baseline="0" noProof="0" dirty="0">
                <a:ln>
                  <a:noFill/>
                </a:ln>
                <a:solidFill>
                  <a:srgbClr val="515052"/>
                </a:solidFill>
                <a:effectLst/>
                <a:uLnTx/>
                <a:uFillTx/>
                <a:cs typeface="+mn-ea"/>
                <a:sym typeface="+mn-lt"/>
              </a:rPr>
              <a:t>6</a:t>
            </a:r>
            <a:r>
              <a:rPr kumimoji="0" lang="zh-CN" altLang="en-US" sz="1200" b="0" i="0" u="none" strike="noStrike" kern="1200" cap="none" spc="0" normalizeH="0" baseline="0" noProof="0" dirty="0">
                <a:ln>
                  <a:noFill/>
                </a:ln>
                <a:solidFill>
                  <a:srgbClr val="515052"/>
                </a:solidFill>
                <a:effectLst/>
                <a:uLnTx/>
                <a:uFillTx/>
                <a:cs typeface="+mn-ea"/>
                <a:sym typeface="+mn-lt"/>
              </a:rPr>
              <a:t>月</a:t>
            </a:r>
            <a:r>
              <a:rPr kumimoji="0" lang="en-US" altLang="zh-CN" sz="1200" b="0" i="0" u="none" strike="noStrike" kern="1200" cap="none" spc="0" normalizeH="0" baseline="0" noProof="0" dirty="0">
                <a:ln>
                  <a:noFill/>
                </a:ln>
                <a:solidFill>
                  <a:srgbClr val="515052"/>
                </a:solidFill>
                <a:effectLst/>
                <a:uLnTx/>
                <a:uFillTx/>
                <a:cs typeface="+mn-ea"/>
                <a:sym typeface="+mn-lt"/>
              </a:rPr>
              <a:t>29</a:t>
            </a:r>
            <a:r>
              <a:rPr kumimoji="0" lang="zh-CN" altLang="en-US" sz="1200" b="0" i="0" u="none" strike="noStrike" kern="1200" cap="none" spc="0" normalizeH="0" baseline="0" noProof="0" dirty="0">
                <a:ln>
                  <a:noFill/>
                </a:ln>
                <a:solidFill>
                  <a:srgbClr val="515052"/>
                </a:solidFill>
                <a:effectLst/>
                <a:uLnTx/>
                <a:uFillTx/>
                <a:cs typeface="+mn-ea"/>
                <a:sym typeface="+mn-lt"/>
              </a:rPr>
              <a:t>日，韓國總統李在明主持</a:t>
            </a:r>
            <a:r>
              <a:rPr kumimoji="0" lang="en-US" altLang="zh-CN" sz="1200" b="0" i="0" u="none" strike="noStrike" kern="1200" cap="none" spc="0" normalizeH="0" baseline="0" noProof="0" dirty="0">
                <a:ln>
                  <a:noFill/>
                </a:ln>
                <a:solidFill>
                  <a:srgbClr val="515052"/>
                </a:solidFill>
                <a:effectLst/>
                <a:uLnTx/>
                <a:uFillTx/>
                <a:cs typeface="+mn-ea"/>
                <a:sym typeface="+mn-lt"/>
              </a:rPr>
              <a:t>"</a:t>
            </a:r>
            <a:r>
              <a:rPr kumimoji="0" lang="zh-CN" altLang="en-US" sz="1200" b="0" i="0" u="none" strike="noStrike" kern="1200" cap="none" spc="0" normalizeH="0" baseline="0" noProof="0" dirty="0">
                <a:ln>
                  <a:noFill/>
                </a:ln>
                <a:solidFill>
                  <a:srgbClr val="515052"/>
                </a:solidFill>
                <a:effectLst/>
                <a:uLnTx/>
                <a:uFillTx/>
                <a:cs typeface="+mn-ea"/>
                <a:sym typeface="+mn-lt"/>
              </a:rPr>
              <a:t>大韓民國大飛躍三大超級專案國民發佈會</a:t>
            </a:r>
            <a:r>
              <a:rPr kumimoji="0" lang="en-US" altLang="zh-CN" sz="1200" b="0" i="0" u="none" strike="noStrike" kern="1200" cap="none" spc="0" normalizeH="0" baseline="0" noProof="0" dirty="0">
                <a:ln>
                  <a:noFill/>
                </a:ln>
                <a:solidFill>
                  <a:srgbClr val="515052"/>
                </a:solidFill>
                <a:effectLst/>
                <a:uLnTx/>
                <a:uFillTx/>
                <a:cs typeface="+mn-ea"/>
                <a:sym typeface="+mn-lt"/>
              </a:rPr>
              <a:t>"</a:t>
            </a:r>
            <a:r>
              <a:rPr kumimoji="0" lang="zh-CN" altLang="en-US" sz="1200" b="0" i="0" u="none" strike="noStrike" kern="1200" cap="none" spc="0" normalizeH="0" baseline="0" noProof="0" dirty="0">
                <a:ln>
                  <a:noFill/>
                </a:ln>
                <a:solidFill>
                  <a:srgbClr val="515052"/>
                </a:solidFill>
                <a:effectLst/>
                <a:uLnTx/>
                <a:uFillTx/>
                <a:cs typeface="+mn-ea"/>
                <a:sym typeface="+mn-lt"/>
              </a:rPr>
              <a:t>，正式公佈以半導體、物理</a:t>
            </a:r>
            <a:r>
              <a:rPr kumimoji="0" lang="en-US" altLang="zh-CN" sz="1200" b="0" i="0" u="none" strike="noStrike" kern="1200" cap="none" spc="0" normalizeH="0" baseline="0" noProof="0" dirty="0">
                <a:ln>
                  <a:noFill/>
                </a:ln>
                <a:solidFill>
                  <a:srgbClr val="515052"/>
                </a:solidFill>
                <a:effectLst/>
                <a:uLnTx/>
                <a:uFillTx/>
                <a:cs typeface="+mn-ea"/>
                <a:sym typeface="+mn-lt"/>
              </a:rPr>
              <a:t>AI</a:t>
            </a:r>
            <a:r>
              <a:rPr kumimoji="0" lang="zh-CN" altLang="en-US" sz="1200" b="0" i="0" u="none" strike="noStrike" kern="1200" cap="none" spc="0" normalizeH="0" baseline="0" noProof="0" dirty="0">
                <a:ln>
                  <a:noFill/>
                </a:ln>
                <a:solidFill>
                  <a:srgbClr val="515052"/>
                </a:solidFill>
                <a:effectLst/>
                <a:uLnTx/>
                <a:uFillTx/>
                <a:cs typeface="+mn-ea"/>
                <a:sym typeface="+mn-lt"/>
              </a:rPr>
              <a:t>、</a:t>
            </a:r>
            <a:r>
              <a:rPr kumimoji="0" lang="en-US" altLang="zh-CN" sz="1200" b="0" i="0" u="none" strike="noStrike" kern="1200" cap="none" spc="0" normalizeH="0" baseline="0" noProof="0" dirty="0">
                <a:ln>
                  <a:noFill/>
                </a:ln>
                <a:solidFill>
                  <a:srgbClr val="515052"/>
                </a:solidFill>
                <a:effectLst/>
                <a:uLnTx/>
                <a:uFillTx/>
                <a:cs typeface="+mn-ea"/>
                <a:sym typeface="+mn-lt"/>
              </a:rPr>
              <a:t>AI</a:t>
            </a:r>
            <a:r>
              <a:rPr kumimoji="0" lang="zh-CN" altLang="en-US" sz="1200" b="0" i="0" u="none" strike="noStrike" kern="1200" cap="none" spc="0" normalizeH="0" baseline="0" noProof="0" dirty="0">
                <a:ln>
                  <a:noFill/>
                </a:ln>
                <a:solidFill>
                  <a:srgbClr val="515052"/>
                </a:solidFill>
                <a:effectLst/>
                <a:uLnTx/>
                <a:uFillTx/>
                <a:cs typeface="+mn-ea"/>
                <a:sym typeface="+mn-lt"/>
              </a:rPr>
              <a:t>資料中心為核心的國家級</a:t>
            </a:r>
            <a:r>
              <a:rPr kumimoji="0" lang="en-US" altLang="zh-CN" sz="1200" b="0" i="0" u="none" strike="noStrike" kern="1200" cap="none" spc="0" normalizeH="0" baseline="0" noProof="0" dirty="0">
                <a:ln>
                  <a:noFill/>
                </a:ln>
                <a:solidFill>
                  <a:srgbClr val="515052"/>
                </a:solidFill>
                <a:effectLst/>
                <a:uLnTx/>
                <a:uFillTx/>
                <a:cs typeface="+mn-ea"/>
                <a:sym typeface="+mn-lt"/>
              </a:rPr>
              <a:t>AI</a:t>
            </a:r>
            <a:r>
              <a:rPr kumimoji="0" lang="zh-CN" altLang="en-US" sz="1200" b="0" i="0" u="none" strike="noStrike" kern="1200" cap="none" spc="0" normalizeH="0" baseline="0" noProof="0" dirty="0">
                <a:ln>
                  <a:noFill/>
                </a:ln>
                <a:solidFill>
                  <a:srgbClr val="515052"/>
                </a:solidFill>
                <a:effectLst/>
                <a:uLnTx/>
                <a:uFillTx/>
                <a:cs typeface="+mn-ea"/>
                <a:sym typeface="+mn-lt"/>
              </a:rPr>
              <a:t>基建藍圖，</a:t>
            </a:r>
            <a:r>
              <a:rPr kumimoji="0" lang="zh-CN" altLang="en-US" sz="1200" b="1" i="0" u="none" strike="noStrike" kern="1200" cap="none" spc="0" normalizeH="0" baseline="0" noProof="0" dirty="0">
                <a:ln>
                  <a:noFill/>
                </a:ln>
                <a:solidFill>
                  <a:srgbClr val="515052"/>
                </a:solidFill>
                <a:effectLst/>
                <a:uLnTx/>
                <a:uFillTx/>
                <a:cs typeface="+mn-ea"/>
                <a:sym typeface="+mn-lt"/>
              </a:rPr>
              <a:t>由政府引導、三星與</a:t>
            </a:r>
            <a:r>
              <a:rPr kumimoji="0" lang="en-US" altLang="zh-CN" sz="1200" b="1" i="0" u="none" strike="noStrike" kern="1200" cap="none" spc="0" normalizeH="0" baseline="0" noProof="0" dirty="0">
                <a:ln>
                  <a:noFill/>
                </a:ln>
                <a:solidFill>
                  <a:srgbClr val="515052"/>
                </a:solidFill>
                <a:effectLst/>
                <a:uLnTx/>
                <a:uFillTx/>
                <a:cs typeface="+mn-ea"/>
                <a:sym typeface="+mn-lt"/>
              </a:rPr>
              <a:t>SK</a:t>
            </a:r>
            <a:r>
              <a:rPr kumimoji="0" lang="zh-CN" altLang="en-US" sz="1200" b="1" i="0" u="none" strike="noStrike" kern="1200" cap="none" spc="0" normalizeH="0" baseline="0" noProof="0" dirty="0">
                <a:ln>
                  <a:noFill/>
                </a:ln>
                <a:solidFill>
                  <a:srgbClr val="515052"/>
                </a:solidFill>
                <a:effectLst/>
                <a:uLnTx/>
                <a:uFillTx/>
                <a:cs typeface="+mn-ea"/>
                <a:sym typeface="+mn-lt"/>
              </a:rPr>
              <a:t>兩大財閥長期投入</a:t>
            </a:r>
            <a:r>
              <a:rPr kumimoji="0" lang="zh-CN" altLang="en-US" sz="1200" b="0" i="0" u="none" strike="noStrike" kern="1200" cap="none" spc="0" normalizeH="0" baseline="0" noProof="0" dirty="0">
                <a:ln>
                  <a:noFill/>
                </a:ln>
                <a:solidFill>
                  <a:srgbClr val="515052"/>
                </a:solidFill>
                <a:effectLst/>
                <a:uLnTx/>
                <a:uFillTx/>
                <a:cs typeface="+mn-ea"/>
                <a:sym typeface="+mn-lt"/>
              </a:rPr>
              <a:t>，企業中長期國內投資總額約達</a:t>
            </a:r>
            <a:r>
              <a:rPr kumimoji="0" lang="en-US" altLang="zh-CN" sz="1200" b="0" i="0" u="none" strike="noStrike" kern="1200" cap="none" spc="0" normalizeH="0" baseline="0" noProof="0" dirty="0">
                <a:ln>
                  <a:noFill/>
                </a:ln>
                <a:solidFill>
                  <a:srgbClr val="515052"/>
                </a:solidFill>
                <a:effectLst/>
                <a:uLnTx/>
                <a:uFillTx/>
                <a:cs typeface="+mn-ea"/>
                <a:sym typeface="+mn-lt"/>
              </a:rPr>
              <a:t>4755</a:t>
            </a:r>
            <a:r>
              <a:rPr kumimoji="0" lang="zh-CN" altLang="en-US" sz="1200" b="0" i="0" u="none" strike="noStrike" kern="1200" cap="none" spc="0" normalizeH="0" baseline="0" noProof="0" dirty="0">
                <a:ln>
                  <a:noFill/>
                </a:ln>
                <a:solidFill>
                  <a:srgbClr val="515052"/>
                </a:solidFill>
                <a:effectLst/>
                <a:uLnTx/>
                <a:uFillTx/>
                <a:cs typeface="+mn-ea"/>
                <a:sym typeface="+mn-lt"/>
              </a:rPr>
              <a:t>萬億韓元，為韓國史上最大規模產業押注 。</a:t>
            </a:r>
            <a:endParaRPr kumimoji="0" lang="en-US" altLang="zh-CN" sz="1200" b="0" i="0" u="none" strike="noStrike" kern="1200" cap="none" spc="0" normalizeH="0" baseline="0" noProof="0" dirty="0">
              <a:ln>
                <a:noFill/>
              </a:ln>
              <a:solidFill>
                <a:srgbClr val="515052"/>
              </a:solidFill>
              <a:effectLst/>
              <a:uLnTx/>
              <a:uFillTx/>
              <a:cs typeface="+mn-ea"/>
              <a:sym typeface="+mn-lt"/>
            </a:endParaRPr>
          </a:p>
          <a:p>
            <a:pPr marL="171450" lvl="0" indent="-171450">
              <a:buFont typeface="Wingdings" panose="05000000000000000000" pitchFamily="2" charset="2"/>
              <a:buChar char="§"/>
              <a:defRPr/>
            </a:pPr>
            <a:r>
              <a:rPr kumimoji="0" lang="zh-CN" altLang="en-US" sz="1200" b="0" i="0" u="none" strike="noStrike" kern="1200" cap="none" spc="0" normalizeH="0" baseline="0" noProof="0" dirty="0">
                <a:ln>
                  <a:noFill/>
                </a:ln>
                <a:solidFill>
                  <a:srgbClr val="515052"/>
                </a:solidFill>
                <a:effectLst/>
                <a:uLnTx/>
                <a:uFillTx/>
                <a:cs typeface="+mn-ea"/>
                <a:sym typeface="+mn-lt"/>
              </a:rPr>
              <a:t>但是此次宣布的新投資計劃，</a:t>
            </a:r>
            <a:r>
              <a:rPr kumimoji="0" lang="zh-CN" altLang="en-US" sz="1200" b="1" i="0" u="none" strike="noStrike" kern="1200" cap="none" spc="0" normalizeH="0" baseline="0" noProof="0" dirty="0">
                <a:ln>
                  <a:noFill/>
                </a:ln>
                <a:solidFill>
                  <a:srgbClr val="515052"/>
                </a:solidFill>
                <a:effectLst/>
                <a:uLnTx/>
                <a:uFillTx/>
                <a:cs typeface="+mn-ea"/>
                <a:sym typeface="+mn-lt"/>
              </a:rPr>
              <a:t>最快也要到</a:t>
            </a:r>
            <a:r>
              <a:rPr kumimoji="0" lang="en-US" altLang="zh-CN" sz="1200" b="1" i="0" u="none" strike="noStrike" kern="1200" cap="none" spc="0" normalizeH="0" baseline="0" noProof="0" dirty="0">
                <a:ln>
                  <a:noFill/>
                </a:ln>
                <a:solidFill>
                  <a:srgbClr val="515052"/>
                </a:solidFill>
                <a:effectLst/>
                <a:uLnTx/>
                <a:uFillTx/>
                <a:cs typeface="+mn-ea"/>
                <a:sym typeface="+mn-lt"/>
              </a:rPr>
              <a:t>5</a:t>
            </a:r>
            <a:r>
              <a:rPr kumimoji="0" lang="zh-CN" altLang="en-US" sz="1200" b="1" i="0" u="none" strike="noStrike" kern="1200" cap="none" spc="0" normalizeH="0" baseline="0" noProof="0" dirty="0">
                <a:ln>
                  <a:noFill/>
                </a:ln>
                <a:solidFill>
                  <a:srgbClr val="515052"/>
                </a:solidFill>
                <a:effectLst/>
                <a:uLnTx/>
                <a:uFillTx/>
                <a:cs typeface="+mn-ea"/>
                <a:sym typeface="+mn-lt"/>
              </a:rPr>
              <a:t>年後才會對市場產生實質影響。短期產能仍然嚴重短缺。</a:t>
            </a:r>
            <a:endParaRPr kumimoji="0" lang="en-US" altLang="zh-CN" sz="1200" b="1" i="0" u="none" strike="noStrike" kern="1200" cap="none" spc="0" normalizeH="0" baseline="0" noProof="0" dirty="0">
              <a:ln>
                <a:noFill/>
              </a:ln>
              <a:solidFill>
                <a:srgbClr val="515052"/>
              </a:solidFill>
              <a:effectLst/>
              <a:uLnTx/>
              <a:uFillTx/>
              <a:cs typeface="+mn-ea"/>
              <a:sym typeface="+mn-lt"/>
            </a:endParaRPr>
          </a:p>
        </p:txBody>
      </p:sp>
      <p:sp>
        <p:nvSpPr>
          <p:cNvPr id="44" name="TextBox 43">
            <a:extLst>
              <a:ext uri="{FF2B5EF4-FFF2-40B4-BE49-F238E27FC236}">
                <a16:creationId xmlns:a16="http://schemas.microsoft.com/office/drawing/2014/main" id="{7DB4AB77-CD8B-F86C-7E2F-FAEFD8457C2C}"/>
              </a:ext>
            </a:extLst>
          </p:cNvPr>
          <p:cNvSpPr txBox="1"/>
          <p:nvPr/>
        </p:nvSpPr>
        <p:spPr>
          <a:xfrm>
            <a:off x="457200" y="6263640"/>
            <a:ext cx="1097280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dirty="0" err="1">
                <a:ln>
                  <a:noFill/>
                </a:ln>
                <a:solidFill>
                  <a:srgbClr val="515052"/>
                </a:solidFill>
                <a:effectLst/>
                <a:uLnTx/>
                <a:uFillTx/>
                <a:cs typeface="+mn-ea"/>
                <a:sym typeface="+mn-lt"/>
              </a:rPr>
              <a:t>資料來源</a:t>
            </a:r>
            <a:r>
              <a:rPr kumimoji="0" sz="800" b="0" i="0" u="none" strike="noStrike" kern="1200" cap="none" spc="0" normalizeH="0" baseline="0" noProof="0" dirty="0">
                <a:ln>
                  <a:noFill/>
                </a:ln>
                <a:solidFill>
                  <a:srgbClr val="515052"/>
                </a:solidFill>
                <a:effectLst/>
                <a:uLnTx/>
                <a:uFillTx/>
                <a:cs typeface="+mn-ea"/>
                <a:sym typeface="+mn-lt"/>
              </a:rPr>
              <a:t>：</a:t>
            </a:r>
            <a:r>
              <a:rPr kumimoji="0" lang="zh-CN" altLang="en-US" sz="800" b="0" i="0" u="none" strike="noStrike" kern="1200" cap="none" spc="0" normalizeH="0" baseline="0" noProof="0" dirty="0">
                <a:ln>
                  <a:noFill/>
                </a:ln>
                <a:solidFill>
                  <a:srgbClr val="515052"/>
                </a:solidFill>
                <a:effectLst/>
                <a:uLnTx/>
                <a:uFillTx/>
                <a:cs typeface="+mn-ea"/>
                <a:sym typeface="+mn-lt"/>
              </a:rPr>
              <a:t>韓國產業通商資源部（</a:t>
            </a:r>
            <a:r>
              <a:rPr kumimoji="0" lang="en-US" altLang="zh-CN" sz="800" b="0" i="0" u="none" strike="noStrike" kern="1200" cap="none" spc="0" normalizeH="0" baseline="0" noProof="0" dirty="0">
                <a:ln>
                  <a:noFill/>
                </a:ln>
                <a:solidFill>
                  <a:srgbClr val="515052"/>
                </a:solidFill>
                <a:effectLst/>
                <a:uLnTx/>
                <a:uFillTx/>
                <a:cs typeface="+mn-ea"/>
                <a:sym typeface="+mn-lt"/>
              </a:rPr>
              <a:t>2026</a:t>
            </a:r>
            <a:r>
              <a:rPr kumimoji="0" lang="zh-CN" altLang="en-US" sz="800" b="0" i="0" u="none" strike="noStrike" kern="1200" cap="none" spc="0" normalizeH="0" baseline="0" noProof="0" dirty="0">
                <a:ln>
                  <a:noFill/>
                </a:ln>
                <a:solidFill>
                  <a:srgbClr val="515052"/>
                </a:solidFill>
                <a:effectLst/>
                <a:uLnTx/>
                <a:uFillTx/>
                <a:cs typeface="+mn-ea"/>
                <a:sym typeface="+mn-lt"/>
              </a:rPr>
              <a:t>年</a:t>
            </a:r>
            <a:r>
              <a:rPr kumimoji="0" lang="en-US" altLang="zh-CN" sz="800" b="0" i="0" u="none" strike="noStrike" kern="1200" cap="none" spc="0" normalizeH="0" baseline="0" noProof="0" dirty="0">
                <a:ln>
                  <a:noFill/>
                </a:ln>
                <a:solidFill>
                  <a:srgbClr val="515052"/>
                </a:solidFill>
                <a:effectLst/>
                <a:uLnTx/>
                <a:uFillTx/>
                <a:cs typeface="+mn-ea"/>
                <a:sym typeface="+mn-lt"/>
              </a:rPr>
              <a:t>6</a:t>
            </a:r>
            <a:r>
              <a:rPr kumimoji="0" lang="zh-CN" altLang="en-US" sz="800" b="0" i="0" u="none" strike="noStrike" kern="1200" cap="none" spc="0" normalizeH="0" baseline="0" noProof="0" dirty="0">
                <a:ln>
                  <a:noFill/>
                </a:ln>
                <a:solidFill>
                  <a:srgbClr val="515052"/>
                </a:solidFill>
                <a:effectLst/>
                <a:uLnTx/>
                <a:uFillTx/>
                <a:cs typeface="+mn-ea"/>
                <a:sym typeface="+mn-lt"/>
              </a:rPr>
              <a:t>月</a:t>
            </a:r>
            <a:r>
              <a:rPr kumimoji="0" lang="en-US" altLang="zh-CN" sz="800" b="0" i="0" u="none" strike="noStrike" kern="1200" cap="none" spc="0" normalizeH="0" baseline="0" noProof="0" dirty="0">
                <a:ln>
                  <a:noFill/>
                </a:ln>
                <a:solidFill>
                  <a:srgbClr val="515052"/>
                </a:solidFill>
                <a:effectLst/>
                <a:uLnTx/>
                <a:uFillTx/>
                <a:cs typeface="+mn-ea"/>
                <a:sym typeface="+mn-lt"/>
              </a:rPr>
              <a:t>30</a:t>
            </a:r>
            <a:r>
              <a:rPr kumimoji="0" lang="zh-CN" altLang="en-US" sz="800" b="0" i="0" u="none" strike="noStrike" kern="1200" cap="none" spc="0" normalizeH="0" baseline="0" noProof="0" dirty="0">
                <a:ln>
                  <a:noFill/>
                </a:ln>
                <a:solidFill>
                  <a:srgbClr val="515052"/>
                </a:solidFill>
                <a:effectLst/>
                <a:uLnTx/>
                <a:uFillTx/>
                <a:cs typeface="+mn-ea"/>
                <a:sym typeface="+mn-lt"/>
              </a:rPr>
              <a:t>日）</a:t>
            </a:r>
            <a:endParaRPr kumimoji="0" sz="800" b="0" i="0" u="none" strike="noStrike" kern="1200" cap="none" spc="0" normalizeH="0" baseline="0" noProof="0" dirty="0">
              <a:ln>
                <a:noFill/>
              </a:ln>
              <a:solidFill>
                <a:srgbClr val="515052"/>
              </a:solidFill>
              <a:effectLst/>
              <a:uLnTx/>
              <a:uFillTx/>
              <a:cs typeface="+mn-ea"/>
              <a:sym typeface="+mn-lt"/>
            </a:endParaRPr>
          </a:p>
        </p:txBody>
      </p:sp>
      <p:sp>
        <p:nvSpPr>
          <p:cNvPr id="46" name="TextBox 45">
            <a:extLst>
              <a:ext uri="{FF2B5EF4-FFF2-40B4-BE49-F238E27FC236}">
                <a16:creationId xmlns:a16="http://schemas.microsoft.com/office/drawing/2014/main" id="{57F8B2AB-63A6-94C8-C7DB-466B2BC1AB0B}"/>
              </a:ext>
            </a:extLst>
          </p:cNvPr>
          <p:cNvSpPr txBox="1"/>
          <p:nvPr/>
        </p:nvSpPr>
        <p:spPr>
          <a:xfrm>
            <a:off x="689719" y="411480"/>
            <a:ext cx="1097280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800" b="1" dirty="0">
                <a:solidFill>
                  <a:srgbClr val="306AB2"/>
                </a:solidFill>
                <a:cs typeface="+mn-ea"/>
                <a:sym typeface="+mn-lt"/>
              </a:rPr>
              <a:t>韓國“三大旗艦工程”：政府引導 </a:t>
            </a:r>
            <a:r>
              <a:rPr lang="en-US" altLang="zh-CN" sz="2800" b="1" dirty="0">
                <a:solidFill>
                  <a:srgbClr val="306AB2"/>
                </a:solidFill>
                <a:cs typeface="+mn-ea"/>
                <a:sym typeface="+mn-lt"/>
              </a:rPr>
              <a:t>+ </a:t>
            </a:r>
            <a:r>
              <a:rPr lang="zh-CN" altLang="en-US" sz="2800" b="1" dirty="0">
                <a:solidFill>
                  <a:srgbClr val="306AB2"/>
                </a:solidFill>
                <a:cs typeface="+mn-ea"/>
                <a:sym typeface="+mn-lt"/>
              </a:rPr>
              <a:t>民間投入的萬億韓元</a:t>
            </a:r>
            <a:r>
              <a:rPr lang="en-US" altLang="zh-CN" sz="2800" b="1" dirty="0">
                <a:solidFill>
                  <a:srgbClr val="306AB2"/>
                </a:solidFill>
                <a:cs typeface="+mn-ea"/>
                <a:sym typeface="+mn-lt"/>
              </a:rPr>
              <a:t>AI</a:t>
            </a:r>
            <a:r>
              <a:rPr lang="zh-CN" altLang="en-US" sz="2800" b="1" dirty="0">
                <a:solidFill>
                  <a:srgbClr val="306AB2"/>
                </a:solidFill>
                <a:cs typeface="+mn-ea"/>
                <a:sym typeface="+mn-lt"/>
              </a:rPr>
              <a:t>產業版圖</a:t>
            </a:r>
          </a:p>
        </p:txBody>
      </p:sp>
      <p:sp>
        <p:nvSpPr>
          <p:cNvPr id="14" name="Rectangle 19">
            <a:extLst>
              <a:ext uri="{FF2B5EF4-FFF2-40B4-BE49-F238E27FC236}">
                <a16:creationId xmlns:a16="http://schemas.microsoft.com/office/drawing/2014/main" id="{E22B89D1-0E0E-EDD8-DBB7-6F8A7B3288F1}"/>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cs typeface="+mn-ea"/>
                <a:sym typeface="+mn-lt"/>
              </a:rPr>
              <a:t>南方東英資產管理</a:t>
            </a:r>
            <a:endParaRPr kumimoji="0" lang="zh-CN" altLang="en-US" sz="1000" b="0" i="0" u="none" strike="noStrike" kern="1200" cap="none" spc="0" normalizeH="0" baseline="0" noProof="0" dirty="0">
              <a:ln>
                <a:noFill/>
              </a:ln>
              <a:solidFill>
                <a:prstClr val="white"/>
              </a:solidFill>
              <a:effectLst/>
              <a:uLnTx/>
              <a:uFillTx/>
              <a:cs typeface="+mn-ea"/>
              <a:sym typeface="+mn-lt"/>
            </a:endParaRPr>
          </a:p>
        </p:txBody>
      </p:sp>
      <p:pic>
        <p:nvPicPr>
          <p:cNvPr id="47" name="LogoPic" descr="image.png">
            <a:extLst>
              <a:ext uri="{FF2B5EF4-FFF2-40B4-BE49-F238E27FC236}">
                <a16:creationId xmlns:a16="http://schemas.microsoft.com/office/drawing/2014/main" id="{A9854085-AE64-A785-70FF-4684C108621C}"/>
              </a:ext>
            </a:extLst>
          </p:cNvPr>
          <p:cNvPicPr>
            <a:picLocks noChangeAspect="1"/>
          </p:cNvPicPr>
          <p:nvPr/>
        </p:nvPicPr>
        <p:blipFill rotWithShape="1">
          <a:blip r:embed="rId3"/>
          <a:srcRect r="76699"/>
          <a:stretch/>
        </p:blipFill>
        <p:spPr>
          <a:xfrm>
            <a:off x="11466576" y="6565392"/>
            <a:ext cx="242570" cy="255578"/>
          </a:xfrm>
          <a:prstGeom prst="rect">
            <a:avLst/>
          </a:prstGeom>
        </p:spPr>
      </p:pic>
      <p:sp>
        <p:nvSpPr>
          <p:cNvPr id="99999" name="PageNum">
            <a:extLst>
              <a:ext uri="{FF2B5EF4-FFF2-40B4-BE49-F238E27FC236}">
                <a16:creationId xmlns:a16="http://schemas.microsoft.com/office/drawing/2014/main" id="{37439E2D-1730-0DAF-8261-AA87948704E1}"/>
              </a:ext>
            </a:extLst>
          </p:cNvPr>
          <p:cNvSpPr txBox="1"/>
          <p:nvPr/>
        </p:nvSpPr>
        <p:spPr>
          <a:xfrm>
            <a:off x="11585448" y="6565392"/>
            <a:ext cx="457200" cy="256032"/>
          </a:xfrm>
          <a:prstGeom prst="rect">
            <a:avLst/>
          </a:prstGeom>
          <a:noFill/>
          <a:ln>
            <a:noFill/>
          </a:ln>
        </p:spPr>
        <p:txBody>
          <a:bodyPr wrap="non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1BF77F58-AC0C-4FBF-933C-E391A5857D83}" type="slidenum">
              <a:rPr kumimoji="0" lang="en-US" sz="1000" b="0" i="0" u="none" strike="noStrike" kern="1200" cap="none" spc="0" normalizeH="0" baseline="0" noProof="0" dirty="0">
                <a:ln>
                  <a:noFill/>
                </a:ln>
                <a:solidFill>
                  <a:srgbClr val="FFFFFF"/>
                </a:solidFill>
                <a:effectLst/>
                <a:uLnTx/>
                <a:uFillTx/>
                <a:cs typeface="+mn-ea"/>
                <a:sym typeface="+mn-lt"/>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000" b="0" i="0" u="none" strike="noStrike" kern="1200" cap="none" spc="0" normalizeH="0" baseline="0" noProof="0" dirty="0">
              <a:ln>
                <a:noFill/>
              </a:ln>
              <a:solidFill>
                <a:srgbClr val="FFFFFF"/>
              </a:solidFill>
              <a:effectLst/>
              <a:uLnTx/>
              <a:uFillTx/>
              <a:cs typeface="+mn-ea"/>
              <a:sym typeface="+mn-lt"/>
            </a:endParaRPr>
          </a:p>
        </p:txBody>
      </p:sp>
      <p:grpSp>
        <p:nvGrpSpPr>
          <p:cNvPr id="99968" name="Group 99967">
            <a:extLst>
              <a:ext uri="{FF2B5EF4-FFF2-40B4-BE49-F238E27FC236}">
                <a16:creationId xmlns:a16="http://schemas.microsoft.com/office/drawing/2014/main" id="{63D864ED-C055-D11D-1BE0-32217B52C35D}"/>
              </a:ext>
            </a:extLst>
          </p:cNvPr>
          <p:cNvGrpSpPr/>
          <p:nvPr/>
        </p:nvGrpSpPr>
        <p:grpSpPr>
          <a:xfrm>
            <a:off x="450016" y="2126914"/>
            <a:ext cx="6660741" cy="4146886"/>
            <a:chOff x="450016" y="2126914"/>
            <a:chExt cx="6660741" cy="3897318"/>
          </a:xfrm>
        </p:grpSpPr>
        <p:sp>
          <p:nvSpPr>
            <p:cNvPr id="5" name="Rectangle 4">
              <a:extLst>
                <a:ext uri="{FF2B5EF4-FFF2-40B4-BE49-F238E27FC236}">
                  <a16:creationId xmlns:a16="http://schemas.microsoft.com/office/drawing/2014/main" id="{A29D8E26-0010-094C-9A29-DF3C7F91FF9C}"/>
                </a:ext>
              </a:extLst>
            </p:cNvPr>
            <p:cNvSpPr/>
            <p:nvPr/>
          </p:nvSpPr>
          <p:spPr>
            <a:xfrm>
              <a:off x="450016" y="2126914"/>
              <a:ext cx="3263316" cy="1888391"/>
            </a:xfrm>
            <a:prstGeom prst="rect">
              <a:avLst/>
            </a:prstGeom>
            <a:solidFill>
              <a:schemeClr val="bg1"/>
            </a:solidFill>
            <a:ln w="952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cs typeface="+mn-ea"/>
                <a:sym typeface="+mn-lt"/>
              </a:endParaRPr>
            </a:p>
          </p:txBody>
        </p:sp>
        <p:sp>
          <p:nvSpPr>
            <p:cNvPr id="6" name="Rectangle 5">
              <a:extLst>
                <a:ext uri="{FF2B5EF4-FFF2-40B4-BE49-F238E27FC236}">
                  <a16:creationId xmlns:a16="http://schemas.microsoft.com/office/drawing/2014/main" id="{76FA3C87-F1D9-329E-6163-15332229504C}"/>
                </a:ext>
              </a:extLst>
            </p:cNvPr>
            <p:cNvSpPr/>
            <p:nvPr/>
          </p:nvSpPr>
          <p:spPr>
            <a:xfrm>
              <a:off x="450016" y="2126914"/>
              <a:ext cx="3263316" cy="417857"/>
            </a:xfrm>
            <a:prstGeom prst="rect">
              <a:avLst/>
            </a:prstGeom>
            <a:solidFill>
              <a:srgbClr val="1F5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cs typeface="+mn-ea"/>
                <a:sym typeface="+mn-lt"/>
              </a:endParaRPr>
            </a:p>
          </p:txBody>
        </p:sp>
        <p:sp>
          <p:nvSpPr>
            <p:cNvPr id="8" name="TextBox 7">
              <a:extLst>
                <a:ext uri="{FF2B5EF4-FFF2-40B4-BE49-F238E27FC236}">
                  <a16:creationId xmlns:a16="http://schemas.microsoft.com/office/drawing/2014/main" id="{3C37D879-F64F-2A2A-91E9-5FF30266BF5D}"/>
                </a:ext>
              </a:extLst>
            </p:cNvPr>
            <p:cNvSpPr txBox="1"/>
            <p:nvPr/>
          </p:nvSpPr>
          <p:spPr>
            <a:xfrm>
              <a:off x="539422" y="2233398"/>
              <a:ext cx="2101039" cy="204888"/>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100"/>
                </a:spcAft>
                <a:buClrTx/>
                <a:buSzTx/>
                <a:buFontTx/>
                <a:buNone/>
                <a:tabLst/>
                <a:defRPr/>
              </a:pPr>
              <a:r>
                <a:rPr kumimoji="0" sz="1250" b="1" i="0" u="none" strike="noStrike" kern="1200" cap="none" spc="0" normalizeH="0" baseline="0" noProof="0" dirty="0" err="1">
                  <a:ln>
                    <a:noFill/>
                  </a:ln>
                  <a:solidFill>
                    <a:srgbClr val="FFFFFF"/>
                  </a:solidFill>
                  <a:effectLst/>
                  <a:uLnTx/>
                  <a:uFillTx/>
                  <a:cs typeface="+mn-ea"/>
                  <a:sym typeface="+mn-lt"/>
                </a:rPr>
                <a:t>支柱</a:t>
              </a:r>
              <a:r>
                <a:rPr kumimoji="0" sz="1250" b="1" i="0" u="none" strike="noStrike" kern="1200" cap="none" spc="0" normalizeH="0" baseline="0" noProof="0" dirty="0">
                  <a:ln>
                    <a:noFill/>
                  </a:ln>
                  <a:solidFill>
                    <a:srgbClr val="FFFFFF"/>
                  </a:solidFill>
                  <a:effectLst/>
                  <a:uLnTx/>
                  <a:uFillTx/>
                  <a:cs typeface="+mn-ea"/>
                  <a:sym typeface="+mn-lt"/>
                </a:rPr>
                <a:t>① </a:t>
              </a:r>
              <a:r>
                <a:rPr kumimoji="0" sz="1250" b="1" i="0" u="none" strike="noStrike" kern="1200" cap="none" spc="0" normalizeH="0" baseline="0" noProof="0" dirty="0" err="1">
                  <a:ln>
                    <a:noFill/>
                  </a:ln>
                  <a:solidFill>
                    <a:srgbClr val="FFFFFF"/>
                  </a:solidFill>
                  <a:effectLst/>
                  <a:uLnTx/>
                  <a:uFillTx/>
                  <a:cs typeface="+mn-ea"/>
                  <a:sym typeface="+mn-lt"/>
                </a:rPr>
                <a:t>半導體</a:t>
              </a:r>
              <a:endParaRPr kumimoji="0" sz="1250" b="1" i="0" u="none" strike="noStrike" kern="1200" cap="none" spc="0" normalizeH="0" baseline="0" noProof="0" dirty="0">
                <a:ln>
                  <a:noFill/>
                </a:ln>
                <a:solidFill>
                  <a:srgbClr val="FFFFFF"/>
                </a:solidFill>
                <a:effectLst/>
                <a:uLnTx/>
                <a:uFillTx/>
                <a:cs typeface="+mn-ea"/>
                <a:sym typeface="+mn-lt"/>
              </a:endParaRPr>
            </a:p>
          </p:txBody>
        </p:sp>
        <p:sp>
          <p:nvSpPr>
            <p:cNvPr id="9" name="TextBox 8">
              <a:extLst>
                <a:ext uri="{FF2B5EF4-FFF2-40B4-BE49-F238E27FC236}">
                  <a16:creationId xmlns:a16="http://schemas.microsoft.com/office/drawing/2014/main" id="{2ED8DFD6-2133-6B98-5330-13C36C662181}"/>
                </a:ext>
              </a:extLst>
            </p:cNvPr>
            <p:cNvSpPr txBox="1"/>
            <p:nvPr/>
          </p:nvSpPr>
          <p:spPr>
            <a:xfrm>
              <a:off x="2327541" y="2233399"/>
              <a:ext cx="1323208" cy="204888"/>
            </a:xfrm>
            <a:prstGeom prst="rect">
              <a:avLst/>
            </a:prstGeom>
            <a:noFill/>
          </p:spPr>
          <p:txBody>
            <a:bodyPr wrap="square" lIns="25400" tIns="12700" rIns="25400" bIns="12700" anchor="ctr">
              <a:spAutoFit/>
            </a:bodyPr>
            <a:lstStyle/>
            <a:p>
              <a:pPr marL="0" marR="0" lvl="0" indent="0" algn="r" defTabSz="457200" rtl="0" eaLnBrk="1" fontAlgn="auto" latinLnBrk="0" hangingPunct="1">
                <a:lnSpc>
                  <a:spcPct val="100000"/>
                </a:lnSpc>
                <a:spcBef>
                  <a:spcPts val="0"/>
                </a:spcBef>
                <a:spcAft>
                  <a:spcPts val="100"/>
                </a:spcAft>
                <a:buClrTx/>
                <a:buSzTx/>
                <a:buFontTx/>
                <a:buNone/>
                <a:tabLst/>
                <a:defRPr/>
              </a:pPr>
              <a:r>
                <a:rPr kumimoji="0" sz="1250" b="1" i="0" u="none" strike="noStrike" kern="1200" cap="none" spc="0" normalizeH="0" baseline="0" noProof="0" dirty="0">
                  <a:ln>
                    <a:noFill/>
                  </a:ln>
                  <a:solidFill>
                    <a:schemeClr val="bg1"/>
                  </a:solidFill>
                  <a:effectLst/>
                  <a:uLnTx/>
                  <a:uFillTx/>
                  <a:cs typeface="+mn-ea"/>
                  <a:sym typeface="+mn-lt"/>
                </a:rPr>
                <a:t>KRW 881萬億</a:t>
              </a:r>
            </a:p>
          </p:txBody>
        </p:sp>
        <p:sp>
          <p:nvSpPr>
            <p:cNvPr id="10" name="TextBox 9">
              <a:extLst>
                <a:ext uri="{FF2B5EF4-FFF2-40B4-BE49-F238E27FC236}">
                  <a16:creationId xmlns:a16="http://schemas.microsoft.com/office/drawing/2014/main" id="{49D88090-B1C5-CC24-9CCA-516380EC7AC1}"/>
                </a:ext>
              </a:extLst>
            </p:cNvPr>
            <p:cNvSpPr txBox="1"/>
            <p:nvPr/>
          </p:nvSpPr>
          <p:spPr>
            <a:xfrm>
              <a:off x="557302" y="2625128"/>
              <a:ext cx="3151097" cy="696620"/>
            </a:xfrm>
            <a:prstGeom prst="rect">
              <a:avLst/>
            </a:prstGeom>
            <a:noFill/>
          </p:spPr>
          <p:txBody>
            <a:bodyPr wrap="square" lIns="25400" tIns="12700" rIns="25400" bIns="12700" anchor="t">
              <a:spAutoFit/>
            </a:bodyPr>
            <a:lstStyle/>
            <a:p>
              <a:pPr marL="0" marR="0" lvl="0" indent="0" algn="l" defTabSz="457200" rtl="0" eaLnBrk="1" fontAlgn="auto" latinLnBrk="0" hangingPunct="1">
                <a:lnSpc>
                  <a:spcPct val="100000"/>
                </a:lnSpc>
                <a:spcBef>
                  <a:spcPts val="0"/>
                </a:spcBef>
                <a:spcAft>
                  <a:spcPts val="100"/>
                </a:spcAft>
                <a:buClrTx/>
                <a:buSzTx/>
                <a:buFontTx/>
                <a:buNone/>
                <a:tabLst/>
                <a:defRPr/>
              </a:pPr>
              <a:r>
                <a:rPr kumimoji="0" sz="1100" b="1" i="0" u="none" strike="noStrike" kern="1200" cap="none" spc="0" normalizeH="0" baseline="0" noProof="0" dirty="0">
                  <a:ln>
                    <a:noFill/>
                  </a:ln>
                  <a:solidFill>
                    <a:srgbClr val="1F5C99"/>
                  </a:solidFill>
                  <a:effectLst/>
                  <a:uLnTx/>
                  <a:uFillTx/>
                  <a:cs typeface="+mn-ea"/>
                  <a:sym typeface="+mn-lt"/>
                </a:rPr>
                <a:t>• </a:t>
              </a:r>
              <a:r>
                <a:rPr kumimoji="0" sz="1050" b="0" i="0" u="none" strike="noStrike" kern="1200" cap="none" spc="0" normalizeH="0" baseline="0" noProof="0" dirty="0" err="1">
                  <a:ln>
                    <a:noFill/>
                  </a:ln>
                  <a:solidFill>
                    <a:srgbClr val="222A33"/>
                  </a:solidFill>
                  <a:effectLst/>
                  <a:uLnTx/>
                  <a:uFillTx/>
                  <a:cs typeface="+mn-ea"/>
                  <a:sym typeface="+mn-lt"/>
                </a:rPr>
                <a:t>西南地區新建存儲晶圓廠</a:t>
              </a:r>
              <a:r>
                <a:rPr kumimoji="0" sz="1050" b="0" i="0" u="none" strike="noStrike" kern="1200" cap="none" spc="0" normalizeH="0" baseline="0" noProof="0" dirty="0">
                  <a:ln>
                    <a:noFill/>
                  </a:ln>
                  <a:solidFill>
                    <a:srgbClr val="222A33"/>
                  </a:solidFill>
                  <a:effectLst/>
                  <a:uLnTx/>
                  <a:uFillTx/>
                  <a:cs typeface="+mn-ea"/>
                  <a:sym typeface="+mn-lt"/>
                </a:rPr>
                <a:t>　</a:t>
              </a:r>
              <a:r>
                <a:rPr kumimoji="0" lang="en-US" sz="1050" b="0" i="0" u="none" strike="noStrike" kern="1200" cap="none" spc="0" normalizeH="0" baseline="0" noProof="0" dirty="0">
                  <a:ln>
                    <a:noFill/>
                  </a:ln>
                  <a:solidFill>
                    <a:srgbClr val="222A33"/>
                  </a:solidFill>
                  <a:effectLst/>
                  <a:uLnTx/>
                  <a:uFillTx/>
                  <a:cs typeface="+mn-ea"/>
                  <a:sym typeface="+mn-lt"/>
                </a:rPr>
                <a:t>    </a:t>
              </a:r>
              <a:r>
                <a:rPr kumimoji="0" sz="1050" b="0" i="0" u="none" strike="noStrike" kern="1200" cap="none" spc="0" normalizeH="0" baseline="0" noProof="0" dirty="0">
                  <a:ln>
                    <a:noFill/>
                  </a:ln>
                  <a:solidFill>
                    <a:srgbClr val="222A33"/>
                  </a:solidFill>
                  <a:effectLst/>
                  <a:uLnTx/>
                  <a:uFillTx/>
                  <a:cs typeface="+mn-ea"/>
                  <a:sym typeface="+mn-lt"/>
                </a:rPr>
                <a:t>KRW 800萬億</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100" b="1" i="0" u="none" strike="noStrike" kern="1200" cap="none" spc="0" normalizeH="0" baseline="0" noProof="0" dirty="0">
                  <a:ln>
                    <a:noFill/>
                  </a:ln>
                  <a:solidFill>
                    <a:srgbClr val="1F5C99"/>
                  </a:solidFill>
                  <a:effectLst/>
                  <a:uLnTx/>
                  <a:uFillTx/>
                  <a:cs typeface="+mn-ea"/>
                  <a:sym typeface="+mn-lt"/>
                </a:rPr>
                <a:t>• </a:t>
              </a:r>
              <a:r>
                <a:rPr kumimoji="0" sz="1050" b="0" i="0" u="none" strike="noStrike" kern="1200" cap="none" spc="0" normalizeH="0" baseline="0" noProof="0" dirty="0" err="1">
                  <a:ln>
                    <a:noFill/>
                  </a:ln>
                  <a:solidFill>
                    <a:srgbClr val="222A33"/>
                  </a:solidFill>
                  <a:effectLst/>
                  <a:uLnTx/>
                  <a:uFillTx/>
                  <a:cs typeface="+mn-ea"/>
                  <a:sym typeface="+mn-lt"/>
                </a:rPr>
                <a:t>忠清地區先進封裝樞紐</a:t>
              </a:r>
              <a:r>
                <a:rPr kumimoji="0" sz="1050" b="0" i="0" u="none" strike="noStrike" kern="1200" cap="none" spc="0" normalizeH="0" baseline="0" noProof="0" dirty="0">
                  <a:ln>
                    <a:noFill/>
                  </a:ln>
                  <a:solidFill>
                    <a:srgbClr val="222A33"/>
                  </a:solidFill>
                  <a:effectLst/>
                  <a:uLnTx/>
                  <a:uFillTx/>
                  <a:cs typeface="+mn-ea"/>
                  <a:sym typeface="+mn-lt"/>
                </a:rPr>
                <a:t>　</a:t>
              </a:r>
              <a:r>
                <a:rPr kumimoji="0" lang="en-US" sz="1050" b="0" i="0" u="none" strike="noStrike" kern="1200" cap="none" spc="0" normalizeH="0" baseline="0" noProof="0" dirty="0">
                  <a:ln>
                    <a:noFill/>
                  </a:ln>
                  <a:solidFill>
                    <a:srgbClr val="222A33"/>
                  </a:solidFill>
                  <a:effectLst/>
                  <a:uLnTx/>
                  <a:uFillTx/>
                  <a:cs typeface="+mn-ea"/>
                  <a:sym typeface="+mn-lt"/>
                </a:rPr>
                <a:t>        </a:t>
              </a:r>
              <a:r>
                <a:rPr kumimoji="0" sz="1050" b="0" i="0" u="none" strike="noStrike" kern="1200" cap="none" spc="0" normalizeH="0" baseline="0" noProof="0" dirty="0">
                  <a:ln>
                    <a:noFill/>
                  </a:ln>
                  <a:solidFill>
                    <a:srgbClr val="222A33"/>
                  </a:solidFill>
                  <a:effectLst/>
                  <a:uLnTx/>
                  <a:uFillTx/>
                  <a:cs typeface="+mn-ea"/>
                  <a:sym typeface="+mn-lt"/>
                </a:rPr>
                <a:t>KRW 81萬億</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100" b="1" i="0" u="none" strike="noStrike" kern="1200" cap="none" spc="0" normalizeH="0" baseline="0" noProof="0" dirty="0">
                  <a:ln>
                    <a:noFill/>
                  </a:ln>
                  <a:solidFill>
                    <a:srgbClr val="1F5C99"/>
                  </a:solidFill>
                  <a:effectLst/>
                  <a:uLnTx/>
                  <a:uFillTx/>
                  <a:cs typeface="+mn-ea"/>
                  <a:sym typeface="+mn-lt"/>
                </a:rPr>
                <a:t>• </a:t>
              </a:r>
              <a:r>
                <a:rPr kumimoji="0" lang="zh-CN" altLang="en-US" sz="1050" b="0" i="0" u="none" strike="noStrike" kern="1200" cap="none" spc="0" normalizeH="0" baseline="0" noProof="0" dirty="0">
                  <a:ln>
                    <a:noFill/>
                  </a:ln>
                  <a:solidFill>
                    <a:srgbClr val="222A33"/>
                  </a:solidFill>
                  <a:effectLst/>
                  <a:uLnTx/>
                  <a:uFillTx/>
                  <a:cs typeface="+mn-ea"/>
                  <a:sym typeface="+mn-lt"/>
                </a:rPr>
                <a:t>未來</a:t>
              </a:r>
              <a:r>
                <a:rPr kumimoji="0" lang="en-US" altLang="zh-CN" sz="1050" b="0" i="0" u="none" strike="noStrike" kern="1200" cap="none" spc="0" normalizeH="0" baseline="0" noProof="0" dirty="0">
                  <a:ln>
                    <a:noFill/>
                  </a:ln>
                  <a:solidFill>
                    <a:srgbClr val="222A33"/>
                  </a:solidFill>
                  <a:effectLst/>
                  <a:uLnTx/>
                  <a:uFillTx/>
                  <a:cs typeface="+mn-ea"/>
                  <a:sym typeface="+mn-lt"/>
                </a:rPr>
                <a:t>15</a:t>
              </a:r>
              <a:r>
                <a:rPr kumimoji="0" lang="zh-CN" altLang="en-US" sz="1050" b="0" i="0" u="none" strike="noStrike" kern="1200" cap="none" spc="0" normalizeH="0" baseline="0" noProof="0" dirty="0">
                  <a:ln>
                    <a:noFill/>
                  </a:ln>
                  <a:solidFill>
                    <a:srgbClr val="222A33"/>
                  </a:solidFill>
                  <a:effectLst/>
                  <a:uLnTx/>
                  <a:uFillTx/>
                  <a:cs typeface="+mn-ea"/>
                  <a:sym typeface="+mn-lt"/>
                </a:rPr>
                <a:t>年的新興</a:t>
              </a:r>
              <a:r>
                <a:rPr kumimoji="0" sz="1050" b="0" i="0" u="none" strike="noStrike" kern="1200" cap="none" spc="0" normalizeH="0" baseline="0" noProof="0" dirty="0" err="1">
                  <a:ln>
                    <a:noFill/>
                  </a:ln>
                  <a:solidFill>
                    <a:srgbClr val="222A33"/>
                  </a:solidFill>
                  <a:effectLst/>
                  <a:uLnTx/>
                  <a:uFillTx/>
                  <a:cs typeface="+mn-ea"/>
                  <a:sym typeface="+mn-lt"/>
                </a:rPr>
                <a:t>晶片</a:t>
              </a:r>
              <a:r>
                <a:rPr kumimoji="0" lang="zh-CN" altLang="en-US" sz="1050" b="0" i="0" u="none" strike="noStrike" kern="1200" cap="none" spc="0" normalizeH="0" baseline="0" noProof="0" dirty="0">
                  <a:ln>
                    <a:noFill/>
                  </a:ln>
                  <a:solidFill>
                    <a:srgbClr val="222A33"/>
                  </a:solidFill>
                  <a:effectLst/>
                  <a:uLnTx/>
                  <a:uFillTx/>
                  <a:cs typeface="+mn-ea"/>
                  <a:sym typeface="+mn-lt"/>
                </a:rPr>
                <a:t>技術       </a:t>
              </a:r>
              <a:r>
                <a:rPr kumimoji="0" sz="1050" b="0" i="0" u="none" strike="noStrike" kern="1200" cap="none" spc="0" normalizeH="0" baseline="0" noProof="0" dirty="0">
                  <a:ln>
                    <a:noFill/>
                  </a:ln>
                  <a:solidFill>
                    <a:srgbClr val="222A33"/>
                  </a:solidFill>
                  <a:effectLst/>
                  <a:uLnTx/>
                  <a:uFillTx/>
                  <a:cs typeface="+mn-ea"/>
                  <a:sym typeface="+mn-lt"/>
                </a:rPr>
                <a:t>KRW 30萬億</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100" b="1" i="0" u="none" strike="noStrike" kern="1200" cap="none" spc="0" normalizeH="0" baseline="0" noProof="0" dirty="0">
                  <a:ln>
                    <a:noFill/>
                  </a:ln>
                  <a:solidFill>
                    <a:srgbClr val="1F5C99"/>
                  </a:solidFill>
                  <a:effectLst/>
                  <a:uLnTx/>
                  <a:uFillTx/>
                  <a:cs typeface="+mn-ea"/>
                  <a:sym typeface="+mn-lt"/>
                </a:rPr>
                <a:t>• </a:t>
              </a:r>
              <a:r>
                <a:rPr kumimoji="0" sz="1050" b="0" i="0" u="none" strike="noStrike" kern="1200" cap="none" spc="0" normalizeH="0" baseline="0" noProof="0" dirty="0">
                  <a:ln>
                    <a:noFill/>
                  </a:ln>
                  <a:solidFill>
                    <a:srgbClr val="222A33"/>
                  </a:solidFill>
                  <a:effectLst/>
                  <a:uLnTx/>
                  <a:uFillTx/>
                  <a:cs typeface="+mn-ea"/>
                  <a:sym typeface="+mn-lt"/>
                </a:rPr>
                <a:t>目標：5年內產能翻倍，龍仁樞紐提前7–12年完工</a:t>
              </a:r>
            </a:p>
          </p:txBody>
        </p:sp>
        <p:sp>
          <p:nvSpPr>
            <p:cNvPr id="11" name="Rectangle 10">
              <a:extLst>
                <a:ext uri="{FF2B5EF4-FFF2-40B4-BE49-F238E27FC236}">
                  <a16:creationId xmlns:a16="http://schemas.microsoft.com/office/drawing/2014/main" id="{B206EEA3-DA57-FB76-3EFF-1EEA4133DF8B}"/>
                </a:ext>
              </a:extLst>
            </p:cNvPr>
            <p:cNvSpPr/>
            <p:nvPr/>
          </p:nvSpPr>
          <p:spPr>
            <a:xfrm>
              <a:off x="3847441" y="2126914"/>
              <a:ext cx="3263316" cy="1888391"/>
            </a:xfrm>
            <a:prstGeom prst="rect">
              <a:avLst/>
            </a:prstGeom>
            <a:solidFill>
              <a:schemeClr val="bg1"/>
            </a:solidFill>
            <a:ln w="952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cs typeface="+mn-ea"/>
                <a:sym typeface="+mn-lt"/>
              </a:endParaRPr>
            </a:p>
          </p:txBody>
        </p:sp>
        <p:sp>
          <p:nvSpPr>
            <p:cNvPr id="12" name="Rectangle 11">
              <a:extLst>
                <a:ext uri="{FF2B5EF4-FFF2-40B4-BE49-F238E27FC236}">
                  <a16:creationId xmlns:a16="http://schemas.microsoft.com/office/drawing/2014/main" id="{989D6763-E208-6F98-C8E4-DDE5B4BC7054}"/>
                </a:ext>
              </a:extLst>
            </p:cNvPr>
            <p:cNvSpPr/>
            <p:nvPr/>
          </p:nvSpPr>
          <p:spPr>
            <a:xfrm>
              <a:off x="3847441" y="2126914"/>
              <a:ext cx="3263316" cy="417857"/>
            </a:xfrm>
            <a:prstGeom prst="rect">
              <a:avLst/>
            </a:prstGeom>
            <a:solidFill>
              <a:srgbClr val="1B88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cs typeface="+mn-ea"/>
                <a:sym typeface="+mn-lt"/>
              </a:endParaRPr>
            </a:p>
          </p:txBody>
        </p:sp>
        <p:sp>
          <p:nvSpPr>
            <p:cNvPr id="13" name="TextBox 12">
              <a:extLst>
                <a:ext uri="{FF2B5EF4-FFF2-40B4-BE49-F238E27FC236}">
                  <a16:creationId xmlns:a16="http://schemas.microsoft.com/office/drawing/2014/main" id="{FA05C685-F1AC-5A03-D362-0A36601B713F}"/>
                </a:ext>
              </a:extLst>
            </p:cNvPr>
            <p:cNvSpPr txBox="1"/>
            <p:nvPr/>
          </p:nvSpPr>
          <p:spPr>
            <a:xfrm>
              <a:off x="3936847" y="2233398"/>
              <a:ext cx="2101039" cy="204888"/>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100"/>
                </a:spcAft>
                <a:buClrTx/>
                <a:buSzTx/>
                <a:buFontTx/>
                <a:buNone/>
                <a:tabLst/>
                <a:defRPr/>
              </a:pPr>
              <a:r>
                <a:rPr kumimoji="0" sz="1250" b="1" i="0" u="none" strike="noStrike" kern="1200" cap="none" spc="0" normalizeH="0" baseline="0" noProof="0" dirty="0" err="1">
                  <a:ln>
                    <a:noFill/>
                  </a:ln>
                  <a:solidFill>
                    <a:srgbClr val="FFFFFF"/>
                  </a:solidFill>
                  <a:effectLst/>
                  <a:uLnTx/>
                  <a:uFillTx/>
                  <a:cs typeface="+mn-ea"/>
                  <a:sym typeface="+mn-lt"/>
                </a:rPr>
                <a:t>支柱</a:t>
              </a:r>
              <a:r>
                <a:rPr kumimoji="0" sz="1250" b="1" i="0" u="none" strike="noStrike" kern="1200" cap="none" spc="0" normalizeH="0" baseline="0" noProof="0" dirty="0">
                  <a:ln>
                    <a:noFill/>
                  </a:ln>
                  <a:solidFill>
                    <a:srgbClr val="FFFFFF"/>
                  </a:solidFill>
                  <a:effectLst/>
                  <a:uLnTx/>
                  <a:uFillTx/>
                  <a:cs typeface="+mn-ea"/>
                  <a:sym typeface="+mn-lt"/>
                </a:rPr>
                <a:t>② </a:t>
              </a:r>
              <a:r>
                <a:rPr kumimoji="0" sz="1250" b="1" i="0" u="none" strike="noStrike" kern="1200" cap="none" spc="0" normalizeH="0" baseline="0" noProof="0" dirty="0" err="1">
                  <a:ln>
                    <a:noFill/>
                  </a:ln>
                  <a:solidFill>
                    <a:srgbClr val="FFFFFF"/>
                  </a:solidFill>
                  <a:effectLst/>
                  <a:uLnTx/>
                  <a:uFillTx/>
                  <a:cs typeface="+mn-ea"/>
                  <a:sym typeface="+mn-lt"/>
                </a:rPr>
                <a:t>物理AI（機器人</a:t>
              </a:r>
              <a:r>
                <a:rPr kumimoji="0" sz="1250" b="1" i="0" u="none" strike="noStrike" kern="1200" cap="none" spc="0" normalizeH="0" baseline="0" noProof="0" dirty="0">
                  <a:ln>
                    <a:noFill/>
                  </a:ln>
                  <a:solidFill>
                    <a:srgbClr val="FFFFFF"/>
                  </a:solidFill>
                  <a:effectLst/>
                  <a:uLnTx/>
                  <a:uFillTx/>
                  <a:cs typeface="+mn-ea"/>
                  <a:sym typeface="+mn-lt"/>
                </a:rPr>
                <a:t>）</a:t>
              </a:r>
            </a:p>
          </p:txBody>
        </p:sp>
        <p:sp>
          <p:nvSpPr>
            <p:cNvPr id="15" name="TextBox 14">
              <a:extLst>
                <a:ext uri="{FF2B5EF4-FFF2-40B4-BE49-F238E27FC236}">
                  <a16:creationId xmlns:a16="http://schemas.microsoft.com/office/drawing/2014/main" id="{1BFFF5F1-FCB5-166A-EF59-18A058F47BEA}"/>
                </a:ext>
              </a:extLst>
            </p:cNvPr>
            <p:cNvSpPr txBox="1"/>
            <p:nvPr/>
          </p:nvSpPr>
          <p:spPr>
            <a:xfrm>
              <a:off x="5724966" y="2233399"/>
              <a:ext cx="1323208" cy="204888"/>
            </a:xfrm>
            <a:prstGeom prst="rect">
              <a:avLst/>
            </a:prstGeom>
            <a:noFill/>
          </p:spPr>
          <p:txBody>
            <a:bodyPr wrap="square" lIns="25400" tIns="12700" rIns="25400" bIns="12700" anchor="ctr">
              <a:spAutoFit/>
            </a:bodyPr>
            <a:lstStyle/>
            <a:p>
              <a:pPr marL="0" marR="0" lvl="0" indent="0" algn="r" defTabSz="457200" rtl="0" eaLnBrk="1" fontAlgn="auto" latinLnBrk="0" hangingPunct="1">
                <a:lnSpc>
                  <a:spcPct val="100000"/>
                </a:lnSpc>
                <a:spcBef>
                  <a:spcPts val="0"/>
                </a:spcBef>
                <a:spcAft>
                  <a:spcPts val="100"/>
                </a:spcAft>
                <a:buClrTx/>
                <a:buSzTx/>
                <a:buFontTx/>
                <a:buNone/>
                <a:tabLst/>
                <a:defRPr/>
              </a:pPr>
              <a:r>
                <a:rPr kumimoji="0" sz="1250" b="1" i="0" u="none" strike="noStrike" kern="1200" cap="none" spc="0" normalizeH="0" baseline="0" noProof="0" dirty="0">
                  <a:ln>
                    <a:noFill/>
                  </a:ln>
                  <a:solidFill>
                    <a:schemeClr val="bg1"/>
                  </a:solidFill>
                  <a:effectLst/>
                  <a:uLnTx/>
                  <a:uFillTx/>
                  <a:cs typeface="+mn-ea"/>
                  <a:sym typeface="+mn-lt"/>
                </a:rPr>
                <a:t>KRW 20萬億</a:t>
              </a:r>
            </a:p>
          </p:txBody>
        </p:sp>
        <p:sp>
          <p:nvSpPr>
            <p:cNvPr id="16" name="TextBox 15">
              <a:extLst>
                <a:ext uri="{FF2B5EF4-FFF2-40B4-BE49-F238E27FC236}">
                  <a16:creationId xmlns:a16="http://schemas.microsoft.com/office/drawing/2014/main" id="{BE111BC8-E308-6CB8-265B-0E098CB7A449}"/>
                </a:ext>
              </a:extLst>
            </p:cNvPr>
            <p:cNvSpPr txBox="1"/>
            <p:nvPr/>
          </p:nvSpPr>
          <p:spPr>
            <a:xfrm>
              <a:off x="3954728" y="2625128"/>
              <a:ext cx="3081072" cy="696620"/>
            </a:xfrm>
            <a:prstGeom prst="rect">
              <a:avLst/>
            </a:prstGeom>
            <a:noFill/>
          </p:spPr>
          <p:txBody>
            <a:bodyPr wrap="square" lIns="25400" tIns="12700" rIns="25400" bIns="12700" anchor="t">
              <a:spAutoFit/>
            </a:bodyPr>
            <a:lstStyle/>
            <a:p>
              <a:pPr marL="0" marR="0" lvl="0" indent="0" algn="l" defTabSz="457200" rtl="0" eaLnBrk="1" fontAlgn="auto" latinLnBrk="0" hangingPunct="1">
                <a:lnSpc>
                  <a:spcPct val="100000"/>
                </a:lnSpc>
                <a:spcBef>
                  <a:spcPts val="0"/>
                </a:spcBef>
                <a:spcAft>
                  <a:spcPts val="100"/>
                </a:spcAft>
                <a:buClrTx/>
                <a:buSzTx/>
                <a:buFontTx/>
                <a:buNone/>
                <a:tabLst/>
                <a:defRPr/>
              </a:pPr>
              <a:r>
                <a:rPr kumimoji="0" sz="1100" b="1" i="0" u="none" strike="noStrike" kern="1200" cap="none" spc="0" normalizeH="0" baseline="0" noProof="0" dirty="0">
                  <a:ln>
                    <a:noFill/>
                  </a:ln>
                  <a:solidFill>
                    <a:srgbClr val="1B888E"/>
                  </a:solidFill>
                  <a:effectLst/>
                  <a:uLnTx/>
                  <a:uFillTx/>
                  <a:cs typeface="+mn-ea"/>
                  <a:sym typeface="+mn-lt"/>
                </a:rPr>
                <a:t>• </a:t>
              </a:r>
              <a:r>
                <a:rPr kumimoji="0" sz="1050" b="0" i="0" u="none" strike="noStrike" kern="1200" cap="none" spc="0" normalizeH="0" baseline="0" noProof="0" dirty="0">
                  <a:ln>
                    <a:noFill/>
                  </a:ln>
                  <a:solidFill>
                    <a:srgbClr val="222A33"/>
                  </a:solidFill>
                  <a:effectLst/>
                  <a:uLnTx/>
                  <a:uFillTx/>
                  <a:cs typeface="+mn-ea"/>
                  <a:sym typeface="+mn-lt"/>
                </a:rPr>
                <a:t>投向製造業AI化（至2030年）</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100" b="1" i="0" u="none" strike="noStrike" kern="1200" cap="none" spc="0" normalizeH="0" baseline="0" noProof="0" dirty="0">
                  <a:ln>
                    <a:noFill/>
                  </a:ln>
                  <a:solidFill>
                    <a:srgbClr val="1B888E"/>
                  </a:solidFill>
                  <a:effectLst/>
                  <a:uLnTx/>
                  <a:uFillTx/>
                  <a:cs typeface="+mn-ea"/>
                  <a:sym typeface="+mn-lt"/>
                </a:rPr>
                <a:t>• </a:t>
              </a:r>
              <a:r>
                <a:rPr kumimoji="0" sz="1050" b="0" i="0" u="none" strike="noStrike" kern="1200" cap="none" spc="0" normalizeH="0" baseline="0" noProof="0" dirty="0" err="1">
                  <a:ln>
                    <a:noFill/>
                  </a:ln>
                  <a:solidFill>
                    <a:srgbClr val="222A33"/>
                  </a:solidFill>
                  <a:effectLst/>
                  <a:uLnTx/>
                  <a:uFillTx/>
                  <a:cs typeface="+mn-ea"/>
                  <a:sym typeface="+mn-lt"/>
                </a:rPr>
                <a:t>目標創造</a:t>
              </a:r>
              <a:r>
                <a:rPr kumimoji="0" sz="1050" b="0" i="0" u="none" strike="noStrike" kern="1200" cap="none" spc="0" normalizeH="0" baseline="0" noProof="0" dirty="0">
                  <a:ln>
                    <a:noFill/>
                  </a:ln>
                  <a:solidFill>
                    <a:srgbClr val="222A33"/>
                  </a:solidFill>
                  <a:effectLst/>
                  <a:uLnTx/>
                  <a:uFillTx/>
                  <a:cs typeface="+mn-ea"/>
                  <a:sym typeface="+mn-lt"/>
                </a:rPr>
                <a:t> KRW 100萬億 </a:t>
              </a:r>
              <a:r>
                <a:rPr kumimoji="0" sz="1050" b="0" i="0" u="none" strike="noStrike" kern="1200" cap="none" spc="0" normalizeH="0" baseline="0" noProof="0" dirty="0" err="1">
                  <a:ln>
                    <a:noFill/>
                  </a:ln>
                  <a:solidFill>
                    <a:srgbClr val="222A33"/>
                  </a:solidFill>
                  <a:effectLst/>
                  <a:uLnTx/>
                  <a:uFillTx/>
                  <a:cs typeface="+mn-ea"/>
                  <a:sym typeface="+mn-lt"/>
                </a:rPr>
                <a:t>增加值</a:t>
              </a:r>
              <a:endParaRPr kumimoji="0" sz="1050" b="0" i="0" u="none" strike="noStrike" kern="1200" cap="none" spc="0" normalizeH="0" baseline="0" noProof="0" dirty="0">
                <a:ln>
                  <a:noFill/>
                </a:ln>
                <a:solidFill>
                  <a:srgbClr val="222A33"/>
                </a:solidFill>
                <a:effectLst/>
                <a:uLnTx/>
                <a:uFillTx/>
                <a:cs typeface="+mn-ea"/>
                <a:sym typeface="+mn-lt"/>
              </a:endParaRP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100" b="1" i="0" u="none" strike="noStrike" kern="1200" cap="none" spc="0" normalizeH="0" baseline="0" noProof="0" dirty="0">
                  <a:ln>
                    <a:noFill/>
                  </a:ln>
                  <a:solidFill>
                    <a:srgbClr val="1B888E"/>
                  </a:solidFill>
                  <a:effectLst/>
                  <a:uLnTx/>
                  <a:uFillTx/>
                  <a:cs typeface="+mn-ea"/>
                  <a:sym typeface="+mn-lt"/>
                </a:rPr>
                <a:t>• </a:t>
              </a:r>
              <a:r>
                <a:rPr kumimoji="0" sz="1050" b="0" i="0" u="none" strike="noStrike" kern="1200" cap="none" spc="0" normalizeH="0" baseline="0" noProof="0" dirty="0">
                  <a:ln>
                    <a:noFill/>
                  </a:ln>
                  <a:solidFill>
                    <a:srgbClr val="222A33"/>
                  </a:solidFill>
                  <a:effectLst/>
                  <a:uLnTx/>
                  <a:uFillTx/>
                  <a:cs typeface="+mn-ea"/>
                  <a:sym typeface="+mn-lt"/>
                </a:rPr>
                <a:t>目標：全球前三，2030年物理AI全球第一</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100" b="1" i="0" u="none" strike="noStrike" kern="1200" cap="none" spc="0" normalizeH="0" baseline="0" noProof="0" dirty="0">
                  <a:ln>
                    <a:noFill/>
                  </a:ln>
                  <a:solidFill>
                    <a:srgbClr val="1B888E"/>
                  </a:solidFill>
                  <a:effectLst/>
                  <a:uLnTx/>
                  <a:uFillTx/>
                  <a:cs typeface="+mn-ea"/>
                  <a:sym typeface="+mn-lt"/>
                </a:rPr>
                <a:t>• </a:t>
              </a:r>
              <a:r>
                <a:rPr kumimoji="0" sz="1050" b="0" i="0" u="none" strike="noStrike" kern="1200" cap="none" spc="0" normalizeH="0" baseline="0" noProof="0" dirty="0">
                  <a:ln>
                    <a:noFill/>
                  </a:ln>
                  <a:solidFill>
                    <a:srgbClr val="222A33"/>
                  </a:solidFill>
                  <a:effectLst/>
                  <a:uLnTx/>
                  <a:uFillTx/>
                  <a:cs typeface="+mn-ea"/>
                  <a:sym typeface="+mn-lt"/>
                </a:rPr>
                <a:t>3年內研發自主物理AI基礎模型</a:t>
              </a:r>
            </a:p>
          </p:txBody>
        </p:sp>
        <p:sp>
          <p:nvSpPr>
            <p:cNvPr id="18" name="Rectangle 17">
              <a:extLst>
                <a:ext uri="{FF2B5EF4-FFF2-40B4-BE49-F238E27FC236}">
                  <a16:creationId xmlns:a16="http://schemas.microsoft.com/office/drawing/2014/main" id="{2CE6BD27-7375-0A31-01C9-44A54D52310E}"/>
                </a:ext>
              </a:extLst>
            </p:cNvPr>
            <p:cNvSpPr/>
            <p:nvPr/>
          </p:nvSpPr>
          <p:spPr>
            <a:xfrm>
              <a:off x="450016" y="4135841"/>
              <a:ext cx="3263316" cy="1888391"/>
            </a:xfrm>
            <a:prstGeom prst="rect">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cs typeface="+mn-ea"/>
                <a:sym typeface="+mn-lt"/>
              </a:endParaRPr>
            </a:p>
          </p:txBody>
        </p:sp>
        <p:sp>
          <p:nvSpPr>
            <p:cNvPr id="19" name="Rectangle 18">
              <a:extLst>
                <a:ext uri="{FF2B5EF4-FFF2-40B4-BE49-F238E27FC236}">
                  <a16:creationId xmlns:a16="http://schemas.microsoft.com/office/drawing/2014/main" id="{76C49F15-F5BA-0437-9CD1-B148FD974070}"/>
                </a:ext>
              </a:extLst>
            </p:cNvPr>
            <p:cNvSpPr/>
            <p:nvPr/>
          </p:nvSpPr>
          <p:spPr>
            <a:xfrm>
              <a:off x="450016" y="4135841"/>
              <a:ext cx="3263316" cy="417857"/>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cs typeface="+mn-ea"/>
                <a:sym typeface="+mn-lt"/>
              </a:endParaRPr>
            </a:p>
          </p:txBody>
        </p:sp>
        <p:sp>
          <p:nvSpPr>
            <p:cNvPr id="20" name="TextBox 19">
              <a:extLst>
                <a:ext uri="{FF2B5EF4-FFF2-40B4-BE49-F238E27FC236}">
                  <a16:creationId xmlns:a16="http://schemas.microsoft.com/office/drawing/2014/main" id="{EB4BFF08-686B-06B6-6FDB-0D4702A2CE36}"/>
                </a:ext>
              </a:extLst>
            </p:cNvPr>
            <p:cNvSpPr txBox="1"/>
            <p:nvPr/>
          </p:nvSpPr>
          <p:spPr>
            <a:xfrm>
              <a:off x="539422" y="4242325"/>
              <a:ext cx="2101039" cy="204888"/>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100"/>
                </a:spcAft>
                <a:buClrTx/>
                <a:buSzTx/>
                <a:buFontTx/>
                <a:buNone/>
                <a:tabLst/>
                <a:defRPr/>
              </a:pPr>
              <a:r>
                <a:rPr kumimoji="0" sz="1250" b="1" i="0" u="none" strike="noStrike" kern="1200" cap="none" spc="0" normalizeH="0" baseline="0" noProof="0" dirty="0" err="1">
                  <a:ln>
                    <a:noFill/>
                  </a:ln>
                  <a:solidFill>
                    <a:srgbClr val="FFFFFF"/>
                  </a:solidFill>
                  <a:effectLst/>
                  <a:uLnTx/>
                  <a:uFillTx/>
                  <a:cs typeface="+mn-ea"/>
                  <a:sym typeface="+mn-lt"/>
                </a:rPr>
                <a:t>支柱</a:t>
              </a:r>
              <a:r>
                <a:rPr kumimoji="0" sz="1250" b="1" i="0" u="none" strike="noStrike" kern="1200" cap="none" spc="0" normalizeH="0" baseline="0" noProof="0" dirty="0">
                  <a:ln>
                    <a:noFill/>
                  </a:ln>
                  <a:solidFill>
                    <a:srgbClr val="FFFFFF"/>
                  </a:solidFill>
                  <a:effectLst/>
                  <a:uLnTx/>
                  <a:uFillTx/>
                  <a:cs typeface="+mn-ea"/>
                  <a:sym typeface="+mn-lt"/>
                </a:rPr>
                <a:t>③ </a:t>
              </a:r>
              <a:r>
                <a:rPr kumimoji="0" sz="1250" b="1" i="0" u="none" strike="noStrike" kern="1200" cap="none" spc="0" normalizeH="0" baseline="0" noProof="0" dirty="0" err="1">
                  <a:ln>
                    <a:noFill/>
                  </a:ln>
                  <a:solidFill>
                    <a:srgbClr val="FFFFFF"/>
                  </a:solidFill>
                  <a:effectLst/>
                  <a:uLnTx/>
                  <a:uFillTx/>
                  <a:cs typeface="+mn-ea"/>
                  <a:sym typeface="+mn-lt"/>
                </a:rPr>
                <a:t>AI資料中心</a:t>
              </a:r>
              <a:endParaRPr kumimoji="0" sz="1250" b="1" i="0" u="none" strike="noStrike" kern="1200" cap="none" spc="0" normalizeH="0" baseline="0" noProof="0" dirty="0">
                <a:ln>
                  <a:noFill/>
                </a:ln>
                <a:solidFill>
                  <a:srgbClr val="FFFFFF"/>
                </a:solidFill>
                <a:effectLst/>
                <a:uLnTx/>
                <a:uFillTx/>
                <a:cs typeface="+mn-ea"/>
                <a:sym typeface="+mn-lt"/>
              </a:endParaRPr>
            </a:p>
          </p:txBody>
        </p:sp>
        <p:sp>
          <p:nvSpPr>
            <p:cNvPr id="21" name="TextBox 20">
              <a:extLst>
                <a:ext uri="{FF2B5EF4-FFF2-40B4-BE49-F238E27FC236}">
                  <a16:creationId xmlns:a16="http://schemas.microsoft.com/office/drawing/2014/main" id="{8BD1698D-0267-8C30-120F-B43687C35567}"/>
                </a:ext>
              </a:extLst>
            </p:cNvPr>
            <p:cNvSpPr txBox="1"/>
            <p:nvPr/>
          </p:nvSpPr>
          <p:spPr>
            <a:xfrm>
              <a:off x="2327541" y="4242326"/>
              <a:ext cx="1323208" cy="204888"/>
            </a:xfrm>
            <a:prstGeom prst="rect">
              <a:avLst/>
            </a:prstGeom>
            <a:noFill/>
          </p:spPr>
          <p:txBody>
            <a:bodyPr wrap="square" lIns="25400" tIns="12700" rIns="25400" bIns="12700" anchor="ctr">
              <a:spAutoFit/>
            </a:bodyPr>
            <a:lstStyle/>
            <a:p>
              <a:pPr marL="0" marR="0" lvl="0" indent="0" algn="r" defTabSz="457200" rtl="0" eaLnBrk="1" fontAlgn="auto" latinLnBrk="0" hangingPunct="1">
                <a:lnSpc>
                  <a:spcPct val="100000"/>
                </a:lnSpc>
                <a:spcBef>
                  <a:spcPts val="0"/>
                </a:spcBef>
                <a:spcAft>
                  <a:spcPts val="100"/>
                </a:spcAft>
                <a:buClrTx/>
                <a:buSzTx/>
                <a:buFontTx/>
                <a:buNone/>
                <a:tabLst/>
                <a:defRPr/>
              </a:pPr>
              <a:r>
                <a:rPr kumimoji="0" sz="1250" b="1" i="0" u="none" strike="noStrike" kern="1200" cap="none" spc="0" normalizeH="0" baseline="0" noProof="0" dirty="0">
                  <a:ln>
                    <a:noFill/>
                  </a:ln>
                  <a:solidFill>
                    <a:schemeClr val="bg1"/>
                  </a:solidFill>
                  <a:effectLst/>
                  <a:uLnTx/>
                  <a:uFillTx/>
                  <a:cs typeface="+mn-ea"/>
                  <a:sym typeface="+mn-lt"/>
                </a:rPr>
                <a:t>KRW 550萬億</a:t>
              </a:r>
            </a:p>
          </p:txBody>
        </p:sp>
        <p:sp>
          <p:nvSpPr>
            <p:cNvPr id="23" name="TextBox 22">
              <a:extLst>
                <a:ext uri="{FF2B5EF4-FFF2-40B4-BE49-F238E27FC236}">
                  <a16:creationId xmlns:a16="http://schemas.microsoft.com/office/drawing/2014/main" id="{C7E445E0-CBEE-14B3-7A78-1A0C514A2F1A}"/>
                </a:ext>
              </a:extLst>
            </p:cNvPr>
            <p:cNvSpPr txBox="1"/>
            <p:nvPr/>
          </p:nvSpPr>
          <p:spPr>
            <a:xfrm>
              <a:off x="557303" y="4634055"/>
              <a:ext cx="3048742" cy="696620"/>
            </a:xfrm>
            <a:prstGeom prst="rect">
              <a:avLst/>
            </a:prstGeom>
            <a:noFill/>
          </p:spPr>
          <p:txBody>
            <a:bodyPr wrap="square" lIns="25400" tIns="12700" rIns="25400" bIns="12700" anchor="t">
              <a:spAutoFit/>
            </a:bodyPr>
            <a:lstStyle/>
            <a:p>
              <a:pPr marL="0" marR="0" lvl="0" indent="0" algn="l" defTabSz="457200" rtl="0" eaLnBrk="1" fontAlgn="auto" latinLnBrk="0" hangingPunct="1">
                <a:lnSpc>
                  <a:spcPct val="100000"/>
                </a:lnSpc>
                <a:spcBef>
                  <a:spcPts val="0"/>
                </a:spcBef>
                <a:spcAft>
                  <a:spcPts val="100"/>
                </a:spcAft>
                <a:buClrTx/>
                <a:buSzTx/>
                <a:buFontTx/>
                <a:buNone/>
                <a:tabLst/>
                <a:defRPr/>
              </a:pPr>
              <a:r>
                <a:rPr kumimoji="0" sz="1100" b="1" i="0" u="none" strike="noStrike" kern="1200" cap="none" spc="0" normalizeH="0" baseline="0" noProof="0" dirty="0">
                  <a:ln>
                    <a:noFill/>
                  </a:ln>
                  <a:solidFill>
                    <a:srgbClr val="1F5C99"/>
                  </a:solidFill>
                  <a:effectLst/>
                  <a:uLnTx/>
                  <a:uFillTx/>
                  <a:cs typeface="+mn-ea"/>
                  <a:sym typeface="+mn-lt"/>
                </a:rPr>
                <a:t>• </a:t>
              </a:r>
              <a:r>
                <a:rPr kumimoji="0" sz="1050" b="0" i="0" u="none" strike="noStrike" kern="1200" cap="none" spc="0" normalizeH="0" baseline="0" noProof="0" dirty="0" err="1">
                  <a:ln>
                    <a:noFill/>
                  </a:ln>
                  <a:solidFill>
                    <a:srgbClr val="222A33"/>
                  </a:solidFill>
                  <a:effectLst/>
                  <a:uLnTx/>
                  <a:uFillTx/>
                  <a:cs typeface="+mn-ea"/>
                  <a:sym typeface="+mn-lt"/>
                </a:rPr>
                <a:t>SK、GS、Naver</a:t>
              </a:r>
              <a:r>
                <a:rPr kumimoji="0" sz="1050" b="0" i="0" u="none" strike="noStrike" kern="1200" cap="none" spc="0" normalizeH="0" baseline="0" noProof="0" dirty="0">
                  <a:ln>
                    <a:noFill/>
                  </a:ln>
                  <a:solidFill>
                    <a:srgbClr val="222A33"/>
                  </a:solidFill>
                  <a:effectLst/>
                  <a:uLnTx/>
                  <a:uFillTx/>
                  <a:cs typeface="+mn-ea"/>
                  <a:sym typeface="+mn-lt"/>
                </a:rPr>
                <a:t> </a:t>
              </a:r>
              <a:r>
                <a:rPr kumimoji="0" sz="1050" b="0" i="0" u="none" strike="noStrike" kern="1200" cap="none" spc="0" normalizeH="0" baseline="0" noProof="0" dirty="0" err="1">
                  <a:ln>
                    <a:noFill/>
                  </a:ln>
                  <a:solidFill>
                    <a:srgbClr val="222A33"/>
                  </a:solidFill>
                  <a:effectLst/>
                  <a:uLnTx/>
                  <a:uFillTx/>
                  <a:cs typeface="+mn-ea"/>
                  <a:sym typeface="+mn-lt"/>
                </a:rPr>
                <a:t>合資初期私人投資</a:t>
              </a:r>
              <a:endParaRPr kumimoji="0" sz="1050" b="0" i="0" u="none" strike="noStrike" kern="1200" cap="none" spc="0" normalizeH="0" baseline="0" noProof="0" dirty="0">
                <a:ln>
                  <a:noFill/>
                </a:ln>
                <a:solidFill>
                  <a:srgbClr val="222A33"/>
                </a:solidFill>
                <a:effectLst/>
                <a:uLnTx/>
                <a:uFillTx/>
                <a:cs typeface="+mn-ea"/>
                <a:sym typeface="+mn-lt"/>
              </a:endParaRP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100" b="1" i="0" u="none" strike="noStrike" kern="1200" cap="none" spc="0" normalizeH="0" baseline="0" noProof="0" dirty="0">
                  <a:ln>
                    <a:noFill/>
                  </a:ln>
                  <a:solidFill>
                    <a:srgbClr val="1F5C99"/>
                  </a:solidFill>
                  <a:effectLst/>
                  <a:uLnTx/>
                  <a:uFillTx/>
                  <a:cs typeface="+mn-ea"/>
                  <a:sym typeface="+mn-lt"/>
                </a:rPr>
                <a:t>• </a:t>
              </a:r>
              <a:r>
                <a:rPr kumimoji="0" sz="1050" b="0" i="0" u="none" strike="noStrike" kern="1200" cap="none" spc="0" normalizeH="0" baseline="0" noProof="0" dirty="0" err="1">
                  <a:ln>
                    <a:noFill/>
                  </a:ln>
                  <a:solidFill>
                    <a:srgbClr val="222A33"/>
                  </a:solidFill>
                  <a:effectLst/>
                  <a:uLnTx/>
                  <a:uFillTx/>
                  <a:cs typeface="+mn-ea"/>
                  <a:sym typeface="+mn-lt"/>
                </a:rPr>
                <a:t>首期建成</a:t>
              </a:r>
              <a:r>
                <a:rPr kumimoji="0" sz="1050" b="0" i="0" u="none" strike="noStrike" kern="1200" cap="none" spc="0" normalizeH="0" baseline="0" noProof="0" dirty="0">
                  <a:ln>
                    <a:noFill/>
                  </a:ln>
                  <a:solidFill>
                    <a:srgbClr val="222A33"/>
                  </a:solidFill>
                  <a:effectLst/>
                  <a:uLnTx/>
                  <a:uFillTx/>
                  <a:cs typeface="+mn-ea"/>
                  <a:sym typeface="+mn-lt"/>
                </a:rPr>
                <a:t> 8.4GW </a:t>
              </a:r>
              <a:r>
                <a:rPr kumimoji="0" sz="1050" b="0" i="0" u="none" strike="noStrike" kern="1200" cap="none" spc="0" normalizeH="0" baseline="0" noProof="0" dirty="0" err="1">
                  <a:ln>
                    <a:noFill/>
                  </a:ln>
                  <a:solidFill>
                    <a:srgbClr val="222A33"/>
                  </a:solidFill>
                  <a:effectLst/>
                  <a:uLnTx/>
                  <a:uFillTx/>
                  <a:cs typeface="+mn-ea"/>
                  <a:sym typeface="+mn-lt"/>
                </a:rPr>
                <a:t>容量</a:t>
              </a:r>
              <a:endParaRPr kumimoji="0" sz="1050" b="0" i="0" u="none" strike="noStrike" kern="1200" cap="none" spc="0" normalizeH="0" baseline="0" noProof="0" dirty="0">
                <a:ln>
                  <a:noFill/>
                </a:ln>
                <a:solidFill>
                  <a:srgbClr val="222A33"/>
                </a:solidFill>
                <a:effectLst/>
                <a:uLnTx/>
                <a:uFillTx/>
                <a:cs typeface="+mn-ea"/>
                <a:sym typeface="+mn-lt"/>
              </a:endParaRP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100" b="1" i="0" u="none" strike="noStrike" kern="1200" cap="none" spc="0" normalizeH="0" baseline="0" noProof="0" dirty="0">
                  <a:ln>
                    <a:noFill/>
                  </a:ln>
                  <a:solidFill>
                    <a:srgbClr val="1F5C99"/>
                  </a:solidFill>
                  <a:effectLst/>
                  <a:uLnTx/>
                  <a:uFillTx/>
                  <a:cs typeface="+mn-ea"/>
                  <a:sym typeface="+mn-lt"/>
                </a:rPr>
                <a:t>• </a:t>
              </a:r>
              <a:r>
                <a:rPr kumimoji="0" sz="1050" b="0" i="0" u="none" strike="noStrike" kern="1200" cap="none" spc="0" normalizeH="0" baseline="0" noProof="0" dirty="0">
                  <a:ln>
                    <a:noFill/>
                  </a:ln>
                  <a:solidFill>
                    <a:srgbClr val="222A33"/>
                  </a:solidFill>
                  <a:effectLst/>
                  <a:uLnTx/>
                  <a:uFillTx/>
                  <a:cs typeface="+mn-ea"/>
                  <a:sym typeface="+mn-lt"/>
                </a:rPr>
                <a:t>2035年總容量擴至 18.4GW（SKT擴至15GW）</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100" b="1" i="0" u="none" strike="noStrike" kern="1200" cap="none" spc="0" normalizeH="0" baseline="0" noProof="0" dirty="0">
                  <a:ln>
                    <a:noFill/>
                  </a:ln>
                  <a:solidFill>
                    <a:srgbClr val="1F5C99"/>
                  </a:solidFill>
                  <a:effectLst/>
                  <a:uLnTx/>
                  <a:uFillTx/>
                  <a:cs typeface="+mn-ea"/>
                  <a:sym typeface="+mn-lt"/>
                </a:rPr>
                <a:t>• </a:t>
              </a:r>
              <a:r>
                <a:rPr kumimoji="0" sz="1050" b="0" i="0" u="none" strike="noStrike" kern="1200" cap="none" spc="0" normalizeH="0" baseline="0" noProof="0" dirty="0" err="1">
                  <a:ln>
                    <a:noFill/>
                  </a:ln>
                  <a:solidFill>
                    <a:srgbClr val="222A33"/>
                  </a:solidFill>
                  <a:effectLst/>
                  <a:uLnTx/>
                  <a:uFillTx/>
                  <a:cs typeface="+mn-ea"/>
                  <a:sym typeface="+mn-lt"/>
                </a:rPr>
                <a:t>培育本土NPU與散熱解決方案生態</a:t>
              </a:r>
              <a:endParaRPr kumimoji="0" sz="1050" b="0" i="0" u="none" strike="noStrike" kern="1200" cap="none" spc="0" normalizeH="0" baseline="0" noProof="0" dirty="0">
                <a:ln>
                  <a:noFill/>
                </a:ln>
                <a:solidFill>
                  <a:srgbClr val="222A33"/>
                </a:solidFill>
                <a:effectLst/>
                <a:uLnTx/>
                <a:uFillTx/>
                <a:cs typeface="+mn-ea"/>
                <a:sym typeface="+mn-lt"/>
              </a:endParaRPr>
            </a:p>
          </p:txBody>
        </p:sp>
        <p:sp>
          <p:nvSpPr>
            <p:cNvPr id="24" name="Rectangle 23">
              <a:extLst>
                <a:ext uri="{FF2B5EF4-FFF2-40B4-BE49-F238E27FC236}">
                  <a16:creationId xmlns:a16="http://schemas.microsoft.com/office/drawing/2014/main" id="{1C426FEE-2EA0-E0F1-36F5-8000B9560864}"/>
                </a:ext>
              </a:extLst>
            </p:cNvPr>
            <p:cNvSpPr/>
            <p:nvPr/>
          </p:nvSpPr>
          <p:spPr>
            <a:xfrm>
              <a:off x="3847441" y="4135841"/>
              <a:ext cx="3263316" cy="1888391"/>
            </a:xfrm>
            <a:prstGeom prst="rect">
              <a:avLst/>
            </a:prstGeom>
            <a:solidFill>
              <a:schemeClr val="bg1"/>
            </a:solidFill>
            <a:ln w="952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cs typeface="+mn-ea"/>
                <a:sym typeface="+mn-lt"/>
              </a:endParaRPr>
            </a:p>
          </p:txBody>
        </p:sp>
        <p:sp>
          <p:nvSpPr>
            <p:cNvPr id="25" name="Rectangle 24">
              <a:extLst>
                <a:ext uri="{FF2B5EF4-FFF2-40B4-BE49-F238E27FC236}">
                  <a16:creationId xmlns:a16="http://schemas.microsoft.com/office/drawing/2014/main" id="{4833C218-A145-EBBE-283A-7A564C0B6359}"/>
                </a:ext>
              </a:extLst>
            </p:cNvPr>
            <p:cNvSpPr/>
            <p:nvPr/>
          </p:nvSpPr>
          <p:spPr>
            <a:xfrm>
              <a:off x="3847441" y="4135841"/>
              <a:ext cx="3263316" cy="417857"/>
            </a:xfrm>
            <a:prstGeom prst="rect">
              <a:avLst/>
            </a:prstGeom>
            <a:solidFill>
              <a:srgbClr val="5A6A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cs typeface="+mn-ea"/>
                <a:sym typeface="+mn-lt"/>
              </a:endParaRPr>
            </a:p>
          </p:txBody>
        </p:sp>
        <p:sp>
          <p:nvSpPr>
            <p:cNvPr id="29" name="TextBox 28">
              <a:extLst>
                <a:ext uri="{FF2B5EF4-FFF2-40B4-BE49-F238E27FC236}">
                  <a16:creationId xmlns:a16="http://schemas.microsoft.com/office/drawing/2014/main" id="{F30BE3F4-FC27-B156-FD5A-C3BBAA1D54EA}"/>
                </a:ext>
              </a:extLst>
            </p:cNvPr>
            <p:cNvSpPr txBox="1"/>
            <p:nvPr/>
          </p:nvSpPr>
          <p:spPr>
            <a:xfrm>
              <a:off x="3936847" y="4242326"/>
              <a:ext cx="2101039" cy="204888"/>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100"/>
                </a:spcAft>
                <a:buClrTx/>
                <a:buSzTx/>
                <a:buFontTx/>
                <a:buNone/>
                <a:tabLst/>
                <a:defRPr/>
              </a:pPr>
              <a:r>
                <a:rPr kumimoji="0" sz="1250" b="1" i="0" u="none" strike="noStrike" kern="1200" cap="none" spc="0" normalizeH="0" baseline="0" noProof="0" dirty="0" err="1">
                  <a:ln>
                    <a:noFill/>
                  </a:ln>
                  <a:solidFill>
                    <a:srgbClr val="FFFFFF"/>
                  </a:solidFill>
                  <a:effectLst/>
                  <a:uLnTx/>
                  <a:uFillTx/>
                  <a:cs typeface="+mn-ea"/>
                  <a:sym typeface="+mn-lt"/>
                </a:rPr>
                <a:t>支柱</a:t>
              </a:r>
              <a:r>
                <a:rPr kumimoji="0" sz="1250" b="1" i="0" u="none" strike="noStrike" kern="1200" cap="none" spc="0" normalizeH="0" baseline="0" noProof="0" dirty="0">
                  <a:ln>
                    <a:noFill/>
                  </a:ln>
                  <a:solidFill>
                    <a:srgbClr val="FFFFFF"/>
                  </a:solidFill>
                  <a:effectLst/>
                  <a:uLnTx/>
                  <a:uFillTx/>
                  <a:cs typeface="+mn-ea"/>
                  <a:sym typeface="+mn-lt"/>
                </a:rPr>
                <a:t>④ </a:t>
              </a:r>
              <a:r>
                <a:rPr kumimoji="0" sz="1250" b="1" i="0" u="none" strike="noStrike" kern="1200" cap="none" spc="0" normalizeH="0" baseline="0" noProof="0" dirty="0" err="1">
                  <a:ln>
                    <a:noFill/>
                  </a:ln>
                  <a:solidFill>
                    <a:srgbClr val="FFFFFF"/>
                  </a:solidFill>
                  <a:effectLst/>
                  <a:uLnTx/>
                  <a:uFillTx/>
                  <a:cs typeface="+mn-ea"/>
                  <a:sym typeface="+mn-lt"/>
                </a:rPr>
                <a:t>配套基礎設施</a:t>
              </a:r>
              <a:endParaRPr kumimoji="0" sz="1250" b="1" i="0" u="none" strike="noStrike" kern="1200" cap="none" spc="0" normalizeH="0" baseline="0" noProof="0" dirty="0">
                <a:ln>
                  <a:noFill/>
                </a:ln>
                <a:solidFill>
                  <a:srgbClr val="FFFFFF"/>
                </a:solidFill>
                <a:effectLst/>
                <a:uLnTx/>
                <a:uFillTx/>
                <a:cs typeface="+mn-ea"/>
                <a:sym typeface="+mn-lt"/>
              </a:endParaRPr>
            </a:p>
          </p:txBody>
        </p:sp>
        <p:sp>
          <p:nvSpPr>
            <p:cNvPr id="30" name="TextBox 29">
              <a:extLst>
                <a:ext uri="{FF2B5EF4-FFF2-40B4-BE49-F238E27FC236}">
                  <a16:creationId xmlns:a16="http://schemas.microsoft.com/office/drawing/2014/main" id="{CDFC5658-94C5-AF8E-363C-5C41AAA5AAE8}"/>
                </a:ext>
              </a:extLst>
            </p:cNvPr>
            <p:cNvSpPr txBox="1"/>
            <p:nvPr/>
          </p:nvSpPr>
          <p:spPr>
            <a:xfrm>
              <a:off x="5724966" y="4253172"/>
              <a:ext cx="1323208" cy="183194"/>
            </a:xfrm>
            <a:prstGeom prst="rect">
              <a:avLst/>
            </a:prstGeom>
            <a:noFill/>
          </p:spPr>
          <p:txBody>
            <a:bodyPr wrap="square" lIns="25400" tIns="12700" rIns="25400" bIns="12700" anchor="ctr">
              <a:spAutoFit/>
            </a:bodyPr>
            <a:lstStyle/>
            <a:p>
              <a:pPr marL="0" marR="0" lvl="0" indent="0" algn="r" defTabSz="457200" rtl="0" eaLnBrk="1" fontAlgn="auto" latinLnBrk="0" hangingPunct="1">
                <a:lnSpc>
                  <a:spcPct val="100000"/>
                </a:lnSpc>
                <a:spcBef>
                  <a:spcPts val="0"/>
                </a:spcBef>
                <a:spcAft>
                  <a:spcPts val="100"/>
                </a:spcAft>
                <a:buClrTx/>
                <a:buSzTx/>
                <a:buFontTx/>
                <a:buNone/>
                <a:tabLst/>
                <a:defRPr/>
              </a:pPr>
              <a:r>
                <a:rPr kumimoji="0" sz="1100" b="1" i="0" u="none" strike="noStrike" kern="1200" cap="none" spc="0" normalizeH="0" baseline="0" noProof="0" dirty="0" err="1">
                  <a:ln>
                    <a:noFill/>
                  </a:ln>
                  <a:solidFill>
                    <a:srgbClr val="FFFFFF"/>
                  </a:solidFill>
                  <a:effectLst/>
                  <a:uLnTx/>
                  <a:uFillTx/>
                  <a:cs typeface="+mn-ea"/>
                  <a:sym typeface="+mn-lt"/>
                </a:rPr>
                <a:t>電力·水·土地</a:t>
              </a:r>
              <a:endParaRPr kumimoji="0" sz="1100" b="1" i="0" u="none" strike="noStrike" kern="1200" cap="none" spc="0" normalizeH="0" baseline="0" noProof="0" dirty="0">
                <a:ln>
                  <a:noFill/>
                </a:ln>
                <a:solidFill>
                  <a:srgbClr val="FFFFFF"/>
                </a:solidFill>
                <a:effectLst/>
                <a:uLnTx/>
                <a:uFillTx/>
                <a:cs typeface="+mn-ea"/>
                <a:sym typeface="+mn-lt"/>
              </a:endParaRPr>
            </a:p>
          </p:txBody>
        </p:sp>
        <p:sp>
          <p:nvSpPr>
            <p:cNvPr id="31" name="TextBox 30">
              <a:extLst>
                <a:ext uri="{FF2B5EF4-FFF2-40B4-BE49-F238E27FC236}">
                  <a16:creationId xmlns:a16="http://schemas.microsoft.com/office/drawing/2014/main" id="{66630724-108B-1006-47EF-7D0096D52B5C}"/>
                </a:ext>
              </a:extLst>
            </p:cNvPr>
            <p:cNvSpPr txBox="1"/>
            <p:nvPr/>
          </p:nvSpPr>
          <p:spPr>
            <a:xfrm>
              <a:off x="3954728" y="4634055"/>
              <a:ext cx="3048742" cy="696620"/>
            </a:xfrm>
            <a:prstGeom prst="rect">
              <a:avLst/>
            </a:prstGeom>
            <a:noFill/>
          </p:spPr>
          <p:txBody>
            <a:bodyPr wrap="square" lIns="25400" tIns="12700" rIns="25400" bIns="12700" anchor="t">
              <a:spAutoFit/>
            </a:bodyPr>
            <a:lstStyle/>
            <a:p>
              <a:pPr marL="0" marR="0" lvl="0" indent="0" algn="l" defTabSz="457200" rtl="0" eaLnBrk="1" fontAlgn="auto" latinLnBrk="0" hangingPunct="1">
                <a:lnSpc>
                  <a:spcPct val="100000"/>
                </a:lnSpc>
                <a:spcBef>
                  <a:spcPts val="0"/>
                </a:spcBef>
                <a:spcAft>
                  <a:spcPts val="100"/>
                </a:spcAft>
                <a:buClrTx/>
                <a:buSzTx/>
                <a:buFontTx/>
                <a:buNone/>
                <a:tabLst/>
                <a:defRPr/>
              </a:pPr>
              <a:r>
                <a:rPr kumimoji="0" sz="1100" b="1" i="0" u="none" strike="noStrike" kern="1200" cap="none" spc="0" normalizeH="0" baseline="0" noProof="0" dirty="0">
                  <a:ln>
                    <a:noFill/>
                  </a:ln>
                  <a:solidFill>
                    <a:srgbClr val="5A6A78"/>
                  </a:solidFill>
                  <a:effectLst/>
                  <a:uLnTx/>
                  <a:uFillTx/>
                  <a:cs typeface="+mn-ea"/>
                  <a:sym typeface="+mn-lt"/>
                </a:rPr>
                <a:t>• </a:t>
              </a:r>
              <a:r>
                <a:rPr kumimoji="0" sz="1050" b="0" i="0" u="none" strike="noStrike" kern="1200" cap="none" spc="0" normalizeH="0" baseline="0" noProof="0" dirty="0">
                  <a:ln>
                    <a:noFill/>
                  </a:ln>
                  <a:solidFill>
                    <a:srgbClr val="222A33"/>
                  </a:solidFill>
                  <a:effectLst/>
                  <a:uLnTx/>
                  <a:uFillTx/>
                  <a:cs typeface="+mn-ea"/>
                  <a:sym typeface="+mn-lt"/>
                </a:rPr>
                <a:t>2030年前新增 100GW </a:t>
              </a:r>
              <a:r>
                <a:rPr kumimoji="0" sz="1050" b="0" i="0" u="none" strike="noStrike" kern="1200" cap="none" spc="0" normalizeH="0" baseline="0" noProof="0" dirty="0" err="1">
                  <a:ln>
                    <a:noFill/>
                  </a:ln>
                  <a:solidFill>
                    <a:srgbClr val="222A33"/>
                  </a:solidFill>
                  <a:effectLst/>
                  <a:uLnTx/>
                  <a:uFillTx/>
                  <a:cs typeface="+mn-ea"/>
                  <a:sym typeface="+mn-lt"/>
                </a:rPr>
                <a:t>可再生能源</a:t>
              </a:r>
              <a:endParaRPr kumimoji="0" sz="1050" b="0" i="0" u="none" strike="noStrike" kern="1200" cap="none" spc="0" normalizeH="0" baseline="0" noProof="0" dirty="0">
                <a:ln>
                  <a:noFill/>
                </a:ln>
                <a:solidFill>
                  <a:srgbClr val="222A33"/>
                </a:solidFill>
                <a:effectLst/>
                <a:uLnTx/>
                <a:uFillTx/>
                <a:cs typeface="+mn-ea"/>
                <a:sym typeface="+mn-lt"/>
              </a:endParaRP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100" b="1" i="0" u="none" strike="noStrike" kern="1200" cap="none" spc="0" normalizeH="0" baseline="0" noProof="0" dirty="0">
                  <a:ln>
                    <a:noFill/>
                  </a:ln>
                  <a:solidFill>
                    <a:srgbClr val="5A6A78"/>
                  </a:solidFill>
                  <a:effectLst/>
                  <a:uLnTx/>
                  <a:uFillTx/>
                  <a:cs typeface="+mn-ea"/>
                  <a:sym typeface="+mn-lt"/>
                </a:rPr>
                <a:t>• </a:t>
              </a:r>
              <a:r>
                <a:rPr kumimoji="0" sz="1050" b="0" i="0" u="none" strike="noStrike" kern="1200" cap="none" spc="0" normalizeH="0" baseline="0" noProof="0" dirty="0" err="1">
                  <a:ln>
                    <a:noFill/>
                  </a:ln>
                  <a:solidFill>
                    <a:srgbClr val="222A33"/>
                  </a:solidFill>
                  <a:effectLst/>
                  <a:uLnTx/>
                  <a:uFillTx/>
                  <a:cs typeface="+mn-ea"/>
                  <a:sym typeface="+mn-lt"/>
                </a:rPr>
                <a:t>利用核電、SMR與替代水資源</a:t>
              </a:r>
              <a:endParaRPr kumimoji="0" sz="1050" b="0" i="0" u="none" strike="noStrike" kern="1200" cap="none" spc="0" normalizeH="0" baseline="0" noProof="0" dirty="0">
                <a:ln>
                  <a:noFill/>
                </a:ln>
                <a:solidFill>
                  <a:srgbClr val="222A33"/>
                </a:solidFill>
                <a:effectLst/>
                <a:uLnTx/>
                <a:uFillTx/>
                <a:cs typeface="+mn-ea"/>
                <a:sym typeface="+mn-lt"/>
              </a:endParaRP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100" b="1" i="0" u="none" strike="noStrike" kern="1200" cap="none" spc="0" normalizeH="0" baseline="0" noProof="0" dirty="0">
                  <a:ln>
                    <a:noFill/>
                  </a:ln>
                  <a:solidFill>
                    <a:srgbClr val="5A6A78"/>
                  </a:solidFill>
                  <a:effectLst/>
                  <a:uLnTx/>
                  <a:uFillTx/>
                  <a:cs typeface="+mn-ea"/>
                  <a:sym typeface="+mn-lt"/>
                </a:rPr>
                <a:t>• </a:t>
              </a:r>
              <a:r>
                <a:rPr kumimoji="0" sz="1050" b="0" i="0" u="none" strike="noStrike" kern="1200" cap="none" spc="0" normalizeH="0" baseline="0" noProof="0" dirty="0" err="1">
                  <a:ln>
                    <a:noFill/>
                  </a:ln>
                  <a:solidFill>
                    <a:srgbClr val="222A33"/>
                  </a:solidFill>
                  <a:effectLst/>
                  <a:uLnTx/>
                  <a:uFillTx/>
                  <a:cs typeface="+mn-ea"/>
                  <a:sym typeface="+mn-lt"/>
                </a:rPr>
                <a:t>穩定供電供水</a:t>
              </a:r>
              <a:r>
                <a:rPr kumimoji="0" sz="1050" b="0" i="0" u="none" strike="noStrike" kern="1200" cap="none" spc="0" normalizeH="0" baseline="0" noProof="0" dirty="0">
                  <a:ln>
                    <a:noFill/>
                  </a:ln>
                  <a:solidFill>
                    <a:srgbClr val="222A33"/>
                  </a:solidFill>
                  <a:effectLst/>
                  <a:uLnTx/>
                  <a:uFillTx/>
                  <a:cs typeface="+mn-ea"/>
                  <a:sym typeface="+mn-lt"/>
                </a:rPr>
                <a:t> + </a:t>
              </a:r>
              <a:r>
                <a:rPr kumimoji="0" sz="1050" b="0" i="0" u="none" strike="noStrike" kern="1200" cap="none" spc="0" normalizeH="0" baseline="0" noProof="0" dirty="0" err="1">
                  <a:ln>
                    <a:noFill/>
                  </a:ln>
                  <a:solidFill>
                    <a:srgbClr val="222A33"/>
                  </a:solidFill>
                  <a:effectLst/>
                  <a:uLnTx/>
                  <a:uFillTx/>
                  <a:cs typeface="+mn-ea"/>
                  <a:sym typeface="+mn-lt"/>
                </a:rPr>
                <a:t>有競爭力電價</a:t>
              </a:r>
              <a:endParaRPr kumimoji="0" sz="1050" b="0" i="0" u="none" strike="noStrike" kern="1200" cap="none" spc="0" normalizeH="0" baseline="0" noProof="0" dirty="0">
                <a:ln>
                  <a:noFill/>
                </a:ln>
                <a:solidFill>
                  <a:srgbClr val="222A33"/>
                </a:solidFill>
                <a:effectLst/>
                <a:uLnTx/>
                <a:uFillTx/>
                <a:cs typeface="+mn-ea"/>
                <a:sym typeface="+mn-lt"/>
              </a:endParaRP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100" b="1" i="0" u="none" strike="noStrike" kern="1200" cap="none" spc="0" normalizeH="0" baseline="0" noProof="0" dirty="0">
                  <a:ln>
                    <a:noFill/>
                  </a:ln>
                  <a:solidFill>
                    <a:srgbClr val="5A6A78"/>
                  </a:solidFill>
                  <a:effectLst/>
                  <a:uLnTx/>
                  <a:uFillTx/>
                  <a:cs typeface="+mn-ea"/>
                  <a:sym typeface="+mn-lt"/>
                </a:rPr>
                <a:t>• </a:t>
              </a:r>
              <a:r>
                <a:rPr kumimoji="0" sz="1050" b="0" i="0" u="none" strike="noStrike" kern="1200" cap="none" spc="0" normalizeH="0" baseline="0" noProof="0" dirty="0">
                  <a:ln>
                    <a:noFill/>
                  </a:ln>
                  <a:solidFill>
                    <a:srgbClr val="222A33"/>
                  </a:solidFill>
                  <a:effectLst/>
                  <a:uLnTx/>
                  <a:uFillTx/>
                  <a:cs typeface="+mn-ea"/>
                  <a:sym typeface="+mn-lt"/>
                </a:rPr>
                <a:t>產業園開發週期由10+年壓縮至5年內</a:t>
              </a:r>
            </a:p>
          </p:txBody>
        </p:sp>
      </p:grpSp>
      <p:grpSp>
        <p:nvGrpSpPr>
          <p:cNvPr id="99969" name="Group 99968">
            <a:extLst>
              <a:ext uri="{FF2B5EF4-FFF2-40B4-BE49-F238E27FC236}">
                <a16:creationId xmlns:a16="http://schemas.microsoft.com/office/drawing/2014/main" id="{5211B0FA-44E0-A61B-EAF3-A6B014831A27}"/>
              </a:ext>
            </a:extLst>
          </p:cNvPr>
          <p:cNvGrpSpPr/>
          <p:nvPr/>
        </p:nvGrpSpPr>
        <p:grpSpPr>
          <a:xfrm>
            <a:off x="7557787" y="2126914"/>
            <a:ext cx="4184198" cy="4125030"/>
            <a:chOff x="7557787" y="2126914"/>
            <a:chExt cx="4184198" cy="3407140"/>
          </a:xfrm>
        </p:grpSpPr>
        <p:sp>
          <p:nvSpPr>
            <p:cNvPr id="34" name="Rectangle 33">
              <a:extLst>
                <a:ext uri="{FF2B5EF4-FFF2-40B4-BE49-F238E27FC236}">
                  <a16:creationId xmlns:a16="http://schemas.microsoft.com/office/drawing/2014/main" id="{B2DC96F4-87E9-21A7-8978-A64CB2BDDEF3}"/>
                </a:ext>
              </a:extLst>
            </p:cNvPr>
            <p:cNvSpPr/>
            <p:nvPr/>
          </p:nvSpPr>
          <p:spPr>
            <a:xfrm>
              <a:off x="7557787" y="2126914"/>
              <a:ext cx="4184198" cy="1060713"/>
            </a:xfrm>
            <a:prstGeom prst="rect">
              <a:avLst/>
            </a:prstGeom>
            <a:solidFill>
              <a:schemeClr val="bg1"/>
            </a:solidFill>
            <a:ln w="9525">
              <a:solidFill>
                <a:srgbClr val="CBDF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cs typeface="+mn-ea"/>
                <a:sym typeface="+mn-lt"/>
              </a:endParaRPr>
            </a:p>
          </p:txBody>
        </p:sp>
        <p:sp>
          <p:nvSpPr>
            <p:cNvPr id="35" name="Rectangle 34">
              <a:extLst>
                <a:ext uri="{FF2B5EF4-FFF2-40B4-BE49-F238E27FC236}">
                  <a16:creationId xmlns:a16="http://schemas.microsoft.com/office/drawing/2014/main" id="{0E233B3B-31A8-A593-45AB-7A9D8725E57F}"/>
                </a:ext>
              </a:extLst>
            </p:cNvPr>
            <p:cNvSpPr/>
            <p:nvPr/>
          </p:nvSpPr>
          <p:spPr>
            <a:xfrm>
              <a:off x="7557787" y="2126914"/>
              <a:ext cx="62087" cy="106071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cs typeface="+mn-ea"/>
                <a:sym typeface="+mn-lt"/>
              </a:endParaRPr>
            </a:p>
          </p:txBody>
        </p:sp>
        <p:sp>
          <p:nvSpPr>
            <p:cNvPr id="36" name="TextBox 35">
              <a:extLst>
                <a:ext uri="{FF2B5EF4-FFF2-40B4-BE49-F238E27FC236}">
                  <a16:creationId xmlns:a16="http://schemas.microsoft.com/office/drawing/2014/main" id="{DD3B4D02-3127-58FB-06FD-AFF9372D48D2}"/>
                </a:ext>
              </a:extLst>
            </p:cNvPr>
            <p:cNvSpPr txBox="1"/>
            <p:nvPr/>
          </p:nvSpPr>
          <p:spPr>
            <a:xfrm>
              <a:off x="7682956" y="2221701"/>
              <a:ext cx="3969623" cy="180067"/>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100"/>
                </a:spcAft>
                <a:buClrTx/>
                <a:buSzTx/>
                <a:buFontTx/>
                <a:buNone/>
                <a:tabLst/>
                <a:defRPr/>
              </a:pPr>
              <a:r>
                <a:rPr kumimoji="0" sz="1250" b="1" i="0" u="none" strike="noStrike" kern="1200" cap="none" spc="0" normalizeH="0" baseline="0" noProof="0" dirty="0">
                  <a:ln>
                    <a:noFill/>
                  </a:ln>
                  <a:solidFill>
                    <a:srgbClr val="0E2A47"/>
                  </a:solidFill>
                  <a:effectLst/>
                  <a:uLnTx/>
                  <a:uFillTx/>
                  <a:cs typeface="+mn-ea"/>
                  <a:sym typeface="+mn-lt"/>
                </a:rPr>
                <a:t>三</a:t>
              </a:r>
              <a:r>
                <a:rPr kumimoji="0" lang="zh-CN" altLang="en-US" sz="1250" b="1" i="0" u="none" strike="noStrike" kern="1200" cap="none" spc="0" normalizeH="0" baseline="0" noProof="0" dirty="0">
                  <a:ln>
                    <a:noFill/>
                  </a:ln>
                  <a:solidFill>
                    <a:srgbClr val="0E2A47"/>
                  </a:solidFill>
                  <a:effectLst/>
                  <a:uLnTx/>
                  <a:uFillTx/>
                  <a:cs typeface="+mn-ea"/>
                  <a:sym typeface="+mn-lt"/>
                </a:rPr>
                <a:t>星</a:t>
              </a:r>
              <a:r>
                <a:rPr kumimoji="0" lang="en-HK" sz="1250" b="1" i="0" u="none" strike="noStrike" kern="1200" cap="none" spc="0" normalizeH="0" baseline="0" noProof="0" dirty="0">
                  <a:ln>
                    <a:noFill/>
                  </a:ln>
                  <a:solidFill>
                    <a:srgbClr val="0E2A47"/>
                  </a:solidFill>
                  <a:effectLst/>
                  <a:uLnTx/>
                  <a:uFillTx/>
                  <a:cs typeface="+mn-ea"/>
                  <a:sym typeface="+mn-lt"/>
                </a:rPr>
                <a:t> Samsung</a:t>
              </a:r>
              <a:endParaRPr kumimoji="0" sz="1250" b="1" i="0" u="none" strike="noStrike" kern="1200" cap="none" spc="0" normalizeH="0" baseline="0" noProof="0" dirty="0">
                <a:ln>
                  <a:noFill/>
                </a:ln>
                <a:solidFill>
                  <a:srgbClr val="0E2A47"/>
                </a:solidFill>
                <a:effectLst/>
                <a:uLnTx/>
                <a:uFillTx/>
                <a:cs typeface="+mn-ea"/>
                <a:sym typeface="+mn-lt"/>
              </a:endParaRPr>
            </a:p>
          </p:txBody>
        </p:sp>
        <p:sp>
          <p:nvSpPr>
            <p:cNvPr id="37" name="TextBox 36">
              <a:extLst>
                <a:ext uri="{FF2B5EF4-FFF2-40B4-BE49-F238E27FC236}">
                  <a16:creationId xmlns:a16="http://schemas.microsoft.com/office/drawing/2014/main" id="{F6FC7148-F24E-D3B6-800B-E235EAAB9476}"/>
                </a:ext>
              </a:extLst>
            </p:cNvPr>
            <p:cNvSpPr txBox="1"/>
            <p:nvPr/>
          </p:nvSpPr>
          <p:spPr>
            <a:xfrm>
              <a:off x="7682956" y="2475665"/>
              <a:ext cx="3969623" cy="186423"/>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100"/>
                </a:spcAft>
                <a:buClrTx/>
                <a:buSzTx/>
                <a:buFontTx/>
                <a:buNone/>
                <a:tabLst/>
                <a:defRPr/>
              </a:pPr>
              <a:r>
                <a:rPr kumimoji="0" sz="1300" b="1" i="0" u="none" strike="noStrike" kern="1200" cap="none" spc="0" normalizeH="0" baseline="0" noProof="0" dirty="0">
                  <a:ln>
                    <a:noFill/>
                  </a:ln>
                  <a:solidFill>
                    <a:srgbClr val="C8962E"/>
                  </a:solidFill>
                  <a:effectLst/>
                  <a:uLnTx/>
                  <a:uFillTx/>
                  <a:cs typeface="+mn-ea"/>
                  <a:sym typeface="+mn-lt"/>
                </a:rPr>
                <a:t>KRW 2,450萬億　</a:t>
              </a:r>
              <a:r>
                <a:rPr kumimoji="0" sz="950" b="0" i="0" u="none" strike="noStrike" kern="1200" cap="none" spc="0" normalizeH="0" baseline="0" noProof="0" dirty="0">
                  <a:ln>
                    <a:noFill/>
                  </a:ln>
                  <a:solidFill>
                    <a:srgbClr val="5A6A78"/>
                  </a:solidFill>
                  <a:effectLst/>
                  <a:uLnTx/>
                  <a:uFillTx/>
                  <a:cs typeface="+mn-ea"/>
                  <a:sym typeface="+mn-lt"/>
                </a:rPr>
                <a:t>至2040年國內投資</a:t>
              </a:r>
            </a:p>
          </p:txBody>
        </p:sp>
        <p:sp>
          <p:nvSpPr>
            <p:cNvPr id="38" name="TextBox 37">
              <a:extLst>
                <a:ext uri="{FF2B5EF4-FFF2-40B4-BE49-F238E27FC236}">
                  <a16:creationId xmlns:a16="http://schemas.microsoft.com/office/drawing/2014/main" id="{F81CE2E2-D250-8977-CA85-68A93CDEE7C1}"/>
                </a:ext>
              </a:extLst>
            </p:cNvPr>
            <p:cNvSpPr txBox="1"/>
            <p:nvPr/>
          </p:nvSpPr>
          <p:spPr>
            <a:xfrm>
              <a:off x="7700837" y="2705485"/>
              <a:ext cx="3933861" cy="298700"/>
            </a:xfrm>
            <a:prstGeom prst="rect">
              <a:avLst/>
            </a:prstGeom>
            <a:noFill/>
          </p:spPr>
          <p:txBody>
            <a:bodyPr wrap="square" lIns="25400" tIns="12700" rIns="25400" bIns="12700" anchor="t">
              <a:spAutoFit/>
            </a:bodyPr>
            <a:lstStyle/>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1" i="0" u="none" strike="noStrike" kern="1200" cap="none" spc="0" normalizeH="0" baseline="0" noProof="0" dirty="0">
                  <a:ln>
                    <a:noFill/>
                  </a:ln>
                  <a:solidFill>
                    <a:srgbClr val="1B888E"/>
                  </a:solidFill>
                  <a:effectLst/>
                  <a:uLnTx/>
                  <a:uFillTx/>
                  <a:cs typeface="+mn-ea"/>
                  <a:sym typeface="+mn-lt"/>
                </a:rPr>
                <a:t>– </a:t>
              </a:r>
              <a:r>
                <a:rPr kumimoji="0" sz="1000" b="0" i="0" u="none" strike="noStrike" kern="1200" cap="none" spc="0" normalizeH="0" baseline="0" noProof="0" dirty="0" err="1">
                  <a:ln>
                    <a:noFill/>
                  </a:ln>
                  <a:solidFill>
                    <a:srgbClr val="222A33"/>
                  </a:solidFill>
                  <a:effectLst/>
                  <a:uLnTx/>
                  <a:uFillTx/>
                  <a:cs typeface="+mn-ea"/>
                  <a:sym typeface="+mn-lt"/>
                </a:rPr>
                <a:t>半導體</a:t>
              </a:r>
              <a:r>
                <a:rPr kumimoji="0" sz="1000" b="0" i="0" u="none" strike="noStrike" kern="1200" cap="none" spc="0" normalizeH="0" baseline="0" noProof="0" dirty="0">
                  <a:ln>
                    <a:noFill/>
                  </a:ln>
                  <a:solidFill>
                    <a:srgbClr val="222A33"/>
                  </a:solidFill>
                  <a:effectLst/>
                  <a:uLnTx/>
                  <a:uFillTx/>
                  <a:cs typeface="+mn-ea"/>
                  <a:sym typeface="+mn-lt"/>
                </a:rPr>
                <a:t> KRW 2,100萬億</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1" i="0" u="none" strike="noStrike" kern="1200" cap="none" spc="0" normalizeH="0" baseline="0" noProof="0" dirty="0">
                  <a:ln>
                    <a:noFill/>
                  </a:ln>
                  <a:solidFill>
                    <a:srgbClr val="1B888E"/>
                  </a:solidFill>
                  <a:effectLst/>
                  <a:uLnTx/>
                  <a:uFillTx/>
                  <a:cs typeface="+mn-ea"/>
                  <a:sym typeface="+mn-lt"/>
                </a:rPr>
                <a:t>– </a:t>
              </a:r>
              <a:r>
                <a:rPr kumimoji="0" sz="1000" b="0" i="0" u="none" strike="noStrike" kern="1200" cap="none" spc="0" normalizeH="0" baseline="0" noProof="0" dirty="0" err="1">
                  <a:ln>
                    <a:noFill/>
                  </a:ln>
                  <a:solidFill>
                    <a:srgbClr val="222A33"/>
                  </a:solidFill>
                  <a:effectLst/>
                  <a:uLnTx/>
                  <a:uFillTx/>
                  <a:cs typeface="+mn-ea"/>
                  <a:sym typeface="+mn-lt"/>
                </a:rPr>
                <a:t>餘額投向製造AI化、未來能源與科技物流</a:t>
              </a:r>
              <a:endParaRPr kumimoji="0" sz="1000" b="0" i="0" u="none" strike="noStrike" kern="1200" cap="none" spc="0" normalizeH="0" baseline="0" noProof="0" dirty="0">
                <a:ln>
                  <a:noFill/>
                </a:ln>
                <a:solidFill>
                  <a:srgbClr val="222A33"/>
                </a:solidFill>
                <a:effectLst/>
                <a:uLnTx/>
                <a:uFillTx/>
                <a:cs typeface="+mn-ea"/>
                <a:sym typeface="+mn-lt"/>
              </a:endParaRPr>
            </a:p>
          </p:txBody>
        </p:sp>
        <p:sp>
          <p:nvSpPr>
            <p:cNvPr id="39" name="Rectangle 38">
              <a:extLst>
                <a:ext uri="{FF2B5EF4-FFF2-40B4-BE49-F238E27FC236}">
                  <a16:creationId xmlns:a16="http://schemas.microsoft.com/office/drawing/2014/main" id="{A7558A5B-52F1-0A71-4093-D2EC1AFDC662}"/>
                </a:ext>
              </a:extLst>
            </p:cNvPr>
            <p:cNvSpPr/>
            <p:nvPr/>
          </p:nvSpPr>
          <p:spPr>
            <a:xfrm>
              <a:off x="7557787" y="3300127"/>
              <a:ext cx="4184198" cy="1060713"/>
            </a:xfrm>
            <a:prstGeom prst="rect">
              <a:avLst/>
            </a:prstGeom>
            <a:solidFill>
              <a:schemeClr val="bg1"/>
            </a:solidFill>
            <a:ln w="9525">
              <a:solidFill>
                <a:srgbClr val="CBDF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cs typeface="+mn-ea"/>
                <a:sym typeface="+mn-lt"/>
              </a:endParaRPr>
            </a:p>
          </p:txBody>
        </p:sp>
        <p:sp>
          <p:nvSpPr>
            <p:cNvPr id="40" name="Rectangle 39">
              <a:extLst>
                <a:ext uri="{FF2B5EF4-FFF2-40B4-BE49-F238E27FC236}">
                  <a16:creationId xmlns:a16="http://schemas.microsoft.com/office/drawing/2014/main" id="{7BC55B2A-5F5F-5743-F01D-BACEB5F43890}"/>
                </a:ext>
              </a:extLst>
            </p:cNvPr>
            <p:cNvSpPr/>
            <p:nvPr/>
          </p:nvSpPr>
          <p:spPr>
            <a:xfrm>
              <a:off x="7557787" y="3300127"/>
              <a:ext cx="62087" cy="1060713"/>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cs typeface="+mn-ea"/>
                <a:sym typeface="+mn-lt"/>
              </a:endParaRPr>
            </a:p>
          </p:txBody>
        </p:sp>
        <p:sp>
          <p:nvSpPr>
            <p:cNvPr id="41" name="TextBox 40">
              <a:extLst>
                <a:ext uri="{FF2B5EF4-FFF2-40B4-BE49-F238E27FC236}">
                  <a16:creationId xmlns:a16="http://schemas.microsoft.com/office/drawing/2014/main" id="{EC148B23-2FF9-DF17-845A-AD80FF723BB5}"/>
                </a:ext>
              </a:extLst>
            </p:cNvPr>
            <p:cNvSpPr txBox="1"/>
            <p:nvPr/>
          </p:nvSpPr>
          <p:spPr>
            <a:xfrm>
              <a:off x="7682956" y="3394915"/>
              <a:ext cx="3969623" cy="180067"/>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100"/>
                </a:spcAft>
                <a:buClrTx/>
                <a:buSzTx/>
                <a:buFontTx/>
                <a:buNone/>
                <a:tabLst/>
                <a:defRPr/>
              </a:pPr>
              <a:r>
                <a:rPr kumimoji="0" sz="1250" b="1" i="0" u="none" strike="noStrike" kern="1200" cap="none" spc="0" normalizeH="0" baseline="0" noProof="0" dirty="0" err="1">
                  <a:ln>
                    <a:noFill/>
                  </a:ln>
                  <a:solidFill>
                    <a:srgbClr val="0E2A47"/>
                  </a:solidFill>
                  <a:effectLst/>
                  <a:uLnTx/>
                  <a:uFillTx/>
                  <a:cs typeface="+mn-ea"/>
                  <a:sym typeface="+mn-lt"/>
                </a:rPr>
                <a:t>SK海力士</a:t>
              </a:r>
              <a:r>
                <a:rPr kumimoji="0" sz="1250" b="1" i="0" u="none" strike="noStrike" kern="1200" cap="none" spc="0" normalizeH="0" baseline="0" noProof="0" dirty="0">
                  <a:ln>
                    <a:noFill/>
                  </a:ln>
                  <a:solidFill>
                    <a:srgbClr val="0E2A47"/>
                  </a:solidFill>
                  <a:effectLst/>
                  <a:uLnTx/>
                  <a:uFillTx/>
                  <a:cs typeface="+mn-ea"/>
                  <a:sym typeface="+mn-lt"/>
                </a:rPr>
                <a:t> SK Hynix</a:t>
              </a:r>
            </a:p>
          </p:txBody>
        </p:sp>
        <p:sp>
          <p:nvSpPr>
            <p:cNvPr id="42" name="TextBox 41">
              <a:extLst>
                <a:ext uri="{FF2B5EF4-FFF2-40B4-BE49-F238E27FC236}">
                  <a16:creationId xmlns:a16="http://schemas.microsoft.com/office/drawing/2014/main" id="{4C31FE76-6505-B7C5-3AAF-338EDB6B89F1}"/>
                </a:ext>
              </a:extLst>
            </p:cNvPr>
            <p:cNvSpPr txBox="1"/>
            <p:nvPr/>
          </p:nvSpPr>
          <p:spPr>
            <a:xfrm>
              <a:off x="7682956" y="3648879"/>
              <a:ext cx="3969623" cy="186423"/>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100"/>
                </a:spcAft>
                <a:buClrTx/>
                <a:buSzTx/>
                <a:buFontTx/>
                <a:buNone/>
                <a:tabLst/>
                <a:defRPr/>
              </a:pPr>
              <a:r>
                <a:rPr kumimoji="0" sz="1300" b="1" i="0" u="none" strike="noStrike" kern="1200" cap="none" spc="0" normalizeH="0" baseline="0" noProof="0" dirty="0">
                  <a:ln>
                    <a:noFill/>
                  </a:ln>
                  <a:solidFill>
                    <a:srgbClr val="C8962E"/>
                  </a:solidFill>
                  <a:effectLst/>
                  <a:uLnTx/>
                  <a:uFillTx/>
                  <a:cs typeface="+mn-ea"/>
                  <a:sym typeface="+mn-lt"/>
                </a:rPr>
                <a:t>KRW 1,100萬億　</a:t>
              </a:r>
              <a:r>
                <a:rPr kumimoji="0" sz="950" b="0" i="0" u="none" strike="noStrike" kern="1200" cap="none" spc="0" normalizeH="0" baseline="0" noProof="0" dirty="0" err="1">
                  <a:ln>
                    <a:noFill/>
                  </a:ln>
                  <a:solidFill>
                    <a:srgbClr val="5A6A78"/>
                  </a:solidFill>
                  <a:effectLst/>
                  <a:uLnTx/>
                  <a:uFillTx/>
                  <a:cs typeface="+mn-ea"/>
                  <a:sym typeface="+mn-lt"/>
                </a:rPr>
                <a:t>半導體長期投資</a:t>
              </a:r>
              <a:endParaRPr kumimoji="0" sz="950" b="0" i="0" u="none" strike="noStrike" kern="1200" cap="none" spc="0" normalizeH="0" baseline="0" noProof="0" dirty="0">
                <a:ln>
                  <a:noFill/>
                </a:ln>
                <a:solidFill>
                  <a:srgbClr val="5A6A78"/>
                </a:solidFill>
                <a:effectLst/>
                <a:uLnTx/>
                <a:uFillTx/>
                <a:cs typeface="+mn-ea"/>
                <a:sym typeface="+mn-lt"/>
              </a:endParaRPr>
            </a:p>
          </p:txBody>
        </p:sp>
        <p:sp>
          <p:nvSpPr>
            <p:cNvPr id="43" name="TextBox 42">
              <a:extLst>
                <a:ext uri="{FF2B5EF4-FFF2-40B4-BE49-F238E27FC236}">
                  <a16:creationId xmlns:a16="http://schemas.microsoft.com/office/drawing/2014/main" id="{D2F24191-2C7D-25D7-CDE7-4514ABEB8035}"/>
                </a:ext>
              </a:extLst>
            </p:cNvPr>
            <p:cNvSpPr txBox="1"/>
            <p:nvPr/>
          </p:nvSpPr>
          <p:spPr>
            <a:xfrm>
              <a:off x="7700837" y="3878698"/>
              <a:ext cx="3933861" cy="298700"/>
            </a:xfrm>
            <a:prstGeom prst="rect">
              <a:avLst/>
            </a:prstGeom>
            <a:noFill/>
          </p:spPr>
          <p:txBody>
            <a:bodyPr wrap="square" lIns="25400" tIns="12700" rIns="25400" bIns="12700" anchor="t">
              <a:spAutoFit/>
            </a:bodyPr>
            <a:lstStyle/>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1" i="0" u="none" strike="noStrike" kern="1200" cap="none" spc="0" normalizeH="0" baseline="0" noProof="0" dirty="0">
                  <a:ln>
                    <a:noFill/>
                  </a:ln>
                  <a:solidFill>
                    <a:srgbClr val="1B888E"/>
                  </a:solidFill>
                  <a:effectLst/>
                  <a:uLnTx/>
                  <a:uFillTx/>
                  <a:cs typeface="+mn-ea"/>
                  <a:sym typeface="+mn-lt"/>
                </a:rPr>
                <a:t>– </a:t>
              </a:r>
              <a:r>
                <a:rPr kumimoji="0" sz="1000" b="0" i="0" u="none" strike="noStrike" kern="1200" cap="none" spc="0" normalizeH="0" baseline="0" noProof="0" dirty="0" err="1">
                  <a:ln>
                    <a:noFill/>
                  </a:ln>
                  <a:solidFill>
                    <a:srgbClr val="222A33"/>
                  </a:solidFill>
                  <a:effectLst/>
                  <a:uLnTx/>
                  <a:uFillTx/>
                  <a:cs typeface="+mn-ea"/>
                  <a:sym typeface="+mn-lt"/>
                </a:rPr>
                <a:t>含龍仁半導體集群</a:t>
              </a:r>
              <a:r>
                <a:rPr kumimoji="0" sz="1000" b="0" i="0" u="none" strike="noStrike" kern="1200" cap="none" spc="0" normalizeH="0" baseline="0" noProof="0" dirty="0">
                  <a:ln>
                    <a:noFill/>
                  </a:ln>
                  <a:solidFill>
                    <a:srgbClr val="222A33"/>
                  </a:solidFill>
                  <a:effectLst/>
                  <a:uLnTx/>
                  <a:uFillTx/>
                  <a:cs typeface="+mn-ea"/>
                  <a:sym typeface="+mn-lt"/>
                </a:rPr>
                <a:t> KRW 600萬億</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1" i="0" u="none" strike="noStrike" kern="1200" cap="none" spc="0" normalizeH="0" baseline="0" noProof="0" dirty="0">
                  <a:ln>
                    <a:noFill/>
                  </a:ln>
                  <a:solidFill>
                    <a:srgbClr val="1B888E"/>
                  </a:solidFill>
                  <a:effectLst/>
                  <a:uLnTx/>
                  <a:uFillTx/>
                  <a:cs typeface="+mn-ea"/>
                  <a:sym typeface="+mn-lt"/>
                </a:rPr>
                <a:t>– </a:t>
              </a:r>
              <a:r>
                <a:rPr kumimoji="0" sz="1000" b="0" i="0" u="none" strike="noStrike" kern="1200" cap="none" spc="0" normalizeH="0" baseline="0" noProof="0" dirty="0" err="1">
                  <a:ln>
                    <a:noFill/>
                  </a:ln>
                  <a:solidFill>
                    <a:srgbClr val="222A33"/>
                  </a:solidFill>
                  <a:effectLst/>
                  <a:uLnTx/>
                  <a:uFillTx/>
                  <a:cs typeface="+mn-ea"/>
                  <a:sym typeface="+mn-lt"/>
                </a:rPr>
                <a:t>聚焦先進存儲與產能擴張</a:t>
              </a:r>
              <a:endParaRPr kumimoji="0" sz="1000" b="0" i="0" u="none" strike="noStrike" kern="1200" cap="none" spc="0" normalizeH="0" baseline="0" noProof="0" dirty="0">
                <a:ln>
                  <a:noFill/>
                </a:ln>
                <a:solidFill>
                  <a:srgbClr val="222A33"/>
                </a:solidFill>
                <a:effectLst/>
                <a:uLnTx/>
                <a:uFillTx/>
                <a:cs typeface="+mn-ea"/>
                <a:sym typeface="+mn-lt"/>
              </a:endParaRPr>
            </a:p>
          </p:txBody>
        </p:sp>
        <p:sp>
          <p:nvSpPr>
            <p:cNvPr id="45" name="Rectangle 44">
              <a:extLst>
                <a:ext uri="{FF2B5EF4-FFF2-40B4-BE49-F238E27FC236}">
                  <a16:creationId xmlns:a16="http://schemas.microsoft.com/office/drawing/2014/main" id="{48A48D48-8761-60BE-0032-A39F02C656E5}"/>
                </a:ext>
              </a:extLst>
            </p:cNvPr>
            <p:cNvSpPr/>
            <p:nvPr/>
          </p:nvSpPr>
          <p:spPr>
            <a:xfrm>
              <a:off x="7557787" y="4473341"/>
              <a:ext cx="4184198" cy="1060713"/>
            </a:xfrm>
            <a:prstGeom prst="rect">
              <a:avLst/>
            </a:prstGeom>
            <a:solidFill>
              <a:schemeClr val="bg1"/>
            </a:solidFill>
            <a:ln w="9525">
              <a:solidFill>
                <a:srgbClr val="CBDF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white"/>
                </a:solidFill>
                <a:effectLst/>
                <a:uLnTx/>
                <a:uFillTx/>
                <a:cs typeface="+mn-ea"/>
                <a:sym typeface="+mn-lt"/>
              </a:endParaRPr>
            </a:p>
          </p:txBody>
        </p:sp>
        <p:sp>
          <p:nvSpPr>
            <p:cNvPr id="48" name="Rectangle 47">
              <a:extLst>
                <a:ext uri="{FF2B5EF4-FFF2-40B4-BE49-F238E27FC236}">
                  <a16:creationId xmlns:a16="http://schemas.microsoft.com/office/drawing/2014/main" id="{A33D4D0D-1AD7-A9A0-9380-FDA1D08AB7EC}"/>
                </a:ext>
              </a:extLst>
            </p:cNvPr>
            <p:cNvSpPr/>
            <p:nvPr/>
          </p:nvSpPr>
          <p:spPr>
            <a:xfrm>
              <a:off x="7557787" y="4473341"/>
              <a:ext cx="62087" cy="1060713"/>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cs typeface="+mn-ea"/>
                <a:sym typeface="+mn-lt"/>
              </a:endParaRPr>
            </a:p>
          </p:txBody>
        </p:sp>
        <p:sp>
          <p:nvSpPr>
            <p:cNvPr id="49" name="TextBox 48">
              <a:extLst>
                <a:ext uri="{FF2B5EF4-FFF2-40B4-BE49-F238E27FC236}">
                  <a16:creationId xmlns:a16="http://schemas.microsoft.com/office/drawing/2014/main" id="{6DC65ACC-B44E-B180-3FCA-6FFEE5B11026}"/>
                </a:ext>
              </a:extLst>
            </p:cNvPr>
            <p:cNvSpPr txBox="1"/>
            <p:nvPr/>
          </p:nvSpPr>
          <p:spPr>
            <a:xfrm>
              <a:off x="7682956" y="4568128"/>
              <a:ext cx="3969623" cy="180067"/>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100"/>
                </a:spcAft>
                <a:buClrTx/>
                <a:buSzTx/>
                <a:buFontTx/>
                <a:buNone/>
                <a:tabLst/>
                <a:defRPr/>
              </a:pPr>
              <a:r>
                <a:rPr kumimoji="0" sz="1250" b="1" i="0" u="none" strike="noStrike" kern="1200" cap="none" spc="0" normalizeH="0" baseline="0" noProof="0" dirty="0" err="1">
                  <a:ln>
                    <a:noFill/>
                  </a:ln>
                  <a:solidFill>
                    <a:srgbClr val="0E2A47"/>
                  </a:solidFill>
                  <a:effectLst/>
                  <a:uLnTx/>
                  <a:uFillTx/>
                  <a:cs typeface="+mn-ea"/>
                  <a:sym typeface="+mn-lt"/>
                </a:rPr>
                <a:t>SK電訊</a:t>
              </a:r>
              <a:r>
                <a:rPr kumimoji="0" sz="1250" b="1" i="0" u="none" strike="noStrike" kern="1200" cap="none" spc="0" normalizeH="0" baseline="0" noProof="0" dirty="0">
                  <a:ln>
                    <a:noFill/>
                  </a:ln>
                  <a:solidFill>
                    <a:srgbClr val="0E2A47"/>
                  </a:solidFill>
                  <a:effectLst/>
                  <a:uLnTx/>
                  <a:uFillTx/>
                  <a:cs typeface="+mn-ea"/>
                  <a:sym typeface="+mn-lt"/>
                </a:rPr>
                <a:t> SK Telecom</a:t>
              </a:r>
            </a:p>
          </p:txBody>
        </p:sp>
        <p:sp>
          <p:nvSpPr>
            <p:cNvPr id="50" name="TextBox 49">
              <a:extLst>
                <a:ext uri="{FF2B5EF4-FFF2-40B4-BE49-F238E27FC236}">
                  <a16:creationId xmlns:a16="http://schemas.microsoft.com/office/drawing/2014/main" id="{DD00CF5D-00CD-9E2E-B01A-8BACE202276E}"/>
                </a:ext>
              </a:extLst>
            </p:cNvPr>
            <p:cNvSpPr txBox="1"/>
            <p:nvPr/>
          </p:nvSpPr>
          <p:spPr>
            <a:xfrm>
              <a:off x="7682956" y="4822092"/>
              <a:ext cx="3969623" cy="186423"/>
            </a:xfrm>
            <a:prstGeom prst="rect">
              <a:avLst/>
            </a:prstGeom>
            <a:noFill/>
          </p:spPr>
          <p:txBody>
            <a:bodyPr wrap="square" lIns="25400" tIns="12700" rIns="25400" bIns="12700" anchor="ctr">
              <a:spAutoFit/>
            </a:bodyPr>
            <a:lstStyle/>
            <a:p>
              <a:pPr marL="0" marR="0" lvl="0" indent="0" algn="l" defTabSz="457200" rtl="0" eaLnBrk="1" fontAlgn="auto" latinLnBrk="0" hangingPunct="1">
                <a:lnSpc>
                  <a:spcPct val="100000"/>
                </a:lnSpc>
                <a:spcBef>
                  <a:spcPts val="0"/>
                </a:spcBef>
                <a:spcAft>
                  <a:spcPts val="100"/>
                </a:spcAft>
                <a:buClrTx/>
                <a:buSzTx/>
                <a:buFontTx/>
                <a:buNone/>
                <a:tabLst/>
                <a:defRPr/>
              </a:pPr>
              <a:r>
                <a:rPr kumimoji="0" sz="1300" b="1" i="0" u="none" strike="noStrike" kern="1200" cap="none" spc="0" normalizeH="0" baseline="0" noProof="0" dirty="0">
                  <a:ln>
                    <a:noFill/>
                  </a:ln>
                  <a:solidFill>
                    <a:srgbClr val="C8962E"/>
                  </a:solidFill>
                  <a:effectLst/>
                  <a:uLnTx/>
                  <a:uFillTx/>
                  <a:cs typeface="+mn-ea"/>
                  <a:sym typeface="+mn-lt"/>
                </a:rPr>
                <a:t>KRW 1,000萬億　</a:t>
              </a:r>
              <a:r>
                <a:rPr kumimoji="0" sz="950" b="0" i="0" u="none" strike="noStrike" kern="1200" cap="none" spc="0" normalizeH="0" baseline="0" noProof="0" dirty="0" err="1">
                  <a:ln>
                    <a:noFill/>
                  </a:ln>
                  <a:solidFill>
                    <a:srgbClr val="5A6A78"/>
                  </a:solidFill>
                  <a:effectLst/>
                  <a:uLnTx/>
                  <a:uFillTx/>
                  <a:cs typeface="+mn-ea"/>
                  <a:sym typeface="+mn-lt"/>
                </a:rPr>
                <a:t>AI資料中心（含外資</a:t>
              </a:r>
              <a:r>
                <a:rPr kumimoji="0" sz="950" b="0" i="0" u="none" strike="noStrike" kern="1200" cap="none" spc="0" normalizeH="0" baseline="0" noProof="0" dirty="0">
                  <a:ln>
                    <a:noFill/>
                  </a:ln>
                  <a:solidFill>
                    <a:srgbClr val="5A6A78"/>
                  </a:solidFill>
                  <a:effectLst/>
                  <a:uLnTx/>
                  <a:uFillTx/>
                  <a:cs typeface="+mn-ea"/>
                  <a:sym typeface="+mn-lt"/>
                </a:rPr>
                <a:t>）</a:t>
              </a:r>
            </a:p>
          </p:txBody>
        </p:sp>
        <p:sp>
          <p:nvSpPr>
            <p:cNvPr id="51" name="TextBox 50">
              <a:extLst>
                <a:ext uri="{FF2B5EF4-FFF2-40B4-BE49-F238E27FC236}">
                  <a16:creationId xmlns:a16="http://schemas.microsoft.com/office/drawing/2014/main" id="{C41F01A4-1399-094E-4D36-DDBC101D26D6}"/>
                </a:ext>
              </a:extLst>
            </p:cNvPr>
            <p:cNvSpPr txBox="1"/>
            <p:nvPr/>
          </p:nvSpPr>
          <p:spPr>
            <a:xfrm>
              <a:off x="7700837" y="5051912"/>
              <a:ext cx="3933861" cy="298700"/>
            </a:xfrm>
            <a:prstGeom prst="rect">
              <a:avLst/>
            </a:prstGeom>
            <a:noFill/>
          </p:spPr>
          <p:txBody>
            <a:bodyPr wrap="square" lIns="25400" tIns="12700" rIns="25400" bIns="12700" anchor="t">
              <a:spAutoFit/>
            </a:bodyPr>
            <a:lstStyle/>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1" i="0" u="none" strike="noStrike" kern="1200" cap="none" spc="0" normalizeH="0" baseline="0" noProof="0" dirty="0">
                  <a:ln>
                    <a:noFill/>
                  </a:ln>
                  <a:solidFill>
                    <a:srgbClr val="1B888E"/>
                  </a:solidFill>
                  <a:effectLst/>
                  <a:uLnTx/>
                  <a:uFillTx/>
                  <a:cs typeface="+mn-ea"/>
                  <a:sym typeface="+mn-lt"/>
                </a:rPr>
                <a:t>– </a:t>
              </a:r>
              <a:r>
                <a:rPr kumimoji="0" sz="1000" b="0" i="0" u="none" strike="noStrike" kern="1200" cap="none" spc="0" normalizeH="0" baseline="0" noProof="0" dirty="0" err="1">
                  <a:ln>
                    <a:noFill/>
                  </a:ln>
                  <a:solidFill>
                    <a:srgbClr val="222A33"/>
                  </a:solidFill>
                  <a:effectLst/>
                  <a:uLnTx/>
                  <a:uFillTx/>
                  <a:cs typeface="+mn-ea"/>
                  <a:sym typeface="+mn-lt"/>
                </a:rPr>
                <a:t>分階段建設</a:t>
              </a:r>
              <a:r>
                <a:rPr kumimoji="0" sz="1000" b="0" i="0" u="none" strike="noStrike" kern="1200" cap="none" spc="0" normalizeH="0" baseline="0" noProof="0" dirty="0">
                  <a:ln>
                    <a:noFill/>
                  </a:ln>
                  <a:solidFill>
                    <a:srgbClr val="222A33"/>
                  </a:solidFill>
                  <a:effectLst/>
                  <a:uLnTx/>
                  <a:uFillTx/>
                  <a:cs typeface="+mn-ea"/>
                  <a:sym typeface="+mn-lt"/>
                </a:rPr>
                <a:t> 15GW </a:t>
              </a:r>
              <a:r>
                <a:rPr kumimoji="0" sz="1000" b="0" i="0" u="none" strike="noStrike" kern="1200" cap="none" spc="0" normalizeH="0" baseline="0" noProof="0" dirty="0" err="1">
                  <a:ln>
                    <a:noFill/>
                  </a:ln>
                  <a:solidFill>
                    <a:srgbClr val="222A33"/>
                  </a:solidFill>
                  <a:effectLst/>
                  <a:uLnTx/>
                  <a:uFillTx/>
                  <a:cs typeface="+mn-ea"/>
                  <a:sym typeface="+mn-lt"/>
                </a:rPr>
                <a:t>資料中心容量</a:t>
              </a:r>
              <a:endParaRPr kumimoji="0" sz="1000" b="0" i="0" u="none" strike="noStrike" kern="1200" cap="none" spc="0" normalizeH="0" baseline="0" noProof="0" dirty="0">
                <a:ln>
                  <a:noFill/>
                </a:ln>
                <a:solidFill>
                  <a:srgbClr val="222A33"/>
                </a:solidFill>
                <a:effectLst/>
                <a:uLnTx/>
                <a:uFillTx/>
                <a:cs typeface="+mn-ea"/>
                <a:sym typeface="+mn-lt"/>
              </a:endParaRPr>
            </a:p>
            <a:p>
              <a:pPr marL="0" marR="0" lvl="0" indent="0" algn="l" defTabSz="457200" rtl="0" eaLnBrk="1" fontAlgn="auto" latinLnBrk="0" hangingPunct="1">
                <a:lnSpc>
                  <a:spcPct val="100000"/>
                </a:lnSpc>
                <a:spcBef>
                  <a:spcPts val="0"/>
                </a:spcBef>
                <a:spcAft>
                  <a:spcPts val="100"/>
                </a:spcAft>
                <a:buClrTx/>
                <a:buSzTx/>
                <a:buFontTx/>
                <a:buNone/>
                <a:tabLst/>
                <a:defRPr/>
              </a:pPr>
              <a:r>
                <a:rPr kumimoji="0" sz="1050" b="1" i="0" u="none" strike="noStrike" kern="1200" cap="none" spc="0" normalizeH="0" baseline="0" noProof="0" dirty="0">
                  <a:ln>
                    <a:noFill/>
                  </a:ln>
                  <a:solidFill>
                    <a:srgbClr val="1B888E"/>
                  </a:solidFill>
                  <a:effectLst/>
                  <a:uLnTx/>
                  <a:uFillTx/>
                  <a:cs typeface="+mn-ea"/>
                  <a:sym typeface="+mn-lt"/>
                </a:rPr>
                <a:t>– </a:t>
              </a:r>
              <a:r>
                <a:rPr kumimoji="0" sz="1000" b="0" i="0" u="none" strike="noStrike" kern="1200" cap="none" spc="0" normalizeH="0" baseline="0" noProof="0" dirty="0" err="1">
                  <a:ln>
                    <a:noFill/>
                  </a:ln>
                  <a:solidFill>
                    <a:srgbClr val="222A33"/>
                  </a:solidFill>
                  <a:effectLst/>
                  <a:uLnTx/>
                  <a:uFillTx/>
                  <a:cs typeface="+mn-ea"/>
                  <a:sym typeface="+mn-lt"/>
                </a:rPr>
                <a:t>預計動員約</a:t>
              </a:r>
              <a:r>
                <a:rPr kumimoji="0" sz="1000" b="0" i="0" u="none" strike="noStrike" kern="1200" cap="none" spc="0" normalizeH="0" baseline="0" noProof="0" dirty="0">
                  <a:ln>
                    <a:noFill/>
                  </a:ln>
                  <a:solidFill>
                    <a:srgbClr val="222A33"/>
                  </a:solidFill>
                  <a:effectLst/>
                  <a:uLnTx/>
                  <a:uFillTx/>
                  <a:cs typeface="+mn-ea"/>
                  <a:sym typeface="+mn-lt"/>
                </a:rPr>
                <a:t> KRW 1,000萬億投資</a:t>
              </a:r>
            </a:p>
          </p:txBody>
        </p:sp>
        <p:pic>
          <p:nvPicPr>
            <p:cNvPr id="54" name="Picture 53" descr="Samsung Gear IconX - 維基百科，自由的百科全書">
              <a:extLst>
                <a:ext uri="{FF2B5EF4-FFF2-40B4-BE49-F238E27FC236}">
                  <a16:creationId xmlns:a16="http://schemas.microsoft.com/office/drawing/2014/main" id="{8C59A324-1F88-C670-803D-32692664BF95}"/>
                </a:ext>
              </a:extLst>
            </p:cNvPr>
            <p:cNvPicPr>
              <a:picLocks noChangeAspect="1"/>
            </p:cNvPicPr>
            <p:nvPr/>
          </p:nvPicPr>
          <p:blipFill>
            <a:blip r:embed="rId4"/>
            <a:stretch>
              <a:fillRect/>
            </a:stretch>
          </p:blipFill>
          <p:spPr>
            <a:xfrm>
              <a:off x="10810875" y="2521856"/>
              <a:ext cx="651782" cy="217261"/>
            </a:xfrm>
            <a:prstGeom prst="rect">
              <a:avLst/>
            </a:prstGeom>
          </p:spPr>
        </p:pic>
        <p:pic>
          <p:nvPicPr>
            <p:cNvPr id="55" name="Picture 54" descr="SK Hynix - Wikipedia">
              <a:extLst>
                <a:ext uri="{FF2B5EF4-FFF2-40B4-BE49-F238E27FC236}">
                  <a16:creationId xmlns:a16="http://schemas.microsoft.com/office/drawing/2014/main" id="{A2229DF9-F207-EC90-AB76-D399E56A0F04}"/>
                </a:ext>
              </a:extLst>
            </p:cNvPr>
            <p:cNvPicPr>
              <a:picLocks noChangeAspect="1"/>
            </p:cNvPicPr>
            <p:nvPr/>
          </p:nvPicPr>
          <p:blipFill>
            <a:blip r:embed="rId5"/>
            <a:stretch>
              <a:fillRect/>
            </a:stretch>
          </p:blipFill>
          <p:spPr>
            <a:xfrm>
              <a:off x="10687278" y="3635119"/>
              <a:ext cx="849766" cy="449064"/>
            </a:xfrm>
            <a:prstGeom prst="rect">
              <a:avLst/>
            </a:prstGeom>
          </p:spPr>
        </p:pic>
        <p:pic>
          <p:nvPicPr>
            <p:cNvPr id="56" name="Picture 55" descr="SK電訊- 維基百科，自由的百科全書">
              <a:extLst>
                <a:ext uri="{FF2B5EF4-FFF2-40B4-BE49-F238E27FC236}">
                  <a16:creationId xmlns:a16="http://schemas.microsoft.com/office/drawing/2014/main" id="{2FDF1CE7-3C1A-9CCE-2A62-C0054DE18133}"/>
                </a:ext>
              </a:extLst>
            </p:cNvPr>
            <p:cNvPicPr>
              <a:picLocks noChangeAspect="1"/>
            </p:cNvPicPr>
            <p:nvPr/>
          </p:nvPicPr>
          <p:blipFill>
            <a:blip r:embed="rId6"/>
            <a:stretch>
              <a:fillRect/>
            </a:stretch>
          </p:blipFill>
          <p:spPr>
            <a:xfrm>
              <a:off x="10695440" y="4907894"/>
              <a:ext cx="874259" cy="344462"/>
            </a:xfrm>
            <a:prstGeom prst="rect">
              <a:avLst/>
            </a:prstGeom>
          </p:spPr>
        </p:pic>
      </p:grpSp>
      <p:cxnSp>
        <p:nvCxnSpPr>
          <p:cNvPr id="58" name="Straight Connector 57">
            <a:extLst>
              <a:ext uri="{FF2B5EF4-FFF2-40B4-BE49-F238E27FC236}">
                <a16:creationId xmlns:a16="http://schemas.microsoft.com/office/drawing/2014/main" id="{AA7FC697-07D9-9543-2A07-1459B51D9061}"/>
              </a:ext>
            </a:extLst>
          </p:cNvPr>
          <p:cNvCxnSpPr/>
          <p:nvPr/>
        </p:nvCxnSpPr>
        <p:spPr>
          <a:xfrm>
            <a:off x="482600" y="2006600"/>
            <a:ext cx="66802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4755C3BF-5DA5-B568-BB6B-1A80F87A83F7}"/>
              </a:ext>
            </a:extLst>
          </p:cNvPr>
          <p:cNvSpPr txBox="1"/>
          <p:nvPr/>
        </p:nvSpPr>
        <p:spPr>
          <a:xfrm>
            <a:off x="419100" y="1663700"/>
            <a:ext cx="6781800" cy="307777"/>
          </a:xfrm>
          <a:prstGeom prst="rect">
            <a:avLst/>
          </a:prstGeom>
          <a:noFill/>
        </p:spPr>
        <p:txBody>
          <a:bodyPr wrap="square" rtlCol="0">
            <a:spAutoFit/>
          </a:bodyPr>
          <a:lstStyle/>
          <a:p>
            <a:pPr marL="285750" indent="-285750">
              <a:buFont typeface="Wingdings" panose="05000000000000000000" pitchFamily="2" charset="2"/>
              <a:buChar char="Ø"/>
            </a:pPr>
            <a:r>
              <a:rPr lang="zh-CN" altLang="en-US" sz="1400" b="1" dirty="0">
                <a:solidFill>
                  <a:schemeClr val="tx2"/>
                </a:solidFill>
                <a:cs typeface="+mn-ea"/>
                <a:sym typeface="+mn-lt"/>
              </a:rPr>
              <a:t>政府引導（公私合作）</a:t>
            </a:r>
            <a:r>
              <a:rPr lang="en-US" altLang="zh-CN" sz="1400" b="1" dirty="0">
                <a:solidFill>
                  <a:schemeClr val="tx2"/>
                </a:solidFill>
                <a:cs typeface="+mn-ea"/>
                <a:sym typeface="+mn-lt"/>
              </a:rPr>
              <a:t>— “3 </a:t>
            </a:r>
            <a:r>
              <a:rPr lang="en-HK" sz="1400" b="1" dirty="0">
                <a:solidFill>
                  <a:schemeClr val="tx2"/>
                </a:solidFill>
                <a:cs typeface="+mn-ea"/>
                <a:sym typeface="+mn-lt"/>
              </a:rPr>
              <a:t>Mega Projects”</a:t>
            </a:r>
          </a:p>
        </p:txBody>
      </p:sp>
      <p:cxnSp>
        <p:nvCxnSpPr>
          <p:cNvPr id="61" name="Straight Connector 60">
            <a:extLst>
              <a:ext uri="{FF2B5EF4-FFF2-40B4-BE49-F238E27FC236}">
                <a16:creationId xmlns:a16="http://schemas.microsoft.com/office/drawing/2014/main" id="{86ADC23A-C67F-C9B1-6E27-CD6C1748E0CE}"/>
              </a:ext>
            </a:extLst>
          </p:cNvPr>
          <p:cNvCxnSpPr>
            <a:cxnSpLocks/>
          </p:cNvCxnSpPr>
          <p:nvPr/>
        </p:nvCxnSpPr>
        <p:spPr>
          <a:xfrm>
            <a:off x="7569200" y="1981200"/>
            <a:ext cx="4229100" cy="0"/>
          </a:xfrm>
          <a:prstGeom prst="line">
            <a:avLst/>
          </a:prstGeom>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6FC76D8E-6779-9C64-5C8D-FF159EAA386C}"/>
              </a:ext>
            </a:extLst>
          </p:cNvPr>
          <p:cNvSpPr txBox="1"/>
          <p:nvPr/>
        </p:nvSpPr>
        <p:spPr>
          <a:xfrm>
            <a:off x="7429500" y="1676400"/>
            <a:ext cx="6781800" cy="307777"/>
          </a:xfrm>
          <a:prstGeom prst="rect">
            <a:avLst/>
          </a:prstGeom>
          <a:noFill/>
        </p:spPr>
        <p:txBody>
          <a:bodyPr wrap="square" rtlCol="0">
            <a:spAutoFit/>
          </a:bodyPr>
          <a:lstStyle/>
          <a:p>
            <a:pPr marL="285750" indent="-285750">
              <a:buFont typeface="Wingdings" panose="05000000000000000000" pitchFamily="2" charset="2"/>
              <a:buChar char="Ø"/>
            </a:pPr>
            <a:r>
              <a:rPr lang="zh-CN" altLang="en-US" sz="1400" b="1" dirty="0">
                <a:solidFill>
                  <a:schemeClr val="tx2"/>
                </a:solidFill>
                <a:cs typeface="+mn-ea"/>
                <a:sym typeface="+mn-lt"/>
              </a:rPr>
              <a:t>民間投入（財閥長期規劃）</a:t>
            </a:r>
            <a:r>
              <a:rPr lang="en-US" altLang="zh-CN" sz="1400" b="1" dirty="0">
                <a:solidFill>
                  <a:schemeClr val="tx2"/>
                </a:solidFill>
                <a:cs typeface="+mn-ea"/>
                <a:sym typeface="+mn-lt"/>
              </a:rPr>
              <a:t>-</a:t>
            </a:r>
            <a:r>
              <a:rPr lang="zh-CN" altLang="en-US" sz="1400" b="1" dirty="0">
                <a:solidFill>
                  <a:schemeClr val="tx2"/>
                </a:solidFill>
                <a:cs typeface="+mn-ea"/>
                <a:sym typeface="+mn-lt"/>
              </a:rPr>
              <a:t>合計</a:t>
            </a:r>
            <a:r>
              <a:rPr lang="en-US" altLang="zh-CN" sz="1400" b="1" dirty="0">
                <a:solidFill>
                  <a:schemeClr val="tx2"/>
                </a:solidFill>
                <a:cs typeface="+mn-ea"/>
                <a:sym typeface="+mn-lt"/>
              </a:rPr>
              <a:t>4755</a:t>
            </a:r>
            <a:r>
              <a:rPr lang="zh-CN" altLang="en-US" sz="1400" b="1" dirty="0">
                <a:solidFill>
                  <a:schemeClr val="tx2"/>
                </a:solidFill>
                <a:cs typeface="+mn-ea"/>
                <a:sym typeface="+mn-lt"/>
              </a:rPr>
              <a:t>萬億韓元</a:t>
            </a:r>
          </a:p>
        </p:txBody>
      </p:sp>
    </p:spTree>
    <p:extLst>
      <p:ext uri="{BB962C8B-B14F-4D97-AF65-F5344CB8AC3E}">
        <p14:creationId xmlns:p14="http://schemas.microsoft.com/office/powerpoint/2010/main" val="33696975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E3484-52E9-2275-ABDB-ED09FB6AC519}"/>
            </a:ext>
          </a:extLst>
        </p:cNvPr>
        <p:cNvGrpSpPr/>
        <p:nvPr/>
      </p:nvGrpSpPr>
      <p:grpSpPr>
        <a:xfrm>
          <a:off x="0" y="0"/>
          <a:ext cx="0" cy="0"/>
          <a:chOff x="0" y="0"/>
          <a:chExt cx="0" cy="0"/>
        </a:xfrm>
      </p:grpSpPr>
      <p:sp>
        <p:nvSpPr>
          <p:cNvPr id="22" name="TextBox 21">
            <a:extLst>
              <a:ext uri="{FF2B5EF4-FFF2-40B4-BE49-F238E27FC236}">
                <a16:creationId xmlns:a16="http://schemas.microsoft.com/office/drawing/2014/main" id="{9A981D8E-2EB4-9247-F140-1113A7117730}"/>
              </a:ext>
            </a:extLst>
          </p:cNvPr>
          <p:cNvSpPr txBox="1"/>
          <p:nvPr/>
        </p:nvSpPr>
        <p:spPr>
          <a:xfrm>
            <a:off x="715945" y="1229710"/>
            <a:ext cx="11259574" cy="830997"/>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zh-CN" altLang="en-US" sz="1200" b="0"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rPr>
              <a:t>韓國折價源于長期公司治理缺陷、財閥結構與股東回報偏低，壓制了韓國股市的估值水平，</a:t>
            </a:r>
            <a:r>
              <a:rPr kumimoji="0" lang="en-HK" altLang="zh-CN" sz="1200" b="0"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rPr>
              <a:t>2025</a:t>
            </a:r>
            <a:r>
              <a:rPr kumimoji="0" lang="zh-CN" altLang="en-US" sz="1200" b="0"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rPr>
              <a:t>年以來李在明總統提出“企業價值提升計劃”與</a:t>
            </a:r>
            <a:r>
              <a:rPr kumimoji="0" lang="zh-CN" altLang="en-US" sz="12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rPr>
              <a:t>商法修訂</a:t>
            </a:r>
            <a:r>
              <a:rPr kumimoji="0" lang="zh-CN" altLang="en-US" sz="1200" b="0"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rPr>
              <a:t>等改革等多項政府改革措施，</a:t>
            </a:r>
            <a:r>
              <a:rPr kumimoji="0" lang="zh-CN" alt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rPr>
              <a:t>折價正在逐步收窄。</a:t>
            </a:r>
            <a:endParaRPr lang="en-US" altLang="zh-CN" sz="1200" b="1" dirty="0">
              <a:solidFill>
                <a:srgbClr val="2660AD"/>
              </a:solidFill>
              <a:latin typeface="微软雅黑" panose="020B0503020204020204" pitchFamily="34" charset="-122"/>
              <a:ea typeface="微软雅黑" panose="020B0503020204020204" pitchFamily="34" charset="-122"/>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zh-CN" alt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rPr>
              <a:t>但韓國估值依舊便宜，</a:t>
            </a:r>
            <a:r>
              <a:rPr kumimoji="0" lang="zh-TW" alt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rPr>
              <a:t>當前 </a:t>
            </a:r>
            <a:r>
              <a:rPr kumimoji="0" lang="en-US" altLang="zh-TW"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rPr>
              <a:t>KOSPI </a:t>
            </a:r>
            <a:r>
              <a:rPr kumimoji="0" lang="zh-TW" alt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rPr>
              <a:t>遠期 </a:t>
            </a:r>
            <a:r>
              <a:rPr kumimoji="0" lang="en-US" altLang="zh-TW"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rPr>
              <a:t>PE </a:t>
            </a:r>
            <a:r>
              <a:rPr kumimoji="0" lang="zh-TW" alt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rPr>
              <a:t>僅 </a:t>
            </a:r>
            <a:r>
              <a:rPr kumimoji="0" lang="en-US" altLang="zh-TW"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rPr>
              <a:t>7.5–8.2 </a:t>
            </a:r>
            <a:r>
              <a:rPr kumimoji="0" lang="zh-TW" alt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rPr>
              <a:t>倍，相對新興市場折價 </a:t>
            </a:r>
            <a:r>
              <a:rPr kumimoji="0" lang="en-US" altLang="zh-TW"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rPr>
              <a:t>21%</a:t>
            </a:r>
            <a:r>
              <a:rPr kumimoji="0" lang="zh-TW" alt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rPr>
              <a:t>、</a:t>
            </a:r>
            <a:r>
              <a:rPr kumimoji="0" lang="zh-CN" alt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rPr>
              <a:t>發達</a:t>
            </a:r>
            <a:r>
              <a:rPr kumimoji="0" lang="zh-TW" alt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rPr>
              <a:t>市場折價 </a:t>
            </a:r>
            <a:r>
              <a:rPr kumimoji="0" lang="en-US" altLang="zh-TW"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rPr>
              <a:t>47%</a:t>
            </a:r>
            <a:r>
              <a:rPr kumimoji="0" lang="zh-CN" alt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rPr>
              <a:t>。</a:t>
            </a:r>
            <a:r>
              <a:rPr kumimoji="0" lang="zh-CN" altLang="en-US" sz="1200" b="0"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rPr>
              <a:t>主要系估值修復速度趕不上强勁的業績增長能力。</a:t>
            </a:r>
            <a:endParaRPr lang="en-US" altLang="zh-CN" sz="1200" dirty="0">
              <a:solidFill>
                <a:srgbClr val="515052"/>
              </a:solidFill>
              <a:latin typeface="微软雅黑" panose="020B0503020204020204" pitchFamily="34" charset="-122"/>
              <a:ea typeface="微软雅黑" panose="020B0503020204020204" pitchFamily="34" charset="-122"/>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zh-CN" alt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rPr>
              <a:t>未來估值提升仍有期待。</a:t>
            </a:r>
            <a:r>
              <a:rPr kumimoji="0" lang="en-US" altLang="zh-CN" sz="1200" b="0"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rPr>
              <a:t>SK </a:t>
            </a:r>
            <a:r>
              <a:rPr kumimoji="0" lang="zh-CN" altLang="en-US" sz="1200" b="0"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rPr>
              <a:t>海力士于 </a:t>
            </a:r>
            <a:r>
              <a:rPr kumimoji="0" lang="en-US" altLang="zh-CN" sz="1200" b="0"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rPr>
              <a:t>7 </a:t>
            </a:r>
            <a:r>
              <a:rPr kumimoji="0" lang="zh-CN" altLang="en-US" sz="1200" b="0"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rPr>
              <a:t>月 </a:t>
            </a:r>
            <a:r>
              <a:rPr kumimoji="0" lang="en-US" altLang="zh-CN" sz="1200" b="0"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rPr>
              <a:t>10 </a:t>
            </a:r>
            <a:r>
              <a:rPr kumimoji="0" lang="zh-CN" altLang="en-US" sz="1200" b="0"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rPr>
              <a:t>日在納斯達克挂牌交易。有望</a:t>
            </a:r>
            <a:r>
              <a:rPr kumimoji="0" lang="zh-TW" altLang="en-US" sz="1200" b="0"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rPr>
              <a:t>縮小與美國龍頭美的估值差距，實現現有估值重塑。</a:t>
            </a:r>
            <a:endParaRPr kumimoji="0" lang="en-HK" altLang="zh-CN"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endParaRPr>
          </a:p>
        </p:txBody>
      </p:sp>
      <p:sp>
        <p:nvSpPr>
          <p:cNvPr id="10" name="TextBox 9">
            <a:extLst>
              <a:ext uri="{FF2B5EF4-FFF2-40B4-BE49-F238E27FC236}">
                <a16:creationId xmlns:a16="http://schemas.microsoft.com/office/drawing/2014/main" id="{735B123A-2BA1-852E-E4EF-CAD9EE635284}"/>
              </a:ext>
            </a:extLst>
          </p:cNvPr>
          <p:cNvSpPr txBox="1"/>
          <p:nvPr/>
        </p:nvSpPr>
        <p:spPr>
          <a:xfrm>
            <a:off x="884851" y="878322"/>
            <a:ext cx="6996654"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rPr>
              <a:t>折價收窄但仍是最便宜市場之一</a:t>
            </a:r>
            <a:endParaRPr kumimoji="0" lang="en-US" altLang="zh-CN" sz="14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endParaRPr>
          </a:p>
        </p:txBody>
      </p:sp>
      <p:sp>
        <p:nvSpPr>
          <p:cNvPr id="7" name="TextBox 6">
            <a:extLst>
              <a:ext uri="{FF2B5EF4-FFF2-40B4-BE49-F238E27FC236}">
                <a16:creationId xmlns:a16="http://schemas.microsoft.com/office/drawing/2014/main" id="{C3EF2560-E184-0F27-5D60-F89FD408873E}"/>
              </a:ext>
            </a:extLst>
          </p:cNvPr>
          <p:cNvSpPr txBox="1"/>
          <p:nvPr/>
        </p:nvSpPr>
        <p:spPr>
          <a:xfrm>
            <a:off x="1186493" y="2560094"/>
            <a:ext cx="4446904"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rPr>
              <a:t>韓國</a:t>
            </a:r>
            <a:r>
              <a:rPr kumimoji="0" lang="en-US" altLang="zh-CN"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rPr>
              <a:t>KOSPI</a:t>
            </a:r>
            <a:r>
              <a:rPr kumimoji="0" lang="zh-CN" alt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rPr>
              <a:t>的前瞻市盈率近期已跌至低點</a:t>
            </a:r>
            <a:endParaRPr kumimoji="0" lang="en-US" altLang="zh-CN"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rPr>
              <a:t>KOSPI12</a:t>
            </a:r>
            <a:r>
              <a:rPr kumimoji="0" lang="zh-CN" altLang="en-US" sz="1200" b="0"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rPr>
              <a:t>個月前瞻市盈率</a:t>
            </a:r>
            <a:r>
              <a:rPr kumimoji="0" lang="en-US" sz="1200" b="0"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rPr>
              <a:t>^</a:t>
            </a:r>
          </a:p>
        </p:txBody>
      </p:sp>
      <p:sp>
        <p:nvSpPr>
          <p:cNvPr id="17" name="TextBox 16">
            <a:extLst>
              <a:ext uri="{FF2B5EF4-FFF2-40B4-BE49-F238E27FC236}">
                <a16:creationId xmlns:a16="http://schemas.microsoft.com/office/drawing/2014/main" id="{555D7343-7BBC-0EDC-F9A5-20164F178336}"/>
              </a:ext>
            </a:extLst>
          </p:cNvPr>
          <p:cNvSpPr txBox="1"/>
          <p:nvPr/>
        </p:nvSpPr>
        <p:spPr>
          <a:xfrm>
            <a:off x="5874507" y="2551197"/>
            <a:ext cx="5472255"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rPr>
              <a:t>雖然經歷</a:t>
            </a:r>
            <a:r>
              <a:rPr kumimoji="0" lang="en-US" altLang="zh-CN"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rPr>
              <a:t>2025</a:t>
            </a:r>
            <a:r>
              <a:rPr kumimoji="0" lang="zh-CN" altLang="en-US"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rPr>
              <a:t>年的估值上修，但韓股相對于其他市場仍存在折價</a:t>
            </a:r>
            <a:endParaRPr kumimoji="0" lang="en-US" altLang="zh-CN"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rPr>
              <a:t>韓股對比其他市場的市淨率折價</a:t>
            </a:r>
            <a:r>
              <a:rPr kumimoji="0" lang="en-US" sz="1200" b="0"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rPr>
              <a:t>^</a:t>
            </a:r>
            <a:endParaRPr kumimoji="0" lang="en-US" sz="1200" b="0"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endParaRPr>
          </a:p>
        </p:txBody>
      </p:sp>
      <p:sp>
        <p:nvSpPr>
          <p:cNvPr id="44" name="TextBox 43"/>
          <p:cNvSpPr txBox="1"/>
          <p:nvPr/>
        </p:nvSpPr>
        <p:spPr>
          <a:xfrm>
            <a:off x="457200" y="6263640"/>
            <a:ext cx="1097280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rPr>
              <a:t>資料來源：^Quantwise, MSCI，FactSet，高盛研究。</a:t>
            </a:r>
          </a:p>
        </p:txBody>
      </p:sp>
      <p:sp>
        <p:nvSpPr>
          <p:cNvPr id="46" name="TextBox 45"/>
          <p:cNvSpPr txBox="1"/>
          <p:nvPr/>
        </p:nvSpPr>
        <p:spPr>
          <a:xfrm>
            <a:off x="722376" y="411480"/>
            <a:ext cx="1097280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800" b="1" i="0" u="none" strike="noStrike" kern="1200" cap="none" spc="0" normalizeH="0" baseline="0" noProof="0" dirty="0">
                <a:ln>
                  <a:noFill/>
                </a:ln>
                <a:solidFill>
                  <a:srgbClr val="306AB2"/>
                </a:solidFill>
                <a:effectLst/>
                <a:uLnTx/>
                <a:uFillTx/>
                <a:latin typeface="Calibri"/>
                <a:ea typeface="微软雅黑"/>
              </a:rPr>
              <a:t>“</a:t>
            </a:r>
            <a:r>
              <a:rPr kumimoji="0" sz="2800" b="1" i="0" u="none" strike="noStrike" kern="1200" cap="none" spc="0" normalizeH="0" baseline="0" noProof="0" dirty="0" err="1">
                <a:ln>
                  <a:noFill/>
                </a:ln>
                <a:solidFill>
                  <a:srgbClr val="306AB2"/>
                </a:solidFill>
                <a:effectLst/>
                <a:uLnTx/>
                <a:uFillTx/>
                <a:latin typeface="Calibri"/>
                <a:ea typeface="微软雅黑"/>
              </a:rPr>
              <a:t>韓國折價</a:t>
            </a:r>
            <a:r>
              <a:rPr kumimoji="0" sz="2800" b="1" i="0" u="none" strike="noStrike" kern="1200" cap="none" spc="0" normalizeH="0" baseline="0" noProof="0" dirty="0">
                <a:ln>
                  <a:noFill/>
                </a:ln>
                <a:solidFill>
                  <a:srgbClr val="306AB2"/>
                </a:solidFill>
                <a:effectLst/>
                <a:uLnTx/>
                <a:uFillTx/>
                <a:latin typeface="Calibri"/>
                <a:ea typeface="微软雅黑"/>
              </a:rPr>
              <a:t>”</a:t>
            </a:r>
            <a:r>
              <a:rPr lang="zh-CN" altLang="en-US" sz="2800" b="1" dirty="0">
                <a:solidFill>
                  <a:srgbClr val="306AB2"/>
                </a:solidFill>
                <a:latin typeface="Calibri"/>
                <a:ea typeface="微软雅黑"/>
              </a:rPr>
              <a:t>仍</a:t>
            </a:r>
            <a:r>
              <a:rPr kumimoji="0" sz="2800" b="1" i="0" u="none" strike="noStrike" kern="1200" cap="none" spc="0" normalizeH="0" baseline="0" noProof="0" dirty="0">
                <a:ln>
                  <a:noFill/>
                </a:ln>
                <a:solidFill>
                  <a:srgbClr val="306AB2"/>
                </a:solidFill>
                <a:effectLst/>
                <a:uLnTx/>
                <a:uFillTx/>
                <a:latin typeface="Calibri"/>
                <a:ea typeface="微软雅黑"/>
              </a:rPr>
              <a:t>在</a:t>
            </a:r>
            <a:r>
              <a:rPr kumimoji="0" lang="zh-CN" altLang="en-US" sz="2800" b="1" i="0" u="none" strike="noStrike" kern="1200" cap="none" spc="0" normalizeH="0" baseline="0" noProof="0" dirty="0">
                <a:ln>
                  <a:noFill/>
                </a:ln>
                <a:solidFill>
                  <a:srgbClr val="306AB2"/>
                </a:solidFill>
                <a:effectLst/>
                <a:uLnTx/>
                <a:uFillTx/>
                <a:latin typeface="Calibri"/>
                <a:ea typeface="微软雅黑"/>
              </a:rPr>
              <a:t>持續</a:t>
            </a:r>
            <a:r>
              <a:rPr kumimoji="0" sz="2800" b="1" i="0" u="none" strike="noStrike" kern="1200" cap="none" spc="0" normalizeH="0" baseline="0" noProof="0" dirty="0" err="1">
                <a:ln>
                  <a:noFill/>
                </a:ln>
                <a:solidFill>
                  <a:srgbClr val="306AB2"/>
                </a:solidFill>
                <a:effectLst/>
                <a:uLnTx/>
                <a:uFillTx/>
                <a:latin typeface="Calibri"/>
                <a:ea typeface="微软雅黑"/>
              </a:rPr>
              <a:t>改善</a:t>
            </a:r>
            <a:endParaRPr kumimoji="0" sz="2800" b="1" i="0" u="none" strike="noStrike" kern="1200" cap="none" spc="0" normalizeH="0" baseline="0" noProof="0" dirty="0">
              <a:ln>
                <a:noFill/>
              </a:ln>
              <a:solidFill>
                <a:srgbClr val="306AB2"/>
              </a:solidFill>
              <a:effectLst/>
              <a:uLnTx/>
              <a:uFillTx/>
              <a:latin typeface="Calibri"/>
              <a:ea typeface="微软雅黑"/>
            </a:endParaRPr>
          </a:p>
        </p:txBody>
      </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47" name="LogoPic" descr="image.png"/>
          <p:cNvPicPr>
            <a:picLocks noChangeAspect="1"/>
          </p:cNvPicPr>
          <p:nvPr/>
        </p:nvPicPr>
        <p:blipFill rotWithShape="1">
          <a:blip r:embed="rId2"/>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1BF77F58-AC0C-4FBF-933C-E391A5857D83}" type="slidenum">
              <a:rPr lang="en-US" sz="1000" dirty="0">
                <a:solidFill>
                  <a:srgbClr val="FFFFFF"/>
                </a:solidFill>
                <a:latin typeface="Calibri"/>
                <a:ea typeface="微软雅黑"/>
              </a:rPr>
              <a:t>23</a:t>
            </a:fld>
            <a:endParaRPr lang="en-US" sz="1000" dirty="0">
              <a:solidFill>
                <a:srgbClr val="FFFFFF"/>
              </a:solidFill>
              <a:latin typeface="Calibri"/>
              <a:ea typeface="微软雅黑"/>
            </a:endParaRPr>
          </a:p>
        </p:txBody>
      </p:sp>
      <p:pic>
        <p:nvPicPr>
          <p:cNvPr id="3" name="图片 2">
            <a:extLst>
              <a:ext uri="{FF2B5EF4-FFF2-40B4-BE49-F238E27FC236}">
                <a16:creationId xmlns:a16="http://schemas.microsoft.com/office/drawing/2014/main" id="{A7AC8DC4-99E8-534E-61F3-25F4CD53681E}"/>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822284" y="2977400"/>
            <a:ext cx="5016793" cy="3002278"/>
          </a:xfrm>
          <a:prstGeom prst="rect">
            <a:avLst/>
          </a:prstGeom>
        </p:spPr>
      </p:pic>
      <p:pic>
        <p:nvPicPr>
          <p:cNvPr id="4" name="图片 3">
            <a:extLst>
              <a:ext uri="{FF2B5EF4-FFF2-40B4-BE49-F238E27FC236}">
                <a16:creationId xmlns:a16="http://schemas.microsoft.com/office/drawing/2014/main" id="{27ED6527-65DC-4FF4-33E4-E6B52DA4D71E}"/>
              </a:ext>
            </a:extLst>
          </p:cNvPr>
          <p:cNvPicPr>
            <a:picLocks noChangeAspect="1"/>
          </p:cNvPicPr>
          <p:nvPr/>
        </p:nvPicPr>
        <p:blipFill>
          <a:blip r:embed="rId4"/>
          <a:stretch>
            <a:fillRect/>
          </a:stretch>
        </p:blipFill>
        <p:spPr>
          <a:xfrm>
            <a:off x="6054696" y="2987338"/>
            <a:ext cx="5315020" cy="3051851"/>
          </a:xfrm>
          <a:prstGeom prst="rect">
            <a:avLst/>
          </a:prstGeom>
        </p:spPr>
      </p:pic>
    </p:spTree>
    <p:extLst>
      <p:ext uri="{BB962C8B-B14F-4D97-AF65-F5344CB8AC3E}">
        <p14:creationId xmlns:p14="http://schemas.microsoft.com/office/powerpoint/2010/main" val="14934763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624C7-BD12-F5D0-5264-1C38BCFCBDC2}"/>
            </a:ext>
          </a:extLst>
        </p:cNvPr>
        <p:cNvGrpSpPr/>
        <p:nvPr/>
      </p:nvGrpSpPr>
      <p:grpSpPr>
        <a:xfrm>
          <a:off x="0" y="0"/>
          <a:ext cx="0" cy="0"/>
          <a:chOff x="0" y="0"/>
          <a:chExt cx="0" cy="0"/>
        </a:xfrm>
      </p:grpSpPr>
      <p:sp>
        <p:nvSpPr>
          <p:cNvPr id="43" name="Slide Number Placeholder 1">
            <a:extLst>
              <a:ext uri="{FF2B5EF4-FFF2-40B4-BE49-F238E27FC236}">
                <a16:creationId xmlns:a16="http://schemas.microsoft.com/office/drawing/2014/main" id="{458A586C-8648-413A-FADF-189348968257}"/>
              </a:ext>
            </a:extLst>
          </p:cNvPr>
          <p:cNvSpPr txBox="1">
            <a:spLocks/>
          </p:cNvSpPr>
          <p:nvPr/>
        </p:nvSpPr>
        <p:spPr>
          <a:xfrm>
            <a:off x="9864483" y="6100798"/>
            <a:ext cx="388620" cy="197435"/>
          </a:xfrm>
          <a:prstGeom prst="rect">
            <a:avLst/>
          </a:prstGeom>
        </p:spPr>
        <p:txBody>
          <a:bodyPr anchor="ctr" anchorCtr="0"/>
          <a:lstStyle>
            <a:defPPr>
              <a:defRPr lang="en-US"/>
            </a:defPPr>
            <a:lvl1pPr marL="0" algn="ctr" defTabSz="914400" rtl="0" eaLnBrk="1" latinLnBrk="0" hangingPunct="1">
              <a:defRPr sz="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16938FB6-C46F-4F26-812A-AF28196EF3CF}" type="slidenum">
              <a:rPr kumimoji="0" lang="en-US" sz="800" b="0" i="0" u="none" strike="noStrike" kern="1200" cap="none" spc="0" normalizeH="0" baseline="0" noProof="0" smtClean="0">
                <a:ln>
                  <a:noFill/>
                </a:ln>
                <a:solidFill>
                  <a:srgbClr val="FFFFFF"/>
                </a:solidFill>
                <a:effectLst/>
                <a:uLnTx/>
                <a:uFillTx/>
                <a:cs typeface="+mn-ea"/>
                <a:sym typeface="+mn-lt"/>
              </a:rPr>
              <a:pPr marL="0" marR="0" lvl="0" indent="0" algn="ctr" defTabSz="914400" rtl="0" eaLnBrk="1" fontAlgn="auto" latinLnBrk="0" hangingPunct="1">
                <a:lnSpc>
                  <a:spcPct val="100000"/>
                </a:lnSpc>
                <a:spcBef>
                  <a:spcPts val="0"/>
                </a:spcBef>
                <a:spcAft>
                  <a:spcPts val="0"/>
                </a:spcAft>
                <a:buClrTx/>
                <a:buSzTx/>
                <a:buFontTx/>
                <a:buNone/>
                <a:tabLst/>
                <a:defRPr/>
              </a:pPr>
              <a:t>24</a:t>
            </a:fld>
            <a:endParaRPr kumimoji="0" lang="en-US" sz="800" b="0" i="0" u="none" strike="noStrike" kern="1200" cap="none" spc="0" normalizeH="0" baseline="0" noProof="0">
              <a:ln>
                <a:noFill/>
              </a:ln>
              <a:solidFill>
                <a:srgbClr val="FFFFFF"/>
              </a:solidFill>
              <a:effectLst/>
              <a:uLnTx/>
              <a:uFillTx/>
              <a:cs typeface="+mn-ea"/>
              <a:sym typeface="+mn-lt"/>
            </a:endParaRPr>
          </a:p>
        </p:txBody>
      </p:sp>
      <p:sp>
        <p:nvSpPr>
          <p:cNvPr id="2" name="Slide Number Placeholder 1">
            <a:extLst>
              <a:ext uri="{FF2B5EF4-FFF2-40B4-BE49-F238E27FC236}">
                <a16:creationId xmlns:a16="http://schemas.microsoft.com/office/drawing/2014/main" id="{DC3AE711-5512-5785-FAA4-C2BE8339E20E}"/>
              </a:ext>
            </a:extLst>
          </p:cNvPr>
          <p:cNvSpPr txBox="1">
            <a:spLocks/>
          </p:cNvSpPr>
          <p:nvPr/>
        </p:nvSpPr>
        <p:spPr>
          <a:xfrm>
            <a:off x="9296905" y="6557574"/>
            <a:ext cx="2743200" cy="276999"/>
          </a:xfrm>
          <a:prstGeom prst="rect">
            <a:avLst/>
          </a:prstGeom>
        </p:spPr>
        <p:txBody>
          <a:bodyPr/>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CC7D48C0-AA79-46F3-BF6F-F82B468F2D98}" type="slidenum">
              <a:rPr kumimoji="0" lang="en-US" sz="1000" b="0" i="0" u="none" strike="noStrike" kern="1200" cap="none" spc="0" normalizeH="0" baseline="0" noProof="0" smtClean="0">
                <a:ln>
                  <a:noFill/>
                </a:ln>
                <a:solidFill>
                  <a:prstClr val="white"/>
                </a:solidFill>
                <a:effectLst/>
                <a:uLnTx/>
                <a:uFillTx/>
                <a:cs typeface="+mn-ea"/>
                <a:sym typeface="+mn-lt"/>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000" b="0" i="0" u="none" strike="noStrike" kern="1200" cap="none" spc="0" normalizeH="0" baseline="0" noProof="0" dirty="0">
              <a:ln>
                <a:noFill/>
              </a:ln>
              <a:solidFill>
                <a:prstClr val="white"/>
              </a:solidFill>
              <a:effectLst/>
              <a:uLnTx/>
              <a:uFillTx/>
              <a:cs typeface="+mn-ea"/>
              <a:sym typeface="+mn-lt"/>
            </a:endParaRPr>
          </a:p>
        </p:txBody>
      </p:sp>
      <p:pic>
        <p:nvPicPr>
          <p:cNvPr id="13" name="Picture 12" descr="Logo  Description automatically generated">
            <a:extLst>
              <a:ext uri="{FF2B5EF4-FFF2-40B4-BE49-F238E27FC236}">
                <a16:creationId xmlns:a16="http://schemas.microsoft.com/office/drawing/2014/main" id="{BDC5C885-4144-3FA7-AEC2-3A8E300B60DF}"/>
              </a:ext>
            </a:extLst>
          </p:cNvPr>
          <p:cNvPicPr>
            <a:picLocks noChangeAspect="1"/>
          </p:cNvPicPr>
          <p:nvPr/>
        </p:nvPicPr>
        <p:blipFill rotWithShape="1">
          <a:blip r:embed="rId2" cstate="hqprint">
            <a:extLst>
              <a:ext uri="{28A0092B-C50C-407E-A947-70E740481C1C}">
                <a14:useLocalDpi xmlns:a14="http://schemas.microsoft.com/office/drawing/2010/main" val="0"/>
              </a:ext>
            </a:extLst>
          </a:blip>
          <a:srcRect r="76699"/>
          <a:stretch/>
        </p:blipFill>
        <p:spPr>
          <a:xfrm>
            <a:off x="11468126" y="6562572"/>
            <a:ext cx="242570" cy="255578"/>
          </a:xfrm>
          <a:prstGeom prst="rect">
            <a:avLst/>
          </a:prstGeom>
        </p:spPr>
      </p:pic>
      <p:sp>
        <p:nvSpPr>
          <p:cNvPr id="9" name="TextBox 8">
            <a:extLst>
              <a:ext uri="{FF2B5EF4-FFF2-40B4-BE49-F238E27FC236}">
                <a16:creationId xmlns:a16="http://schemas.microsoft.com/office/drawing/2014/main" id="{7D9C8DF1-F424-731A-5233-45AF4806E11E}"/>
              </a:ext>
            </a:extLst>
          </p:cNvPr>
          <p:cNvSpPr txBox="1"/>
          <p:nvPr/>
        </p:nvSpPr>
        <p:spPr>
          <a:xfrm>
            <a:off x="780531" y="1057198"/>
            <a:ext cx="11259574" cy="307777"/>
          </a:xfrm>
          <a:prstGeom prst="rect">
            <a:avLst/>
          </a:prstGeom>
          <a:noFill/>
        </p:spPr>
        <p:txBody>
          <a:bodyPr wrap="square">
            <a:spAutoFit/>
          </a:bodyPr>
          <a:lstStyle/>
          <a:p>
            <a:pPr marL="285750" lvl="0" indent="-285750">
              <a:buFont typeface="Wingdings" panose="05000000000000000000" pitchFamily="2" charset="2"/>
              <a:buChar char="§"/>
              <a:defRPr/>
            </a:pPr>
            <a:r>
              <a:rPr kumimoji="0" lang="zh-TW" altLang="en-US" sz="1400" b="0" i="0" u="none" strike="noStrike" kern="1200" cap="none" spc="0" normalizeH="0" baseline="0" noProof="0" dirty="0">
                <a:ln>
                  <a:noFill/>
                </a:ln>
                <a:solidFill>
                  <a:srgbClr val="515052"/>
                </a:solidFill>
                <a:effectLst/>
                <a:uLnTx/>
                <a:uFillTx/>
                <a:cs typeface="+mn-ea"/>
                <a:sym typeface="+mn-lt"/>
              </a:rPr>
              <a:t>李在明政府於</a:t>
            </a:r>
            <a:r>
              <a:rPr kumimoji="0" lang="en-US" altLang="zh-TW" sz="1400" b="0" i="0" u="none" strike="noStrike" kern="1200" cap="none" spc="0" normalizeH="0" baseline="0" noProof="0" dirty="0">
                <a:ln>
                  <a:noFill/>
                </a:ln>
                <a:solidFill>
                  <a:srgbClr val="515052"/>
                </a:solidFill>
                <a:effectLst/>
                <a:uLnTx/>
                <a:uFillTx/>
                <a:cs typeface="+mn-ea"/>
                <a:sym typeface="+mn-lt"/>
              </a:rPr>
              <a:t>2025</a:t>
            </a:r>
            <a:r>
              <a:rPr kumimoji="0" lang="zh-TW" altLang="en-US" sz="1400" b="0" i="0" u="none" strike="noStrike" kern="1200" cap="none" spc="0" normalizeH="0" baseline="0" noProof="0" dirty="0">
                <a:ln>
                  <a:noFill/>
                </a:ln>
                <a:solidFill>
                  <a:srgbClr val="515052"/>
                </a:solidFill>
                <a:effectLst/>
                <a:uLnTx/>
                <a:uFillTx/>
                <a:cs typeface="+mn-ea"/>
                <a:sym typeface="+mn-lt"/>
              </a:rPr>
              <a:t>年</a:t>
            </a:r>
            <a:r>
              <a:rPr kumimoji="0" lang="en-US" altLang="zh-TW" sz="1400" b="0" i="0" u="none" strike="noStrike" kern="1200" cap="none" spc="0" normalizeH="0" baseline="0" noProof="0" dirty="0">
                <a:ln>
                  <a:noFill/>
                </a:ln>
                <a:solidFill>
                  <a:srgbClr val="515052"/>
                </a:solidFill>
                <a:effectLst/>
                <a:uLnTx/>
                <a:uFillTx/>
                <a:cs typeface="+mn-ea"/>
                <a:sym typeface="+mn-lt"/>
              </a:rPr>
              <a:t>6</a:t>
            </a:r>
            <a:r>
              <a:rPr kumimoji="0" lang="zh-TW" altLang="en-US" sz="1400" b="0" i="0" u="none" strike="noStrike" kern="1200" cap="none" spc="0" normalizeH="0" baseline="0" noProof="0" dirty="0">
                <a:ln>
                  <a:noFill/>
                </a:ln>
                <a:solidFill>
                  <a:srgbClr val="515052"/>
                </a:solidFill>
                <a:effectLst/>
                <a:uLnTx/>
                <a:uFillTx/>
                <a:cs typeface="+mn-ea"/>
                <a:sym typeface="+mn-lt"/>
              </a:rPr>
              <a:t>月開始執政，任期五年，至</a:t>
            </a:r>
            <a:r>
              <a:rPr kumimoji="0" lang="en-US" altLang="zh-TW" sz="1400" b="0" i="0" u="none" strike="noStrike" kern="1200" cap="none" spc="0" normalizeH="0" baseline="0" noProof="0" dirty="0">
                <a:ln>
                  <a:noFill/>
                </a:ln>
                <a:solidFill>
                  <a:srgbClr val="515052"/>
                </a:solidFill>
                <a:effectLst/>
                <a:uLnTx/>
                <a:uFillTx/>
                <a:cs typeface="+mn-ea"/>
                <a:sym typeface="+mn-lt"/>
              </a:rPr>
              <a:t>2030</a:t>
            </a:r>
            <a:r>
              <a:rPr kumimoji="0" lang="zh-TW" altLang="en-US" sz="1400" b="0" i="0" u="none" strike="noStrike" kern="1200" cap="none" spc="0" normalizeH="0" baseline="0" noProof="0" dirty="0">
                <a:ln>
                  <a:noFill/>
                </a:ln>
                <a:solidFill>
                  <a:srgbClr val="515052"/>
                </a:solidFill>
                <a:effectLst/>
                <a:uLnTx/>
                <a:uFillTx/>
                <a:cs typeface="+mn-ea"/>
                <a:sym typeface="+mn-lt"/>
              </a:rPr>
              <a:t>年結束。</a:t>
            </a:r>
            <a:r>
              <a:rPr kumimoji="0" lang="en-US" altLang="zh-TW" sz="1400" b="0" i="0" u="none" strike="noStrike" kern="1200" cap="none" spc="0" normalizeH="0" baseline="0" noProof="0" dirty="0">
                <a:ln>
                  <a:noFill/>
                </a:ln>
                <a:solidFill>
                  <a:srgbClr val="515052"/>
                </a:solidFill>
                <a:effectLst/>
                <a:uLnTx/>
                <a:uFillTx/>
                <a:cs typeface="+mn-ea"/>
                <a:sym typeface="+mn-lt"/>
              </a:rPr>
              <a:t>2026</a:t>
            </a:r>
            <a:r>
              <a:rPr kumimoji="0" lang="zh-TW" altLang="en-US" sz="1400" b="0" i="0" u="none" strike="noStrike" kern="1200" cap="none" spc="0" normalizeH="0" baseline="0" noProof="0" dirty="0">
                <a:ln>
                  <a:noFill/>
                </a:ln>
                <a:solidFill>
                  <a:srgbClr val="515052"/>
                </a:solidFill>
                <a:effectLst/>
                <a:uLnTx/>
                <a:uFillTx/>
                <a:cs typeface="+mn-ea"/>
                <a:sym typeface="+mn-lt"/>
              </a:rPr>
              <a:t>年</a:t>
            </a:r>
            <a:r>
              <a:rPr kumimoji="0" lang="en-US" altLang="zh-TW" sz="1400" b="0" i="0" u="none" strike="noStrike" kern="1200" cap="none" spc="0" normalizeH="0" baseline="0" noProof="0" dirty="0">
                <a:ln>
                  <a:noFill/>
                </a:ln>
                <a:solidFill>
                  <a:srgbClr val="515052"/>
                </a:solidFill>
                <a:effectLst/>
                <a:uLnTx/>
                <a:uFillTx/>
                <a:cs typeface="+mn-ea"/>
                <a:sym typeface="+mn-lt"/>
              </a:rPr>
              <a:t>6</a:t>
            </a:r>
            <a:r>
              <a:rPr kumimoji="0" lang="zh-TW" altLang="en-US" sz="1400" b="0" i="0" u="none" strike="noStrike" kern="1200" cap="none" spc="0" normalizeH="0" baseline="0" noProof="0" dirty="0">
                <a:ln>
                  <a:noFill/>
                </a:ln>
                <a:solidFill>
                  <a:srgbClr val="515052"/>
                </a:solidFill>
                <a:effectLst/>
                <a:uLnTx/>
                <a:uFillTx/>
                <a:cs typeface="+mn-ea"/>
                <a:sym typeface="+mn-lt"/>
              </a:rPr>
              <a:t>月</a:t>
            </a:r>
            <a:r>
              <a:rPr lang="zh-CN" altLang="en-US" sz="1400" dirty="0">
                <a:solidFill>
                  <a:srgbClr val="515052"/>
                </a:solidFill>
                <a:cs typeface="+mn-ea"/>
                <a:sym typeface="+mn-lt"/>
              </a:rPr>
              <a:t>一年任期</a:t>
            </a:r>
            <a:r>
              <a:rPr kumimoji="0" lang="zh-TW" altLang="en-US" sz="1400" b="0" i="0" u="none" strike="noStrike" kern="1200" cap="none" spc="0" normalizeH="0" baseline="0" noProof="0" dirty="0">
                <a:ln>
                  <a:noFill/>
                </a:ln>
                <a:solidFill>
                  <a:srgbClr val="515052"/>
                </a:solidFill>
                <a:effectLst/>
                <a:uLnTx/>
                <a:uFillTx/>
                <a:cs typeface="+mn-ea"/>
                <a:sym typeface="+mn-lt"/>
              </a:rPr>
              <a:t>民調顯示，</a:t>
            </a:r>
            <a:r>
              <a:rPr lang="zh-TW" altLang="en-US" sz="1400" dirty="0">
                <a:solidFill>
                  <a:srgbClr val="515052"/>
                </a:solidFill>
                <a:cs typeface="+mn-ea"/>
                <a:sym typeface="+mn-lt"/>
              </a:rPr>
              <a:t>李在明民眾</a:t>
            </a:r>
            <a:r>
              <a:rPr kumimoji="0" lang="zh-TW" altLang="en-US" sz="1400" b="0" i="0" u="none" strike="noStrike" kern="1200" cap="none" spc="0" normalizeH="0" baseline="0" noProof="0" dirty="0">
                <a:ln>
                  <a:noFill/>
                </a:ln>
                <a:solidFill>
                  <a:srgbClr val="515052"/>
                </a:solidFill>
                <a:effectLst/>
                <a:uLnTx/>
                <a:uFillTx/>
                <a:cs typeface="+mn-ea"/>
                <a:sym typeface="+mn-lt"/>
              </a:rPr>
              <a:t>支持率為</a:t>
            </a:r>
            <a:r>
              <a:rPr kumimoji="0" lang="en-US" altLang="zh-TW" sz="1400" b="0" i="0" u="none" strike="noStrike" kern="1200" cap="none" spc="0" normalizeH="0" baseline="0" noProof="0" dirty="0">
                <a:ln>
                  <a:noFill/>
                </a:ln>
                <a:solidFill>
                  <a:srgbClr val="515052"/>
                </a:solidFill>
                <a:effectLst/>
                <a:uLnTx/>
                <a:uFillTx/>
                <a:cs typeface="+mn-ea"/>
                <a:sym typeface="+mn-lt"/>
              </a:rPr>
              <a:t>51%</a:t>
            </a:r>
            <a:r>
              <a:rPr kumimoji="0" lang="zh-TW" altLang="en-US" sz="1400" b="0" i="0" u="none" strike="noStrike" kern="1200" cap="none" spc="0" normalizeH="0" baseline="0" noProof="0" dirty="0">
                <a:ln>
                  <a:noFill/>
                </a:ln>
                <a:solidFill>
                  <a:srgbClr val="515052"/>
                </a:solidFill>
                <a:effectLst/>
                <a:uLnTx/>
                <a:uFillTx/>
                <a:cs typeface="+mn-ea"/>
                <a:sym typeface="+mn-lt"/>
              </a:rPr>
              <a:t>。</a:t>
            </a:r>
            <a:endParaRPr kumimoji="0" lang="en-US" altLang="zh-CN" sz="1400" b="0" i="0" u="none" strike="noStrike" kern="1200" cap="none" spc="0" normalizeH="0" baseline="0" noProof="0" dirty="0">
              <a:ln>
                <a:noFill/>
              </a:ln>
              <a:solidFill>
                <a:srgbClr val="515052"/>
              </a:solidFill>
              <a:effectLst/>
              <a:uLnTx/>
              <a:uFillTx/>
              <a:cs typeface="+mn-ea"/>
              <a:sym typeface="+mn-lt"/>
            </a:endParaRPr>
          </a:p>
        </p:txBody>
      </p:sp>
      <p:sp>
        <p:nvSpPr>
          <p:cNvPr id="5" name="TextBox 4">
            <a:extLst>
              <a:ext uri="{FF2B5EF4-FFF2-40B4-BE49-F238E27FC236}">
                <a16:creationId xmlns:a16="http://schemas.microsoft.com/office/drawing/2014/main" id="{B95C10DE-7537-8349-75D0-CA612A2A5DC4}"/>
              </a:ext>
            </a:extLst>
          </p:cNvPr>
          <p:cNvSpPr txBox="1"/>
          <p:nvPr/>
        </p:nvSpPr>
        <p:spPr>
          <a:xfrm>
            <a:off x="704108" y="1689011"/>
            <a:ext cx="4918752"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400" b="1" i="0" u="none" strike="noStrike" kern="1200" cap="none" spc="0" normalizeH="0" baseline="0" noProof="0" dirty="0">
                <a:ln>
                  <a:noFill/>
                </a:ln>
                <a:solidFill>
                  <a:srgbClr val="2660AD"/>
                </a:solidFill>
                <a:effectLst/>
                <a:uLnTx/>
                <a:uFillTx/>
                <a:cs typeface="+mn-ea"/>
                <a:sym typeface="+mn-lt"/>
              </a:rPr>
              <a:t>韓國總統李在明是為數不多保持正淨支持率的現任國家元首*</a:t>
            </a:r>
            <a:endParaRPr kumimoji="0" lang="en-US" sz="1400" b="1" i="0" u="none" strike="noStrike" kern="1200" cap="none" spc="0" normalizeH="0" baseline="0" noProof="0" dirty="0">
              <a:ln>
                <a:noFill/>
              </a:ln>
              <a:solidFill>
                <a:srgbClr val="2660AD"/>
              </a:solidFill>
              <a:effectLst/>
              <a:uLnTx/>
              <a:uFillTx/>
              <a:cs typeface="+mn-ea"/>
              <a:sym typeface="+mn-lt"/>
            </a:endParaRPr>
          </a:p>
        </p:txBody>
      </p:sp>
      <p:sp>
        <p:nvSpPr>
          <p:cNvPr id="7" name="TextBox 6">
            <a:extLst>
              <a:ext uri="{FF2B5EF4-FFF2-40B4-BE49-F238E27FC236}">
                <a16:creationId xmlns:a16="http://schemas.microsoft.com/office/drawing/2014/main" id="{79ED75C4-2CB2-6A98-710B-928C0CC77547}"/>
              </a:ext>
            </a:extLst>
          </p:cNvPr>
          <p:cNvSpPr txBox="1"/>
          <p:nvPr/>
        </p:nvSpPr>
        <p:spPr>
          <a:xfrm>
            <a:off x="6136833" y="1689011"/>
            <a:ext cx="5529965" cy="307777"/>
          </a:xfrm>
          <a:prstGeom prst="rect">
            <a:avLst/>
          </a:prstGeom>
          <a:noFill/>
        </p:spPr>
        <p:txBody>
          <a:bodyPr wrap="square" rtlCol="0">
            <a:spAutoFit/>
          </a:bodyPr>
          <a:lstStyle/>
          <a:p>
            <a:pPr lvl="0" algn="ctr">
              <a:defRPr/>
            </a:pPr>
            <a:r>
              <a:rPr lang="zh-TW" altLang="en-US" sz="1400" b="1" dirty="0">
                <a:solidFill>
                  <a:srgbClr val="2660AD"/>
                </a:solidFill>
                <a:cs typeface="+mn-ea"/>
                <a:sym typeface="+mn-lt"/>
              </a:rPr>
              <a:t>歷史上韓國總統任期第一年通常為蜜月期，第二年開始支持率承壓</a:t>
            </a:r>
            <a:r>
              <a:rPr lang="en-US" altLang="zh-TW" sz="1400" b="1" dirty="0">
                <a:solidFill>
                  <a:srgbClr val="2660AD"/>
                </a:solidFill>
                <a:cs typeface="+mn-ea"/>
                <a:sym typeface="+mn-lt"/>
              </a:rPr>
              <a:t>^</a:t>
            </a:r>
            <a:endParaRPr kumimoji="0" lang="en-US" sz="1400" b="1" i="0" u="none" strike="noStrike" kern="1200" cap="none" spc="0" normalizeH="0" baseline="0" noProof="0" dirty="0">
              <a:ln>
                <a:noFill/>
              </a:ln>
              <a:solidFill>
                <a:srgbClr val="2660AD"/>
              </a:solidFill>
              <a:effectLst/>
              <a:uLnTx/>
              <a:uFillTx/>
              <a:cs typeface="+mn-ea"/>
              <a:sym typeface="+mn-lt"/>
            </a:endParaRPr>
          </a:p>
        </p:txBody>
      </p:sp>
      <p:sp>
        <p:nvSpPr>
          <p:cNvPr id="11" name="TextBox 10">
            <a:extLst>
              <a:ext uri="{FF2B5EF4-FFF2-40B4-BE49-F238E27FC236}">
                <a16:creationId xmlns:a16="http://schemas.microsoft.com/office/drawing/2014/main" id="{B08974DA-7BAF-7BD9-9D72-CD00E5F50D85}"/>
              </a:ext>
            </a:extLst>
          </p:cNvPr>
          <p:cNvSpPr txBox="1"/>
          <p:nvPr/>
        </p:nvSpPr>
        <p:spPr>
          <a:xfrm>
            <a:off x="453233" y="6084535"/>
            <a:ext cx="10972800" cy="338554"/>
          </a:xfrm>
          <a:prstGeom prst="rect">
            <a:avLst/>
          </a:prstGeom>
          <a:noFill/>
        </p:spPr>
        <p:txBody>
          <a:bodyPr wrap="square">
            <a:spAutoFit/>
          </a:bodyPr>
          <a:lstStyle/>
          <a:p>
            <a:pPr lvl="0">
              <a:defRPr/>
            </a:pPr>
            <a:r>
              <a:rPr kumimoji="0" lang="en-US" sz="800" b="0" i="0" u="none" strike="noStrike" kern="1200" cap="none" spc="0" normalizeH="0" baseline="0" noProof="0" dirty="0">
                <a:ln>
                  <a:noFill/>
                </a:ln>
                <a:solidFill>
                  <a:srgbClr val="404F56"/>
                </a:solidFill>
                <a:effectLst/>
                <a:uLnTx/>
                <a:uFillTx/>
                <a:cs typeface="+mn-ea"/>
                <a:sym typeface="+mn-lt"/>
              </a:rPr>
              <a:t>*</a:t>
            </a:r>
            <a:r>
              <a:rPr kumimoji="0" sz="800" b="0" i="0" u="none" strike="noStrike" kern="1200" cap="none" spc="0" normalizeH="0" baseline="0" noProof="0" dirty="0" err="1">
                <a:ln>
                  <a:noFill/>
                </a:ln>
                <a:solidFill>
                  <a:srgbClr val="404F56"/>
                </a:solidFill>
                <a:effectLst/>
                <a:uLnTx/>
                <a:uFillTx/>
                <a:cs typeface="+mn-ea"/>
                <a:sym typeface="+mn-lt"/>
              </a:rPr>
              <a:t>資料來源</a:t>
            </a:r>
            <a:r>
              <a:rPr kumimoji="0" sz="800" b="0" i="0" u="none" strike="noStrike" kern="1200" cap="none" spc="0" normalizeH="0" baseline="0" noProof="0" dirty="0">
                <a:ln>
                  <a:noFill/>
                </a:ln>
                <a:solidFill>
                  <a:srgbClr val="404F56"/>
                </a:solidFill>
                <a:effectLst/>
                <a:uLnTx/>
                <a:uFillTx/>
                <a:cs typeface="+mn-ea"/>
                <a:sym typeface="+mn-lt"/>
              </a:rPr>
              <a:t>：</a:t>
            </a:r>
            <a:r>
              <a:rPr lang="en-US" sz="800" dirty="0" err="1">
                <a:solidFill>
                  <a:srgbClr val="404F56"/>
                </a:solidFill>
                <a:cs typeface="+mn-ea"/>
                <a:sym typeface="+mn-lt"/>
              </a:rPr>
              <a:t>NHK、Angus</a:t>
            </a:r>
            <a:r>
              <a:rPr lang="en-US" sz="800" dirty="0">
                <a:solidFill>
                  <a:srgbClr val="404F56"/>
                </a:solidFill>
                <a:cs typeface="+mn-ea"/>
                <a:sym typeface="+mn-lt"/>
              </a:rPr>
              <a:t> Reid </a:t>
            </a:r>
            <a:r>
              <a:rPr lang="en-US" sz="800" dirty="0" err="1">
                <a:solidFill>
                  <a:srgbClr val="404F56"/>
                </a:solidFill>
                <a:cs typeface="+mn-ea"/>
                <a:sym typeface="+mn-lt"/>
              </a:rPr>
              <a:t>Institute、Gallup</a:t>
            </a:r>
            <a:r>
              <a:rPr lang="en-US" sz="800" dirty="0">
                <a:solidFill>
                  <a:srgbClr val="404F56"/>
                </a:solidFill>
                <a:cs typeface="+mn-ea"/>
                <a:sym typeface="+mn-lt"/>
              </a:rPr>
              <a:t> </a:t>
            </a:r>
            <a:r>
              <a:rPr lang="en-US" sz="800" dirty="0" err="1">
                <a:solidFill>
                  <a:srgbClr val="404F56"/>
                </a:solidFill>
                <a:cs typeface="+mn-ea"/>
                <a:sym typeface="+mn-lt"/>
              </a:rPr>
              <a:t>Korea、Newspoll</a:t>
            </a:r>
            <a:r>
              <a:rPr lang="en-US" sz="800" dirty="0">
                <a:solidFill>
                  <a:srgbClr val="404F56"/>
                </a:solidFill>
                <a:cs typeface="+mn-ea"/>
                <a:sym typeface="+mn-lt"/>
              </a:rPr>
              <a:t>/The </a:t>
            </a:r>
            <a:r>
              <a:rPr lang="en-US" sz="800" dirty="0" err="1">
                <a:solidFill>
                  <a:srgbClr val="404F56"/>
                </a:solidFill>
                <a:cs typeface="+mn-ea"/>
                <a:sym typeface="+mn-lt"/>
              </a:rPr>
              <a:t>Australian、Reuters</a:t>
            </a:r>
            <a:r>
              <a:rPr lang="en-US" sz="800" dirty="0">
                <a:solidFill>
                  <a:srgbClr val="404F56"/>
                </a:solidFill>
                <a:cs typeface="+mn-ea"/>
                <a:sym typeface="+mn-lt"/>
              </a:rPr>
              <a:t>/</a:t>
            </a:r>
            <a:r>
              <a:rPr lang="en-US" sz="800" dirty="0" err="1">
                <a:solidFill>
                  <a:srgbClr val="404F56"/>
                </a:solidFill>
                <a:cs typeface="+mn-ea"/>
                <a:sym typeface="+mn-lt"/>
              </a:rPr>
              <a:t>Ipsos、ZDF</a:t>
            </a:r>
            <a:r>
              <a:rPr lang="en-US" sz="800" dirty="0">
                <a:solidFill>
                  <a:srgbClr val="404F56"/>
                </a:solidFill>
                <a:cs typeface="+mn-ea"/>
                <a:sym typeface="+mn-lt"/>
              </a:rPr>
              <a:t> </a:t>
            </a:r>
            <a:r>
              <a:rPr lang="en-US" sz="800" dirty="0" err="1">
                <a:solidFill>
                  <a:srgbClr val="404F56"/>
                </a:solidFill>
                <a:cs typeface="+mn-ea"/>
                <a:sym typeface="+mn-lt"/>
              </a:rPr>
              <a:t>Politbarometer</a:t>
            </a:r>
            <a:r>
              <a:rPr lang="en-US" sz="800" dirty="0">
                <a:solidFill>
                  <a:srgbClr val="404F56"/>
                </a:solidFill>
                <a:cs typeface="+mn-ea"/>
                <a:sym typeface="+mn-lt"/>
              </a:rPr>
              <a:t> (</a:t>
            </a:r>
            <a:r>
              <a:rPr lang="en-US" sz="800" dirty="0" err="1">
                <a:solidFill>
                  <a:srgbClr val="404F56"/>
                </a:solidFill>
                <a:cs typeface="+mn-ea"/>
                <a:sym typeface="+mn-lt"/>
              </a:rPr>
              <a:t>Forschungsgruppe</a:t>
            </a:r>
            <a:r>
              <a:rPr lang="en-US" sz="800" dirty="0">
                <a:solidFill>
                  <a:srgbClr val="404F56"/>
                </a:solidFill>
                <a:cs typeface="+mn-ea"/>
                <a:sym typeface="+mn-lt"/>
              </a:rPr>
              <a:t> Wahlen)、</a:t>
            </a:r>
            <a:r>
              <a:rPr lang="en-US" sz="800" dirty="0" err="1">
                <a:solidFill>
                  <a:srgbClr val="404F56"/>
                </a:solidFill>
                <a:cs typeface="+mn-ea"/>
                <a:sym typeface="+mn-lt"/>
              </a:rPr>
              <a:t>YouGov、IFOP</a:t>
            </a:r>
            <a:r>
              <a:rPr lang="en-US" sz="800" dirty="0">
                <a:solidFill>
                  <a:srgbClr val="404F56"/>
                </a:solidFill>
                <a:cs typeface="+mn-ea"/>
                <a:sym typeface="+mn-lt"/>
              </a:rPr>
              <a:t>，</a:t>
            </a:r>
            <a:r>
              <a:rPr lang="zh-TW" altLang="en-US" sz="800" dirty="0">
                <a:solidFill>
                  <a:srgbClr val="404F56"/>
                </a:solidFill>
                <a:cs typeface="+mn-ea"/>
                <a:sym typeface="+mn-lt"/>
              </a:rPr>
              <a:t>均为 </a:t>
            </a:r>
            <a:r>
              <a:rPr lang="en-US" altLang="zh-TW" sz="800" dirty="0">
                <a:solidFill>
                  <a:srgbClr val="404F56"/>
                </a:solidFill>
                <a:cs typeface="+mn-ea"/>
                <a:sym typeface="+mn-lt"/>
              </a:rPr>
              <a:t>2026 </a:t>
            </a:r>
            <a:r>
              <a:rPr lang="zh-TW" altLang="en-US" sz="800" dirty="0">
                <a:solidFill>
                  <a:srgbClr val="404F56"/>
                </a:solidFill>
                <a:cs typeface="+mn-ea"/>
                <a:sym typeface="+mn-lt"/>
              </a:rPr>
              <a:t>年 </a:t>
            </a:r>
            <a:r>
              <a:rPr lang="en-US" altLang="zh-TW" sz="800" dirty="0">
                <a:solidFill>
                  <a:srgbClr val="404F56"/>
                </a:solidFill>
                <a:cs typeface="+mn-ea"/>
                <a:sym typeface="+mn-lt"/>
              </a:rPr>
              <a:t>6 </a:t>
            </a:r>
            <a:r>
              <a:rPr lang="zh-TW" altLang="en-US" sz="800" dirty="0">
                <a:solidFill>
                  <a:srgbClr val="404F56"/>
                </a:solidFill>
                <a:cs typeface="+mn-ea"/>
                <a:sym typeface="+mn-lt"/>
              </a:rPr>
              <a:t>月公布值。</a:t>
            </a:r>
            <a:r>
              <a:rPr lang="en-HK" sz="800" dirty="0">
                <a:solidFill>
                  <a:srgbClr val="404F56"/>
                </a:solidFill>
                <a:cs typeface="+mn-ea"/>
                <a:sym typeface="+mn-lt"/>
              </a:rPr>
              <a:t>.</a:t>
            </a:r>
          </a:p>
          <a:p>
            <a:pPr lvl="0">
              <a:defRPr/>
            </a:pPr>
            <a:r>
              <a:rPr kumimoji="0" lang="en-HK" sz="800" b="0" i="0" u="none" strike="noStrike" kern="1200" cap="none" spc="0" normalizeH="0" baseline="0" noProof="0" dirty="0">
                <a:ln>
                  <a:noFill/>
                </a:ln>
                <a:solidFill>
                  <a:srgbClr val="404F56"/>
                </a:solidFill>
                <a:effectLst/>
                <a:uLnTx/>
                <a:uFillTx/>
                <a:cs typeface="+mn-ea"/>
                <a:sym typeface="+mn-lt"/>
              </a:rPr>
              <a:t>^</a:t>
            </a:r>
            <a:r>
              <a:rPr lang="zh-TW" altLang="en-US" sz="800" dirty="0">
                <a:solidFill>
                  <a:srgbClr val="404F56"/>
                </a:solidFill>
                <a:cs typeface="+mn-ea"/>
                <a:sym typeface="+mn-lt"/>
              </a:rPr>
              <a:t> 資料來源</a:t>
            </a:r>
            <a:r>
              <a:rPr lang="zh-CN" altLang="en-US" sz="800" dirty="0">
                <a:solidFill>
                  <a:srgbClr val="404F56"/>
                </a:solidFill>
                <a:cs typeface="+mn-ea"/>
                <a:sym typeface="+mn-lt"/>
              </a:rPr>
              <a:t>：</a:t>
            </a:r>
            <a:r>
              <a:rPr lang="en-US" altLang="ko-KR" sz="800" dirty="0">
                <a:solidFill>
                  <a:srgbClr val="404F56"/>
                </a:solidFill>
                <a:cs typeface="+mn-ea"/>
                <a:sym typeface="+mn-lt"/>
              </a:rPr>
              <a:t>Gallup Korea</a:t>
            </a:r>
            <a:r>
              <a:rPr lang="ko-KR" altLang="en-US" sz="800" dirty="0">
                <a:solidFill>
                  <a:srgbClr val="404F56"/>
                </a:solidFill>
                <a:cs typeface="+mn-ea"/>
                <a:sym typeface="+mn-lt"/>
              </a:rPr>
              <a:t>（한국갤럽）總統職務支持率（긍정률，</a:t>
            </a:r>
            <a:r>
              <a:rPr lang="en-US" altLang="ko-KR" sz="800" dirty="0">
                <a:solidFill>
                  <a:srgbClr val="404F56"/>
                </a:solidFill>
                <a:cs typeface="+mn-ea"/>
                <a:sym typeface="+mn-lt"/>
              </a:rPr>
              <a:t>%</a:t>
            </a:r>
            <a:r>
              <a:rPr lang="ko-KR" altLang="en-US" sz="800" dirty="0">
                <a:solidFill>
                  <a:srgbClr val="404F56"/>
                </a:solidFill>
                <a:cs typeface="+mn-ea"/>
                <a:sym typeface="+mn-lt"/>
              </a:rPr>
              <a:t>）</a:t>
            </a:r>
            <a:endParaRPr kumimoji="0" sz="800" b="0" i="0" u="none" strike="noStrike" kern="1200" cap="none" spc="0" normalizeH="0" baseline="0" noProof="0" dirty="0">
              <a:ln>
                <a:noFill/>
              </a:ln>
              <a:solidFill>
                <a:srgbClr val="404F56"/>
              </a:solidFill>
              <a:effectLst/>
              <a:uLnTx/>
              <a:uFillTx/>
              <a:cs typeface="+mn-ea"/>
              <a:sym typeface="+mn-lt"/>
            </a:endParaRPr>
          </a:p>
        </p:txBody>
      </p:sp>
      <p:sp>
        <p:nvSpPr>
          <p:cNvPr id="4" name="Rectangle 19">
            <a:extLst>
              <a:ext uri="{FF2B5EF4-FFF2-40B4-BE49-F238E27FC236}">
                <a16:creationId xmlns:a16="http://schemas.microsoft.com/office/drawing/2014/main" id="{84DA4A4A-C241-7D62-AB77-E5A4D5ED176A}"/>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cs typeface="+mn-ea"/>
                <a:sym typeface="+mn-lt"/>
              </a:rPr>
              <a:t>南方東英資產管理</a:t>
            </a:r>
            <a:endParaRPr kumimoji="0" lang="zh-CN" altLang="en-US" sz="1000" b="0" i="0" u="none" strike="noStrike" kern="1200" cap="none" spc="0" normalizeH="0" baseline="0" noProof="0" dirty="0">
              <a:ln>
                <a:noFill/>
              </a:ln>
              <a:solidFill>
                <a:prstClr val="white"/>
              </a:solidFill>
              <a:effectLst/>
              <a:uLnTx/>
              <a:uFillTx/>
              <a:cs typeface="+mn-ea"/>
              <a:sym typeface="+mn-lt"/>
            </a:endParaRPr>
          </a:p>
        </p:txBody>
      </p:sp>
      <p:pic>
        <p:nvPicPr>
          <p:cNvPr id="16" name="Picture 15">
            <a:extLst>
              <a:ext uri="{FF2B5EF4-FFF2-40B4-BE49-F238E27FC236}">
                <a16:creationId xmlns:a16="http://schemas.microsoft.com/office/drawing/2014/main" id="{3F76A2C4-FA1F-7221-FB65-D1C72B8E5DE7}"/>
              </a:ext>
            </a:extLst>
          </p:cNvPr>
          <p:cNvPicPr>
            <a:picLocks noChangeAspect="1"/>
          </p:cNvPicPr>
          <p:nvPr/>
        </p:nvPicPr>
        <p:blipFill>
          <a:blip r:embed="rId3"/>
          <a:stretch>
            <a:fillRect/>
          </a:stretch>
        </p:blipFill>
        <p:spPr>
          <a:xfrm>
            <a:off x="580632" y="2153119"/>
            <a:ext cx="5101229" cy="3808918"/>
          </a:xfrm>
          <a:prstGeom prst="rect">
            <a:avLst/>
          </a:prstGeom>
        </p:spPr>
      </p:pic>
      <p:sp>
        <p:nvSpPr>
          <p:cNvPr id="17" name="Rectangle 16">
            <a:extLst>
              <a:ext uri="{FF2B5EF4-FFF2-40B4-BE49-F238E27FC236}">
                <a16:creationId xmlns:a16="http://schemas.microsoft.com/office/drawing/2014/main" id="{B0A6E3DA-1A3B-1107-5907-2BB84714B374}"/>
              </a:ext>
            </a:extLst>
          </p:cNvPr>
          <p:cNvSpPr/>
          <p:nvPr/>
        </p:nvSpPr>
        <p:spPr>
          <a:xfrm>
            <a:off x="955274" y="3544311"/>
            <a:ext cx="4667586" cy="371475"/>
          </a:xfrm>
          <a:prstGeom prst="rect">
            <a:avLst/>
          </a:prstGeom>
          <a:noFill/>
          <a:ln w="47625">
            <a:solidFill>
              <a:schemeClr val="accent5">
                <a:lumMod val="75000"/>
              </a:schemeClr>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pic>
        <p:nvPicPr>
          <p:cNvPr id="19" name="Picture 18">
            <a:extLst>
              <a:ext uri="{FF2B5EF4-FFF2-40B4-BE49-F238E27FC236}">
                <a16:creationId xmlns:a16="http://schemas.microsoft.com/office/drawing/2014/main" id="{AF88C08A-8FEE-5478-4756-F599D40F9D33}"/>
              </a:ext>
            </a:extLst>
          </p:cNvPr>
          <p:cNvPicPr>
            <a:picLocks noChangeAspect="1"/>
          </p:cNvPicPr>
          <p:nvPr/>
        </p:nvPicPr>
        <p:blipFill>
          <a:blip r:embed="rId4"/>
          <a:stretch>
            <a:fillRect/>
          </a:stretch>
        </p:blipFill>
        <p:spPr>
          <a:xfrm>
            <a:off x="6096000" y="2153119"/>
            <a:ext cx="5611632" cy="3741088"/>
          </a:xfrm>
          <a:prstGeom prst="rect">
            <a:avLst/>
          </a:prstGeom>
        </p:spPr>
      </p:pic>
      <p:sp>
        <p:nvSpPr>
          <p:cNvPr id="3" name="Oval 2">
            <a:extLst>
              <a:ext uri="{FF2B5EF4-FFF2-40B4-BE49-F238E27FC236}">
                <a16:creationId xmlns:a16="http://schemas.microsoft.com/office/drawing/2014/main" id="{5CEA8E3C-6809-4A2F-5CAB-9B0ECCC8A740}"/>
              </a:ext>
            </a:extLst>
          </p:cNvPr>
          <p:cNvSpPr/>
          <p:nvPr/>
        </p:nvSpPr>
        <p:spPr>
          <a:xfrm>
            <a:off x="8458200" y="3771900"/>
            <a:ext cx="257175" cy="247650"/>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45">
            <a:extLst>
              <a:ext uri="{FF2B5EF4-FFF2-40B4-BE49-F238E27FC236}">
                <a16:creationId xmlns:a16="http://schemas.microsoft.com/office/drawing/2014/main" id="{85B25801-C0CA-C570-8FA8-B02CA042620E}"/>
              </a:ext>
            </a:extLst>
          </p:cNvPr>
          <p:cNvSpPr txBox="1"/>
          <p:nvPr/>
        </p:nvSpPr>
        <p:spPr>
          <a:xfrm>
            <a:off x="722376" y="411480"/>
            <a:ext cx="1097280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800" b="1" i="0" u="none" strike="noStrike" kern="1200" cap="none" spc="0" normalizeH="0" baseline="0" noProof="0">
                <a:ln>
                  <a:noFill/>
                </a:ln>
                <a:solidFill>
                  <a:srgbClr val="306AB2"/>
                </a:solidFill>
                <a:effectLst/>
                <a:uLnTx/>
                <a:uFillTx/>
                <a:latin typeface="Calibri"/>
                <a:ea typeface="微软雅黑"/>
              </a:rPr>
              <a:t>李在明政府執政業績表現穩定</a:t>
            </a:r>
          </a:p>
        </p:txBody>
      </p:sp>
    </p:spTree>
    <p:extLst>
      <p:ext uri="{BB962C8B-B14F-4D97-AF65-F5344CB8AC3E}">
        <p14:creationId xmlns:p14="http://schemas.microsoft.com/office/powerpoint/2010/main" val="14272279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5F0BF-8E4B-493E-91F4-A4D91ED0ACCB}"/>
            </a:ext>
          </a:extLst>
        </p:cNvPr>
        <p:cNvGrpSpPr/>
        <p:nvPr/>
      </p:nvGrpSpPr>
      <p:grpSpPr>
        <a:xfrm>
          <a:off x="0" y="0"/>
          <a:ext cx="0" cy="0"/>
          <a:chOff x="0" y="0"/>
          <a:chExt cx="0" cy="0"/>
        </a:xfrm>
      </p:grpSpPr>
      <p:sp>
        <p:nvSpPr>
          <p:cNvPr id="24" name="TextBox 23">
            <a:extLst>
              <a:ext uri="{FF2B5EF4-FFF2-40B4-BE49-F238E27FC236}">
                <a16:creationId xmlns:a16="http://schemas.microsoft.com/office/drawing/2014/main" id="{0B250073-C0BB-FD9C-EE3B-77A7E793CF07}"/>
              </a:ext>
            </a:extLst>
          </p:cNvPr>
          <p:cNvSpPr txBox="1"/>
          <p:nvPr/>
        </p:nvSpPr>
        <p:spPr>
          <a:xfrm>
            <a:off x="458950" y="944701"/>
            <a:ext cx="11229813" cy="553998"/>
          </a:xfrm>
          <a:prstGeom prst="rect">
            <a:avLst/>
          </a:prstGeom>
          <a:noFill/>
        </p:spPr>
        <p:txBody>
          <a:bodyPr wrap="square">
            <a:spAutoFit/>
          </a:bodyPr>
          <a:lstStyle>
            <a:defPPr>
              <a:defRPr lang="en-US"/>
            </a:defPPr>
            <a:lvl1pPr marL="285750" indent="-285750">
              <a:spcAft>
                <a:spcPts val="600"/>
              </a:spcAft>
              <a:buClr>
                <a:schemeClr val="tx2">
                  <a:lumMod val="50000"/>
                </a:schemeClr>
              </a:buClr>
              <a:buFont typeface="Wingdings" panose="05000000000000000000" pitchFamily="2" charset="2"/>
              <a:buChar char="v"/>
              <a:defRPr sz="1400">
                <a:solidFill>
                  <a:schemeClr val="tx1">
                    <a:lumMod val="75000"/>
                  </a:schemeClr>
                </a:solidFill>
                <a:latin typeface="+mj-lt"/>
                <a:ea typeface="微软雅黑" panose="020B0503020204020204" pitchFamily="34" charset="-122"/>
                <a:cs typeface="Times New Roman" panose="02020603050405020304" pitchFamily="18" charset="0"/>
              </a:defRPr>
            </a:lvl1pPr>
            <a:lvl2pPr marL="742950" lvl="1" indent="-285750">
              <a:spcAft>
                <a:spcPts val="600"/>
              </a:spcAft>
              <a:buClr>
                <a:schemeClr val="tx2">
                  <a:lumMod val="50000"/>
                </a:schemeClr>
              </a:buClr>
              <a:buFont typeface="Wingdings" panose="05000000000000000000" pitchFamily="2" charset="2"/>
              <a:buChar char="v"/>
              <a:defRPr sz="1200"/>
            </a:lvl2pPr>
          </a:lstStyle>
          <a:p>
            <a:pPr marL="285750" marR="0" lvl="2" indent="-285750" algn="l" defTabSz="914400" rtl="0" eaLnBrk="1" fontAlgn="base" latinLnBrk="0" hangingPunct="1">
              <a:lnSpc>
                <a:spcPts val="1500"/>
              </a:lnSpc>
              <a:spcBef>
                <a:spcPts val="0"/>
              </a:spcBef>
              <a:spcAft>
                <a:spcPts val="600"/>
              </a:spcAft>
              <a:buClr>
                <a:srgbClr val="2660AD">
                  <a:lumMod val="50000"/>
                </a:srgbClr>
              </a:buClr>
              <a:buSzTx/>
              <a:buFont typeface="Wingdings" panose="05000000000000000000" pitchFamily="2" charset="2"/>
              <a:buChar char="§"/>
              <a:tabLst/>
              <a:defRPr/>
            </a:pPr>
            <a:r>
              <a:rPr kumimoji="0" lang="zh-CN" altLang="en-US" sz="1300" b="1" i="0" u="none" strike="noStrike" kern="1200" cap="none" spc="0" normalizeH="0" baseline="0" noProof="0">
                <a:ln>
                  <a:noFill/>
                </a:ln>
                <a:solidFill>
                  <a:srgbClr val="2660AD"/>
                </a:solidFill>
                <a:effectLst/>
                <a:uLnTx/>
                <a:uFillTx/>
                <a:latin typeface="+mj-lt"/>
                <a:ea typeface="微软雅黑" panose="020B0503020204020204" pitchFamily="34" charset="-122"/>
                <a:cs typeface="Calibri"/>
                <a:sym typeface="+mn-lt"/>
              </a:rPr>
              <a:t>韓國一季度實際</a:t>
            </a:r>
            <a:r>
              <a:rPr kumimoji="0" lang="en-US" altLang="zh-CN" sz="1300" b="1" i="0" u="none" strike="noStrike" kern="1200" cap="none" spc="0" normalizeH="0" baseline="0" noProof="0">
                <a:ln>
                  <a:noFill/>
                </a:ln>
                <a:solidFill>
                  <a:srgbClr val="2660AD"/>
                </a:solidFill>
                <a:effectLst/>
                <a:uLnTx/>
                <a:uFillTx/>
                <a:latin typeface="+mj-lt"/>
                <a:ea typeface="微软雅黑" panose="020B0503020204020204" pitchFamily="34" charset="-122"/>
                <a:cs typeface="Calibri"/>
                <a:sym typeface="+mn-lt"/>
              </a:rPr>
              <a:t>GDP</a:t>
            </a:r>
            <a:r>
              <a:rPr kumimoji="0" lang="zh-CN" altLang="en-US" sz="1300" b="1" i="0" u="none" strike="noStrike" kern="1200" cap="none" spc="0" normalizeH="0" baseline="0" noProof="0">
                <a:ln>
                  <a:noFill/>
                </a:ln>
                <a:solidFill>
                  <a:srgbClr val="2660AD"/>
                </a:solidFill>
                <a:effectLst/>
                <a:uLnTx/>
                <a:uFillTx/>
                <a:latin typeface="+mj-lt"/>
                <a:ea typeface="微软雅黑" panose="020B0503020204020204" pitchFamily="34" charset="-122"/>
                <a:cs typeface="Calibri"/>
                <a:sym typeface="+mn-lt"/>
              </a:rPr>
              <a:t>季調年化增長率達</a:t>
            </a:r>
            <a:r>
              <a:rPr kumimoji="0" lang="en-US" altLang="zh-CN" sz="1300" b="1" i="0" u="none" strike="noStrike" kern="1200" cap="none" spc="0" normalizeH="0" baseline="0" noProof="0">
                <a:ln>
                  <a:noFill/>
                </a:ln>
                <a:solidFill>
                  <a:srgbClr val="2660AD"/>
                </a:solidFill>
                <a:effectLst/>
                <a:uLnTx/>
                <a:uFillTx/>
                <a:latin typeface="+mj-lt"/>
                <a:ea typeface="微软雅黑" panose="020B0503020204020204" pitchFamily="34" charset="-122"/>
                <a:cs typeface="Calibri"/>
                <a:sym typeface="+mn-lt"/>
              </a:rPr>
              <a:t>6.9%</a:t>
            </a:r>
            <a:r>
              <a:rPr kumimoji="0" lang="zh-CN" altLang="en-US" sz="1300" b="1" i="0" u="none" strike="noStrike" kern="1200" cap="none" spc="0" normalizeH="0" baseline="0" noProof="0">
                <a:ln>
                  <a:noFill/>
                </a:ln>
                <a:solidFill>
                  <a:srgbClr val="2660AD"/>
                </a:solidFill>
                <a:effectLst/>
                <a:uLnTx/>
                <a:uFillTx/>
                <a:latin typeface="+mj-lt"/>
                <a:ea typeface="微软雅黑" panose="020B0503020204020204" pitchFamily="34" charset="-122"/>
                <a:cs typeface="Calibri"/>
                <a:sym typeface="+mn-lt"/>
              </a:rPr>
              <a:t>，遠超預期的</a:t>
            </a:r>
            <a:r>
              <a:rPr kumimoji="0" lang="en-US" altLang="zh-CN" sz="1300" b="1" i="0" u="none" strike="noStrike" kern="1200" cap="none" spc="0" normalizeH="0" baseline="0" noProof="0">
                <a:ln>
                  <a:noFill/>
                </a:ln>
                <a:solidFill>
                  <a:srgbClr val="2660AD"/>
                </a:solidFill>
                <a:effectLst/>
                <a:uLnTx/>
                <a:uFillTx/>
                <a:latin typeface="+mj-lt"/>
                <a:ea typeface="微软雅黑" panose="020B0503020204020204" pitchFamily="34" charset="-122"/>
                <a:cs typeface="Calibri"/>
                <a:sym typeface="+mn-lt"/>
              </a:rPr>
              <a:t>5.0%</a:t>
            </a:r>
            <a:r>
              <a:rPr kumimoji="0" lang="zh-CN" altLang="en-US" sz="1300" b="1" i="0" u="none" strike="noStrike" kern="1200" cap="none" spc="0" normalizeH="0" baseline="0" noProof="0">
                <a:ln>
                  <a:noFill/>
                </a:ln>
                <a:solidFill>
                  <a:srgbClr val="2660AD"/>
                </a:solidFill>
                <a:effectLst/>
                <a:uLnTx/>
                <a:uFillTx/>
                <a:latin typeface="+mj-lt"/>
                <a:ea typeface="微软雅黑" panose="020B0503020204020204" pitchFamily="34" charset="-122"/>
                <a:cs typeface="Calibri"/>
                <a:sym typeface="+mn-lt"/>
              </a:rPr>
              <a:t>，</a:t>
            </a:r>
            <a:r>
              <a:rPr kumimoji="0" lang="zh-CN" altLang="en-US" sz="13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主要得益于淨出口和設施投資的强勁表現</a:t>
            </a:r>
            <a:endParaRPr lang="en-US" altLang="zh-CN" sz="1300" dirty="0">
              <a:solidFill>
                <a:srgbClr val="515052">
                  <a:lumMod val="50000"/>
                </a:srgbClr>
              </a:solidFill>
              <a:latin typeface="+mj-lt"/>
              <a:ea typeface="微软雅黑" panose="020B0503020204020204" pitchFamily="34" charset="-122"/>
              <a:cs typeface="Calibri"/>
              <a:sym typeface="+mn-lt"/>
            </a:endParaRPr>
          </a:p>
          <a:p>
            <a:pPr marL="285750" marR="0" lvl="2" indent="-285750" algn="l" defTabSz="914400" rtl="0" eaLnBrk="1" fontAlgn="base" latinLnBrk="0" hangingPunct="1">
              <a:lnSpc>
                <a:spcPts val="1500"/>
              </a:lnSpc>
              <a:spcBef>
                <a:spcPts val="0"/>
              </a:spcBef>
              <a:spcAft>
                <a:spcPts val="600"/>
              </a:spcAft>
              <a:buClr>
                <a:srgbClr val="2660AD">
                  <a:lumMod val="50000"/>
                </a:srgbClr>
              </a:buClr>
              <a:buSzTx/>
              <a:buFont typeface="Wingdings" panose="05000000000000000000" pitchFamily="2" charset="2"/>
              <a:buChar char="§"/>
              <a:tabLst/>
              <a:defRPr/>
            </a:pPr>
            <a:r>
              <a:rPr kumimoji="0" lang="zh-CN" altLang="en-US" sz="13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摩根大通將韓國</a:t>
            </a:r>
            <a:r>
              <a:rPr kumimoji="0" lang="en-US" altLang="zh-CN" sz="13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2026</a:t>
            </a:r>
            <a:r>
              <a:rPr kumimoji="0" lang="zh-CN" altLang="en-US" sz="13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Calibri"/>
                <a:sym typeface="+mn-lt"/>
              </a:rPr>
              <a:t>年</a:t>
            </a:r>
            <a:r>
              <a:rPr kumimoji="0" lang="zh-CN" altLang="en-US" sz="13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全年</a:t>
            </a:r>
            <a:r>
              <a:rPr kumimoji="0" lang="en-US" altLang="zh-CN" sz="13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GDP</a:t>
            </a:r>
            <a:r>
              <a:rPr kumimoji="0" lang="zh-CN" altLang="en-US" sz="13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增長預期從</a:t>
            </a:r>
            <a:r>
              <a:rPr kumimoji="0" lang="en-US" altLang="zh-CN" sz="13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2.2%</a:t>
            </a:r>
            <a:r>
              <a:rPr kumimoji="0" lang="zh-CN" altLang="en-US" sz="13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顯著上調至</a:t>
            </a:r>
            <a:r>
              <a:rPr kumimoji="0" lang="en-US" altLang="zh-CN" sz="13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3.0%</a:t>
            </a:r>
            <a:r>
              <a:rPr kumimoji="0" lang="zh-CN" altLang="en-US" sz="13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，預計韓國</a:t>
            </a:r>
            <a:r>
              <a:rPr kumimoji="0" lang="en-US" altLang="zh-CN" sz="13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GDP</a:t>
            </a:r>
            <a:r>
              <a:rPr kumimoji="0" lang="zh-CN" altLang="en-US" sz="13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將持續受益于科技出口增長</a:t>
            </a:r>
            <a:endParaRPr kumimoji="0" lang="zh-CN" altLang="en-US" sz="13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Calibri"/>
              <a:sym typeface="+mn-lt"/>
            </a:endParaRPr>
          </a:p>
        </p:txBody>
      </p:sp>
      <p:sp>
        <p:nvSpPr>
          <p:cNvPr id="25" name="文本框 162">
            <a:extLst>
              <a:ext uri="{FF2B5EF4-FFF2-40B4-BE49-F238E27FC236}">
                <a16:creationId xmlns:a16="http://schemas.microsoft.com/office/drawing/2014/main" id="{56D09779-F49D-F7F5-40A7-FF19C66C4492}"/>
              </a:ext>
            </a:extLst>
          </p:cNvPr>
          <p:cNvSpPr txBox="1"/>
          <p:nvPr/>
        </p:nvSpPr>
        <p:spPr>
          <a:xfrm>
            <a:off x="1926638" y="1927439"/>
            <a:ext cx="2715979"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a:ln>
                  <a:noFill/>
                </a:ln>
                <a:solidFill>
                  <a:srgbClr val="2660AD"/>
                </a:solidFill>
                <a:effectLst/>
                <a:uLnTx/>
                <a:uFillTx/>
                <a:latin typeface="+mj-lt"/>
                <a:ea typeface="PingFang SC Semibold" panose="020B0400000000000000" charset="-122"/>
                <a:cs typeface="+mn-cs"/>
                <a:sym typeface="Helvetica Neue Medium" panose="02000503000000020004"/>
              </a:rPr>
              <a:t>韓國實際</a:t>
            </a:r>
            <a:r>
              <a:rPr kumimoji="0" lang="en-US" altLang="zh-CN" sz="1400" b="1" i="0" u="none" strike="noStrike" kern="0" cap="none" spc="0" normalizeH="0" baseline="0" noProof="0">
                <a:ln>
                  <a:noFill/>
                </a:ln>
                <a:solidFill>
                  <a:srgbClr val="2660AD"/>
                </a:solidFill>
                <a:effectLst/>
                <a:uLnTx/>
                <a:uFillTx/>
                <a:latin typeface="+mj-lt"/>
                <a:ea typeface="PingFang SC Semibold" panose="020B0400000000000000" charset="-122"/>
                <a:cs typeface="+mn-cs"/>
                <a:sym typeface="Helvetica Neue Medium" panose="02000503000000020004"/>
              </a:rPr>
              <a:t>GDP</a:t>
            </a:r>
            <a:r>
              <a:rPr kumimoji="0" lang="zh-CN" altLang="en-US" sz="1400" b="1" i="0" u="none" strike="noStrike" kern="0" cap="none" spc="0" normalizeH="0" baseline="0" noProof="0">
                <a:ln>
                  <a:noFill/>
                </a:ln>
                <a:solidFill>
                  <a:srgbClr val="2660AD"/>
                </a:solidFill>
                <a:effectLst/>
                <a:uLnTx/>
                <a:uFillTx/>
                <a:latin typeface="+mj-lt"/>
                <a:ea typeface="PingFang SC Semibold" panose="020B0400000000000000" charset="-122"/>
                <a:cs typeface="+mn-cs"/>
                <a:sym typeface="Helvetica Neue Medium" panose="02000503000000020004"/>
              </a:rPr>
              <a:t>及貢獻拆分</a:t>
            </a:r>
            <a:endParaRPr kumimoji="0" lang="en-US" sz="1400" b="1" i="0" u="none" strike="noStrike" kern="0" cap="none" spc="0" normalizeH="0" baseline="0" noProof="0" dirty="0">
              <a:ln>
                <a:noFill/>
              </a:ln>
              <a:solidFill>
                <a:srgbClr val="2660AD"/>
              </a:solidFill>
              <a:effectLst/>
              <a:uLnTx/>
              <a:uFillTx/>
              <a:latin typeface="+mj-lt"/>
              <a:ea typeface="PingFang SC Semibold" panose="020B0400000000000000" charset="-122"/>
              <a:cs typeface="+mn-cs"/>
              <a:sym typeface="Helvetica Neue Medium" panose="02000503000000020004"/>
            </a:endParaRPr>
          </a:p>
        </p:txBody>
      </p:sp>
      <p:graphicFrame>
        <p:nvGraphicFramePr>
          <p:cNvPr id="26" name="Chart 25">
            <a:extLst>
              <a:ext uri="{FF2B5EF4-FFF2-40B4-BE49-F238E27FC236}">
                <a16:creationId xmlns:a16="http://schemas.microsoft.com/office/drawing/2014/main" id="{8DB49309-9C3B-082E-365E-658D6F1FF59D}"/>
              </a:ext>
            </a:extLst>
          </p:cNvPr>
          <p:cNvGraphicFramePr>
            <a:graphicFrameLocks/>
          </p:cNvGraphicFramePr>
          <p:nvPr>
            <p:extLst>
              <p:ext uri="{D42A27DB-BD31-4B8C-83A1-F6EECF244321}">
                <p14:modId xmlns:p14="http://schemas.microsoft.com/office/powerpoint/2010/main" val="3856281088"/>
              </p:ext>
            </p:extLst>
          </p:nvPr>
        </p:nvGraphicFramePr>
        <p:xfrm>
          <a:off x="542925" y="2325997"/>
          <a:ext cx="5483407" cy="351352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7" name="Chart 26">
            <a:extLst>
              <a:ext uri="{FF2B5EF4-FFF2-40B4-BE49-F238E27FC236}">
                <a16:creationId xmlns:a16="http://schemas.microsoft.com/office/drawing/2014/main" id="{96A6DD51-F84D-3C00-91C8-CF89EFAD6F8D}"/>
              </a:ext>
            </a:extLst>
          </p:cNvPr>
          <p:cNvGraphicFramePr>
            <a:graphicFrameLocks/>
          </p:cNvGraphicFramePr>
          <p:nvPr>
            <p:extLst>
              <p:ext uri="{D42A27DB-BD31-4B8C-83A1-F6EECF244321}">
                <p14:modId xmlns:p14="http://schemas.microsoft.com/office/powerpoint/2010/main" val="1984308330"/>
              </p:ext>
            </p:extLst>
          </p:nvPr>
        </p:nvGraphicFramePr>
        <p:xfrm>
          <a:off x="6392480" y="2429691"/>
          <a:ext cx="5189920" cy="3319053"/>
        </p:xfrm>
        <a:graphic>
          <a:graphicData uri="http://schemas.openxmlformats.org/drawingml/2006/chart">
            <c:chart xmlns:c="http://schemas.openxmlformats.org/drawingml/2006/chart" xmlns:r="http://schemas.openxmlformats.org/officeDocument/2006/relationships" r:id="rId3"/>
          </a:graphicData>
        </a:graphic>
      </p:graphicFrame>
      <p:sp>
        <p:nvSpPr>
          <p:cNvPr id="28" name="文本框 162">
            <a:extLst>
              <a:ext uri="{FF2B5EF4-FFF2-40B4-BE49-F238E27FC236}">
                <a16:creationId xmlns:a16="http://schemas.microsoft.com/office/drawing/2014/main" id="{BA3E7A38-613F-06F4-17BC-97B92290724D}"/>
              </a:ext>
            </a:extLst>
          </p:cNvPr>
          <p:cNvSpPr txBox="1"/>
          <p:nvPr/>
        </p:nvSpPr>
        <p:spPr>
          <a:xfrm>
            <a:off x="7699119" y="1923748"/>
            <a:ext cx="2715979"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a:ln>
                  <a:noFill/>
                </a:ln>
                <a:solidFill>
                  <a:srgbClr val="2660AD"/>
                </a:solidFill>
                <a:effectLst/>
                <a:uLnTx/>
                <a:uFillTx/>
                <a:latin typeface="+mj-lt"/>
                <a:ea typeface="PingFang SC Semibold" panose="020B0400000000000000" charset="-122"/>
                <a:cs typeface="+mn-cs"/>
                <a:sym typeface="Helvetica Neue Medium" panose="02000503000000020004"/>
              </a:rPr>
              <a:t>韓國出口金額同比增速</a:t>
            </a:r>
            <a:endParaRPr kumimoji="0" lang="en-US" sz="1400" b="1" i="0" u="none" strike="noStrike" kern="0" cap="none" spc="0" normalizeH="0" baseline="0" noProof="0" dirty="0">
              <a:ln>
                <a:noFill/>
              </a:ln>
              <a:solidFill>
                <a:srgbClr val="2660AD"/>
              </a:solidFill>
              <a:effectLst/>
              <a:uLnTx/>
              <a:uFillTx/>
              <a:latin typeface="+mj-lt"/>
              <a:ea typeface="PingFang SC Semibold" panose="020B0400000000000000" charset="-122"/>
              <a:cs typeface="+mn-cs"/>
              <a:sym typeface="Helvetica Neue Medium" panose="02000503000000020004"/>
            </a:endParaRPr>
          </a:p>
        </p:txBody>
      </p:sp>
      <p:sp>
        <p:nvSpPr>
          <p:cNvPr id="44" name="TextBox 43"/>
          <p:cNvSpPr txBox="1"/>
          <p:nvPr/>
        </p:nvSpPr>
        <p:spPr>
          <a:xfrm>
            <a:off x="457200" y="6263640"/>
            <a:ext cx="1097280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effectLst/>
                <a:uLnTx/>
                <a:uFillTx/>
                <a:latin typeface="+mj-lt"/>
                <a:ea typeface="微软雅黑" panose="020B0503020204020204" pitchFamily="34" charset="-122"/>
              </a:rPr>
              <a:t>資料來源：彭博，截至2026年4月</a:t>
            </a:r>
          </a:p>
        </p:txBody>
      </p:sp>
      <p:sp>
        <p:nvSpPr>
          <p:cNvPr id="46" name="TextBox 45"/>
          <p:cNvSpPr txBox="1"/>
          <p:nvPr/>
        </p:nvSpPr>
        <p:spPr>
          <a:xfrm>
            <a:off x="722376" y="411480"/>
            <a:ext cx="1097280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800" b="1" i="0" u="none" strike="noStrike" kern="1200" cap="none" spc="0" normalizeH="0" baseline="0" noProof="0">
                <a:ln>
                  <a:noFill/>
                </a:ln>
                <a:solidFill>
                  <a:srgbClr val="306AB2"/>
                </a:solidFill>
                <a:effectLst/>
                <a:uLnTx/>
                <a:uFillTx/>
                <a:latin typeface="Calibri"/>
                <a:ea typeface="微软雅黑"/>
              </a:rPr>
              <a:t>韓國宏觀：受益于强勁的科技趨勢，韓國經濟顯著增長</a:t>
            </a:r>
          </a:p>
        </p:txBody>
      </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47" name="LogoPic" descr="image.png"/>
          <p:cNvPicPr>
            <a:picLocks noChangeAspect="1"/>
          </p:cNvPicPr>
          <p:nvPr/>
        </p:nvPicPr>
        <p:blipFill rotWithShape="1">
          <a:blip r:embed="rId4"/>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084B573A-C636-4899-9EE9-F41473B2ED34}" type="slidenum">
              <a:rPr lang="en-US" sz="1000" dirty="0">
                <a:solidFill>
                  <a:srgbClr val="FFFFFF"/>
                </a:solidFill>
                <a:latin typeface="Calibri"/>
                <a:ea typeface="微软雅黑"/>
              </a:rPr>
              <a:t>25</a:t>
            </a:fld>
            <a:endParaRPr lang="en-US" sz="1000" dirty="0">
              <a:solidFill>
                <a:srgbClr val="FFFFFF"/>
              </a:solidFill>
              <a:latin typeface="Calibri"/>
              <a:ea typeface="微软雅黑"/>
            </a:endParaRPr>
          </a:p>
        </p:txBody>
      </p:sp>
    </p:spTree>
    <p:extLst>
      <p:ext uri="{BB962C8B-B14F-4D97-AF65-F5344CB8AC3E}">
        <p14:creationId xmlns:p14="http://schemas.microsoft.com/office/powerpoint/2010/main" val="6148322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3CC7C-E7E2-64BA-1A2D-90488057CE6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9195994-70A9-79C9-2AD6-3278EA103E80}"/>
              </a:ext>
            </a:extLst>
          </p:cNvPr>
          <p:cNvSpPr txBox="1"/>
          <p:nvPr/>
        </p:nvSpPr>
        <p:spPr>
          <a:xfrm>
            <a:off x="823528" y="860241"/>
            <a:ext cx="10774204" cy="692497"/>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zh-CN" altLang="en-US"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半導體在韓國出口占比保持穩定在</a:t>
            </a:r>
            <a:r>
              <a:rPr kumimoji="0" lang="en-US" altLang="zh-CN"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1/3</a:t>
            </a:r>
            <a:r>
              <a:rPr kumimoji="0" lang="zh-CN" altLang="en-US"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左右，在半導體周期中上行動能强勁。</a:t>
            </a:r>
            <a:r>
              <a:rPr kumimoji="0" lang="en-US" altLang="zh-CN"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2026</a:t>
            </a:r>
            <a:r>
              <a:rPr kumimoji="0" lang="zh-CN" altLang="en-US"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年前</a:t>
            </a:r>
            <a:r>
              <a:rPr kumimoji="0" lang="en-US" altLang="zh-CN"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4</a:t>
            </a:r>
            <a:r>
              <a:rPr kumimoji="0" lang="zh-CN" altLang="en-US"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個月總出口額增速保持</a:t>
            </a:r>
            <a:r>
              <a:rPr kumimoji="0" lang="en-US" altLang="zh-CN"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28</a:t>
            </a:r>
            <a:r>
              <a:rPr kumimoji="0" lang="en-US" altLang="zh-CN" sz="1300" b="0" i="0" u="none" strike="noStrike" kern="1200" cap="none" spc="0" normalizeH="0" baseline="0" noProof="0" dirty="0">
                <a:ln>
                  <a:noFill/>
                </a:ln>
                <a:solidFill>
                  <a:srgbClr val="515052"/>
                </a:solidFill>
                <a:effectLst/>
                <a:uLnTx/>
                <a:uFillTx/>
                <a:latin typeface="Calibri"/>
                <a:ea typeface="微软雅黑" panose="020B0503020204020204" pitchFamily="34" charset="-122"/>
                <a:cs typeface="+mn-cs"/>
              </a:rPr>
              <a:t>%-</a:t>
            </a:r>
            <a:r>
              <a:rPr kumimoji="0" lang="en-US" altLang="zh-CN"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49%</a:t>
            </a:r>
            <a:r>
              <a:rPr kumimoji="0" lang="zh-CN" altLang="en-US"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高速增長，主要由半導體相關出口産品（前</a:t>
            </a:r>
            <a:r>
              <a:rPr kumimoji="0" lang="en-US" altLang="zh-CN"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4</a:t>
            </a:r>
            <a:r>
              <a:rPr kumimoji="0" lang="zh-CN" altLang="en-US"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個月超</a:t>
            </a:r>
            <a:r>
              <a:rPr kumimoji="0" lang="en-US" altLang="zh-CN"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100%</a:t>
            </a:r>
            <a:r>
              <a:rPr kumimoji="0" lang="zh-CN" altLang="en-US"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同比增長）。</a:t>
            </a:r>
            <a:endParaRPr lang="en-US" altLang="zh-CN" sz="1300" dirty="0">
              <a:solidFill>
                <a:srgbClr val="515052"/>
              </a:solidFill>
              <a:latin typeface="Calibri"/>
              <a:ea typeface="微软雅黑" panose="020B0503020204020204" pitchFamily="34" charset="-122"/>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zh-CN" altLang="en-US"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出口主要目的地爲</a:t>
            </a:r>
            <a:r>
              <a:rPr kumimoji="0" lang="zh-CN" altLang="en-US" sz="1300" b="1"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中、美、歐、中國臺灣</a:t>
            </a:r>
            <a:r>
              <a:rPr kumimoji="0" lang="zh-CN" altLang="en-US"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a:t>
            </a:r>
            <a:endParaRPr kumimoji="0" lang="en-US" altLang="zh-CN" sz="1300" b="0" i="0" u="none" strike="noStrike" kern="1200" cap="none" spc="0" normalizeH="0" baseline="0" noProof="0" dirty="0">
              <a:ln>
                <a:noFill/>
              </a:ln>
              <a:solidFill>
                <a:srgbClr val="515052"/>
              </a:solidFill>
              <a:effectLst/>
              <a:uLnTx/>
              <a:uFillTx/>
              <a:latin typeface="Calibri"/>
              <a:ea typeface="微软雅黑" panose="020B0503020204020204" pitchFamily="34" charset="-122"/>
              <a:cs typeface="+mn-cs"/>
            </a:endParaRPr>
          </a:p>
        </p:txBody>
      </p:sp>
      <p:sp>
        <p:nvSpPr>
          <p:cNvPr id="8" name="TextBox 7">
            <a:extLst>
              <a:ext uri="{FF2B5EF4-FFF2-40B4-BE49-F238E27FC236}">
                <a16:creationId xmlns:a16="http://schemas.microsoft.com/office/drawing/2014/main" id="{BA3AA541-CFDB-D810-4593-689AB417F7DB}"/>
              </a:ext>
            </a:extLst>
          </p:cNvPr>
          <p:cNvSpPr txBox="1"/>
          <p:nvPr/>
        </p:nvSpPr>
        <p:spPr>
          <a:xfrm>
            <a:off x="1403836" y="1836445"/>
            <a:ext cx="3749073" cy="523220"/>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2660AD"/>
                </a:solidFill>
                <a:effectLst/>
                <a:uLnTx/>
                <a:uFillTx/>
                <a:latin typeface="Calibri"/>
                <a:ea typeface="微软雅黑" panose="020B0503020204020204" pitchFamily="34" charset="-122"/>
                <a:cs typeface="+mn-cs"/>
              </a:rPr>
              <a:t>中（</a:t>
            </a:r>
            <a:r>
              <a:rPr kumimoji="0" lang="en-US" altLang="zh-CN" sz="1400" b="1" i="0" u="none" strike="noStrike" kern="1200" cap="none" spc="0" normalizeH="0" baseline="0" noProof="0" dirty="0">
                <a:ln>
                  <a:noFill/>
                </a:ln>
                <a:solidFill>
                  <a:srgbClr val="2660AD"/>
                </a:solidFill>
                <a:effectLst/>
                <a:uLnTx/>
                <a:uFillTx/>
                <a:latin typeface="Calibri"/>
                <a:ea typeface="微软雅黑" panose="020B0503020204020204" pitchFamily="34" charset="-122"/>
                <a:cs typeface="+mn-cs"/>
              </a:rPr>
              <a:t>19.1%</a:t>
            </a:r>
            <a:r>
              <a:rPr kumimoji="0" lang="zh-CN" altLang="en-US" sz="1400" b="1" i="0" u="none" strike="noStrike" kern="1200" cap="none" spc="0" normalizeH="0" baseline="0" noProof="0" dirty="0">
                <a:ln>
                  <a:noFill/>
                </a:ln>
                <a:solidFill>
                  <a:srgbClr val="2660AD"/>
                </a:solidFill>
                <a:effectLst/>
                <a:uLnTx/>
                <a:uFillTx/>
                <a:latin typeface="Calibri"/>
                <a:ea typeface="微软雅黑" panose="020B0503020204020204" pitchFamily="34" charset="-122"/>
                <a:cs typeface="+mn-cs"/>
              </a:rPr>
              <a:t>）美（</a:t>
            </a:r>
            <a:r>
              <a:rPr kumimoji="0" lang="en-US" altLang="zh-CN" sz="14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rPr>
              <a:t>18.9%</a:t>
            </a:r>
            <a:r>
              <a:rPr kumimoji="0" lang="zh-CN" altLang="en-US" sz="14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rPr>
              <a:t>）歐（</a:t>
            </a:r>
            <a:r>
              <a:rPr kumimoji="0" lang="en-US" altLang="zh-CN" sz="14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rPr>
              <a:t>11.4%</a:t>
            </a:r>
            <a:r>
              <a:rPr kumimoji="0" lang="zh-CN" altLang="en-US" sz="14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rPr>
              <a:t>）爲韓國出口主要目的地</a:t>
            </a:r>
            <a:endParaRPr kumimoji="0" lang="en-US" altLang="zh-CN" sz="1400" b="1" i="0" u="none" strike="noStrike" kern="1200" cap="none" spc="0" normalizeH="0" baseline="0" noProof="0" dirty="0">
              <a:ln>
                <a:noFill/>
              </a:ln>
              <a:solidFill>
                <a:srgbClr val="2660AD"/>
              </a:solidFill>
              <a:effectLst/>
              <a:uLnTx/>
              <a:uFillTx/>
              <a:latin typeface="Calibri"/>
              <a:ea typeface="微软雅黑" panose="020B0503020204020204" pitchFamily="34" charset="-122"/>
              <a:cs typeface="+mn-cs"/>
            </a:endParaRPr>
          </a:p>
        </p:txBody>
      </p:sp>
      <p:sp>
        <p:nvSpPr>
          <p:cNvPr id="9" name="TextBox 8">
            <a:extLst>
              <a:ext uri="{FF2B5EF4-FFF2-40B4-BE49-F238E27FC236}">
                <a16:creationId xmlns:a16="http://schemas.microsoft.com/office/drawing/2014/main" id="{05FEB0F1-D138-9158-1FAD-4C0F88B1D5E3}"/>
              </a:ext>
            </a:extLst>
          </p:cNvPr>
          <p:cNvSpPr txBox="1"/>
          <p:nvPr/>
        </p:nvSpPr>
        <p:spPr>
          <a:xfrm>
            <a:off x="6809667" y="1944166"/>
            <a:ext cx="4380614" cy="307777"/>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rPr>
              <a:t>韓國主要依賴半導體出口（</a:t>
            </a:r>
            <a:r>
              <a:rPr kumimoji="0" lang="en-US" altLang="zh-CN" sz="14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rPr>
              <a:t>37.1</a:t>
            </a:r>
            <a:r>
              <a:rPr kumimoji="0" lang="en-US" altLang="zh-CN" sz="1400" b="1" i="0" u="none" strike="noStrike" kern="1200" cap="none" spc="0" normalizeH="0" baseline="0" noProof="0" dirty="0">
                <a:ln>
                  <a:noFill/>
                </a:ln>
                <a:solidFill>
                  <a:srgbClr val="2660AD"/>
                </a:solidFill>
                <a:effectLst/>
                <a:uLnTx/>
                <a:uFillTx/>
                <a:latin typeface="Calibri"/>
                <a:ea typeface="微软雅黑" panose="020B0503020204020204" pitchFamily="34" charset="-122"/>
                <a:cs typeface="+mn-cs"/>
              </a:rPr>
              <a:t>%</a:t>
            </a:r>
            <a:r>
              <a:rPr kumimoji="0" lang="zh-CN" altLang="en-US" sz="1400" b="1" i="0" u="none" strike="noStrike" kern="1200" cap="none" spc="0" normalizeH="0" baseline="0" noProof="0" dirty="0">
                <a:ln>
                  <a:noFill/>
                </a:ln>
                <a:solidFill>
                  <a:srgbClr val="2660AD"/>
                </a:solidFill>
                <a:effectLst/>
                <a:uLnTx/>
                <a:uFillTx/>
                <a:latin typeface="Calibri"/>
                <a:ea typeface="微软雅黑" panose="020B0503020204020204" pitchFamily="34" charset="-122"/>
                <a:cs typeface="+mn-cs"/>
              </a:rPr>
              <a:t>）</a:t>
            </a:r>
            <a:endParaRPr kumimoji="0" lang="en-US" altLang="zh-CN" sz="1400" b="1" i="0" u="none" strike="noStrike" kern="1200" cap="none" spc="0" normalizeH="0" baseline="0" noProof="0" dirty="0">
              <a:ln>
                <a:noFill/>
              </a:ln>
              <a:solidFill>
                <a:srgbClr val="2660AD"/>
              </a:solidFill>
              <a:effectLst/>
              <a:uLnTx/>
              <a:uFillTx/>
              <a:latin typeface="Calibri"/>
              <a:ea typeface="微软雅黑" panose="020B0503020204020204" pitchFamily="34" charset="-122"/>
              <a:cs typeface="+mn-cs"/>
            </a:endParaRPr>
          </a:p>
        </p:txBody>
      </p:sp>
      <p:pic>
        <p:nvPicPr>
          <p:cNvPr id="11" name="Picture 10">
            <a:extLst>
              <a:ext uri="{FF2B5EF4-FFF2-40B4-BE49-F238E27FC236}">
                <a16:creationId xmlns:a16="http://schemas.microsoft.com/office/drawing/2014/main" id="{848D3374-0AD6-2E4E-48D9-6A639D23D261}"/>
              </a:ext>
            </a:extLst>
          </p:cNvPr>
          <p:cNvPicPr>
            <a:picLocks noChangeAspect="1"/>
          </p:cNvPicPr>
          <p:nvPr/>
        </p:nvPicPr>
        <p:blipFill>
          <a:blip r:embed="rId4"/>
          <a:stretch>
            <a:fillRect/>
          </a:stretch>
        </p:blipFill>
        <p:spPr>
          <a:xfrm>
            <a:off x="571651" y="2315788"/>
            <a:ext cx="5401524" cy="3603048"/>
          </a:xfrm>
          <a:prstGeom prst="rect">
            <a:avLst/>
          </a:prstGeom>
        </p:spPr>
      </p:pic>
      <p:pic>
        <p:nvPicPr>
          <p:cNvPr id="12" name="Picture 11">
            <a:extLst>
              <a:ext uri="{FF2B5EF4-FFF2-40B4-BE49-F238E27FC236}">
                <a16:creationId xmlns:a16="http://schemas.microsoft.com/office/drawing/2014/main" id="{6E900EB0-A7E1-C5C1-0479-A8DD7D2D0669}"/>
              </a:ext>
            </a:extLst>
          </p:cNvPr>
          <p:cNvPicPr>
            <a:picLocks noChangeAspect="1"/>
          </p:cNvPicPr>
          <p:nvPr/>
        </p:nvPicPr>
        <p:blipFill>
          <a:blip r:embed="rId5"/>
          <a:stretch>
            <a:fillRect/>
          </a:stretch>
        </p:blipFill>
        <p:spPr>
          <a:xfrm>
            <a:off x="6168584" y="2315788"/>
            <a:ext cx="5401524" cy="3603048"/>
          </a:xfrm>
          <a:prstGeom prst="rect">
            <a:avLst/>
          </a:prstGeom>
        </p:spPr>
      </p:pic>
      <p:sp>
        <p:nvSpPr>
          <p:cNvPr id="33808" name="TextBox 33807"/>
          <p:cNvSpPr txBox="1"/>
          <p:nvPr/>
        </p:nvSpPr>
        <p:spPr>
          <a:xfrm>
            <a:off x="457200" y="6263640"/>
            <a:ext cx="1097280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rPr>
              <a:t>資料來源：南方東英，彭博，數據截至2026/04/30。</a:t>
            </a:r>
          </a:p>
        </p:txBody>
      </p:sp>
      <p:sp>
        <p:nvSpPr>
          <p:cNvPr id="33810" name="TextBox 33809"/>
          <p:cNvSpPr txBox="1"/>
          <p:nvPr/>
        </p:nvSpPr>
        <p:spPr>
          <a:xfrm>
            <a:off x="722376" y="411480"/>
            <a:ext cx="1097280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800" b="1" i="0" u="none" strike="noStrike" kern="1200" cap="none" spc="0" normalizeH="0" baseline="0" noProof="0">
                <a:ln>
                  <a:noFill/>
                </a:ln>
                <a:solidFill>
                  <a:srgbClr val="285FAF"/>
                </a:solidFill>
                <a:effectLst/>
                <a:uLnTx/>
                <a:uFillTx/>
                <a:latin typeface="Calibri"/>
                <a:ea typeface="微软雅黑"/>
              </a:rPr>
              <a:t>2026年半導體拉動韓國强勁出口</a:t>
            </a:r>
          </a:p>
        </p:txBody>
      </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33811" name="LogoPic" descr="image.png"/>
          <p:cNvPicPr>
            <a:picLocks noChangeAspect="1"/>
          </p:cNvPicPr>
          <p:nvPr/>
        </p:nvPicPr>
        <p:blipFill rotWithShape="1">
          <a:blip r:embed="rId6"/>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962F928C-5FBF-4127-9B93-8A640B263451}" type="slidenum">
              <a:rPr lang="en-US" sz="1000" dirty="0">
                <a:solidFill>
                  <a:srgbClr val="FFFFFF"/>
                </a:solidFill>
                <a:latin typeface="Calibri"/>
                <a:ea typeface="微软雅黑"/>
              </a:rPr>
              <a:t>26</a:t>
            </a:fld>
            <a:endParaRPr lang="en-US" sz="1000" dirty="0">
              <a:solidFill>
                <a:srgbClr val="FFFFFF"/>
              </a:solidFill>
              <a:latin typeface="Calibri"/>
              <a:ea typeface="微软雅黑"/>
            </a:endParaRPr>
          </a:p>
        </p:txBody>
      </p:sp>
    </p:spTree>
    <p:custDataLst>
      <p:tags r:id="rId1"/>
    </p:custDataLst>
    <p:extLst>
      <p:ext uri="{BB962C8B-B14F-4D97-AF65-F5344CB8AC3E}">
        <p14:creationId xmlns:p14="http://schemas.microsoft.com/office/powerpoint/2010/main" val="32421428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B239F-52BD-2CD1-9C86-D54F7845637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37F4A59-899B-9EC4-563A-ABD884EC615D}"/>
              </a:ext>
            </a:extLst>
          </p:cNvPr>
          <p:cNvSpPr txBox="1"/>
          <p:nvPr/>
        </p:nvSpPr>
        <p:spPr>
          <a:xfrm>
            <a:off x="815451" y="933080"/>
            <a:ext cx="10774204" cy="892552"/>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altLang="zh-CN"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2026</a:t>
            </a:r>
            <a:r>
              <a:rPr kumimoji="0" lang="zh-CN" altLang="en-US"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年財年預算案總支出規模進一步提升至</a:t>
            </a:r>
            <a:r>
              <a:rPr kumimoji="0" lang="en-US" altLang="zh-CN"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728</a:t>
            </a:r>
            <a:r>
              <a:rPr kumimoji="0" lang="zh-CN" altLang="en-US"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萬億韓元（約合</a:t>
            </a:r>
            <a:r>
              <a:rPr kumimoji="0" lang="en-US" altLang="zh-CN"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5,000</a:t>
            </a:r>
            <a:r>
              <a:rPr kumimoji="0" lang="zh-CN" altLang="en-US"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億美元）。其中研發預算由</a:t>
            </a:r>
            <a:r>
              <a:rPr kumimoji="0" lang="en-US" altLang="zh-CN"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29.6</a:t>
            </a:r>
            <a:r>
              <a:rPr kumimoji="0" lang="zh-CN" altLang="en-US"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萬億韓元提高至</a:t>
            </a:r>
            <a:r>
              <a:rPr kumimoji="0" lang="en-US" altLang="zh-CN"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35.3</a:t>
            </a:r>
            <a:r>
              <a:rPr kumimoji="0" lang="zh-CN" altLang="en-US"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萬億韓元，增幅</a:t>
            </a:r>
            <a:r>
              <a:rPr kumimoji="0" lang="en-US" altLang="zh-CN"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19.9%</a:t>
            </a:r>
            <a:r>
              <a:rPr kumimoji="0" lang="zh-CN" altLang="en-US"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。，爲歷年最大，以加速</a:t>
            </a:r>
            <a:r>
              <a:rPr kumimoji="0" lang="en-US" altLang="zh-CN"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AI</a:t>
            </a:r>
            <a:r>
              <a:rPr kumimoji="0" lang="zh-CN" altLang="en-US"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、生物、文創內容、軍工、能源、製造六大關鍵領域的創新。其中，</a:t>
            </a:r>
            <a:r>
              <a:rPr kumimoji="0" lang="en-US" altLang="zh-CN" sz="13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rPr>
              <a:t>AI</a:t>
            </a:r>
            <a:r>
              <a:rPr kumimoji="0" lang="zh-CN" altLang="en-US" sz="13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rPr>
              <a:t>預算由</a:t>
            </a:r>
            <a:r>
              <a:rPr kumimoji="0" lang="en-US" altLang="zh-CN" sz="13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rPr>
              <a:t>3.3</a:t>
            </a:r>
            <a:r>
              <a:rPr kumimoji="0" lang="zh-CN" altLang="en-US" sz="13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rPr>
              <a:t>萬億韓元增至</a:t>
            </a:r>
            <a:r>
              <a:rPr kumimoji="0" lang="en-US" altLang="zh-CN" sz="13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rPr>
              <a:t>10.1</a:t>
            </a:r>
            <a:r>
              <a:rPr kumimoji="0" lang="zh-CN" altLang="en-US" sz="13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rPr>
              <a:t>萬億韓元</a:t>
            </a:r>
            <a:r>
              <a:rPr kumimoji="0" lang="zh-CN" altLang="en-US"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，增幅逾兩倍。</a:t>
            </a:r>
            <a:endParaRPr lang="en-US" altLang="zh-CN" sz="1300" dirty="0">
              <a:solidFill>
                <a:srgbClr val="515052"/>
              </a:solidFill>
              <a:latin typeface="Calibri"/>
              <a:ea typeface="微软雅黑" panose="020B0503020204020204" pitchFamily="34" charset="-122"/>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altLang="zh-CN"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2026</a:t>
            </a:r>
            <a:r>
              <a:rPr kumimoji="0" lang="zh-CN" altLang="en-US" sz="1300" b="0" i="0" u="none" strike="noStrike" kern="1200" cap="none" spc="0" normalizeH="0" baseline="0" noProof="0" dirty="0">
                <a:ln>
                  <a:noFill/>
                </a:ln>
                <a:solidFill>
                  <a:srgbClr val="515052"/>
                </a:solidFill>
                <a:effectLst/>
                <a:uLnTx/>
                <a:uFillTx/>
                <a:latin typeface="Calibri"/>
                <a:ea typeface="微软雅黑" panose="020B0503020204020204" pitchFamily="34" charset="-122"/>
                <a:cs typeface="+mn-cs"/>
              </a:rPr>
              <a:t>年</a:t>
            </a:r>
            <a:r>
              <a:rPr kumimoji="0" lang="en-US" altLang="zh-CN" sz="1300" b="0" i="0" u="none" strike="noStrike" kern="1200" cap="none" spc="0" normalizeH="0" baseline="0" noProof="0" dirty="0">
                <a:ln>
                  <a:noFill/>
                </a:ln>
                <a:solidFill>
                  <a:srgbClr val="515052"/>
                </a:solidFill>
                <a:effectLst/>
                <a:uLnTx/>
                <a:uFillTx/>
                <a:latin typeface="Calibri"/>
                <a:ea typeface="微软雅黑" panose="020B0503020204020204" pitchFamily="34" charset="-122"/>
                <a:cs typeface="+mn-cs"/>
              </a:rPr>
              <a:t>4</a:t>
            </a:r>
            <a:r>
              <a:rPr kumimoji="0" lang="zh-CN" altLang="en-US" sz="1300" b="0" i="0" u="none" strike="noStrike" kern="1200" cap="none" spc="0" normalizeH="0" baseline="0" noProof="0" dirty="0">
                <a:ln>
                  <a:noFill/>
                </a:ln>
                <a:solidFill>
                  <a:srgbClr val="515052"/>
                </a:solidFill>
                <a:effectLst/>
                <a:uLnTx/>
                <a:uFillTx/>
                <a:latin typeface="Calibri"/>
                <a:ea typeface="微软雅黑" panose="020B0503020204020204" pitchFamily="34" charset="-122"/>
                <a:cs typeface="+mn-cs"/>
              </a:rPr>
              <a:t>月</a:t>
            </a:r>
            <a:r>
              <a:rPr kumimoji="0" lang="en-US" altLang="zh-CN" sz="1300" b="0" i="0" u="none" strike="noStrike" kern="1200" cap="none" spc="0" normalizeH="0" baseline="0" noProof="0" dirty="0">
                <a:ln>
                  <a:noFill/>
                </a:ln>
                <a:solidFill>
                  <a:srgbClr val="515052"/>
                </a:solidFill>
                <a:effectLst/>
                <a:uLnTx/>
                <a:uFillTx/>
                <a:latin typeface="Calibri"/>
                <a:ea typeface="微软雅黑" panose="020B0503020204020204" pitchFamily="34" charset="-122"/>
                <a:cs typeface="+mn-cs"/>
              </a:rPr>
              <a:t>10</a:t>
            </a:r>
            <a:r>
              <a:rPr kumimoji="0" lang="zh-CN" altLang="en-US" sz="1300" b="0" i="0" u="none" strike="noStrike" kern="1200" cap="none" spc="0" normalizeH="0" baseline="0" noProof="0" dirty="0">
                <a:ln>
                  <a:noFill/>
                </a:ln>
                <a:solidFill>
                  <a:srgbClr val="515052"/>
                </a:solidFill>
                <a:effectLst/>
                <a:uLnTx/>
                <a:uFillTx/>
                <a:latin typeface="Calibri"/>
                <a:ea typeface="微软雅黑" panose="020B0503020204020204" pitchFamily="34" charset="-122"/>
                <a:cs typeface="+mn-cs"/>
              </a:rPr>
              <a:t>日</a:t>
            </a:r>
            <a:r>
              <a:rPr kumimoji="0" lang="zh-CN" altLang="en-US"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宣布</a:t>
            </a:r>
            <a:r>
              <a:rPr kumimoji="0" lang="en-US" altLang="zh-CN"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26.2</a:t>
            </a:r>
            <a:r>
              <a:rPr kumimoji="0" lang="zh-CN" altLang="en-US"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萬億補充預算以支持國內高油價衝擊，標志著李在明政府的首份預算案將財政</a:t>
            </a:r>
            <a:r>
              <a:rPr kumimoji="0" lang="zh-CN" altLang="en-US" sz="13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rPr>
              <a:t>由“緊縮”轉向“擴張”</a:t>
            </a:r>
            <a:r>
              <a:rPr kumimoji="0" lang="zh-CN" altLang="en-US" sz="1300" b="0" i="0" u="none" strike="noStrike" kern="1200" cap="none" spc="0" normalizeH="0" baseline="0" noProof="0">
                <a:ln>
                  <a:noFill/>
                </a:ln>
                <a:solidFill>
                  <a:srgbClr val="515052"/>
                </a:solidFill>
                <a:effectLst/>
                <a:uLnTx/>
                <a:uFillTx/>
                <a:latin typeface="Calibri"/>
                <a:ea typeface="微软雅黑" panose="020B0503020204020204" pitchFamily="34" charset="-122"/>
                <a:cs typeface="+mn-cs"/>
              </a:rPr>
              <a:t>。</a:t>
            </a:r>
            <a:endParaRPr kumimoji="0" lang="en-US" altLang="zh-CN" sz="1300" b="0" i="0" u="none" strike="noStrike" kern="1200" cap="none" spc="0" normalizeH="0" baseline="0" noProof="0" dirty="0">
              <a:ln>
                <a:noFill/>
              </a:ln>
              <a:solidFill>
                <a:srgbClr val="515052"/>
              </a:solidFill>
              <a:effectLst/>
              <a:uLnTx/>
              <a:uFillTx/>
              <a:latin typeface="Calibri"/>
              <a:ea typeface="微软雅黑" panose="020B0503020204020204" pitchFamily="34" charset="-122"/>
              <a:cs typeface="+mn-cs"/>
            </a:endParaRPr>
          </a:p>
        </p:txBody>
      </p:sp>
      <p:sp>
        <p:nvSpPr>
          <p:cNvPr id="8" name="TextBox 7">
            <a:extLst>
              <a:ext uri="{FF2B5EF4-FFF2-40B4-BE49-F238E27FC236}">
                <a16:creationId xmlns:a16="http://schemas.microsoft.com/office/drawing/2014/main" id="{485BC724-F437-08B2-7677-995B9791F722}"/>
              </a:ext>
            </a:extLst>
          </p:cNvPr>
          <p:cNvSpPr txBox="1"/>
          <p:nvPr/>
        </p:nvSpPr>
        <p:spPr>
          <a:xfrm>
            <a:off x="1081237" y="2017859"/>
            <a:ext cx="4389120" cy="307777"/>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rPr>
              <a:t>2026</a:t>
            </a:r>
            <a:r>
              <a:rPr kumimoji="0" lang="zh-CN" altLang="en-US" sz="14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rPr>
              <a:t>年韓國財政支出持續寬鬆</a:t>
            </a:r>
            <a:endParaRPr kumimoji="0" lang="en-US" altLang="zh-CN" sz="1400" b="1" i="0" u="none" strike="noStrike" kern="1200" cap="none" spc="0" normalizeH="0" baseline="0" noProof="0" dirty="0">
              <a:ln>
                <a:noFill/>
              </a:ln>
              <a:solidFill>
                <a:srgbClr val="2660AD"/>
              </a:solidFill>
              <a:effectLst/>
              <a:uLnTx/>
              <a:uFillTx/>
              <a:latin typeface="Calibri"/>
              <a:ea typeface="微软雅黑" panose="020B0503020204020204" pitchFamily="34" charset="-122"/>
              <a:cs typeface="+mn-cs"/>
            </a:endParaRPr>
          </a:p>
        </p:txBody>
      </p:sp>
      <p:sp>
        <p:nvSpPr>
          <p:cNvPr id="7" name="TextBox 6">
            <a:extLst>
              <a:ext uri="{FF2B5EF4-FFF2-40B4-BE49-F238E27FC236}">
                <a16:creationId xmlns:a16="http://schemas.microsoft.com/office/drawing/2014/main" id="{2FA5AE7E-6531-3769-7686-3F44A7BEF00D}"/>
              </a:ext>
            </a:extLst>
          </p:cNvPr>
          <p:cNvSpPr txBox="1"/>
          <p:nvPr/>
        </p:nvSpPr>
        <p:spPr>
          <a:xfrm>
            <a:off x="6699183" y="2017859"/>
            <a:ext cx="5005137" cy="307777"/>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rPr>
              <a:t>AI</a:t>
            </a:r>
            <a:r>
              <a:rPr kumimoji="0" lang="zh-CN" altLang="en-US" sz="14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rPr>
              <a:t>領域研發支出成爲財政發力點</a:t>
            </a:r>
            <a:endParaRPr kumimoji="0" lang="en-US" altLang="zh-CN" sz="1400" b="1" i="0" u="none" strike="noStrike" kern="1200" cap="none" spc="0" normalizeH="0" baseline="0" noProof="0" dirty="0">
              <a:ln>
                <a:noFill/>
              </a:ln>
              <a:solidFill>
                <a:srgbClr val="2660AD"/>
              </a:solidFill>
              <a:effectLst/>
              <a:uLnTx/>
              <a:uFillTx/>
              <a:latin typeface="Calibri"/>
              <a:ea typeface="微软雅黑" panose="020B0503020204020204" pitchFamily="34" charset="-122"/>
              <a:cs typeface="+mn-cs"/>
            </a:endParaRPr>
          </a:p>
        </p:txBody>
      </p:sp>
      <p:pic>
        <p:nvPicPr>
          <p:cNvPr id="5" name="Picture 4">
            <a:extLst>
              <a:ext uri="{FF2B5EF4-FFF2-40B4-BE49-F238E27FC236}">
                <a16:creationId xmlns:a16="http://schemas.microsoft.com/office/drawing/2014/main" id="{EB3F35D5-2913-D1DF-A93F-81B6B088B6D9}"/>
              </a:ext>
            </a:extLst>
          </p:cNvPr>
          <p:cNvPicPr>
            <a:picLocks noChangeAspect="1"/>
          </p:cNvPicPr>
          <p:nvPr/>
        </p:nvPicPr>
        <p:blipFill>
          <a:blip r:embed="rId4"/>
          <a:stretch>
            <a:fillRect/>
          </a:stretch>
        </p:blipFill>
        <p:spPr>
          <a:xfrm>
            <a:off x="612282" y="2417703"/>
            <a:ext cx="5401524" cy="3596952"/>
          </a:xfrm>
          <a:prstGeom prst="rect">
            <a:avLst/>
          </a:prstGeom>
        </p:spPr>
      </p:pic>
      <p:pic>
        <p:nvPicPr>
          <p:cNvPr id="10" name="Picture 9">
            <a:extLst>
              <a:ext uri="{FF2B5EF4-FFF2-40B4-BE49-F238E27FC236}">
                <a16:creationId xmlns:a16="http://schemas.microsoft.com/office/drawing/2014/main" id="{A2B28C98-2462-A35F-3D78-F3AA5AF013E0}"/>
              </a:ext>
            </a:extLst>
          </p:cNvPr>
          <p:cNvPicPr>
            <a:picLocks noChangeAspect="1"/>
          </p:cNvPicPr>
          <p:nvPr/>
        </p:nvPicPr>
        <p:blipFill>
          <a:blip r:embed="rId5"/>
          <a:stretch>
            <a:fillRect/>
          </a:stretch>
        </p:blipFill>
        <p:spPr>
          <a:xfrm>
            <a:off x="6376977" y="2457460"/>
            <a:ext cx="5401524" cy="3596952"/>
          </a:xfrm>
          <a:prstGeom prst="rect">
            <a:avLst/>
          </a:prstGeom>
        </p:spPr>
      </p:pic>
      <p:sp>
        <p:nvSpPr>
          <p:cNvPr id="33808" name="TextBox 33807"/>
          <p:cNvSpPr txBox="1"/>
          <p:nvPr/>
        </p:nvSpPr>
        <p:spPr>
          <a:xfrm>
            <a:off x="457200" y="6263640"/>
            <a:ext cx="1097280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rPr>
              <a:t>資料來源：南方東英，彭博，數據截至2025/12/31。</a:t>
            </a:r>
          </a:p>
        </p:txBody>
      </p:sp>
      <p:sp>
        <p:nvSpPr>
          <p:cNvPr id="33810" name="TextBox 33809"/>
          <p:cNvSpPr txBox="1"/>
          <p:nvPr/>
        </p:nvSpPr>
        <p:spPr>
          <a:xfrm>
            <a:off x="722376" y="411480"/>
            <a:ext cx="1097280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800" b="1" i="0" u="none" strike="noStrike" kern="1200" cap="none" spc="0" normalizeH="0" baseline="0" noProof="0">
                <a:ln>
                  <a:noFill/>
                </a:ln>
                <a:solidFill>
                  <a:schemeClr val="tx2"/>
                </a:solidFill>
                <a:effectLst/>
                <a:uLnTx/>
                <a:uFillTx/>
                <a:latin typeface="Calibri"/>
                <a:ea typeface="微软雅黑"/>
              </a:rPr>
              <a:t>韓國財政政策 – 財政作爲引水，恢復經濟良性循環</a:t>
            </a:r>
          </a:p>
        </p:txBody>
      </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33811" name="LogoPic" descr="image.png"/>
          <p:cNvPicPr>
            <a:picLocks noChangeAspect="1"/>
          </p:cNvPicPr>
          <p:nvPr/>
        </p:nvPicPr>
        <p:blipFill rotWithShape="1">
          <a:blip r:embed="rId6"/>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67A2E294-B1D5-4FB8-BE92-BDC7E21151A1}" type="slidenum">
              <a:rPr lang="en-US" sz="1000" dirty="0">
                <a:solidFill>
                  <a:srgbClr val="FFFFFF"/>
                </a:solidFill>
                <a:latin typeface="Calibri"/>
                <a:ea typeface="微软雅黑"/>
              </a:rPr>
              <a:t>27</a:t>
            </a:fld>
            <a:endParaRPr lang="en-US" sz="1000" dirty="0">
              <a:solidFill>
                <a:srgbClr val="FFFFFF"/>
              </a:solidFill>
              <a:latin typeface="Calibri"/>
              <a:ea typeface="微软雅黑"/>
            </a:endParaRPr>
          </a:p>
        </p:txBody>
      </p:sp>
    </p:spTree>
    <p:custDataLst>
      <p:tags r:id="rId1"/>
    </p:custDataLst>
    <p:extLst>
      <p:ext uri="{BB962C8B-B14F-4D97-AF65-F5344CB8AC3E}">
        <p14:creationId xmlns:p14="http://schemas.microsoft.com/office/powerpoint/2010/main" val="21366457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4EAE8-47BD-8D7A-8032-8E966129C68C}"/>
            </a:ext>
          </a:extLst>
        </p:cNvPr>
        <p:cNvGrpSpPr/>
        <p:nvPr/>
      </p:nvGrpSpPr>
      <p:grpSpPr>
        <a:xfrm>
          <a:off x="0" y="0"/>
          <a:ext cx="0" cy="0"/>
          <a:chOff x="0" y="0"/>
          <a:chExt cx="0" cy="0"/>
        </a:xfrm>
      </p:grpSpPr>
      <p:sp>
        <p:nvSpPr>
          <p:cNvPr id="5" name="任意多边形: 形状 39">
            <a:extLst>
              <a:ext uri="{FF2B5EF4-FFF2-40B4-BE49-F238E27FC236}">
                <a16:creationId xmlns:a16="http://schemas.microsoft.com/office/drawing/2014/main" id="{5DE93E86-3633-A68A-0191-F3DC578235D2}"/>
              </a:ext>
            </a:extLst>
          </p:cNvPr>
          <p:cNvSpPr/>
          <p:nvPr/>
        </p:nvSpPr>
        <p:spPr>
          <a:xfrm>
            <a:off x="0" y="2526231"/>
            <a:ext cx="12192000" cy="4331769"/>
          </a:xfrm>
          <a:custGeom>
            <a:avLst/>
            <a:gdLst>
              <a:gd name="connsiteX0" fmla="*/ 0 w 12192000"/>
              <a:gd name="connsiteY0" fmla="*/ 0 h 3637788"/>
              <a:gd name="connsiteX1" fmla="*/ 12192000 w 12192000"/>
              <a:gd name="connsiteY1" fmla="*/ 0 h 3637788"/>
              <a:gd name="connsiteX2" fmla="*/ 12192000 w 12192000"/>
              <a:gd name="connsiteY2" fmla="*/ 3637788 h 3637788"/>
              <a:gd name="connsiteX3" fmla="*/ 0 w 12192000"/>
              <a:gd name="connsiteY3" fmla="*/ 3637788 h 3637788"/>
            </a:gdLst>
            <a:ahLst/>
            <a:cxnLst>
              <a:cxn ang="0">
                <a:pos x="connsiteX0" y="connsiteY0"/>
              </a:cxn>
              <a:cxn ang="0">
                <a:pos x="connsiteX1" y="connsiteY1"/>
              </a:cxn>
              <a:cxn ang="0">
                <a:pos x="connsiteX2" y="connsiteY2"/>
              </a:cxn>
              <a:cxn ang="0">
                <a:pos x="connsiteX3" y="connsiteY3"/>
              </a:cxn>
            </a:cxnLst>
            <a:rect l="l" t="t" r="r" b="b"/>
            <a:pathLst>
              <a:path w="12192000" h="3637788">
                <a:moveTo>
                  <a:pt x="0" y="0"/>
                </a:moveTo>
                <a:lnTo>
                  <a:pt x="12192000" y="0"/>
                </a:lnTo>
                <a:lnTo>
                  <a:pt x="12192000" y="3637788"/>
                </a:lnTo>
                <a:lnTo>
                  <a:pt x="0" y="3637788"/>
                </a:lnTo>
                <a:close/>
              </a:path>
            </a:pathLst>
          </a:custGeom>
          <a:solidFill>
            <a:schemeClr val="bg1">
              <a:lumMod val="50000"/>
              <a:alpha val="10000"/>
            </a:schemeClr>
          </a:solidFill>
          <a:ln w="28575"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endParaRPr lang="zh-CN" altLang="en-US" dirty="0">
              <a:cs typeface="+mn-ea"/>
              <a:sym typeface="+mn-lt"/>
            </a:endParaRPr>
          </a:p>
        </p:txBody>
      </p:sp>
      <p:sp>
        <p:nvSpPr>
          <p:cNvPr id="43" name="Slide Number Placeholder 1">
            <a:extLst>
              <a:ext uri="{FF2B5EF4-FFF2-40B4-BE49-F238E27FC236}">
                <a16:creationId xmlns:a16="http://schemas.microsoft.com/office/drawing/2014/main" id="{AEB81477-5A4F-7775-5B83-91E5FF7C84A2}"/>
              </a:ext>
            </a:extLst>
          </p:cNvPr>
          <p:cNvSpPr txBox="1">
            <a:spLocks/>
          </p:cNvSpPr>
          <p:nvPr/>
        </p:nvSpPr>
        <p:spPr>
          <a:xfrm>
            <a:off x="9864483" y="5971591"/>
            <a:ext cx="388620" cy="197435"/>
          </a:xfrm>
          <a:prstGeom prst="rect">
            <a:avLst/>
          </a:prstGeom>
        </p:spPr>
        <p:txBody>
          <a:bodyPr anchor="ctr" anchorCtr="0"/>
          <a:lstStyle>
            <a:defPPr>
              <a:defRPr lang="en-US"/>
            </a:defPPr>
            <a:lvl1pPr marL="0" algn="ctr" defTabSz="914400" rtl="0" eaLnBrk="1" latinLnBrk="0" hangingPunct="1">
              <a:defRPr sz="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16938FB6-C46F-4F26-812A-AF28196EF3CF}" type="slidenum">
              <a:rPr kumimoji="0" lang="en-US" sz="800" b="0" i="0" u="none" strike="noStrike" kern="1200" cap="none" spc="0" normalizeH="0" baseline="0" noProof="0" smtClean="0">
                <a:ln>
                  <a:noFill/>
                </a:ln>
                <a:solidFill>
                  <a:srgbClr val="FFFFFF"/>
                </a:solidFill>
                <a:effectLst/>
                <a:uLnTx/>
                <a:uFillTx/>
                <a:cs typeface="+mn-ea"/>
                <a:sym typeface="+mn-lt"/>
              </a:rPr>
              <a:pPr marL="0" marR="0" lvl="0" indent="0" algn="ctr" defTabSz="914400" rtl="0" eaLnBrk="1" fontAlgn="auto" latinLnBrk="0" hangingPunct="1">
                <a:lnSpc>
                  <a:spcPct val="100000"/>
                </a:lnSpc>
                <a:spcBef>
                  <a:spcPts val="0"/>
                </a:spcBef>
                <a:spcAft>
                  <a:spcPts val="0"/>
                </a:spcAft>
                <a:buClrTx/>
                <a:buSzTx/>
                <a:buFontTx/>
                <a:buNone/>
                <a:tabLst/>
                <a:defRPr/>
              </a:pPr>
              <a:t>28</a:t>
            </a:fld>
            <a:endParaRPr kumimoji="0" lang="en-US" sz="800" b="0" i="0" u="none" strike="noStrike" kern="1200" cap="none" spc="0" normalizeH="0" baseline="0" noProof="0">
              <a:ln>
                <a:noFill/>
              </a:ln>
              <a:solidFill>
                <a:srgbClr val="FFFFFF"/>
              </a:solidFill>
              <a:effectLst/>
              <a:uLnTx/>
              <a:uFillTx/>
              <a:cs typeface="+mn-ea"/>
              <a:sym typeface="+mn-lt"/>
            </a:endParaRPr>
          </a:p>
        </p:txBody>
      </p:sp>
      <p:sp>
        <p:nvSpPr>
          <p:cNvPr id="2" name="Slide Number Placeholder 1">
            <a:extLst>
              <a:ext uri="{FF2B5EF4-FFF2-40B4-BE49-F238E27FC236}">
                <a16:creationId xmlns:a16="http://schemas.microsoft.com/office/drawing/2014/main" id="{768918EE-70D4-D0A0-15C6-D12973DF4D47}"/>
              </a:ext>
            </a:extLst>
          </p:cNvPr>
          <p:cNvSpPr txBox="1">
            <a:spLocks/>
          </p:cNvSpPr>
          <p:nvPr/>
        </p:nvSpPr>
        <p:spPr>
          <a:xfrm>
            <a:off x="9296905" y="6557574"/>
            <a:ext cx="2743200" cy="276999"/>
          </a:xfrm>
          <a:prstGeom prst="rect">
            <a:avLst/>
          </a:prstGeom>
        </p:spPr>
        <p:txBody>
          <a:bodyPr/>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CC7D48C0-AA79-46F3-BF6F-F82B468F2D98}" type="slidenum">
              <a:rPr kumimoji="0" lang="en-US" sz="1000" b="0" i="0" u="none" strike="noStrike" kern="1200" cap="none" spc="0" normalizeH="0" baseline="0" noProof="0" smtClean="0">
                <a:ln>
                  <a:noFill/>
                </a:ln>
                <a:solidFill>
                  <a:prstClr val="white"/>
                </a:solidFill>
                <a:effectLst/>
                <a:uLnTx/>
                <a:uFillTx/>
                <a:cs typeface="+mn-ea"/>
                <a:sym typeface="+mn-lt"/>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000" b="0" i="0" u="none" strike="noStrike" kern="1200" cap="none" spc="0" normalizeH="0" baseline="0" noProof="0" dirty="0">
              <a:ln>
                <a:noFill/>
              </a:ln>
              <a:solidFill>
                <a:prstClr val="white"/>
              </a:solidFill>
              <a:effectLst/>
              <a:uLnTx/>
              <a:uFillTx/>
              <a:cs typeface="+mn-ea"/>
              <a:sym typeface="+mn-lt"/>
            </a:endParaRPr>
          </a:p>
        </p:txBody>
      </p:sp>
      <p:pic>
        <p:nvPicPr>
          <p:cNvPr id="13" name="Picture 12" descr="Logo  Description automatically generated">
            <a:extLst>
              <a:ext uri="{FF2B5EF4-FFF2-40B4-BE49-F238E27FC236}">
                <a16:creationId xmlns:a16="http://schemas.microsoft.com/office/drawing/2014/main" id="{7D1DFB63-EEEF-0806-5201-BB20BD7ED48D}"/>
              </a:ext>
            </a:extLst>
          </p:cNvPr>
          <p:cNvPicPr>
            <a:picLocks noChangeAspect="1"/>
          </p:cNvPicPr>
          <p:nvPr/>
        </p:nvPicPr>
        <p:blipFill rotWithShape="1">
          <a:blip r:embed="rId3" cstate="hqprint">
            <a:extLst>
              <a:ext uri="{28A0092B-C50C-407E-A947-70E740481C1C}">
                <a14:useLocalDpi xmlns:a14="http://schemas.microsoft.com/office/drawing/2010/main" val="0"/>
              </a:ext>
            </a:extLst>
          </a:blip>
          <a:srcRect r="76699"/>
          <a:stretch/>
        </p:blipFill>
        <p:spPr>
          <a:xfrm>
            <a:off x="11468126" y="6562572"/>
            <a:ext cx="242570" cy="255578"/>
          </a:xfrm>
          <a:prstGeom prst="rect">
            <a:avLst/>
          </a:prstGeom>
        </p:spPr>
      </p:pic>
      <p:pic>
        <p:nvPicPr>
          <p:cNvPr id="24" name="Picture 23">
            <a:extLst>
              <a:ext uri="{FF2B5EF4-FFF2-40B4-BE49-F238E27FC236}">
                <a16:creationId xmlns:a16="http://schemas.microsoft.com/office/drawing/2014/main" id="{4243B54F-385E-BBDD-042B-F6C759CB138F}"/>
              </a:ext>
            </a:extLst>
          </p:cNvPr>
          <p:cNvPicPr>
            <a:picLocks noChangeAspect="1"/>
          </p:cNvPicPr>
          <p:nvPr/>
        </p:nvPicPr>
        <p:blipFill>
          <a:blip r:embed="rId4"/>
          <a:stretch>
            <a:fillRect/>
          </a:stretch>
        </p:blipFill>
        <p:spPr>
          <a:xfrm flipH="1" flipV="1">
            <a:off x="-274140" y="1850695"/>
            <a:ext cx="109412" cy="128035"/>
          </a:xfrm>
          <a:prstGeom prst="rect">
            <a:avLst/>
          </a:prstGeom>
        </p:spPr>
      </p:pic>
      <p:sp>
        <p:nvSpPr>
          <p:cNvPr id="29" name="TextBox 28">
            <a:extLst>
              <a:ext uri="{FF2B5EF4-FFF2-40B4-BE49-F238E27FC236}">
                <a16:creationId xmlns:a16="http://schemas.microsoft.com/office/drawing/2014/main" id="{09529119-CB6D-5FD2-842D-9EF169FFD1FD}"/>
              </a:ext>
            </a:extLst>
          </p:cNvPr>
          <p:cNvSpPr txBox="1"/>
          <p:nvPr/>
        </p:nvSpPr>
        <p:spPr>
          <a:xfrm>
            <a:off x="4213961" y="1481097"/>
            <a:ext cx="3593689" cy="938719"/>
          </a:xfrm>
          <a:prstGeom prst="rect">
            <a:avLst/>
          </a:prstGeom>
          <a:noFill/>
        </p:spPr>
        <p:txBody>
          <a:bodyPr wrap="square" rtlCol="0">
            <a:spAutoFit/>
          </a:bodyPr>
          <a:lstStyle/>
          <a:p>
            <a:pPr marL="171450" indent="-171450">
              <a:buFont typeface="Wingdings" panose="05000000000000000000" pitchFamily="2" charset="2"/>
              <a:buChar char="v"/>
            </a:pPr>
            <a:r>
              <a:rPr lang="zh-TW" altLang="en-US" sz="1100" dirty="0">
                <a:solidFill>
                  <a:schemeClr val="tx1">
                    <a:lumMod val="50000"/>
                  </a:schemeClr>
                </a:solidFill>
                <a:cs typeface="+mn-ea"/>
                <a:sym typeface="+mn-lt"/>
              </a:rPr>
              <a:t>歷史上韓國財政政策通常較為保守，但現任政府</a:t>
            </a:r>
            <a:r>
              <a:rPr lang="zh-CN" altLang="en-US" sz="1100" dirty="0">
                <a:solidFill>
                  <a:schemeClr val="tx1">
                    <a:lumMod val="50000"/>
                  </a:schemeClr>
                </a:solidFill>
                <a:cs typeface="+mn-ea"/>
                <a:sym typeface="+mn-lt"/>
              </a:rPr>
              <a:t>提出</a:t>
            </a:r>
            <a:r>
              <a:rPr lang="en-US" altLang="zh-TW" sz="1100" dirty="0">
                <a:solidFill>
                  <a:schemeClr val="tx1">
                    <a:lumMod val="50000"/>
                  </a:schemeClr>
                </a:solidFill>
                <a:cs typeface="+mn-ea"/>
                <a:sym typeface="+mn-lt"/>
              </a:rPr>
              <a:t>(</a:t>
            </a:r>
            <a:r>
              <a:rPr lang="en-US" altLang="zh-TW" sz="1100" b="1" dirty="0">
                <a:solidFill>
                  <a:schemeClr val="tx1">
                    <a:lumMod val="50000"/>
                  </a:schemeClr>
                </a:solidFill>
                <a:cs typeface="+mn-ea"/>
                <a:sym typeface="+mn-lt"/>
              </a:rPr>
              <a:t>Priming the </a:t>
            </a:r>
            <a:r>
              <a:rPr lang="en-US" altLang="zh-TW" sz="1100" b="1">
                <a:solidFill>
                  <a:schemeClr val="tx1">
                    <a:lumMod val="50000"/>
                  </a:schemeClr>
                </a:solidFill>
                <a:cs typeface="+mn-ea"/>
                <a:sym typeface="+mn-lt"/>
              </a:rPr>
              <a:t>pump</a:t>
            </a:r>
            <a:r>
              <a:rPr lang="en-US" altLang="zh-TW" sz="1100">
                <a:solidFill>
                  <a:schemeClr val="tx1">
                    <a:lumMod val="50000"/>
                  </a:schemeClr>
                </a:solidFill>
                <a:cs typeface="+mn-ea"/>
                <a:sym typeface="+mn-lt"/>
              </a:rPr>
              <a:t>) </a:t>
            </a:r>
            <a:r>
              <a:rPr lang="zh-CN" altLang="en-US" sz="1100">
                <a:solidFill>
                  <a:schemeClr val="tx1">
                    <a:lumMod val="50000"/>
                  </a:schemeClr>
                </a:solidFill>
                <a:cs typeface="+mn-ea"/>
                <a:sym typeface="+mn-lt"/>
              </a:rPr>
              <a:t>概念</a:t>
            </a:r>
            <a:r>
              <a:rPr lang="zh-TW" altLang="en-US" sz="1100" dirty="0">
                <a:solidFill>
                  <a:schemeClr val="tx1">
                    <a:lumMod val="50000"/>
                  </a:schemeClr>
                </a:solidFill>
                <a:cs typeface="+mn-ea"/>
                <a:sym typeface="+mn-lt"/>
              </a:rPr>
              <a:t>。</a:t>
            </a:r>
            <a:endParaRPr lang="en-US" altLang="zh-TW" sz="1100" dirty="0">
              <a:solidFill>
                <a:schemeClr val="tx1">
                  <a:lumMod val="50000"/>
                </a:schemeClr>
              </a:solidFill>
              <a:cs typeface="+mn-ea"/>
              <a:sym typeface="+mn-lt"/>
            </a:endParaRPr>
          </a:p>
          <a:p>
            <a:pPr marL="171450" indent="-171450">
              <a:buFont typeface="Wingdings" panose="05000000000000000000" pitchFamily="2" charset="2"/>
              <a:buChar char="v"/>
            </a:pPr>
            <a:endParaRPr lang="en-US" altLang="zh-TW" sz="1100" dirty="0">
              <a:solidFill>
                <a:schemeClr val="tx1">
                  <a:lumMod val="50000"/>
                </a:schemeClr>
              </a:solidFill>
              <a:cs typeface="+mn-ea"/>
              <a:sym typeface="+mn-lt"/>
            </a:endParaRPr>
          </a:p>
          <a:p>
            <a:pPr marL="171450" indent="-171450">
              <a:buFont typeface="Wingdings" panose="05000000000000000000" pitchFamily="2" charset="2"/>
              <a:buChar char="v"/>
            </a:pPr>
            <a:r>
              <a:rPr lang="en-US" altLang="zh-TW" sz="1100" dirty="0">
                <a:solidFill>
                  <a:schemeClr val="tx1">
                    <a:lumMod val="50000"/>
                  </a:schemeClr>
                </a:solidFill>
                <a:cs typeface="+mn-ea"/>
                <a:sym typeface="+mn-lt"/>
              </a:rPr>
              <a:t>2026</a:t>
            </a:r>
            <a:r>
              <a:rPr lang="zh-TW" altLang="en-US" sz="1100" dirty="0">
                <a:solidFill>
                  <a:schemeClr val="tx1">
                    <a:lumMod val="50000"/>
                  </a:schemeClr>
                </a:solidFill>
                <a:cs typeface="+mn-ea"/>
                <a:sym typeface="+mn-lt"/>
              </a:rPr>
              <a:t>年政府預算達到 </a:t>
            </a:r>
            <a:r>
              <a:rPr lang="en-US" altLang="zh-TW" sz="1100" b="1" dirty="0">
                <a:solidFill>
                  <a:schemeClr val="tx1">
                    <a:lumMod val="50000"/>
                  </a:schemeClr>
                </a:solidFill>
                <a:cs typeface="+mn-ea"/>
                <a:sym typeface="+mn-lt"/>
              </a:rPr>
              <a:t>728</a:t>
            </a:r>
            <a:r>
              <a:rPr lang="zh-TW" altLang="en-US" sz="1100" b="1" dirty="0">
                <a:solidFill>
                  <a:schemeClr val="tx1">
                    <a:lumMod val="50000"/>
                  </a:schemeClr>
                </a:solidFill>
                <a:cs typeface="+mn-ea"/>
                <a:sym typeface="+mn-lt"/>
              </a:rPr>
              <a:t>兆</a:t>
            </a:r>
            <a:r>
              <a:rPr lang="zh-TW" altLang="en-US" sz="1100" dirty="0">
                <a:solidFill>
                  <a:schemeClr val="tx1">
                    <a:lumMod val="50000"/>
                  </a:schemeClr>
                </a:solidFill>
                <a:cs typeface="+mn-ea"/>
                <a:sym typeface="+mn-lt"/>
              </a:rPr>
              <a:t>韓元，年增幅 </a:t>
            </a:r>
            <a:r>
              <a:rPr lang="en-US" altLang="zh-TW" sz="1100" dirty="0">
                <a:solidFill>
                  <a:schemeClr val="tx1">
                    <a:lumMod val="50000"/>
                  </a:schemeClr>
                </a:solidFill>
                <a:cs typeface="+mn-ea"/>
                <a:sym typeface="+mn-lt"/>
              </a:rPr>
              <a:t>8.1%</a:t>
            </a:r>
            <a:r>
              <a:rPr lang="zh-TW" altLang="en-US" sz="1100" dirty="0">
                <a:solidFill>
                  <a:schemeClr val="tx1">
                    <a:lumMod val="50000"/>
                  </a:schemeClr>
                </a:solidFill>
                <a:cs typeface="+mn-ea"/>
                <a:sym typeface="+mn-lt"/>
              </a:rPr>
              <a:t>。</a:t>
            </a:r>
            <a:r>
              <a:rPr lang="en-US" altLang="zh-TW" sz="1100" dirty="0">
                <a:solidFill>
                  <a:schemeClr val="tx1">
                    <a:lumMod val="50000"/>
                  </a:schemeClr>
                </a:solidFill>
                <a:cs typeface="+mn-ea"/>
                <a:sym typeface="+mn-lt"/>
              </a:rPr>
              <a:t>2027</a:t>
            </a:r>
            <a:r>
              <a:rPr lang="zh-TW" altLang="en-US" sz="1100" dirty="0">
                <a:solidFill>
                  <a:schemeClr val="tx1">
                    <a:lumMod val="50000"/>
                  </a:schemeClr>
                </a:solidFill>
                <a:cs typeface="+mn-ea"/>
                <a:sym typeface="+mn-lt"/>
              </a:rPr>
              <a:t>年預算預計亦將維持相近增幅。</a:t>
            </a:r>
            <a:endParaRPr lang="en-HK" sz="1100" b="1" dirty="0">
              <a:solidFill>
                <a:schemeClr val="tx1">
                  <a:lumMod val="50000"/>
                </a:schemeClr>
              </a:solidFill>
              <a:cs typeface="+mn-ea"/>
              <a:sym typeface="+mn-lt"/>
            </a:endParaRPr>
          </a:p>
        </p:txBody>
      </p:sp>
      <p:sp>
        <p:nvSpPr>
          <p:cNvPr id="32" name="TextBox 31">
            <a:extLst>
              <a:ext uri="{FF2B5EF4-FFF2-40B4-BE49-F238E27FC236}">
                <a16:creationId xmlns:a16="http://schemas.microsoft.com/office/drawing/2014/main" id="{DC806932-D092-C3EC-8050-09BF0EC9967A}"/>
              </a:ext>
            </a:extLst>
          </p:cNvPr>
          <p:cNvSpPr txBox="1"/>
          <p:nvPr/>
        </p:nvSpPr>
        <p:spPr>
          <a:xfrm>
            <a:off x="8004452" y="1481097"/>
            <a:ext cx="3580305" cy="938719"/>
          </a:xfrm>
          <a:prstGeom prst="rect">
            <a:avLst/>
          </a:prstGeom>
          <a:noFill/>
        </p:spPr>
        <p:txBody>
          <a:bodyPr wrap="square">
            <a:spAutoFit/>
          </a:bodyPr>
          <a:lstStyle/>
          <a:p>
            <a:pPr marL="173736" lvl="0" indent="-173736">
              <a:buFont typeface="Wingdings" panose="05000000000000000000" pitchFamily="2" charset="2"/>
              <a:buChar char="v"/>
              <a:defRPr/>
            </a:pPr>
            <a:r>
              <a:rPr lang="en-US" altLang="zh-CN" sz="1100" dirty="0">
                <a:solidFill>
                  <a:schemeClr val="tx1">
                    <a:lumMod val="50000"/>
                  </a:schemeClr>
                </a:solidFill>
                <a:cs typeface="+mn-ea"/>
                <a:sym typeface="+mn-lt"/>
              </a:rPr>
              <a:t>Covid</a:t>
            </a:r>
            <a:r>
              <a:rPr lang="zh-CN" altLang="en-US" sz="1100" dirty="0">
                <a:solidFill>
                  <a:schemeClr val="tx1">
                    <a:lumMod val="50000"/>
                  </a:schemeClr>
                </a:solidFill>
                <a:cs typeface="+mn-ea"/>
                <a:sym typeface="+mn-lt"/>
              </a:rPr>
              <a:t>之后，</a:t>
            </a:r>
            <a:r>
              <a:rPr lang="zh-TW" altLang="en-US" sz="1100" dirty="0">
                <a:solidFill>
                  <a:schemeClr val="tx1">
                    <a:lumMod val="50000"/>
                  </a:schemeClr>
                </a:solidFill>
                <a:cs typeface="+mn-ea"/>
                <a:sym typeface="+mn-lt"/>
              </a:rPr>
              <a:t>強勢美元加上消費者信心不足、家庭負債偏高等結構性因素，零售表現</a:t>
            </a:r>
            <a:r>
              <a:rPr lang="zh-CN" altLang="en-US" sz="1100" dirty="0">
                <a:solidFill>
                  <a:schemeClr val="tx1">
                    <a:lumMod val="50000"/>
                  </a:schemeClr>
                </a:solidFill>
                <a:cs typeface="+mn-ea"/>
                <a:sym typeface="+mn-lt"/>
              </a:rPr>
              <a:t>不佳</a:t>
            </a:r>
            <a:r>
              <a:rPr lang="zh-TW" altLang="en-US" sz="1100" dirty="0">
                <a:solidFill>
                  <a:schemeClr val="tx1">
                    <a:lumMod val="50000"/>
                  </a:schemeClr>
                </a:solidFill>
                <a:cs typeface="+mn-ea"/>
                <a:sym typeface="+mn-lt"/>
              </a:rPr>
              <a:t>。</a:t>
            </a:r>
            <a:endParaRPr lang="en-US" altLang="zh-TW" sz="1100" dirty="0">
              <a:solidFill>
                <a:schemeClr val="tx1">
                  <a:lumMod val="50000"/>
                </a:schemeClr>
              </a:solidFill>
              <a:cs typeface="+mn-ea"/>
              <a:sym typeface="+mn-lt"/>
            </a:endParaRPr>
          </a:p>
          <a:p>
            <a:pPr marL="173736" lvl="0" indent="-173736">
              <a:buFont typeface="Wingdings" panose="05000000000000000000" pitchFamily="2" charset="2"/>
              <a:buChar char="v"/>
              <a:defRPr/>
            </a:pPr>
            <a:endParaRPr lang="en-US" altLang="zh-TW" sz="1100" dirty="0">
              <a:solidFill>
                <a:schemeClr val="tx1">
                  <a:lumMod val="50000"/>
                </a:schemeClr>
              </a:solidFill>
              <a:cs typeface="+mn-ea"/>
              <a:sym typeface="+mn-lt"/>
            </a:endParaRPr>
          </a:p>
          <a:p>
            <a:pPr marL="173736" lvl="0" indent="-173736">
              <a:buFont typeface="Wingdings" panose="05000000000000000000" pitchFamily="2" charset="2"/>
              <a:buChar char="v"/>
              <a:defRPr/>
            </a:pPr>
            <a:r>
              <a:rPr lang="zh-TW" altLang="en-US" sz="1100" dirty="0">
                <a:solidFill>
                  <a:schemeClr val="tx1">
                    <a:lumMod val="50000"/>
                  </a:schemeClr>
                </a:solidFill>
                <a:cs typeface="+mn-ea"/>
                <a:sym typeface="+mn-lt"/>
              </a:rPr>
              <a:t>自</a:t>
            </a:r>
            <a:r>
              <a:rPr lang="en-US" altLang="zh-TW" sz="1100" dirty="0">
                <a:solidFill>
                  <a:schemeClr val="tx1">
                    <a:lumMod val="50000"/>
                  </a:schemeClr>
                </a:solidFill>
                <a:cs typeface="+mn-ea"/>
                <a:sym typeface="+mn-lt"/>
              </a:rPr>
              <a:t>2H25</a:t>
            </a:r>
            <a:r>
              <a:rPr lang="zh-TW" altLang="en-US" sz="1100" dirty="0">
                <a:solidFill>
                  <a:schemeClr val="tx1">
                    <a:lumMod val="50000"/>
                  </a:schemeClr>
                </a:solidFill>
                <a:cs typeface="+mn-ea"/>
                <a:sym typeface="+mn-lt"/>
              </a:rPr>
              <a:t>起，韓國零售額逐步擺脫壓力，並於</a:t>
            </a:r>
            <a:r>
              <a:rPr lang="en-US" altLang="zh-TW" sz="1100" dirty="0">
                <a:solidFill>
                  <a:schemeClr val="tx1">
                    <a:lumMod val="50000"/>
                  </a:schemeClr>
                </a:solidFill>
                <a:cs typeface="+mn-ea"/>
                <a:sym typeface="+mn-lt"/>
              </a:rPr>
              <a:t>2026</a:t>
            </a:r>
            <a:r>
              <a:rPr lang="zh-TW" altLang="en-US" sz="1100" dirty="0">
                <a:solidFill>
                  <a:schemeClr val="tx1">
                    <a:lumMod val="50000"/>
                  </a:schemeClr>
                </a:solidFill>
                <a:cs typeface="+mn-ea"/>
                <a:sym typeface="+mn-lt"/>
              </a:rPr>
              <a:t>年</a:t>
            </a:r>
            <a:r>
              <a:rPr lang="en-US" altLang="zh-TW" sz="1100" dirty="0">
                <a:solidFill>
                  <a:schemeClr val="tx1">
                    <a:lumMod val="50000"/>
                  </a:schemeClr>
                </a:solidFill>
                <a:cs typeface="+mn-ea"/>
                <a:sym typeface="+mn-lt"/>
              </a:rPr>
              <a:t>3</a:t>
            </a:r>
            <a:r>
              <a:rPr lang="zh-TW" altLang="en-US" sz="1100" dirty="0">
                <a:solidFill>
                  <a:schemeClr val="tx1">
                    <a:lumMod val="50000"/>
                  </a:schemeClr>
                </a:solidFill>
                <a:cs typeface="+mn-ea"/>
                <a:sym typeface="+mn-lt"/>
              </a:rPr>
              <a:t>月錄得 </a:t>
            </a:r>
            <a:r>
              <a:rPr lang="en-US" altLang="zh-TW" sz="1100" b="1" dirty="0">
                <a:solidFill>
                  <a:schemeClr val="tx2"/>
                </a:solidFill>
                <a:cs typeface="+mn-ea"/>
                <a:sym typeface="+mn-lt"/>
              </a:rPr>
              <a:t>5.0% </a:t>
            </a:r>
            <a:r>
              <a:rPr lang="zh-TW" altLang="en-US" sz="1100" b="1" dirty="0">
                <a:solidFill>
                  <a:schemeClr val="tx2"/>
                </a:solidFill>
                <a:cs typeface="+mn-ea"/>
                <a:sym typeface="+mn-lt"/>
              </a:rPr>
              <a:t>的年增率</a:t>
            </a:r>
            <a:r>
              <a:rPr lang="zh-TW" altLang="en-US" sz="1100" dirty="0">
                <a:solidFill>
                  <a:schemeClr val="tx2"/>
                </a:solidFill>
                <a:cs typeface="+mn-ea"/>
                <a:sym typeface="+mn-lt"/>
              </a:rPr>
              <a:t>。</a:t>
            </a:r>
            <a:endParaRPr lang="en-HK" altLang="zh-CN" sz="1100" dirty="0">
              <a:solidFill>
                <a:schemeClr val="tx2"/>
              </a:solidFill>
              <a:cs typeface="+mn-ea"/>
              <a:sym typeface="+mn-lt"/>
            </a:endParaRPr>
          </a:p>
        </p:txBody>
      </p:sp>
      <p:sp>
        <p:nvSpPr>
          <p:cNvPr id="34" name="文本框 162">
            <a:extLst>
              <a:ext uri="{FF2B5EF4-FFF2-40B4-BE49-F238E27FC236}">
                <a16:creationId xmlns:a16="http://schemas.microsoft.com/office/drawing/2014/main" id="{F42286C6-29AC-246A-CF65-E4D2E3C32C13}"/>
              </a:ext>
            </a:extLst>
          </p:cNvPr>
          <p:cNvSpPr txBox="1"/>
          <p:nvPr/>
        </p:nvSpPr>
        <p:spPr>
          <a:xfrm>
            <a:off x="8470467" y="2533150"/>
            <a:ext cx="2648274" cy="246221"/>
          </a:xfrm>
          <a:prstGeom prst="rect">
            <a:avLst/>
          </a:prstGeom>
          <a:noFill/>
        </p:spPr>
        <p:txBody>
          <a:bodyPr wrap="square" rtlCol="0">
            <a:spAutoFit/>
          </a:bodyPr>
          <a:lstStyle/>
          <a:p>
            <a:pPr marL="0" marR="0" lvl="0" indent="0" algn="ctr" defTabSz="914400" rtl="0" eaLnBrk="1" fontAlgn="auto" latinLnBrk="0" hangingPunct="1">
              <a:lnSpc>
                <a:spcPts val="1200"/>
              </a:lnSpc>
              <a:spcBef>
                <a:spcPts val="0"/>
              </a:spcBef>
              <a:spcAft>
                <a:spcPts val="0"/>
              </a:spcAft>
              <a:buClrTx/>
              <a:buSzTx/>
              <a:buFontTx/>
              <a:buNone/>
              <a:tabLst/>
              <a:defRPr/>
            </a:pPr>
            <a:r>
              <a:rPr lang="zh-TW" altLang="en-US" sz="1200" b="1" dirty="0">
                <a:solidFill>
                  <a:schemeClr val="accent1"/>
                </a:solidFill>
                <a:cs typeface="+mn-ea"/>
                <a:sym typeface="+mn-lt"/>
              </a:rPr>
              <a:t>韓國零售業走出長期萎縮趨勢</a:t>
            </a:r>
            <a:r>
              <a:rPr lang="en-HK" altLang="zh-CN" sz="1200" b="1" dirty="0">
                <a:solidFill>
                  <a:schemeClr val="accent1"/>
                </a:solidFill>
                <a:cs typeface="+mn-ea"/>
                <a:sym typeface="+mn-lt"/>
              </a:rPr>
              <a:t>*</a:t>
            </a:r>
            <a:endParaRPr lang="zh-CN" altLang="en-US" sz="1200" b="1" dirty="0">
              <a:solidFill>
                <a:schemeClr val="accent1"/>
              </a:solidFill>
              <a:cs typeface="+mn-ea"/>
              <a:sym typeface="+mn-lt"/>
            </a:endParaRPr>
          </a:p>
        </p:txBody>
      </p:sp>
      <p:grpSp>
        <p:nvGrpSpPr>
          <p:cNvPr id="26" name="Group 25">
            <a:extLst>
              <a:ext uri="{FF2B5EF4-FFF2-40B4-BE49-F238E27FC236}">
                <a16:creationId xmlns:a16="http://schemas.microsoft.com/office/drawing/2014/main" id="{78034E7E-C377-1DCE-F1CE-BCB540C526DF}"/>
              </a:ext>
            </a:extLst>
          </p:cNvPr>
          <p:cNvGrpSpPr/>
          <p:nvPr/>
        </p:nvGrpSpPr>
        <p:grpSpPr>
          <a:xfrm>
            <a:off x="540296" y="996651"/>
            <a:ext cx="3550597" cy="410707"/>
            <a:chOff x="484595" y="1068199"/>
            <a:chExt cx="3550597" cy="410707"/>
          </a:xfrm>
        </p:grpSpPr>
        <p:sp>
          <p:nvSpPr>
            <p:cNvPr id="11" name="Bullet1">
              <a:extLst>
                <a:ext uri="{FF2B5EF4-FFF2-40B4-BE49-F238E27FC236}">
                  <a16:creationId xmlns:a16="http://schemas.microsoft.com/office/drawing/2014/main" id="{9590BC04-7209-0003-F8B5-7C4D0658D260}"/>
                </a:ext>
              </a:extLst>
            </p:cNvPr>
            <p:cNvSpPr/>
            <p:nvPr/>
          </p:nvSpPr>
          <p:spPr>
            <a:xfrm>
              <a:off x="610883" y="1068199"/>
              <a:ext cx="3424309" cy="410707"/>
            </a:xfrm>
            <a:prstGeom prst="roundRect">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en-US" altLang="zh-CN" b="1" dirty="0">
                <a:cs typeface="+mn-ea"/>
                <a:sym typeface="+mn-lt"/>
              </a:endParaRPr>
            </a:p>
          </p:txBody>
        </p:sp>
        <p:sp>
          <p:nvSpPr>
            <p:cNvPr id="12" name="TextBox 11">
              <a:extLst>
                <a:ext uri="{FF2B5EF4-FFF2-40B4-BE49-F238E27FC236}">
                  <a16:creationId xmlns:a16="http://schemas.microsoft.com/office/drawing/2014/main" id="{F2C061FC-B7BE-EEDF-41F3-3CC32C5BE734}"/>
                </a:ext>
              </a:extLst>
            </p:cNvPr>
            <p:cNvSpPr txBox="1"/>
            <p:nvPr/>
          </p:nvSpPr>
          <p:spPr>
            <a:xfrm>
              <a:off x="484595" y="1127305"/>
              <a:ext cx="3545338"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400" b="1" dirty="0">
                  <a:solidFill>
                    <a:schemeClr val="bg1"/>
                  </a:solidFill>
                  <a:cs typeface="+mn-ea"/>
                  <a:sym typeface="+mn-lt"/>
                </a:rPr>
                <a:t>貿易順差創下新紀錄</a:t>
              </a:r>
              <a:endParaRPr lang="en-HK" altLang="zh-CN" sz="1400" b="1" dirty="0">
                <a:solidFill>
                  <a:schemeClr val="bg1"/>
                </a:solidFill>
                <a:cs typeface="+mn-ea"/>
                <a:sym typeface="+mn-lt"/>
              </a:endParaRPr>
            </a:p>
          </p:txBody>
        </p:sp>
      </p:grpSp>
      <p:sp>
        <p:nvSpPr>
          <p:cNvPr id="20" name="TextBox 19">
            <a:extLst>
              <a:ext uri="{FF2B5EF4-FFF2-40B4-BE49-F238E27FC236}">
                <a16:creationId xmlns:a16="http://schemas.microsoft.com/office/drawing/2014/main" id="{3B3620CA-7FE0-474C-AA43-9E319F2BC421}"/>
              </a:ext>
            </a:extLst>
          </p:cNvPr>
          <p:cNvSpPr txBox="1"/>
          <p:nvPr/>
        </p:nvSpPr>
        <p:spPr>
          <a:xfrm>
            <a:off x="532352" y="1481097"/>
            <a:ext cx="3566484" cy="938719"/>
          </a:xfrm>
          <a:prstGeom prst="rect">
            <a:avLst/>
          </a:prstGeom>
          <a:noFill/>
        </p:spPr>
        <p:txBody>
          <a:bodyPr wrap="square" rtlCol="0">
            <a:spAutoFit/>
          </a:bodyPr>
          <a:lstStyle/>
          <a:p>
            <a:pPr marL="171450" lvl="2" indent="-171450">
              <a:buFont typeface="Wingdings" panose="05000000000000000000" pitchFamily="2" charset="2"/>
              <a:buChar char="v"/>
            </a:pPr>
            <a:r>
              <a:rPr lang="zh-TW" altLang="en-US" sz="1100" dirty="0">
                <a:solidFill>
                  <a:schemeClr val="tx1">
                    <a:lumMod val="50000"/>
                  </a:schemeClr>
                </a:solidFill>
                <a:cs typeface="+mn-ea"/>
                <a:sym typeface="+mn-lt"/>
              </a:rPr>
              <a:t>韓國</a:t>
            </a:r>
            <a:r>
              <a:rPr lang="zh-TW" altLang="en-US" sz="1100" b="1" dirty="0">
                <a:solidFill>
                  <a:schemeClr val="tx2"/>
                </a:solidFill>
                <a:cs typeface="+mn-ea"/>
                <a:sym typeface="+mn-lt"/>
              </a:rPr>
              <a:t>出口額大幅成長</a:t>
            </a:r>
            <a:r>
              <a:rPr lang="zh-TW" altLang="en-US" sz="1100" dirty="0">
                <a:solidFill>
                  <a:schemeClr val="tx1">
                    <a:lumMod val="50000"/>
                  </a:schemeClr>
                </a:solidFill>
                <a:cs typeface="+mn-ea"/>
                <a:sym typeface="+mn-lt"/>
              </a:rPr>
              <a:t>。同時，由於原物料供應相對穩定，</a:t>
            </a:r>
            <a:r>
              <a:rPr lang="zh-TW" altLang="en-US" sz="1100" b="1" dirty="0">
                <a:solidFill>
                  <a:schemeClr val="tx2"/>
                </a:solidFill>
                <a:cs typeface="+mn-ea"/>
                <a:sym typeface="+mn-lt"/>
              </a:rPr>
              <a:t>進口額並未同步大幅增加</a:t>
            </a:r>
            <a:r>
              <a:rPr lang="zh-CN" altLang="en-US" sz="1100" b="1" dirty="0">
                <a:solidFill>
                  <a:schemeClr val="tx2"/>
                </a:solidFill>
                <a:cs typeface="+mn-ea"/>
                <a:sym typeface="+mn-lt"/>
              </a:rPr>
              <a:t>。</a:t>
            </a:r>
            <a:endParaRPr lang="en-US" altLang="zh-TW" sz="1100" b="1" dirty="0">
              <a:solidFill>
                <a:schemeClr val="tx2"/>
              </a:solidFill>
              <a:cs typeface="+mn-ea"/>
              <a:sym typeface="+mn-lt"/>
            </a:endParaRPr>
          </a:p>
          <a:p>
            <a:pPr marL="171450" lvl="2" indent="-171450">
              <a:buFont typeface="Wingdings" panose="05000000000000000000" pitchFamily="2" charset="2"/>
              <a:buChar char="v"/>
            </a:pPr>
            <a:endParaRPr lang="en-US" altLang="zh-TW" sz="1100" b="1" dirty="0">
              <a:solidFill>
                <a:schemeClr val="tx1">
                  <a:lumMod val="50000"/>
                </a:schemeClr>
              </a:solidFill>
              <a:cs typeface="+mn-ea"/>
              <a:sym typeface="+mn-lt"/>
            </a:endParaRPr>
          </a:p>
          <a:p>
            <a:pPr marL="171450" lvl="2" indent="-171450">
              <a:buFont typeface="Wingdings" panose="05000000000000000000" pitchFamily="2" charset="2"/>
              <a:buChar char="v"/>
            </a:pPr>
            <a:r>
              <a:rPr lang="zh-TW" altLang="en-US" sz="1100" dirty="0">
                <a:solidFill>
                  <a:schemeClr val="tx1">
                    <a:lumMod val="50000"/>
                  </a:schemeClr>
                </a:solidFill>
                <a:cs typeface="+mn-ea"/>
                <a:sym typeface="+mn-lt"/>
              </a:rPr>
              <a:t>韓國</a:t>
            </a:r>
            <a:r>
              <a:rPr lang="zh-TW" altLang="en-US" sz="1100" b="1" dirty="0">
                <a:solidFill>
                  <a:schemeClr val="tx2"/>
                </a:solidFill>
                <a:cs typeface="+mn-ea"/>
                <a:sym typeface="+mn-lt"/>
              </a:rPr>
              <a:t>貿易順差擴大至 </a:t>
            </a:r>
            <a:r>
              <a:rPr lang="en-US" altLang="zh-TW" sz="1100" b="1" dirty="0">
                <a:solidFill>
                  <a:schemeClr val="tx2"/>
                </a:solidFill>
                <a:cs typeface="+mn-ea"/>
                <a:sym typeface="+mn-lt"/>
              </a:rPr>
              <a:t>1,610</a:t>
            </a:r>
            <a:r>
              <a:rPr lang="zh-TW" altLang="en-US" sz="1100" b="1" dirty="0">
                <a:solidFill>
                  <a:schemeClr val="tx2"/>
                </a:solidFill>
                <a:cs typeface="+mn-ea"/>
                <a:sym typeface="+mn-lt"/>
              </a:rPr>
              <a:t>億美元</a:t>
            </a:r>
            <a:r>
              <a:rPr lang="zh-TW" altLang="en-US" sz="1100" dirty="0">
                <a:solidFill>
                  <a:schemeClr val="tx2"/>
                </a:solidFill>
                <a:cs typeface="+mn-ea"/>
                <a:sym typeface="+mn-lt"/>
              </a:rPr>
              <a:t>*</a:t>
            </a:r>
            <a:r>
              <a:rPr lang="zh-TW" altLang="en-US" sz="1100" dirty="0">
                <a:solidFill>
                  <a:schemeClr val="tx1">
                    <a:lumMod val="50000"/>
                  </a:schemeClr>
                </a:solidFill>
                <a:cs typeface="+mn-ea"/>
                <a:sym typeface="+mn-lt"/>
              </a:rPr>
              <a:t>，創歷史新高。</a:t>
            </a:r>
            <a:r>
              <a:rPr lang="zh-CN" altLang="en-US" sz="1100" dirty="0">
                <a:solidFill>
                  <a:schemeClr val="tx1">
                    <a:lumMod val="50000"/>
                  </a:schemeClr>
                </a:solidFill>
                <a:cs typeface="+mn-ea"/>
                <a:sym typeface="+mn-lt"/>
              </a:rPr>
              <a:t>半导体拉动</a:t>
            </a:r>
            <a:r>
              <a:rPr lang="zh-CN" altLang="en-US" sz="1100" b="1" dirty="0">
                <a:solidFill>
                  <a:schemeClr val="tx1">
                    <a:lumMod val="50000"/>
                  </a:schemeClr>
                </a:solidFill>
                <a:cs typeface="+mn-ea"/>
                <a:sym typeface="+mn-lt"/>
              </a:rPr>
              <a:t>经常账户盈余占 </a:t>
            </a:r>
            <a:r>
              <a:rPr lang="en-US" altLang="zh-CN" sz="1100" b="1" dirty="0">
                <a:solidFill>
                  <a:schemeClr val="tx1">
                    <a:lumMod val="50000"/>
                  </a:schemeClr>
                </a:solidFill>
                <a:cs typeface="+mn-ea"/>
                <a:sym typeface="+mn-lt"/>
              </a:rPr>
              <a:t>GDP </a:t>
            </a:r>
            <a:r>
              <a:rPr lang="zh-CN" altLang="en-US" sz="1100" b="1" dirty="0">
                <a:solidFill>
                  <a:schemeClr val="tx1">
                    <a:lumMod val="50000"/>
                  </a:schemeClr>
                </a:solidFill>
                <a:cs typeface="+mn-ea"/>
                <a:sym typeface="+mn-lt"/>
              </a:rPr>
              <a:t>超 </a:t>
            </a:r>
            <a:r>
              <a:rPr lang="en-US" altLang="zh-CN" sz="1100" b="1" dirty="0">
                <a:solidFill>
                  <a:schemeClr val="tx1">
                    <a:lumMod val="50000"/>
                  </a:schemeClr>
                </a:solidFill>
                <a:cs typeface="+mn-ea"/>
                <a:sym typeface="+mn-lt"/>
              </a:rPr>
              <a:t>10%</a:t>
            </a:r>
            <a:r>
              <a:rPr lang="zh-CN" altLang="en-US" sz="1100" b="1" dirty="0">
                <a:solidFill>
                  <a:schemeClr val="tx1">
                    <a:lumMod val="50000"/>
                  </a:schemeClr>
                </a:solidFill>
                <a:cs typeface="+mn-ea"/>
                <a:sym typeface="+mn-lt"/>
              </a:rPr>
              <a:t>。</a:t>
            </a:r>
            <a:endParaRPr lang="en-HK" altLang="zh-CN" sz="1100" b="1" dirty="0">
              <a:solidFill>
                <a:schemeClr val="tx1">
                  <a:lumMod val="50000"/>
                </a:schemeClr>
              </a:solidFill>
              <a:cs typeface="+mn-ea"/>
              <a:sym typeface="+mn-lt"/>
            </a:endParaRPr>
          </a:p>
        </p:txBody>
      </p:sp>
      <p:sp>
        <p:nvSpPr>
          <p:cNvPr id="21" name="Bullet1">
            <a:extLst>
              <a:ext uri="{FF2B5EF4-FFF2-40B4-BE49-F238E27FC236}">
                <a16:creationId xmlns:a16="http://schemas.microsoft.com/office/drawing/2014/main" id="{F5C90C53-84F5-E2B9-3205-90A0E4A5E899}"/>
              </a:ext>
            </a:extLst>
          </p:cNvPr>
          <p:cNvSpPr/>
          <p:nvPr/>
        </p:nvSpPr>
        <p:spPr>
          <a:xfrm>
            <a:off x="4311801" y="996650"/>
            <a:ext cx="3437063" cy="410707"/>
          </a:xfrm>
          <a:prstGeom prst="roundRect">
            <a:avLst/>
          </a:prstGeom>
          <a:solidFill>
            <a:srgbClr val="282BA2"/>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en-US" altLang="zh-CN" b="1" dirty="0">
              <a:solidFill>
                <a:srgbClr val="282BA2"/>
              </a:solidFill>
              <a:cs typeface="+mn-ea"/>
              <a:sym typeface="+mn-lt"/>
            </a:endParaRPr>
          </a:p>
        </p:txBody>
      </p:sp>
      <p:sp>
        <p:nvSpPr>
          <p:cNvPr id="28" name="文本框 162">
            <a:extLst>
              <a:ext uri="{FF2B5EF4-FFF2-40B4-BE49-F238E27FC236}">
                <a16:creationId xmlns:a16="http://schemas.microsoft.com/office/drawing/2014/main" id="{89B331C7-8CAE-0984-891D-E7A0E0EFE6EF}"/>
              </a:ext>
            </a:extLst>
          </p:cNvPr>
          <p:cNvSpPr txBox="1"/>
          <p:nvPr/>
        </p:nvSpPr>
        <p:spPr>
          <a:xfrm>
            <a:off x="502770" y="2533150"/>
            <a:ext cx="3625648" cy="276999"/>
          </a:xfrm>
          <a:prstGeom prst="rect">
            <a:avLst/>
          </a:prstGeom>
          <a:noFill/>
        </p:spPr>
        <p:txBody>
          <a:bodyPr wrap="square" rtlCol="0">
            <a:spAutoFit/>
          </a:bodyPr>
          <a:lstStyle/>
          <a:p>
            <a:pPr algn="ctr">
              <a:defRPr sz="1050" b="0" i="0" u="none" strike="noStrike" kern="1200" spc="0" baseline="0">
                <a:solidFill>
                  <a:srgbClr val="2660AD"/>
                </a:solidFill>
                <a:latin typeface="+mn-lt"/>
                <a:ea typeface="+mn-ea"/>
                <a:cs typeface="+mn-cs"/>
              </a:defRPr>
            </a:pPr>
            <a:r>
              <a:rPr lang="zh-TW" altLang="en-US" sz="1200" b="1" dirty="0">
                <a:solidFill>
                  <a:schemeClr val="accent1"/>
                </a:solidFill>
                <a:cs typeface="+mn-ea"/>
                <a:sym typeface="+mn-lt"/>
              </a:rPr>
              <a:t>出口高速成長、進口維持穩定，韓國擺脫貿易赤字*</a:t>
            </a:r>
            <a:endParaRPr lang="en-HK" sz="1200" b="1" dirty="0">
              <a:solidFill>
                <a:schemeClr val="accent1"/>
              </a:solidFill>
              <a:cs typeface="+mn-ea"/>
              <a:sym typeface="+mn-lt"/>
            </a:endParaRPr>
          </a:p>
        </p:txBody>
      </p:sp>
      <p:sp>
        <p:nvSpPr>
          <p:cNvPr id="35" name="文本框 162">
            <a:extLst>
              <a:ext uri="{FF2B5EF4-FFF2-40B4-BE49-F238E27FC236}">
                <a16:creationId xmlns:a16="http://schemas.microsoft.com/office/drawing/2014/main" id="{6A6360F1-56A0-C520-86CF-83BC01AAA5B7}"/>
              </a:ext>
            </a:extLst>
          </p:cNvPr>
          <p:cNvSpPr txBox="1"/>
          <p:nvPr/>
        </p:nvSpPr>
        <p:spPr>
          <a:xfrm>
            <a:off x="4252517" y="2533150"/>
            <a:ext cx="3593688" cy="247504"/>
          </a:xfrm>
          <a:prstGeom prst="rect">
            <a:avLst/>
          </a:prstGeom>
          <a:noFill/>
        </p:spPr>
        <p:txBody>
          <a:bodyPr wrap="square" rtlCol="0">
            <a:spAutoFit/>
          </a:bodyPr>
          <a:lstStyle/>
          <a:p>
            <a:pPr marL="0" marR="0" lvl="0" indent="0" algn="ctr" defTabSz="914400" rtl="0" eaLnBrk="1" fontAlgn="auto" latinLnBrk="0" hangingPunct="1">
              <a:lnSpc>
                <a:spcPts val="1200"/>
              </a:lnSpc>
              <a:spcBef>
                <a:spcPts val="0"/>
              </a:spcBef>
              <a:spcAft>
                <a:spcPts val="0"/>
              </a:spcAft>
              <a:buClrTx/>
              <a:buSzTx/>
              <a:buFontTx/>
              <a:buNone/>
              <a:tabLst/>
              <a:defRPr/>
            </a:pPr>
            <a:r>
              <a:rPr lang="zh-TW" altLang="en-US" sz="1200" b="1" dirty="0">
                <a:solidFill>
                  <a:schemeClr val="accent1"/>
                </a:solidFill>
                <a:cs typeface="+mn-ea"/>
                <a:sym typeface="+mn-lt"/>
              </a:rPr>
              <a:t>韓國財政自 </a:t>
            </a:r>
            <a:r>
              <a:rPr lang="en-US" altLang="zh-TW" sz="1200" b="1" dirty="0">
                <a:solidFill>
                  <a:schemeClr val="accent1"/>
                </a:solidFill>
                <a:cs typeface="+mn-ea"/>
                <a:sym typeface="+mn-lt"/>
              </a:rPr>
              <a:t>COVID-19 </a:t>
            </a:r>
            <a:r>
              <a:rPr lang="zh-TW" altLang="en-US" sz="1200" b="1" dirty="0">
                <a:solidFill>
                  <a:schemeClr val="accent1"/>
                </a:solidFill>
                <a:cs typeface="+mn-ea"/>
                <a:sym typeface="+mn-lt"/>
              </a:rPr>
              <a:t>疫情後，已由盈餘轉為赤字*</a:t>
            </a:r>
            <a:endParaRPr lang="zh-CN" altLang="en-US" sz="1200" b="1" dirty="0">
              <a:solidFill>
                <a:schemeClr val="accent1"/>
              </a:solidFill>
              <a:cs typeface="+mn-ea"/>
              <a:sym typeface="+mn-lt"/>
            </a:endParaRPr>
          </a:p>
        </p:txBody>
      </p:sp>
      <p:sp>
        <p:nvSpPr>
          <p:cNvPr id="37" name="Bullet1">
            <a:extLst>
              <a:ext uri="{FF2B5EF4-FFF2-40B4-BE49-F238E27FC236}">
                <a16:creationId xmlns:a16="http://schemas.microsoft.com/office/drawing/2014/main" id="{64B116EC-7E0B-7063-B06B-1E909991C1FB}"/>
              </a:ext>
            </a:extLst>
          </p:cNvPr>
          <p:cNvSpPr/>
          <p:nvPr/>
        </p:nvSpPr>
        <p:spPr>
          <a:xfrm>
            <a:off x="7974409" y="996650"/>
            <a:ext cx="3580305" cy="410707"/>
          </a:xfrm>
          <a:prstGeom prst="round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en-US" altLang="zh-CN" b="1" dirty="0">
              <a:solidFill>
                <a:schemeClr val="accent1"/>
              </a:solidFill>
              <a:cs typeface="+mn-ea"/>
              <a:sym typeface="+mn-lt"/>
            </a:endParaRPr>
          </a:p>
        </p:txBody>
      </p:sp>
      <p:sp>
        <p:nvSpPr>
          <p:cNvPr id="4" name="TextBox 3">
            <a:extLst>
              <a:ext uri="{FF2B5EF4-FFF2-40B4-BE49-F238E27FC236}">
                <a16:creationId xmlns:a16="http://schemas.microsoft.com/office/drawing/2014/main" id="{FAEA90DF-932E-6E4B-2249-6298A3B3E07F}"/>
              </a:ext>
            </a:extLst>
          </p:cNvPr>
          <p:cNvSpPr txBox="1"/>
          <p:nvPr/>
        </p:nvSpPr>
        <p:spPr>
          <a:xfrm>
            <a:off x="4738521" y="1055757"/>
            <a:ext cx="2544569"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400" b="1" dirty="0">
                <a:solidFill>
                  <a:schemeClr val="bg1"/>
                </a:solidFill>
                <a:cs typeface="+mn-ea"/>
                <a:sym typeface="+mn-lt"/>
              </a:rPr>
              <a:t>擴張性財政政策</a:t>
            </a:r>
            <a:endParaRPr lang="en-HK" altLang="zh-CN" sz="1400" b="1" dirty="0">
              <a:solidFill>
                <a:schemeClr val="bg1"/>
              </a:solidFill>
              <a:cs typeface="+mn-ea"/>
              <a:sym typeface="+mn-lt"/>
            </a:endParaRPr>
          </a:p>
        </p:txBody>
      </p:sp>
      <p:sp>
        <p:nvSpPr>
          <p:cNvPr id="6" name="TextBox 5">
            <a:extLst>
              <a:ext uri="{FF2B5EF4-FFF2-40B4-BE49-F238E27FC236}">
                <a16:creationId xmlns:a16="http://schemas.microsoft.com/office/drawing/2014/main" id="{86E829B0-B273-C2A4-42D5-6BD117D6ED30}"/>
              </a:ext>
            </a:extLst>
          </p:cNvPr>
          <p:cNvSpPr txBox="1"/>
          <p:nvPr/>
        </p:nvSpPr>
        <p:spPr>
          <a:xfrm>
            <a:off x="8248226" y="1055758"/>
            <a:ext cx="3092756" cy="307777"/>
          </a:xfrm>
          <a:prstGeom prst="rect">
            <a:avLst/>
          </a:prstGeom>
          <a:noFill/>
        </p:spPr>
        <p:txBody>
          <a:bodyPr wrap="square">
            <a:spAutoFit/>
          </a:bodyPr>
          <a:lstStyle/>
          <a:p>
            <a:pPr lvl="0" algn="ctr">
              <a:defRPr/>
            </a:pPr>
            <a:r>
              <a:rPr lang="zh-TW" altLang="en-US" sz="1400" b="1" dirty="0">
                <a:solidFill>
                  <a:schemeClr val="bg1"/>
                </a:solidFill>
                <a:cs typeface="+mn-ea"/>
                <a:sym typeface="+mn-lt"/>
              </a:rPr>
              <a:t>半導體熱潮推動消費復甦</a:t>
            </a:r>
            <a:endParaRPr lang="en-HK" altLang="zh-CN" sz="1400" b="1" dirty="0">
              <a:solidFill>
                <a:schemeClr val="bg1"/>
              </a:solidFill>
              <a:cs typeface="+mn-ea"/>
              <a:sym typeface="+mn-lt"/>
            </a:endParaRPr>
          </a:p>
        </p:txBody>
      </p:sp>
      <p:sp>
        <p:nvSpPr>
          <p:cNvPr id="7" name="Rectangle 19">
            <a:extLst>
              <a:ext uri="{FF2B5EF4-FFF2-40B4-BE49-F238E27FC236}">
                <a16:creationId xmlns:a16="http://schemas.microsoft.com/office/drawing/2014/main" id="{4FF48F6E-7AAF-7D7A-5B27-D8796FF33218}"/>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cs typeface="+mn-ea"/>
                <a:sym typeface="+mn-lt"/>
              </a:rPr>
              <a:t>南方東英資產管理</a:t>
            </a:r>
            <a:endParaRPr kumimoji="0" lang="zh-CN" altLang="en-US" sz="1000" b="0" i="0" u="none" strike="noStrike" kern="1200" cap="none" spc="0" normalizeH="0" baseline="0" noProof="0" dirty="0">
              <a:ln>
                <a:noFill/>
              </a:ln>
              <a:solidFill>
                <a:prstClr val="white"/>
              </a:solidFill>
              <a:effectLst/>
              <a:uLnTx/>
              <a:uFillTx/>
              <a:cs typeface="+mn-ea"/>
              <a:sym typeface="+mn-lt"/>
            </a:endParaRPr>
          </a:p>
        </p:txBody>
      </p:sp>
      <p:sp>
        <p:nvSpPr>
          <p:cNvPr id="10" name="Text Placeholder 15">
            <a:extLst>
              <a:ext uri="{FF2B5EF4-FFF2-40B4-BE49-F238E27FC236}">
                <a16:creationId xmlns:a16="http://schemas.microsoft.com/office/drawing/2014/main" id="{FB773431-BA77-CFCC-52FA-345D2368227F}"/>
              </a:ext>
            </a:extLst>
          </p:cNvPr>
          <p:cNvSpPr txBox="1">
            <a:spLocks/>
          </p:cNvSpPr>
          <p:nvPr/>
        </p:nvSpPr>
        <p:spPr>
          <a:xfrm>
            <a:off x="432029" y="6225368"/>
            <a:ext cx="11327942" cy="389508"/>
          </a:xfrm>
          <a:prstGeom prst="rect">
            <a:avLst/>
          </a:prstGeom>
          <a:noFill/>
        </p:spPr>
        <p:txBody>
          <a:bodyPr lIns="0" tIns="0" rIns="0" bIns="0" anchor="ctr" anchorCtr="0"/>
          <a:lstStyle>
            <a:lvl1pPr marL="0" indent="0" algn="l" defTabSz="914400" rtl="0" eaLnBrk="1" latinLnBrk="0" hangingPunct="1">
              <a:lnSpc>
                <a:spcPct val="90000"/>
              </a:lnSpc>
              <a:spcBef>
                <a:spcPts val="1000"/>
              </a:spcBef>
              <a:buFont typeface="Arial" panose="020B0604020202020204" pitchFamily="34" charset="0"/>
              <a:buNone/>
              <a:defRPr sz="1000" kern="1200">
                <a:solidFill>
                  <a:srgbClr val="404F5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nSpc>
                <a:spcPct val="100000"/>
              </a:lnSpc>
              <a:spcBef>
                <a:spcPts val="0"/>
              </a:spcBef>
              <a:defRPr/>
            </a:pPr>
            <a:r>
              <a:rPr kumimoji="0" lang="zh-CN" altLang="en-US" sz="900" b="0" i="0" u="none" strike="noStrike" kern="1200" cap="none" spc="0" normalizeH="0" baseline="0" noProof="0" dirty="0">
                <a:ln>
                  <a:noFill/>
                </a:ln>
                <a:solidFill>
                  <a:schemeClr val="tx1"/>
                </a:solidFill>
                <a:effectLst/>
                <a:uLnTx/>
                <a:uFillTx/>
                <a:cs typeface="+mn-ea"/>
                <a:sym typeface="+mn-lt"/>
              </a:rPr>
              <a:t>資料來源</a:t>
            </a:r>
            <a:r>
              <a:rPr lang="zh-CN" altLang="en-US" sz="900" dirty="0">
                <a:solidFill>
                  <a:schemeClr val="tx1"/>
                </a:solidFill>
                <a:cs typeface="+mn-ea"/>
                <a:sym typeface="+mn-lt"/>
              </a:rPr>
              <a:t>：</a:t>
            </a:r>
            <a:r>
              <a:rPr kumimoji="0" lang="en-US" altLang="zh-CN" sz="900" b="0" i="0" u="none" strike="noStrike" kern="1200" cap="none" spc="0" normalizeH="0" baseline="0" noProof="0" dirty="0">
                <a:ln>
                  <a:noFill/>
                </a:ln>
                <a:solidFill>
                  <a:schemeClr val="tx1"/>
                </a:solidFill>
                <a:effectLst/>
                <a:uLnTx/>
                <a:uFillTx/>
                <a:cs typeface="+mn-ea"/>
                <a:sym typeface="+mn-lt"/>
              </a:rPr>
              <a:t>^</a:t>
            </a:r>
            <a:r>
              <a:rPr kumimoji="0" lang="zh-CN" altLang="en-US" sz="900" b="0" i="0" u="none" strike="noStrike" kern="1200" cap="none" spc="0" normalizeH="0" baseline="0" noProof="0" dirty="0">
                <a:ln>
                  <a:noFill/>
                </a:ln>
                <a:solidFill>
                  <a:schemeClr val="tx1"/>
                </a:solidFill>
                <a:effectLst/>
                <a:uLnTx/>
                <a:uFillTx/>
                <a:cs typeface="+mn-ea"/>
                <a:sym typeface="+mn-lt"/>
              </a:rPr>
              <a:t>彭博，截至 </a:t>
            </a:r>
            <a:r>
              <a:rPr kumimoji="0" lang="en-US" altLang="zh-CN" sz="900" b="0" i="0" u="none" strike="noStrike" kern="1200" cap="none" spc="0" normalizeH="0" baseline="0" noProof="0" dirty="0">
                <a:ln>
                  <a:noFill/>
                </a:ln>
                <a:solidFill>
                  <a:schemeClr val="tx1"/>
                </a:solidFill>
                <a:effectLst/>
                <a:uLnTx/>
                <a:uFillTx/>
                <a:cs typeface="+mn-ea"/>
                <a:sym typeface="+mn-lt"/>
              </a:rPr>
              <a:t>2026/06/30</a:t>
            </a:r>
            <a:r>
              <a:rPr kumimoji="0" lang="zh-CN" altLang="en-US" sz="900" b="0" i="0" u="none" strike="noStrike" kern="1200" cap="none" spc="0" normalizeH="0" baseline="0" noProof="0" dirty="0">
                <a:ln>
                  <a:noFill/>
                </a:ln>
                <a:solidFill>
                  <a:schemeClr val="tx1"/>
                </a:solidFill>
                <a:effectLst/>
                <a:uLnTx/>
                <a:uFillTx/>
                <a:cs typeface="+mn-ea"/>
                <a:sym typeface="+mn-lt"/>
              </a:rPr>
              <a:t>。 </a:t>
            </a:r>
            <a:r>
              <a:rPr kumimoji="0" lang="en-US" altLang="zh-CN" sz="900" b="0" i="0" u="none" strike="noStrike" kern="1200" cap="none" spc="0" normalizeH="0" baseline="0" noProof="0" dirty="0">
                <a:ln>
                  <a:noFill/>
                </a:ln>
                <a:solidFill>
                  <a:schemeClr val="tx1"/>
                </a:solidFill>
                <a:effectLst/>
                <a:uLnTx/>
                <a:uFillTx/>
                <a:cs typeface="+mn-ea"/>
                <a:sym typeface="+mn-lt"/>
              </a:rPr>
              <a:t> </a:t>
            </a:r>
            <a:endParaRPr kumimoji="0" lang="en-US" altLang="zh-HK" sz="900" b="0" i="0" u="none" strike="noStrike" kern="1200" cap="none" spc="0" normalizeH="0" baseline="0" noProof="0" dirty="0">
              <a:ln>
                <a:noFill/>
              </a:ln>
              <a:solidFill>
                <a:schemeClr val="tx1"/>
              </a:solidFill>
              <a:effectLst/>
              <a:uLnTx/>
              <a:uFillTx/>
              <a:cs typeface="+mn-ea"/>
              <a:sym typeface="+mn-lt"/>
            </a:endParaRPr>
          </a:p>
        </p:txBody>
      </p:sp>
      <p:pic>
        <p:nvPicPr>
          <p:cNvPr id="23" name="Picture 22" descr="exports_imports_with_trade_balance.png">
            <a:extLst>
              <a:ext uri="{FF2B5EF4-FFF2-40B4-BE49-F238E27FC236}">
                <a16:creationId xmlns:a16="http://schemas.microsoft.com/office/drawing/2014/main" id="{7DEE7D6A-A1DC-09B4-0B03-B32DA47B434F}"/>
              </a:ext>
            </a:extLst>
          </p:cNvPr>
          <p:cNvPicPr>
            <a:picLocks noChangeAspect="1"/>
          </p:cNvPicPr>
          <p:nvPr/>
        </p:nvPicPr>
        <p:blipFill>
          <a:blip r:embed="rId5"/>
          <a:srcRect t="2232" b="-2232"/>
          <a:stretch>
            <a:fillRect/>
          </a:stretch>
        </p:blipFill>
        <p:spPr>
          <a:xfrm>
            <a:off x="584298" y="2833500"/>
            <a:ext cx="3462593" cy="3460257"/>
          </a:xfrm>
          <a:prstGeom prst="rect">
            <a:avLst/>
          </a:prstGeom>
        </p:spPr>
      </p:pic>
      <p:pic>
        <p:nvPicPr>
          <p:cNvPr id="27" name="Picture 26">
            <a:extLst>
              <a:ext uri="{FF2B5EF4-FFF2-40B4-BE49-F238E27FC236}">
                <a16:creationId xmlns:a16="http://schemas.microsoft.com/office/drawing/2014/main" id="{B88BBD32-5ACE-6C6A-DDAC-4C1D0AC8EE58}"/>
              </a:ext>
            </a:extLst>
          </p:cNvPr>
          <p:cNvPicPr>
            <a:picLocks noChangeAspect="1"/>
          </p:cNvPicPr>
          <p:nvPr/>
        </p:nvPicPr>
        <p:blipFill>
          <a:blip r:embed="rId6"/>
          <a:stretch>
            <a:fillRect/>
          </a:stretch>
        </p:blipFill>
        <p:spPr>
          <a:xfrm>
            <a:off x="4301009" y="2833500"/>
            <a:ext cx="3419593" cy="3419593"/>
          </a:xfrm>
          <a:prstGeom prst="rect">
            <a:avLst/>
          </a:prstGeom>
        </p:spPr>
      </p:pic>
      <p:pic>
        <p:nvPicPr>
          <p:cNvPr id="36" name="Picture 35">
            <a:extLst>
              <a:ext uri="{FF2B5EF4-FFF2-40B4-BE49-F238E27FC236}">
                <a16:creationId xmlns:a16="http://schemas.microsoft.com/office/drawing/2014/main" id="{F1E8A08F-09F0-1A8C-2F8E-84C8EA2EA545}"/>
              </a:ext>
            </a:extLst>
          </p:cNvPr>
          <p:cNvPicPr>
            <a:picLocks noChangeAspect="1"/>
          </p:cNvPicPr>
          <p:nvPr/>
        </p:nvPicPr>
        <p:blipFill>
          <a:blip r:embed="rId7"/>
          <a:stretch>
            <a:fillRect/>
          </a:stretch>
        </p:blipFill>
        <p:spPr>
          <a:xfrm>
            <a:off x="8095198" y="2833500"/>
            <a:ext cx="3398813" cy="3396519"/>
          </a:xfrm>
          <a:prstGeom prst="rect">
            <a:avLst/>
          </a:prstGeom>
        </p:spPr>
      </p:pic>
      <p:sp>
        <p:nvSpPr>
          <p:cNvPr id="9" name="TextBox 45">
            <a:extLst>
              <a:ext uri="{FF2B5EF4-FFF2-40B4-BE49-F238E27FC236}">
                <a16:creationId xmlns:a16="http://schemas.microsoft.com/office/drawing/2014/main" id="{C4AF5985-21BC-5D97-6A88-963646231237}"/>
              </a:ext>
            </a:extLst>
          </p:cNvPr>
          <p:cNvSpPr txBox="1"/>
          <p:nvPr/>
        </p:nvSpPr>
        <p:spPr>
          <a:xfrm>
            <a:off x="722376" y="411480"/>
            <a:ext cx="1097280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800" b="1" i="0" u="none" strike="noStrike" kern="1200" cap="none" spc="0" normalizeH="0" baseline="0" noProof="0">
                <a:ln>
                  <a:noFill/>
                </a:ln>
                <a:solidFill>
                  <a:srgbClr val="306AB2"/>
                </a:solidFill>
                <a:effectLst/>
                <a:uLnTx/>
                <a:uFillTx/>
                <a:latin typeface="Calibri"/>
                <a:ea typeface="微软雅黑"/>
              </a:rPr>
              <a:t>韓國經濟進入黃金週期</a:t>
            </a:r>
            <a:endParaRPr kumimoji="0" lang="en-US" altLang="zh-TW" sz="2800" b="1" i="0" u="none" strike="noStrike" kern="1200" cap="none" spc="0" normalizeH="0" baseline="0" noProof="0">
              <a:ln>
                <a:noFill/>
              </a:ln>
              <a:solidFill>
                <a:srgbClr val="306AB2"/>
              </a:solidFill>
              <a:effectLst/>
              <a:uLnTx/>
              <a:uFillTx/>
              <a:latin typeface="Calibri"/>
              <a:ea typeface="微软雅黑"/>
            </a:endParaRPr>
          </a:p>
        </p:txBody>
      </p:sp>
    </p:spTree>
    <p:extLst>
      <p:ext uri="{BB962C8B-B14F-4D97-AF65-F5344CB8AC3E}">
        <p14:creationId xmlns:p14="http://schemas.microsoft.com/office/powerpoint/2010/main" val="8237250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E3484-52E9-2275-ABDB-ED09FB6AC519}"/>
            </a:ext>
          </a:extLst>
        </p:cNvPr>
        <p:cNvGrpSpPr/>
        <p:nvPr/>
      </p:nvGrpSpPr>
      <p:grpSpPr>
        <a:xfrm>
          <a:off x="0" y="0"/>
          <a:ext cx="0" cy="0"/>
          <a:chOff x="0" y="0"/>
          <a:chExt cx="0" cy="0"/>
        </a:xfrm>
      </p:grpSpPr>
      <p:sp>
        <p:nvSpPr>
          <p:cNvPr id="22" name="TextBox 21">
            <a:extLst>
              <a:ext uri="{FF2B5EF4-FFF2-40B4-BE49-F238E27FC236}">
                <a16:creationId xmlns:a16="http://schemas.microsoft.com/office/drawing/2014/main" id="{9A981D8E-2EB4-9247-F140-1113A7117730}"/>
              </a:ext>
            </a:extLst>
          </p:cNvPr>
          <p:cNvSpPr txBox="1"/>
          <p:nvPr/>
        </p:nvSpPr>
        <p:spPr>
          <a:xfrm>
            <a:off x="705059" y="1099082"/>
            <a:ext cx="11259574" cy="830997"/>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zh-CN" altLang="en-US" sz="1200" b="0" i="0" u="none" strike="noStrike" kern="1200" cap="none" spc="0" normalizeH="0" baseline="0" noProof="0" dirty="0">
                <a:ln>
                  <a:noFill/>
                </a:ln>
                <a:solidFill>
                  <a:srgbClr val="515052"/>
                </a:solidFill>
                <a:effectLst/>
                <a:uLnTx/>
                <a:uFillTx/>
                <a:latin typeface="arial"/>
                <a:ea typeface="Microsoft YaHei"/>
                <a:cs typeface="+mn-ea"/>
                <a:sym typeface="+mn-lt"/>
              </a:rPr>
              <a:t>截至</a:t>
            </a:r>
            <a:r>
              <a:rPr kumimoji="0" lang="en-US" altLang="zh-CN" sz="1200" b="0" i="0" u="none" strike="noStrike" kern="1200" cap="none" spc="0" normalizeH="0" baseline="0" noProof="0" dirty="0">
                <a:ln>
                  <a:noFill/>
                </a:ln>
                <a:solidFill>
                  <a:srgbClr val="515052"/>
                </a:solidFill>
                <a:effectLst/>
                <a:uLnTx/>
                <a:uFillTx/>
                <a:latin typeface="arial"/>
                <a:ea typeface="Microsoft YaHei"/>
                <a:cs typeface="+mn-ea"/>
                <a:sym typeface="+mn-lt"/>
              </a:rPr>
              <a:t>2026</a:t>
            </a:r>
            <a:r>
              <a:rPr kumimoji="0" lang="zh-CN" altLang="en-US" sz="1200" b="0" i="0" u="none" strike="noStrike" kern="1200" cap="none" spc="0" normalizeH="0" baseline="0" noProof="0" dirty="0">
                <a:ln>
                  <a:noFill/>
                </a:ln>
                <a:solidFill>
                  <a:srgbClr val="515052"/>
                </a:solidFill>
                <a:effectLst/>
                <a:uLnTx/>
                <a:uFillTx/>
                <a:latin typeface="arial"/>
                <a:ea typeface="Microsoft YaHei"/>
                <a:cs typeface="+mn-ea"/>
                <a:sym typeface="+mn-lt"/>
              </a:rPr>
              <a:t>年</a:t>
            </a:r>
            <a:r>
              <a:rPr kumimoji="0" lang="en-US" altLang="zh-CN" sz="1200" b="0" i="0" u="none" strike="noStrike" kern="1200" cap="none" spc="0" normalizeH="0" baseline="0" noProof="0" dirty="0">
                <a:ln>
                  <a:noFill/>
                </a:ln>
                <a:solidFill>
                  <a:srgbClr val="515052"/>
                </a:solidFill>
                <a:effectLst/>
                <a:uLnTx/>
                <a:uFillTx/>
                <a:latin typeface="arial"/>
                <a:ea typeface="Microsoft YaHei"/>
                <a:cs typeface="+mn-ea"/>
                <a:sym typeface="+mn-lt"/>
              </a:rPr>
              <a:t>3</a:t>
            </a:r>
            <a:r>
              <a:rPr kumimoji="0" lang="zh-CN" altLang="en-US" sz="1200" b="0" i="0" u="none" strike="noStrike" kern="1200" cap="none" spc="0" normalizeH="0" baseline="0" noProof="0" dirty="0">
                <a:ln>
                  <a:noFill/>
                </a:ln>
                <a:solidFill>
                  <a:srgbClr val="515052"/>
                </a:solidFill>
                <a:effectLst/>
                <a:uLnTx/>
                <a:uFillTx/>
                <a:latin typeface="arial"/>
                <a:ea typeface="Microsoft YaHei"/>
                <a:cs typeface="+mn-ea"/>
                <a:sym typeface="+mn-lt"/>
              </a:rPr>
              <a:t>月，</a:t>
            </a:r>
            <a:r>
              <a:rPr kumimoji="0" lang="zh-CN" altLang="en-US" sz="1200" b="1" i="0" u="none" strike="noStrike" kern="1200" cap="none" spc="0" normalizeH="0" baseline="0" noProof="0" dirty="0">
                <a:ln>
                  <a:noFill/>
                </a:ln>
                <a:solidFill>
                  <a:srgbClr val="2660AD"/>
                </a:solidFill>
                <a:effectLst/>
                <a:uLnTx/>
                <a:uFillTx/>
                <a:latin typeface="arial"/>
                <a:ea typeface="Microsoft YaHei"/>
                <a:cs typeface="+mn-ea"/>
                <a:sym typeface="+mn-lt"/>
              </a:rPr>
              <a:t>韓國出生人口已連續</a:t>
            </a:r>
            <a:r>
              <a:rPr kumimoji="0" lang="en-US" altLang="zh-CN" sz="1200" b="1" i="0" u="none" strike="noStrike" kern="1200" cap="none" spc="0" normalizeH="0" baseline="0" noProof="0" dirty="0">
                <a:ln>
                  <a:noFill/>
                </a:ln>
                <a:solidFill>
                  <a:srgbClr val="2660AD"/>
                </a:solidFill>
                <a:effectLst/>
                <a:uLnTx/>
                <a:uFillTx/>
                <a:latin typeface="arial"/>
                <a:ea typeface="Microsoft YaHei"/>
                <a:cs typeface="+mn-ea"/>
                <a:sym typeface="+mn-lt"/>
              </a:rPr>
              <a:t>21</a:t>
            </a:r>
            <a:r>
              <a:rPr kumimoji="0" lang="zh-CN" altLang="en-US" sz="1200" b="1" i="0" u="none" strike="noStrike" kern="1200" cap="none" spc="0" normalizeH="0" baseline="0" noProof="0" dirty="0">
                <a:ln>
                  <a:noFill/>
                </a:ln>
                <a:solidFill>
                  <a:srgbClr val="2660AD"/>
                </a:solidFill>
                <a:effectLst/>
                <a:uLnTx/>
                <a:uFillTx/>
                <a:latin typeface="arial"/>
                <a:ea typeface="Microsoft YaHei"/>
                <a:cs typeface="+mn-ea"/>
                <a:sym typeface="+mn-lt"/>
              </a:rPr>
              <a:t>個月同比正增長</a:t>
            </a:r>
            <a:r>
              <a:rPr kumimoji="0" lang="zh-CN" altLang="en-US" sz="1200" b="0" i="0" u="none" strike="noStrike" kern="1200" cap="none" spc="0" normalizeH="0" baseline="0" noProof="0" dirty="0">
                <a:ln>
                  <a:noFill/>
                </a:ln>
                <a:solidFill>
                  <a:srgbClr val="515052"/>
                </a:solidFill>
                <a:effectLst/>
                <a:uLnTx/>
                <a:uFillTx/>
                <a:latin typeface="arial"/>
                <a:ea typeface="Microsoft YaHei"/>
                <a:cs typeface="+mn-ea"/>
                <a:sym typeface="+mn-lt"/>
              </a:rPr>
              <a:t>：一季度合計新生</a:t>
            </a:r>
            <a:r>
              <a:rPr kumimoji="0" lang="en-US" altLang="zh-CN" sz="1200" b="0" i="0" u="none" strike="noStrike" kern="1200" cap="none" spc="0" normalizeH="0" baseline="0" noProof="0" dirty="0">
                <a:ln>
                  <a:noFill/>
                </a:ln>
                <a:solidFill>
                  <a:srgbClr val="515052"/>
                </a:solidFill>
                <a:effectLst/>
                <a:uLnTx/>
                <a:uFillTx/>
                <a:latin typeface="arial"/>
                <a:ea typeface="Microsoft YaHei"/>
                <a:cs typeface="+mn-ea"/>
                <a:sym typeface="+mn-lt"/>
              </a:rPr>
              <a:t>7.5</a:t>
            </a:r>
            <a:r>
              <a:rPr kumimoji="0" lang="zh-CN" altLang="en-US" sz="1200" b="0" i="0" u="none" strike="noStrike" kern="1200" cap="none" spc="0" normalizeH="0" baseline="0" noProof="0" dirty="0">
                <a:ln>
                  <a:noFill/>
                </a:ln>
                <a:solidFill>
                  <a:srgbClr val="515052"/>
                </a:solidFill>
                <a:effectLst/>
                <a:uLnTx/>
                <a:uFillTx/>
                <a:latin typeface="arial"/>
                <a:ea typeface="Microsoft YaHei"/>
                <a:cs typeface="+mn-ea"/>
                <a:sym typeface="+mn-lt"/>
              </a:rPr>
              <a:t>萬人，同比增長</a:t>
            </a:r>
            <a:r>
              <a:rPr kumimoji="0" lang="en-US" altLang="zh-CN" sz="1200" b="0" i="0" u="none" strike="noStrike" kern="1200" cap="none" spc="0" normalizeH="0" baseline="0" noProof="0" dirty="0">
                <a:ln>
                  <a:noFill/>
                </a:ln>
                <a:solidFill>
                  <a:srgbClr val="515052"/>
                </a:solidFill>
                <a:effectLst/>
                <a:uLnTx/>
                <a:uFillTx/>
                <a:latin typeface="arial"/>
                <a:ea typeface="Microsoft YaHei"/>
                <a:cs typeface="+mn-ea"/>
                <a:sym typeface="+mn-lt"/>
              </a:rPr>
              <a:t>14.8%</a:t>
            </a:r>
            <a:r>
              <a:rPr kumimoji="0" lang="zh-CN" altLang="en-US" sz="1200" b="0" i="0" u="none" strike="noStrike" kern="1200" cap="none" spc="0" normalizeH="0" baseline="0" noProof="0" dirty="0">
                <a:ln>
                  <a:noFill/>
                </a:ln>
                <a:solidFill>
                  <a:srgbClr val="515052"/>
                </a:solidFill>
                <a:effectLst/>
                <a:uLnTx/>
                <a:uFillTx/>
                <a:latin typeface="arial"/>
                <a:ea typeface="Microsoft YaHei"/>
                <a:cs typeface="+mn-ea"/>
                <a:sym typeface="+mn-lt"/>
              </a:rPr>
              <a:t>，創近</a:t>
            </a:r>
            <a:r>
              <a:rPr kumimoji="0" lang="en-US" altLang="zh-CN" sz="1200" b="0" i="0" u="none" strike="noStrike" kern="1200" cap="none" spc="0" normalizeH="0" baseline="0" noProof="0" dirty="0">
                <a:ln>
                  <a:noFill/>
                </a:ln>
                <a:solidFill>
                  <a:srgbClr val="515052"/>
                </a:solidFill>
                <a:effectLst/>
                <a:uLnTx/>
                <a:uFillTx/>
                <a:latin typeface="arial"/>
                <a:ea typeface="Microsoft YaHei"/>
                <a:cs typeface="+mn-ea"/>
                <a:sym typeface="+mn-lt"/>
              </a:rPr>
              <a:t>7</a:t>
            </a:r>
            <a:r>
              <a:rPr kumimoji="0" lang="zh-CN" altLang="en-US" sz="1200" b="0" i="0" u="none" strike="noStrike" kern="1200" cap="none" spc="0" normalizeH="0" baseline="0" noProof="0" dirty="0">
                <a:ln>
                  <a:noFill/>
                </a:ln>
                <a:solidFill>
                  <a:srgbClr val="515052"/>
                </a:solidFill>
                <a:effectLst/>
                <a:uLnTx/>
                <a:uFillTx/>
                <a:latin typeface="arial"/>
                <a:ea typeface="Microsoft YaHei"/>
                <a:cs typeface="+mn-ea"/>
                <a:sym typeface="+mn-lt"/>
              </a:rPr>
              <a:t>年新高；與此同時</a:t>
            </a:r>
            <a:r>
              <a:rPr kumimoji="0" lang="zh-CN" altLang="en-US" sz="1200" b="1" i="0" u="none" strike="noStrike" kern="1200" cap="none" spc="0" normalizeH="0" baseline="0" noProof="0" dirty="0">
                <a:ln>
                  <a:noFill/>
                </a:ln>
                <a:solidFill>
                  <a:srgbClr val="2660AD"/>
                </a:solidFill>
                <a:effectLst/>
                <a:uLnTx/>
                <a:uFillTx/>
                <a:latin typeface="arial"/>
                <a:ea typeface="Microsoft YaHei"/>
                <a:cs typeface="+mn-ea"/>
                <a:sym typeface="+mn-lt"/>
              </a:rPr>
              <a:t>，首爾房價指數自</a:t>
            </a:r>
            <a:r>
              <a:rPr kumimoji="0" lang="en-US" altLang="zh-CN" sz="1200" b="1" i="0" u="none" strike="noStrike" kern="1200" cap="none" spc="0" normalizeH="0" baseline="0" noProof="0" dirty="0">
                <a:ln>
                  <a:noFill/>
                </a:ln>
                <a:solidFill>
                  <a:srgbClr val="2660AD"/>
                </a:solidFill>
                <a:effectLst/>
                <a:uLnTx/>
                <a:uFillTx/>
                <a:latin typeface="arial"/>
                <a:ea typeface="Microsoft YaHei"/>
                <a:cs typeface="+mn-ea"/>
                <a:sym typeface="+mn-lt"/>
              </a:rPr>
              <a:t>2024</a:t>
            </a:r>
            <a:r>
              <a:rPr kumimoji="0" lang="zh-CN" altLang="en-US" sz="1200" b="1" i="0" u="none" strike="noStrike" kern="1200" cap="none" spc="0" normalizeH="0" baseline="0" noProof="0" dirty="0">
                <a:ln>
                  <a:noFill/>
                </a:ln>
                <a:solidFill>
                  <a:srgbClr val="2660AD"/>
                </a:solidFill>
                <a:effectLst/>
                <a:uLnTx/>
                <a:uFillTx/>
                <a:latin typeface="arial"/>
                <a:ea typeface="Microsoft YaHei"/>
                <a:cs typeface="+mn-ea"/>
                <a:sym typeface="+mn-lt"/>
              </a:rPr>
              <a:t>年</a:t>
            </a:r>
            <a:r>
              <a:rPr kumimoji="0" lang="en-US" altLang="zh-CN" sz="1200" b="1" i="0" u="none" strike="noStrike" kern="1200" cap="none" spc="0" normalizeH="0" baseline="0" noProof="0" dirty="0">
                <a:ln>
                  <a:noFill/>
                </a:ln>
                <a:solidFill>
                  <a:srgbClr val="2660AD"/>
                </a:solidFill>
                <a:effectLst/>
                <a:uLnTx/>
                <a:uFillTx/>
                <a:latin typeface="arial"/>
                <a:ea typeface="Microsoft YaHei"/>
                <a:cs typeface="+mn-ea"/>
                <a:sym typeface="+mn-lt"/>
              </a:rPr>
              <a:t>6</a:t>
            </a:r>
            <a:r>
              <a:rPr kumimoji="0" lang="zh-CN" altLang="en-US" sz="1200" b="1" i="0" u="none" strike="noStrike" kern="1200" cap="none" spc="0" normalizeH="0" baseline="0" noProof="0" dirty="0">
                <a:ln>
                  <a:noFill/>
                </a:ln>
                <a:solidFill>
                  <a:srgbClr val="2660AD"/>
                </a:solidFill>
                <a:effectLst/>
                <a:uLnTx/>
                <a:uFillTx/>
                <a:latin typeface="arial"/>
                <a:ea typeface="Microsoft YaHei"/>
                <a:cs typeface="+mn-ea"/>
                <a:sym typeface="+mn-lt"/>
              </a:rPr>
              <a:t>月以來的漲幅也遠超全國平均水準。</a:t>
            </a:r>
            <a:endParaRPr kumimoji="0" lang="en-HK" altLang="zh-CN" sz="1200" b="1" i="0" u="none" strike="noStrike" kern="1200" cap="none" spc="0" normalizeH="0" baseline="0" noProof="0" dirty="0">
              <a:ln>
                <a:noFill/>
              </a:ln>
              <a:solidFill>
                <a:srgbClr val="2660AD"/>
              </a:solidFill>
              <a:effectLst/>
              <a:uLnTx/>
              <a:uFillTx/>
              <a:latin typeface="arial"/>
              <a:ea typeface="Microsoft YaHei"/>
              <a:cs typeface="+mn-ea"/>
              <a:sym typeface="+mn-lt"/>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zh-CN" altLang="en-US" sz="1200" b="0" i="0" u="none" strike="noStrike" kern="1200" cap="none" spc="0" normalizeH="0" baseline="0" noProof="0" dirty="0">
                <a:ln>
                  <a:noFill/>
                </a:ln>
                <a:solidFill>
                  <a:srgbClr val="515052"/>
                </a:solidFill>
                <a:effectLst/>
                <a:uLnTx/>
                <a:uFillTx/>
                <a:latin typeface="arial"/>
                <a:ea typeface="Microsoft YaHei"/>
                <a:cs typeface="+mn-ea"/>
                <a:sym typeface="+mn-lt"/>
              </a:rPr>
              <a:t>企業的週期性利潤正快速轉化為居民現金流：</a:t>
            </a:r>
            <a:r>
              <a:rPr kumimoji="0" lang="en-US" altLang="zh-CN" sz="1200" b="0" i="0" u="none" strike="noStrike" kern="1200" cap="none" spc="0" normalizeH="0" baseline="0" noProof="0" dirty="0">
                <a:ln>
                  <a:noFill/>
                </a:ln>
                <a:solidFill>
                  <a:srgbClr val="515052"/>
                </a:solidFill>
                <a:effectLst/>
                <a:uLnTx/>
                <a:uFillTx/>
                <a:latin typeface="arial"/>
                <a:ea typeface="Microsoft YaHei"/>
                <a:cs typeface="+mn-ea"/>
                <a:sym typeface="+mn-lt"/>
              </a:rPr>
              <a:t>2026</a:t>
            </a:r>
            <a:r>
              <a:rPr kumimoji="0" lang="zh-CN" altLang="en-US" sz="1200" b="0" i="0" u="none" strike="noStrike" kern="1200" cap="none" spc="0" normalizeH="0" baseline="0" noProof="0" dirty="0">
                <a:ln>
                  <a:noFill/>
                </a:ln>
                <a:solidFill>
                  <a:srgbClr val="515052"/>
                </a:solidFill>
                <a:effectLst/>
                <a:uLnTx/>
                <a:uFillTx/>
                <a:latin typeface="arial"/>
                <a:ea typeface="Microsoft YaHei"/>
                <a:cs typeface="+mn-ea"/>
                <a:sym typeface="+mn-lt"/>
              </a:rPr>
              <a:t>年一季度韓國</a:t>
            </a:r>
            <a:r>
              <a:rPr kumimoji="0" lang="zh-CN" altLang="en-US" sz="1200" b="1" i="0" u="none" strike="noStrike" kern="1200" cap="none" spc="0" normalizeH="0" baseline="0" noProof="0" dirty="0">
                <a:ln>
                  <a:noFill/>
                </a:ln>
                <a:solidFill>
                  <a:srgbClr val="2660AD"/>
                </a:solidFill>
                <a:effectLst/>
                <a:uLnTx/>
                <a:uFillTx/>
                <a:latin typeface="arial"/>
                <a:ea typeface="Microsoft YaHei"/>
                <a:cs typeface="+mn-ea"/>
                <a:sym typeface="+mn-lt"/>
              </a:rPr>
              <a:t>實際國內總收入</a:t>
            </a:r>
            <a:r>
              <a:rPr kumimoji="0" lang="en-US" altLang="zh-CN" sz="1200" b="1" i="0" u="none" strike="noStrike" kern="1200" cap="none" spc="0" normalizeH="0" baseline="0" noProof="0" dirty="0">
                <a:ln>
                  <a:noFill/>
                </a:ln>
                <a:solidFill>
                  <a:srgbClr val="2660AD"/>
                </a:solidFill>
                <a:effectLst/>
                <a:uLnTx/>
                <a:uFillTx/>
                <a:latin typeface="arial"/>
                <a:ea typeface="Microsoft YaHei"/>
                <a:cs typeface="+mn-ea"/>
                <a:sym typeface="+mn-lt"/>
              </a:rPr>
              <a:t>(GDI)</a:t>
            </a:r>
            <a:r>
              <a:rPr kumimoji="0" lang="zh-CN" altLang="en-US" sz="1200" b="1" i="0" u="none" strike="noStrike" kern="1200" cap="none" spc="0" normalizeH="0" baseline="0" noProof="0" dirty="0">
                <a:ln>
                  <a:noFill/>
                </a:ln>
                <a:solidFill>
                  <a:srgbClr val="2660AD"/>
                </a:solidFill>
                <a:effectLst/>
                <a:uLnTx/>
                <a:uFillTx/>
                <a:latin typeface="arial"/>
                <a:ea typeface="Microsoft YaHei"/>
                <a:cs typeface="+mn-ea"/>
                <a:sym typeface="+mn-lt"/>
              </a:rPr>
              <a:t>增速高達</a:t>
            </a:r>
            <a:r>
              <a:rPr kumimoji="0" lang="en-US" altLang="zh-CN" sz="1200" b="1" i="0" u="none" strike="noStrike" kern="1200" cap="none" spc="0" normalizeH="0" baseline="0" noProof="0" dirty="0">
                <a:ln>
                  <a:noFill/>
                </a:ln>
                <a:solidFill>
                  <a:srgbClr val="2660AD"/>
                </a:solidFill>
                <a:effectLst/>
                <a:uLnTx/>
                <a:uFillTx/>
                <a:latin typeface="arial"/>
                <a:ea typeface="Microsoft YaHei"/>
                <a:cs typeface="+mn-ea"/>
                <a:sym typeface="+mn-lt"/>
              </a:rPr>
              <a:t>13.2%</a:t>
            </a:r>
            <a:r>
              <a:rPr kumimoji="0" lang="zh-CN" altLang="en-US" sz="1200" b="1" i="0" u="none" strike="noStrike" kern="1200" cap="none" spc="0" normalizeH="0" baseline="0" noProof="0" dirty="0">
                <a:ln>
                  <a:noFill/>
                </a:ln>
                <a:solidFill>
                  <a:srgbClr val="2660AD"/>
                </a:solidFill>
                <a:effectLst/>
                <a:uLnTx/>
                <a:uFillTx/>
                <a:latin typeface="arial"/>
                <a:ea typeface="Microsoft YaHei"/>
                <a:cs typeface="+mn-ea"/>
                <a:sym typeface="+mn-lt"/>
              </a:rPr>
              <a:t>，</a:t>
            </a:r>
            <a:r>
              <a:rPr kumimoji="0" lang="zh-CN" altLang="en-US" sz="1200" b="0" i="0" u="none" strike="noStrike" kern="1200" cap="none" spc="0" normalizeH="0" baseline="0" noProof="0" dirty="0">
                <a:ln>
                  <a:noFill/>
                </a:ln>
                <a:solidFill>
                  <a:srgbClr val="515052"/>
                </a:solidFill>
                <a:effectLst/>
                <a:uLnTx/>
                <a:uFillTx/>
                <a:latin typeface="arial"/>
                <a:ea typeface="Microsoft YaHei"/>
                <a:cs typeface="+mn-ea"/>
                <a:sym typeface="+mn-lt"/>
              </a:rPr>
              <a:t>反映晶片價格上漲對購買力的提振遠超實際產出增長。以</a:t>
            </a:r>
            <a:r>
              <a:rPr kumimoji="0" lang="en-US" altLang="zh-CN" sz="1200" b="0" i="0" u="none" strike="noStrike" kern="1200" cap="none" spc="0" normalizeH="0" baseline="0" noProof="0" dirty="0">
                <a:ln>
                  <a:noFill/>
                </a:ln>
                <a:solidFill>
                  <a:srgbClr val="515052"/>
                </a:solidFill>
                <a:effectLst/>
                <a:uLnTx/>
                <a:uFillTx/>
                <a:latin typeface="arial"/>
                <a:ea typeface="Microsoft YaHei"/>
                <a:cs typeface="+mn-ea"/>
                <a:sym typeface="+mn-lt"/>
              </a:rPr>
              <a:t>SK</a:t>
            </a:r>
            <a:r>
              <a:rPr kumimoji="0" lang="zh-CN" altLang="en-US" sz="1200" b="0" i="0" u="none" strike="noStrike" kern="1200" cap="none" spc="0" normalizeH="0" baseline="0" noProof="0" dirty="0">
                <a:ln>
                  <a:noFill/>
                </a:ln>
                <a:solidFill>
                  <a:srgbClr val="515052"/>
                </a:solidFill>
                <a:effectLst/>
                <a:uLnTx/>
                <a:uFillTx/>
                <a:latin typeface="arial"/>
                <a:ea typeface="Microsoft YaHei"/>
                <a:cs typeface="+mn-ea"/>
                <a:sym typeface="+mn-lt"/>
              </a:rPr>
              <a:t>海力士為例，其員工</a:t>
            </a:r>
            <a:r>
              <a:rPr kumimoji="0" lang="en-US" altLang="zh-CN" sz="1200" b="0" i="0" u="none" strike="noStrike" kern="1200" cap="none" spc="0" normalizeH="0" baseline="0" noProof="0" dirty="0">
                <a:ln>
                  <a:noFill/>
                </a:ln>
                <a:solidFill>
                  <a:srgbClr val="515052"/>
                </a:solidFill>
                <a:effectLst/>
                <a:uLnTx/>
                <a:uFillTx/>
                <a:latin typeface="arial"/>
                <a:ea typeface="Microsoft YaHei"/>
                <a:cs typeface="+mn-ea"/>
                <a:sym typeface="+mn-lt"/>
              </a:rPr>
              <a:t>2025</a:t>
            </a:r>
            <a:r>
              <a:rPr kumimoji="0" lang="zh-CN" altLang="en-US" sz="1200" b="0" i="0" u="none" strike="noStrike" kern="1200" cap="none" spc="0" normalizeH="0" baseline="0" noProof="0" dirty="0">
                <a:ln>
                  <a:noFill/>
                </a:ln>
                <a:solidFill>
                  <a:srgbClr val="515052"/>
                </a:solidFill>
                <a:effectLst/>
                <a:uLnTx/>
                <a:uFillTx/>
                <a:latin typeface="arial"/>
                <a:ea typeface="Microsoft YaHei"/>
                <a:cs typeface="+mn-ea"/>
                <a:sym typeface="+mn-lt"/>
              </a:rPr>
              <a:t>年人均獎金約</a:t>
            </a:r>
            <a:r>
              <a:rPr kumimoji="0" lang="en-US" altLang="zh-CN" sz="1200" b="0" i="0" u="none" strike="noStrike" kern="1200" cap="none" spc="0" normalizeH="0" baseline="0" noProof="0" dirty="0">
                <a:ln>
                  <a:noFill/>
                </a:ln>
                <a:solidFill>
                  <a:srgbClr val="515052"/>
                </a:solidFill>
                <a:effectLst/>
                <a:uLnTx/>
                <a:uFillTx/>
                <a:latin typeface="arial"/>
                <a:ea typeface="Microsoft YaHei"/>
                <a:cs typeface="+mn-ea"/>
                <a:sym typeface="+mn-lt"/>
              </a:rPr>
              <a:t>1.4</a:t>
            </a:r>
            <a:r>
              <a:rPr kumimoji="0" lang="zh-CN" altLang="en-US" sz="1200" b="0" i="0" u="none" strike="noStrike" kern="1200" cap="none" spc="0" normalizeH="0" baseline="0" noProof="0" dirty="0">
                <a:ln>
                  <a:noFill/>
                </a:ln>
                <a:solidFill>
                  <a:srgbClr val="515052"/>
                </a:solidFill>
                <a:effectLst/>
                <a:uLnTx/>
                <a:uFillTx/>
                <a:latin typeface="arial"/>
                <a:ea typeface="Microsoft YaHei"/>
                <a:cs typeface="+mn-ea"/>
                <a:sym typeface="+mn-lt"/>
              </a:rPr>
              <a:t>億韓元</a:t>
            </a:r>
            <a:r>
              <a:rPr kumimoji="0" lang="en-US" altLang="zh-CN" sz="1200" b="0" i="0" u="none" strike="noStrike" kern="1200" cap="none" spc="0" normalizeH="0" baseline="0" noProof="0" dirty="0">
                <a:ln>
                  <a:noFill/>
                </a:ln>
                <a:solidFill>
                  <a:srgbClr val="515052"/>
                </a:solidFill>
                <a:effectLst/>
                <a:uLnTx/>
                <a:uFillTx/>
                <a:latin typeface="arial"/>
                <a:ea typeface="Microsoft YaHei"/>
                <a:cs typeface="+mn-ea"/>
                <a:sym typeface="+mn-lt"/>
              </a:rPr>
              <a:t>(</a:t>
            </a:r>
            <a:r>
              <a:rPr kumimoji="0" lang="zh-CN" altLang="en-US" sz="1200" b="0" i="0" u="none" strike="noStrike" kern="1200" cap="none" spc="0" normalizeH="0" baseline="0" noProof="0" dirty="0">
                <a:ln>
                  <a:noFill/>
                </a:ln>
                <a:solidFill>
                  <a:srgbClr val="515052"/>
                </a:solidFill>
                <a:effectLst/>
                <a:uLnTx/>
                <a:uFillTx/>
                <a:latin typeface="arial"/>
                <a:ea typeface="Microsoft YaHei"/>
                <a:cs typeface="+mn-ea"/>
                <a:sym typeface="+mn-lt"/>
              </a:rPr>
              <a:t>約</a:t>
            </a:r>
            <a:r>
              <a:rPr kumimoji="0" lang="en-US" altLang="zh-CN" sz="1200" b="0" i="0" u="none" strike="noStrike" kern="1200" cap="none" spc="0" normalizeH="0" baseline="0" noProof="0" dirty="0">
                <a:ln>
                  <a:noFill/>
                </a:ln>
                <a:solidFill>
                  <a:srgbClr val="515052"/>
                </a:solidFill>
                <a:effectLst/>
                <a:uLnTx/>
                <a:uFillTx/>
                <a:latin typeface="arial"/>
                <a:ea typeface="Microsoft YaHei"/>
                <a:cs typeface="+mn-ea"/>
                <a:sym typeface="+mn-lt"/>
              </a:rPr>
              <a:t>65</a:t>
            </a:r>
            <a:r>
              <a:rPr kumimoji="0" lang="zh-CN" altLang="en-US" sz="1200" b="0" i="0" u="none" strike="noStrike" kern="1200" cap="none" spc="0" normalizeH="0" baseline="0" noProof="0" dirty="0">
                <a:ln>
                  <a:noFill/>
                </a:ln>
                <a:solidFill>
                  <a:srgbClr val="515052"/>
                </a:solidFill>
                <a:effectLst/>
                <a:uLnTx/>
                <a:uFillTx/>
                <a:latin typeface="arial"/>
                <a:ea typeface="Microsoft YaHei"/>
                <a:cs typeface="+mn-ea"/>
                <a:sym typeface="+mn-lt"/>
              </a:rPr>
              <a:t>萬元人民幣</a:t>
            </a:r>
            <a:r>
              <a:rPr kumimoji="0" lang="en-US" altLang="zh-CN" sz="1200" b="0" i="0" u="none" strike="noStrike" kern="1200" cap="none" spc="0" normalizeH="0" baseline="0" noProof="0" dirty="0">
                <a:ln>
                  <a:noFill/>
                </a:ln>
                <a:solidFill>
                  <a:srgbClr val="515052"/>
                </a:solidFill>
                <a:effectLst/>
                <a:uLnTx/>
                <a:uFillTx/>
                <a:latin typeface="arial"/>
                <a:ea typeface="Microsoft YaHei"/>
                <a:cs typeface="+mn-ea"/>
                <a:sym typeface="+mn-lt"/>
              </a:rPr>
              <a:t>)</a:t>
            </a:r>
            <a:r>
              <a:rPr kumimoji="0" lang="zh-CN" altLang="en-US" sz="1200" b="0" i="0" u="none" strike="noStrike" kern="1200" cap="none" spc="0" normalizeH="0" baseline="0" noProof="0" dirty="0">
                <a:ln>
                  <a:noFill/>
                </a:ln>
                <a:solidFill>
                  <a:srgbClr val="515052"/>
                </a:solidFill>
                <a:effectLst/>
                <a:uLnTx/>
                <a:uFillTx/>
                <a:latin typeface="arial"/>
                <a:ea typeface="Microsoft YaHei"/>
                <a:cs typeface="+mn-ea"/>
                <a:sym typeface="+mn-lt"/>
              </a:rPr>
              <a:t>，獎金與工資的增長直接轉化為購買力。</a:t>
            </a:r>
            <a:endParaRPr kumimoji="0" lang="en-HK" altLang="zh-CN" sz="1200" b="0" i="0" u="none" strike="noStrike" kern="1200" cap="none" spc="0" normalizeH="0" baseline="0" noProof="0" dirty="0">
              <a:ln>
                <a:noFill/>
              </a:ln>
              <a:solidFill>
                <a:srgbClr val="515052"/>
              </a:solidFill>
              <a:effectLst/>
              <a:uLnTx/>
              <a:uFillTx/>
              <a:latin typeface="arial"/>
              <a:ea typeface="Microsoft YaHei"/>
              <a:cs typeface="+mn-ea"/>
              <a:sym typeface="+mn-lt"/>
            </a:endParaRPr>
          </a:p>
        </p:txBody>
      </p:sp>
      <p:sp>
        <p:nvSpPr>
          <p:cNvPr id="7" name="TextBox 6">
            <a:extLst>
              <a:ext uri="{FF2B5EF4-FFF2-40B4-BE49-F238E27FC236}">
                <a16:creationId xmlns:a16="http://schemas.microsoft.com/office/drawing/2014/main" id="{C3EF2560-E184-0F27-5D60-F89FD408873E}"/>
              </a:ext>
            </a:extLst>
          </p:cNvPr>
          <p:cNvSpPr txBox="1"/>
          <p:nvPr/>
        </p:nvSpPr>
        <p:spPr>
          <a:xfrm>
            <a:off x="968779" y="2456442"/>
            <a:ext cx="4446904"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2660AD"/>
                </a:solidFill>
                <a:effectLst/>
                <a:uLnTx/>
                <a:uFillTx/>
                <a:latin typeface="arial"/>
                <a:ea typeface="Microsoft YaHei"/>
                <a:cs typeface="+mn-ea"/>
                <a:sym typeface="+mn-lt"/>
              </a:rPr>
              <a:t>首爾房價</a:t>
            </a:r>
            <a:r>
              <a:rPr kumimoji="0" lang="en-HK" altLang="zh-CN" sz="1200" b="1" i="0" u="none" strike="noStrike" kern="1200" cap="none" spc="0" normalizeH="0" baseline="0" noProof="0" dirty="0">
                <a:ln>
                  <a:noFill/>
                </a:ln>
                <a:solidFill>
                  <a:srgbClr val="2660AD"/>
                </a:solidFill>
                <a:effectLst/>
                <a:uLnTx/>
                <a:uFillTx/>
                <a:latin typeface="arial"/>
                <a:ea typeface="Microsoft YaHei"/>
                <a:cs typeface="+mn-ea"/>
                <a:sym typeface="+mn-lt"/>
              </a:rPr>
              <a:t>2024</a:t>
            </a:r>
            <a:r>
              <a:rPr kumimoji="0" lang="zh-CN" altLang="en-US" sz="1200" b="1" i="0" u="none" strike="noStrike" kern="1200" cap="none" spc="0" normalizeH="0" baseline="0" noProof="0" dirty="0">
                <a:ln>
                  <a:noFill/>
                </a:ln>
                <a:solidFill>
                  <a:srgbClr val="2660AD"/>
                </a:solidFill>
                <a:effectLst/>
                <a:uLnTx/>
                <a:uFillTx/>
                <a:latin typeface="arial"/>
                <a:ea typeface="Microsoft YaHei"/>
                <a:cs typeface="+mn-ea"/>
                <a:sym typeface="+mn-lt"/>
              </a:rPr>
              <a:t>年以來快速增長</a:t>
            </a:r>
            <a:endParaRPr kumimoji="0" lang="en-US" sz="1200" b="0" i="0" u="none" strike="noStrike" kern="1200" cap="none" spc="0" normalizeH="0" baseline="0" noProof="0" dirty="0">
              <a:ln>
                <a:noFill/>
              </a:ln>
              <a:solidFill>
                <a:srgbClr val="2660AD"/>
              </a:solidFill>
              <a:effectLst/>
              <a:uLnTx/>
              <a:uFillTx/>
              <a:latin typeface="arial"/>
              <a:ea typeface="Microsoft YaHei"/>
              <a:cs typeface="+mn-ea"/>
              <a:sym typeface="+mn-lt"/>
            </a:endParaRPr>
          </a:p>
        </p:txBody>
      </p:sp>
      <p:sp>
        <p:nvSpPr>
          <p:cNvPr id="17" name="TextBox 16">
            <a:extLst>
              <a:ext uri="{FF2B5EF4-FFF2-40B4-BE49-F238E27FC236}">
                <a16:creationId xmlns:a16="http://schemas.microsoft.com/office/drawing/2014/main" id="{555D7343-7BBC-0EDC-F9A5-20164F178336}"/>
              </a:ext>
            </a:extLst>
          </p:cNvPr>
          <p:cNvSpPr txBox="1"/>
          <p:nvPr/>
        </p:nvSpPr>
        <p:spPr>
          <a:xfrm>
            <a:off x="6020072" y="2491341"/>
            <a:ext cx="5472255"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2660AD"/>
                </a:solidFill>
                <a:effectLst/>
                <a:uLnTx/>
                <a:uFillTx/>
                <a:latin typeface="arial"/>
                <a:ea typeface="Microsoft YaHei"/>
                <a:cs typeface="+mn-ea"/>
                <a:sym typeface="+mn-lt"/>
              </a:rPr>
              <a:t>韓國出生率從</a:t>
            </a:r>
            <a:r>
              <a:rPr kumimoji="0" lang="en-HK" altLang="zh-CN" sz="1200" b="1" i="0" u="none" strike="noStrike" kern="1200" cap="none" spc="0" normalizeH="0" baseline="0" noProof="0" dirty="0">
                <a:ln>
                  <a:noFill/>
                </a:ln>
                <a:solidFill>
                  <a:srgbClr val="2660AD"/>
                </a:solidFill>
                <a:effectLst/>
                <a:uLnTx/>
                <a:uFillTx/>
                <a:latin typeface="arial"/>
                <a:ea typeface="Microsoft YaHei"/>
                <a:cs typeface="+mn-ea"/>
                <a:sym typeface="+mn-lt"/>
              </a:rPr>
              <a:t>2023</a:t>
            </a:r>
            <a:r>
              <a:rPr kumimoji="0" lang="zh-CN" altLang="en-US" sz="1200" b="1" i="0" u="none" strike="noStrike" kern="1200" cap="none" spc="0" normalizeH="0" baseline="0" noProof="0" dirty="0">
                <a:ln>
                  <a:noFill/>
                </a:ln>
                <a:solidFill>
                  <a:srgbClr val="2660AD"/>
                </a:solidFill>
                <a:effectLst/>
                <a:uLnTx/>
                <a:uFillTx/>
                <a:latin typeface="arial"/>
                <a:ea typeface="Microsoft YaHei"/>
                <a:cs typeface="+mn-ea"/>
                <a:sym typeface="+mn-lt"/>
              </a:rPr>
              <a:t>年以來持續回升</a:t>
            </a:r>
            <a:endParaRPr kumimoji="0" lang="en-US" sz="1200" b="0" i="0" u="none" strike="noStrike" kern="1200" cap="none" spc="0" normalizeH="0" baseline="0" noProof="0" dirty="0">
              <a:ln>
                <a:noFill/>
              </a:ln>
              <a:solidFill>
                <a:srgbClr val="2660AD"/>
              </a:solidFill>
              <a:effectLst/>
              <a:uLnTx/>
              <a:uFillTx/>
              <a:latin typeface="arial"/>
              <a:ea typeface="Microsoft YaHei"/>
              <a:cs typeface="+mn-ea"/>
              <a:sym typeface="+mn-lt"/>
            </a:endParaRPr>
          </a:p>
        </p:txBody>
      </p:sp>
      <p:sp>
        <p:nvSpPr>
          <p:cNvPr id="44" name="TextBox 43"/>
          <p:cNvSpPr txBox="1"/>
          <p:nvPr/>
        </p:nvSpPr>
        <p:spPr>
          <a:xfrm>
            <a:off x="457200" y="6263640"/>
            <a:ext cx="1097280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dirty="0" err="1">
                <a:ln>
                  <a:noFill/>
                </a:ln>
                <a:solidFill>
                  <a:srgbClr val="515052"/>
                </a:solidFill>
                <a:effectLst/>
                <a:uLnTx/>
                <a:uFillTx/>
                <a:latin typeface="arial"/>
                <a:ea typeface="Microsoft YaHei"/>
                <a:cs typeface="+mn-ea"/>
                <a:sym typeface="+mn-lt"/>
              </a:rPr>
              <a:t>資料來源</a:t>
            </a:r>
            <a:r>
              <a:rPr kumimoji="0" sz="800" b="0" i="0" u="none" strike="noStrike" kern="1200" cap="none" spc="0" normalizeH="0" baseline="0" noProof="0" dirty="0">
                <a:ln>
                  <a:noFill/>
                </a:ln>
                <a:solidFill>
                  <a:srgbClr val="515052"/>
                </a:solidFill>
                <a:effectLst/>
                <a:uLnTx/>
                <a:uFillTx/>
                <a:latin typeface="arial"/>
                <a:ea typeface="Microsoft YaHei"/>
                <a:cs typeface="+mn-ea"/>
                <a:sym typeface="+mn-lt"/>
              </a:rPr>
              <a:t>：</a:t>
            </a:r>
            <a:r>
              <a:rPr kumimoji="0" lang="en-HK" sz="800" b="0" i="0" u="none" strike="noStrike" kern="1200" cap="none" spc="0" normalizeH="0" baseline="0" noProof="0" dirty="0">
                <a:ln>
                  <a:noFill/>
                </a:ln>
                <a:solidFill>
                  <a:srgbClr val="515052"/>
                </a:solidFill>
                <a:effectLst/>
                <a:uLnTx/>
                <a:uFillTx/>
                <a:latin typeface="arial"/>
                <a:ea typeface="Microsoft YaHei"/>
                <a:cs typeface="+mn-ea"/>
                <a:sym typeface="+mn-lt"/>
              </a:rPr>
              <a:t>wind</a:t>
            </a:r>
            <a:endParaRPr kumimoji="0" sz="800" b="0" i="0" u="none" strike="noStrike" kern="1200" cap="none" spc="0" normalizeH="0" baseline="0" noProof="0" dirty="0">
              <a:ln>
                <a:noFill/>
              </a:ln>
              <a:solidFill>
                <a:srgbClr val="515052"/>
              </a:solidFill>
              <a:effectLst/>
              <a:uLnTx/>
              <a:uFillTx/>
              <a:latin typeface="arial"/>
              <a:ea typeface="Microsoft YaHei"/>
              <a:cs typeface="+mn-ea"/>
              <a:sym typeface="+mn-lt"/>
            </a:endParaRPr>
          </a:p>
        </p:txBody>
      </p:sp>
      <p:sp>
        <p:nvSpPr>
          <p:cNvPr id="46" name="TextBox 45"/>
          <p:cNvSpPr txBox="1"/>
          <p:nvPr/>
        </p:nvSpPr>
        <p:spPr>
          <a:xfrm>
            <a:off x="722376" y="411480"/>
            <a:ext cx="1097280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306AB2"/>
                </a:solidFill>
                <a:effectLst/>
                <a:uLnTx/>
                <a:uFillTx/>
                <a:latin typeface="arial"/>
                <a:ea typeface="Microsoft YaHei"/>
                <a:cs typeface="+mn-ea"/>
                <a:sym typeface="+mn-lt"/>
              </a:rPr>
              <a:t>股市大漲帶動首爾房價和韓國出生率提升</a:t>
            </a:r>
            <a:endParaRPr kumimoji="0" sz="2800" b="1" i="0" u="none" strike="noStrike" kern="1200" cap="none" spc="0" normalizeH="0" baseline="0" noProof="0" dirty="0">
              <a:ln>
                <a:noFill/>
              </a:ln>
              <a:solidFill>
                <a:srgbClr val="306AB2"/>
              </a:solidFill>
              <a:effectLst/>
              <a:uLnTx/>
              <a:uFillTx/>
              <a:latin typeface="arial"/>
              <a:ea typeface="Microsoft YaHei"/>
              <a:cs typeface="+mn-ea"/>
              <a:sym typeface="+mn-lt"/>
            </a:endParaRPr>
          </a:p>
        </p:txBody>
      </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arial"/>
                <a:ea typeface="Microsoft YaHei"/>
                <a:cs typeface="+mn-ea"/>
                <a:sym typeface="+mn-lt"/>
              </a:rPr>
              <a:t>南方東英資產管理</a:t>
            </a:r>
            <a:endParaRPr kumimoji="0" lang="zh-CN" altLang="en-US" sz="1000" b="0" i="0" u="none" strike="noStrike" kern="1200" cap="none" spc="0" normalizeH="0" baseline="0" noProof="0" dirty="0">
              <a:ln>
                <a:noFill/>
              </a:ln>
              <a:solidFill>
                <a:prstClr val="white"/>
              </a:solidFill>
              <a:effectLst/>
              <a:uLnTx/>
              <a:uFillTx/>
              <a:latin typeface="arial"/>
              <a:ea typeface="Microsoft YaHei"/>
              <a:cs typeface="+mn-ea"/>
              <a:sym typeface="+mn-lt"/>
            </a:endParaRPr>
          </a:p>
        </p:txBody>
      </p:sp>
      <p:pic>
        <p:nvPicPr>
          <p:cNvPr id="47" name="LogoPic" descr="image.png"/>
          <p:cNvPicPr>
            <a:picLocks noChangeAspect="1"/>
          </p:cNvPicPr>
          <p:nvPr/>
        </p:nvPicPr>
        <p:blipFill rotWithShape="1">
          <a:blip r:embed="rId2"/>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1BF77F58-AC0C-4FBF-933C-E391A5857D83}" type="slidenum">
              <a:rPr kumimoji="0" lang="en-US" sz="1000" b="0" i="0" u="none" strike="noStrike" kern="1200" cap="none" spc="0" normalizeH="0" baseline="0" noProof="0" dirty="0">
                <a:ln>
                  <a:noFill/>
                </a:ln>
                <a:solidFill>
                  <a:srgbClr val="FFFFFF"/>
                </a:solidFill>
                <a:effectLst/>
                <a:uLnTx/>
                <a:uFillTx/>
                <a:latin typeface="arial"/>
                <a:ea typeface="Microsoft YaHei"/>
                <a:cs typeface="+mn-ea"/>
                <a:sym typeface="+mn-lt"/>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000" b="0" i="0" u="none" strike="noStrike" kern="1200" cap="none" spc="0" normalizeH="0" baseline="0" noProof="0" dirty="0">
              <a:ln>
                <a:noFill/>
              </a:ln>
              <a:solidFill>
                <a:srgbClr val="FFFFFF"/>
              </a:solidFill>
              <a:effectLst/>
              <a:uLnTx/>
              <a:uFillTx/>
              <a:latin typeface="arial"/>
              <a:ea typeface="Microsoft YaHei"/>
              <a:cs typeface="+mn-ea"/>
              <a:sym typeface="+mn-lt"/>
            </a:endParaRPr>
          </a:p>
        </p:txBody>
      </p:sp>
      <p:graphicFrame>
        <p:nvGraphicFramePr>
          <p:cNvPr id="26" name="Chart 25">
            <a:extLst>
              <a:ext uri="{FF2B5EF4-FFF2-40B4-BE49-F238E27FC236}">
                <a16:creationId xmlns:a16="http://schemas.microsoft.com/office/drawing/2014/main" id="{7316B6DE-6947-4144-BF59-122E9594B125}"/>
              </a:ext>
            </a:extLst>
          </p:cNvPr>
          <p:cNvGraphicFramePr>
            <a:graphicFrameLocks/>
          </p:cNvGraphicFramePr>
          <p:nvPr/>
        </p:nvGraphicFramePr>
        <p:xfrm>
          <a:off x="6367620" y="2819399"/>
          <a:ext cx="4909980" cy="2993571"/>
        </p:xfrm>
        <a:graphic>
          <a:graphicData uri="http://schemas.openxmlformats.org/drawingml/2006/chart">
            <c:chart xmlns:c="http://schemas.openxmlformats.org/drawingml/2006/chart" xmlns:r="http://schemas.openxmlformats.org/officeDocument/2006/relationships" r:id="rId3"/>
          </a:graphicData>
        </a:graphic>
      </p:graphicFrame>
      <p:sp>
        <p:nvSpPr>
          <p:cNvPr id="27" name="TextBox 26">
            <a:extLst>
              <a:ext uri="{FF2B5EF4-FFF2-40B4-BE49-F238E27FC236}">
                <a16:creationId xmlns:a16="http://schemas.microsoft.com/office/drawing/2014/main" id="{DECA6F78-1524-B4A7-8481-736F2487FAFD}"/>
              </a:ext>
            </a:extLst>
          </p:cNvPr>
          <p:cNvSpPr txBox="1"/>
          <p:nvPr/>
        </p:nvSpPr>
        <p:spPr>
          <a:xfrm>
            <a:off x="10319657" y="4201885"/>
            <a:ext cx="838200" cy="2308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HK" sz="900" b="1" i="0" u="none" strike="noStrike" kern="1200" cap="none" spc="0" normalizeH="0" baseline="0" noProof="0" dirty="0">
                <a:ln>
                  <a:noFill/>
                </a:ln>
                <a:solidFill>
                  <a:srgbClr val="2660AD"/>
                </a:solidFill>
                <a:effectLst/>
                <a:uLnTx/>
                <a:uFillTx/>
                <a:latin typeface="arial"/>
                <a:ea typeface="Microsoft YaHei"/>
                <a:cs typeface="+mn-ea"/>
                <a:sym typeface="+mn-lt"/>
              </a:rPr>
              <a:t>2026</a:t>
            </a:r>
            <a:r>
              <a:rPr kumimoji="0" lang="zh-CN" altLang="en-US" sz="900" b="1" i="0" u="none" strike="noStrike" kern="1200" cap="none" spc="0" normalizeH="0" baseline="0" noProof="0" dirty="0">
                <a:ln>
                  <a:noFill/>
                </a:ln>
                <a:solidFill>
                  <a:srgbClr val="2660AD"/>
                </a:solidFill>
                <a:effectLst/>
                <a:uLnTx/>
                <a:uFillTx/>
                <a:latin typeface="arial"/>
                <a:ea typeface="Microsoft YaHei"/>
                <a:cs typeface="+mn-ea"/>
                <a:sym typeface="+mn-lt"/>
              </a:rPr>
              <a:t>年</a:t>
            </a:r>
            <a:r>
              <a:rPr kumimoji="0" lang="en-HK" altLang="zh-CN" sz="900" b="1" i="0" u="none" strike="noStrike" kern="1200" cap="none" spc="0" normalizeH="0" baseline="0" noProof="0" dirty="0">
                <a:ln>
                  <a:noFill/>
                </a:ln>
                <a:solidFill>
                  <a:srgbClr val="2660AD"/>
                </a:solidFill>
                <a:effectLst/>
                <a:uLnTx/>
                <a:uFillTx/>
                <a:latin typeface="arial"/>
                <a:ea typeface="Microsoft YaHei"/>
                <a:cs typeface="+mn-ea"/>
                <a:sym typeface="+mn-lt"/>
              </a:rPr>
              <a:t>3</a:t>
            </a:r>
            <a:r>
              <a:rPr kumimoji="0" lang="zh-CN" altLang="en-US" sz="900" b="1" i="0" u="none" strike="noStrike" kern="1200" cap="none" spc="0" normalizeH="0" baseline="0" noProof="0" dirty="0">
                <a:ln>
                  <a:noFill/>
                </a:ln>
                <a:solidFill>
                  <a:srgbClr val="2660AD"/>
                </a:solidFill>
                <a:effectLst/>
                <a:uLnTx/>
                <a:uFillTx/>
                <a:latin typeface="arial"/>
                <a:ea typeface="Microsoft YaHei"/>
                <a:cs typeface="+mn-ea"/>
                <a:sym typeface="+mn-lt"/>
              </a:rPr>
              <a:t>月</a:t>
            </a:r>
            <a:endParaRPr kumimoji="0" lang="en-HK" sz="900" b="1" i="0" u="none" strike="noStrike" kern="1200" cap="none" spc="0" normalizeH="0" baseline="0" noProof="0" dirty="0">
              <a:ln>
                <a:noFill/>
              </a:ln>
              <a:solidFill>
                <a:srgbClr val="2660AD"/>
              </a:solidFill>
              <a:effectLst/>
              <a:uLnTx/>
              <a:uFillTx/>
              <a:latin typeface="arial"/>
              <a:ea typeface="Microsoft YaHei"/>
              <a:cs typeface="+mn-ea"/>
              <a:sym typeface="+mn-lt"/>
            </a:endParaRPr>
          </a:p>
        </p:txBody>
      </p:sp>
      <p:graphicFrame>
        <p:nvGraphicFramePr>
          <p:cNvPr id="28" name="图表 1">
            <a:extLst>
              <a:ext uri="{FF2B5EF4-FFF2-40B4-BE49-F238E27FC236}">
                <a16:creationId xmlns:a16="http://schemas.microsoft.com/office/drawing/2014/main" id="{DA8AF9CC-26EB-6A9B-8805-7077E5CE695C}"/>
              </a:ext>
            </a:extLst>
          </p:cNvPr>
          <p:cNvGraphicFramePr>
            <a:graphicFrameLocks/>
          </p:cNvGraphicFramePr>
          <p:nvPr/>
        </p:nvGraphicFramePr>
        <p:xfrm>
          <a:off x="1143000" y="2912926"/>
          <a:ext cx="4101557" cy="294358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506385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D0E83-FA87-230F-92C8-5EB592FB964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8E0F96B-1E1E-9D1D-B2C8-ED37B703B18A}"/>
              </a:ext>
            </a:extLst>
          </p:cNvPr>
          <p:cNvSpPr/>
          <p:nvPr/>
        </p:nvSpPr>
        <p:spPr>
          <a:xfrm>
            <a:off x="526059" y="980480"/>
            <a:ext cx="11139882" cy="1073114"/>
          </a:xfrm>
          <a:prstGeom prst="rect">
            <a:avLst/>
          </a:prstGeom>
        </p:spPr>
        <p:txBody>
          <a:bodyPr wrap="square">
            <a:spAutoFit/>
          </a:bodyPr>
          <a:lstStyle/>
          <a:p>
            <a:pPr marL="285750" marR="0" lvl="0" indent="-285750" algn="just" defTabSz="914400" rtl="0" eaLnBrk="1" fontAlgn="auto" latinLnBrk="0" hangingPunct="1">
              <a:lnSpc>
                <a:spcPct val="125000"/>
              </a:lnSpc>
              <a:spcBef>
                <a:spcPts val="0"/>
              </a:spcBef>
              <a:spcAft>
                <a:spcPts val="0"/>
              </a:spcAft>
              <a:buClrTx/>
              <a:buSzTx/>
              <a:buFont typeface="Wingdings" panose="05000000000000000000" pitchFamily="2" charset="2"/>
              <a:buChar char="§"/>
              <a:tabLst/>
              <a:defRPr/>
            </a:pPr>
            <a:r>
              <a:rPr kumimoji="0" lang="zh-CN" altLang="en-US" sz="1300" i="0" u="none" strike="noStrike" kern="1200" cap="none" spc="0" normalizeH="0" baseline="0" noProof="0" dirty="0">
                <a:ln>
                  <a:noFill/>
                </a:ln>
                <a:solidFill>
                  <a:schemeClr val="tx1">
                    <a:lumMod val="50000"/>
                  </a:schemeClr>
                </a:solidFill>
                <a:effectLst/>
                <a:uLnTx/>
                <a:uFillTx/>
                <a:latin typeface="+mj-lt"/>
                <a:ea typeface="微软雅黑" panose="020B0503020204020204" pitchFamily="34" charset="-122"/>
                <a:cs typeface="+mn-cs"/>
              </a:rPr>
              <a:t>從</a:t>
            </a:r>
            <a:r>
              <a:rPr kumimoji="0" lang="en-US" altLang="zh-CN" sz="1300" i="0" u="none" strike="noStrike" kern="1200" cap="none" spc="0" normalizeH="0" baseline="0" noProof="0" dirty="0">
                <a:ln>
                  <a:noFill/>
                </a:ln>
                <a:solidFill>
                  <a:schemeClr val="tx1">
                    <a:lumMod val="50000"/>
                  </a:schemeClr>
                </a:solidFill>
                <a:effectLst/>
                <a:uLnTx/>
                <a:uFillTx/>
                <a:latin typeface="+mj-lt"/>
                <a:ea typeface="微软雅黑" panose="020B0503020204020204" pitchFamily="34" charset="-122"/>
                <a:cs typeface="+mn-cs"/>
              </a:rPr>
              <a:t>KOSPI</a:t>
            </a:r>
            <a:r>
              <a:rPr kumimoji="0" lang="zh-CN" altLang="en-US" sz="1300" i="0" u="none" strike="noStrike" kern="1200" cap="none" spc="0" normalizeH="0" baseline="0" noProof="0" dirty="0">
                <a:ln>
                  <a:noFill/>
                </a:ln>
                <a:solidFill>
                  <a:schemeClr val="tx1">
                    <a:lumMod val="50000"/>
                  </a:schemeClr>
                </a:solidFill>
                <a:effectLst/>
                <a:uLnTx/>
                <a:uFillTx/>
                <a:latin typeface="+mj-lt"/>
                <a:ea typeface="微软雅黑" panose="020B0503020204020204" pitchFamily="34" charset="-122"/>
                <a:cs typeface="+mn-cs"/>
              </a:rPr>
              <a:t>海外投資人占比來看，近幾年</a:t>
            </a:r>
            <a:r>
              <a:rPr kumimoji="0" lang="en-US" altLang="zh-CN" sz="1300" i="0" u="none" strike="noStrike" kern="1200" cap="none" spc="0" normalizeH="0" baseline="0" noProof="0" dirty="0">
                <a:ln>
                  <a:noFill/>
                </a:ln>
                <a:solidFill>
                  <a:schemeClr val="tx1">
                    <a:lumMod val="50000"/>
                  </a:schemeClr>
                </a:solidFill>
                <a:effectLst/>
                <a:uLnTx/>
                <a:uFillTx/>
                <a:latin typeface="+mj-lt"/>
                <a:ea typeface="微软雅黑" panose="020B0503020204020204" pitchFamily="34" charset="-122"/>
                <a:cs typeface="+mn-cs"/>
              </a:rPr>
              <a:t>KOSPI</a:t>
            </a:r>
            <a:r>
              <a:rPr kumimoji="0" lang="zh-CN" altLang="en-US" sz="1300" i="0" u="none" strike="noStrike" kern="1200" cap="none" spc="0" normalizeH="0" baseline="0" noProof="0" dirty="0">
                <a:ln>
                  <a:noFill/>
                </a:ln>
                <a:solidFill>
                  <a:schemeClr val="tx1">
                    <a:lumMod val="50000"/>
                  </a:schemeClr>
                </a:solidFill>
                <a:effectLst/>
                <a:uLnTx/>
                <a:uFillTx/>
                <a:latin typeface="+mj-lt"/>
                <a:ea typeface="微软雅黑" panose="020B0503020204020204" pitchFamily="34" charset="-122"/>
                <a:cs typeface="+mn-cs"/>
              </a:rPr>
              <a:t>海外投資者占比趨勢性上升，目前持有約</a:t>
            </a:r>
            <a:r>
              <a:rPr kumimoji="0" lang="en-US" altLang="zh-CN" sz="1300" i="0" u="none" strike="noStrike" kern="1200" cap="none" spc="0" normalizeH="0" baseline="0" noProof="0" dirty="0">
                <a:ln>
                  <a:noFill/>
                </a:ln>
                <a:solidFill>
                  <a:schemeClr val="tx1">
                    <a:lumMod val="50000"/>
                  </a:schemeClr>
                </a:solidFill>
                <a:effectLst/>
                <a:uLnTx/>
                <a:uFillTx/>
                <a:latin typeface="+mj-lt"/>
                <a:ea typeface="微软雅黑" panose="020B0503020204020204" pitchFamily="34" charset="-122"/>
                <a:cs typeface="+mn-cs"/>
              </a:rPr>
              <a:t>40%</a:t>
            </a:r>
            <a:r>
              <a:rPr kumimoji="0" lang="zh-CN" altLang="en-US" sz="1300" i="0" u="none" strike="noStrike" kern="1200" cap="none" spc="0" normalizeH="0" baseline="0" noProof="0" dirty="0">
                <a:ln>
                  <a:noFill/>
                </a:ln>
                <a:solidFill>
                  <a:schemeClr val="tx1">
                    <a:lumMod val="50000"/>
                  </a:schemeClr>
                </a:solidFill>
                <a:effectLst/>
                <a:uLnTx/>
                <a:uFillTx/>
                <a:latin typeface="+mj-lt"/>
                <a:ea typeface="微软雅黑" panose="020B0503020204020204" pitchFamily="34" charset="-122"/>
                <a:cs typeface="+mn-cs"/>
              </a:rPr>
              <a:t>的韓國國內市場。但若剔除前兩大存儲芯片企業，其餘標的的韓國持股比例僅爲</a:t>
            </a:r>
            <a:r>
              <a:rPr kumimoji="0" lang="en-US" altLang="zh-CN" sz="1300" i="0" u="none" strike="noStrike" kern="1200" cap="none" spc="0" normalizeH="0" baseline="0" noProof="0" dirty="0">
                <a:ln>
                  <a:noFill/>
                </a:ln>
                <a:solidFill>
                  <a:schemeClr val="tx1">
                    <a:lumMod val="50000"/>
                  </a:schemeClr>
                </a:solidFill>
                <a:effectLst/>
                <a:uLnTx/>
                <a:uFillTx/>
                <a:latin typeface="+mj-lt"/>
                <a:ea typeface="微软雅黑" panose="020B0503020204020204" pitchFamily="34" charset="-122"/>
                <a:cs typeface="+mn-cs"/>
              </a:rPr>
              <a:t>14%</a:t>
            </a:r>
            <a:r>
              <a:rPr kumimoji="0" lang="zh-CN" altLang="en-US" sz="1300" i="0" u="none" strike="noStrike" kern="1200" cap="none" spc="0" normalizeH="0" baseline="0" noProof="0" dirty="0">
                <a:ln>
                  <a:noFill/>
                </a:ln>
                <a:solidFill>
                  <a:schemeClr val="tx1">
                    <a:lumMod val="50000"/>
                  </a:schemeClr>
                </a:solidFill>
                <a:effectLst/>
                <a:uLnTx/>
                <a:uFillTx/>
                <a:latin typeface="+mj-lt"/>
                <a:ea typeface="微软雅黑" panose="020B0503020204020204" pitchFamily="34" charset="-122"/>
                <a:cs typeface="+mn-cs"/>
              </a:rPr>
              <a:t>。</a:t>
            </a:r>
            <a:endParaRPr kumimoji="0" lang="en-US" altLang="zh-CN" sz="1300" i="0" u="none" strike="noStrike" kern="1200" cap="none" spc="0" normalizeH="0" baseline="0" noProof="0" dirty="0">
              <a:ln>
                <a:noFill/>
              </a:ln>
              <a:solidFill>
                <a:schemeClr val="tx1">
                  <a:lumMod val="50000"/>
                </a:schemeClr>
              </a:solidFill>
              <a:effectLst/>
              <a:uLnTx/>
              <a:uFillTx/>
              <a:latin typeface="+mj-lt"/>
              <a:ea typeface="微软雅黑" panose="020B0503020204020204" pitchFamily="34" charset="-122"/>
              <a:cs typeface="+mn-cs"/>
            </a:endParaRPr>
          </a:p>
          <a:p>
            <a:pPr marL="285750" marR="0" lvl="0" indent="-285750" algn="just" defTabSz="914400" rtl="0" eaLnBrk="1" fontAlgn="auto" latinLnBrk="0" hangingPunct="1">
              <a:lnSpc>
                <a:spcPct val="125000"/>
              </a:lnSpc>
              <a:spcBef>
                <a:spcPts val="0"/>
              </a:spcBef>
              <a:spcAft>
                <a:spcPts val="0"/>
              </a:spcAft>
              <a:buClrTx/>
              <a:buSzTx/>
              <a:buFont typeface="Wingdings" panose="05000000000000000000" pitchFamily="2" charset="2"/>
              <a:buChar char="§"/>
              <a:tabLst/>
              <a:defRPr/>
            </a:pPr>
            <a:r>
              <a:rPr lang="zh-CN" altLang="en-US" sz="1300" dirty="0">
                <a:solidFill>
                  <a:schemeClr val="tx1">
                    <a:lumMod val="50000"/>
                  </a:schemeClr>
                </a:solidFill>
                <a:latin typeface="+mj-lt"/>
                <a:ea typeface="微软雅黑" panose="020B0503020204020204" pitchFamily="34" charset="-122"/>
              </a:rPr>
              <a:t>三星電子今年的回購規模可能高達</a:t>
            </a:r>
            <a:r>
              <a:rPr lang="en-US" altLang="zh-CN" sz="1300" dirty="0">
                <a:solidFill>
                  <a:schemeClr val="tx1">
                    <a:lumMod val="50000"/>
                  </a:schemeClr>
                </a:solidFill>
                <a:latin typeface="+mj-lt"/>
                <a:ea typeface="微软雅黑" panose="020B0503020204020204" pitchFamily="34" charset="-122"/>
              </a:rPr>
              <a:t>40</a:t>
            </a:r>
            <a:r>
              <a:rPr lang="zh-CN" altLang="en-US" sz="1300" dirty="0">
                <a:solidFill>
                  <a:schemeClr val="tx1">
                    <a:lumMod val="50000"/>
                  </a:schemeClr>
                </a:solidFill>
                <a:latin typeface="+mj-lt"/>
                <a:ea typeface="微软雅黑" panose="020B0503020204020204" pitchFamily="34" charset="-122"/>
              </a:rPr>
              <a:t>萬億韓元以上（約半導體部門年度營業利潤的</a:t>
            </a:r>
            <a:r>
              <a:rPr lang="en-US" altLang="zh-CN" sz="1300" dirty="0">
                <a:solidFill>
                  <a:schemeClr val="tx1">
                    <a:lumMod val="50000"/>
                  </a:schemeClr>
                </a:solidFill>
                <a:latin typeface="+mj-lt"/>
                <a:ea typeface="微软雅黑" panose="020B0503020204020204" pitchFamily="34" charset="-122"/>
              </a:rPr>
              <a:t>12%</a:t>
            </a:r>
            <a:r>
              <a:rPr lang="zh-CN" altLang="en-US" sz="1300" dirty="0">
                <a:solidFill>
                  <a:schemeClr val="tx1">
                    <a:lumMod val="50000"/>
                  </a:schemeClr>
                </a:solidFill>
                <a:latin typeface="+mj-lt"/>
                <a:ea typeface="微软雅黑" panose="020B0503020204020204" pitchFamily="34" charset="-122"/>
              </a:rPr>
              <a:t>）。</a:t>
            </a:r>
            <a:r>
              <a:rPr lang="zh-CN" altLang="en-US" sz="1300" b="1" dirty="0">
                <a:solidFill>
                  <a:schemeClr val="tx2"/>
                </a:solidFill>
                <a:latin typeface="+mj-lt"/>
                <a:ea typeface="微软雅黑" panose="020B0503020204020204" pitchFamily="34" charset="-122"/>
              </a:rPr>
              <a:t>若將今年全年兩家內存股的回購額一幷計算在內，總規模約爲</a:t>
            </a:r>
            <a:r>
              <a:rPr lang="en-US" altLang="zh-CN" sz="1300" b="1" dirty="0">
                <a:solidFill>
                  <a:schemeClr val="tx2"/>
                </a:solidFill>
                <a:latin typeface="+mj-lt"/>
                <a:ea typeface="微软雅黑" panose="020B0503020204020204" pitchFamily="34" charset="-122"/>
              </a:rPr>
              <a:t>100</a:t>
            </a:r>
            <a:r>
              <a:rPr lang="zh-CN" altLang="en-US" sz="1300" b="1" dirty="0">
                <a:solidFill>
                  <a:schemeClr val="tx2"/>
                </a:solidFill>
                <a:latin typeface="+mj-lt"/>
                <a:ea typeface="微软雅黑" panose="020B0503020204020204" pitchFamily="34" charset="-122"/>
              </a:rPr>
              <a:t>萬億韓元。</a:t>
            </a:r>
            <a:r>
              <a:rPr lang="zh-CN" altLang="en-US" sz="1300" dirty="0">
                <a:solidFill>
                  <a:schemeClr val="tx1">
                    <a:lumMod val="50000"/>
                  </a:schemeClr>
                </a:solidFill>
                <a:latin typeface="+mj-lt"/>
                <a:ea typeface="微软雅黑" panose="020B0503020204020204" pitchFamily="34" charset="-122"/>
              </a:rPr>
              <a:t>雖然尚未確定具體回購時間，但任何市場回調日都將爲企業提供良好的買入機會。</a:t>
            </a:r>
            <a:endParaRPr kumimoji="0" lang="en-US" altLang="zh-CN" sz="1300" i="0" u="none" strike="noStrike" kern="1200" cap="none" spc="0" normalizeH="0" baseline="0" noProof="0" dirty="0">
              <a:ln>
                <a:noFill/>
              </a:ln>
              <a:solidFill>
                <a:schemeClr val="tx1">
                  <a:lumMod val="50000"/>
                </a:schemeClr>
              </a:solidFill>
              <a:effectLst/>
              <a:uLnTx/>
              <a:uFillTx/>
              <a:latin typeface="+mj-lt"/>
              <a:ea typeface="微软雅黑" panose="020B0503020204020204" pitchFamily="34" charset="-122"/>
              <a:cs typeface="+mn-cs"/>
            </a:endParaRPr>
          </a:p>
        </p:txBody>
      </p:sp>
      <p:sp>
        <p:nvSpPr>
          <p:cNvPr id="7" name="TextBox 6">
            <a:extLst>
              <a:ext uri="{FF2B5EF4-FFF2-40B4-BE49-F238E27FC236}">
                <a16:creationId xmlns:a16="http://schemas.microsoft.com/office/drawing/2014/main" id="{5EB318DA-5977-6FE4-C921-EF1D14824E96}"/>
              </a:ext>
            </a:extLst>
          </p:cNvPr>
          <p:cNvSpPr txBox="1"/>
          <p:nvPr/>
        </p:nvSpPr>
        <p:spPr>
          <a:xfrm>
            <a:off x="660111" y="2451651"/>
            <a:ext cx="493845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0" marR="0" lvl="0" indent="0" algn="ctr" defTabSz="914400" eaLnBrk="1" latinLnBrk="0" hangingPunct="1">
              <a:lnSpc>
                <a:spcPct val="100000"/>
              </a:lnSpc>
              <a:buClrTx/>
              <a:buSzTx/>
              <a:buFontTx/>
              <a:buNone/>
              <a:tabLst/>
              <a:defRPr kumimoji="0" sz="1100" b="1" i="0" u="none" strike="noStrike" cap="none" spc="0" normalizeH="0" baseline="0">
                <a:ln>
                  <a:noFill/>
                </a:ln>
                <a:solidFill>
                  <a:srgbClr val="2660AD"/>
                </a:solidFill>
                <a:effectLst/>
                <a:uLnTx/>
                <a:uFillTx/>
                <a:ea typeface="微软雅黑" panose="020B0503020204020204" pitchFamily="34" charset="-122"/>
                <a:cs typeface="Arial" panose="020B0604020202020204" pitchFamily="34" charset="0"/>
              </a:defRPr>
            </a:lvl1pPr>
            <a:lvl2pPr marL="742950" indent="-285750">
              <a:lnSpc>
                <a:spcPct val="90000"/>
              </a:lnSpc>
              <a:spcBef>
                <a:spcPts val="500"/>
              </a:spcBef>
              <a:buFont typeface="Arial" panose="020B0604020202020204" pitchFamily="34" charset="0"/>
              <a:buChar char="•"/>
              <a:defRPr sz="2400">
                <a:latin typeface="Calibri Light" panose="020F0302020204030204" pitchFamily="34" charset="0"/>
              </a:defRPr>
            </a:lvl2pPr>
            <a:lvl3pPr marL="1143000" indent="-228600">
              <a:lnSpc>
                <a:spcPct val="90000"/>
              </a:lnSpc>
              <a:spcBef>
                <a:spcPts val="500"/>
              </a:spcBef>
              <a:buFont typeface="Arial" panose="020B0604020202020204" pitchFamily="34" charset="0"/>
              <a:buChar char="•"/>
              <a:defRPr sz="2000">
                <a:latin typeface="Calibri Light" panose="020F0302020204030204" pitchFamily="34" charset="0"/>
              </a:defRPr>
            </a:lvl3pPr>
            <a:lvl4pPr marL="1600200" indent="-228600">
              <a:lnSpc>
                <a:spcPct val="90000"/>
              </a:lnSpc>
              <a:spcBef>
                <a:spcPts val="500"/>
              </a:spcBef>
              <a:buFont typeface="Arial" panose="020B0604020202020204" pitchFamily="34" charset="0"/>
              <a:buChar char="•"/>
              <a:defRPr>
                <a:latin typeface="Calibri Light" panose="020F0302020204030204" pitchFamily="34" charset="0"/>
              </a:defRPr>
            </a:lvl4pPr>
            <a:lvl5pPr marL="2057400" indent="-228600">
              <a:lnSpc>
                <a:spcPct val="90000"/>
              </a:lnSpc>
              <a:spcBef>
                <a:spcPts val="500"/>
              </a:spcBef>
              <a:buFont typeface="Arial" panose="020B0604020202020204" pitchFamily="34" charset="0"/>
              <a:buChar char="•"/>
              <a:defRPr>
                <a:latin typeface="Calibri Light" panose="020F03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Light" panose="020F03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Light" panose="020F03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Light" panose="020F03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Light" panose="020F03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4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外資持股集中在三星電子和</a:t>
            </a:r>
            <a:r>
              <a:rPr kumimoji="0" lang="en-US" altLang="zh-CN" sz="14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SK</a:t>
            </a:r>
            <a:r>
              <a:rPr kumimoji="0" lang="zh-CN" altLang="en-US" sz="14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海力士</a:t>
            </a:r>
            <a:endParaRPr kumimoji="0" lang="zh-CN" altLang="en-US" sz="14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endParaRPr>
          </a:p>
        </p:txBody>
      </p:sp>
      <p:sp>
        <p:nvSpPr>
          <p:cNvPr id="18447" name="TextBox 18446"/>
          <p:cNvSpPr txBox="1"/>
          <p:nvPr/>
        </p:nvSpPr>
        <p:spPr>
          <a:xfrm>
            <a:off x="722376" y="411480"/>
            <a:ext cx="1097280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800" b="1" i="0" u="none" strike="noStrike" kern="1200" cap="none" spc="0" normalizeH="0" baseline="0" noProof="0" dirty="0" err="1">
                <a:ln>
                  <a:noFill/>
                </a:ln>
                <a:solidFill>
                  <a:srgbClr val="2660AD"/>
                </a:solidFill>
                <a:effectLst/>
                <a:uLnTx/>
                <a:uFillTx/>
                <a:latin typeface="Calibri"/>
                <a:ea typeface="微软雅黑"/>
              </a:rPr>
              <a:t>韓國資金流</a:t>
            </a:r>
            <a:r>
              <a:rPr kumimoji="0" sz="2800" b="1" i="0" u="none" strike="noStrike" kern="1200" cap="none" spc="0" normalizeH="0" baseline="0" noProof="0" dirty="0">
                <a:ln>
                  <a:noFill/>
                </a:ln>
                <a:solidFill>
                  <a:srgbClr val="2660AD"/>
                </a:solidFill>
                <a:effectLst/>
                <a:uLnTx/>
                <a:uFillTx/>
                <a:latin typeface="Calibri"/>
                <a:ea typeface="微软雅黑"/>
              </a:rPr>
              <a:t>：</a:t>
            </a:r>
            <a:r>
              <a:rPr kumimoji="0" lang="zh-CN" altLang="en-US" sz="2800" b="1" i="0" u="none" strike="noStrike" kern="1200" cap="none" spc="0" normalizeH="0" baseline="0" noProof="0" dirty="0">
                <a:ln>
                  <a:noFill/>
                </a:ln>
                <a:solidFill>
                  <a:srgbClr val="2660AD"/>
                </a:solidFill>
                <a:effectLst/>
                <a:uLnTx/>
                <a:uFillTx/>
                <a:latin typeface="Calibri"/>
                <a:ea typeface="微软雅黑"/>
              </a:rPr>
              <a:t>外資短暫流出</a:t>
            </a:r>
            <a:r>
              <a:rPr kumimoji="0" sz="2800" b="1" i="0" u="none" strike="noStrike" kern="1200" cap="none" spc="0" normalizeH="0" baseline="0" noProof="0" dirty="0">
                <a:ln>
                  <a:noFill/>
                </a:ln>
                <a:solidFill>
                  <a:srgbClr val="2660AD"/>
                </a:solidFill>
                <a:effectLst/>
                <a:uLnTx/>
                <a:uFillTx/>
                <a:latin typeface="Calibri"/>
                <a:ea typeface="微软雅黑"/>
              </a:rPr>
              <a:t>，</a:t>
            </a:r>
            <a:r>
              <a:rPr kumimoji="0" sz="2800" b="1" i="0" u="none" strike="noStrike" kern="1200" cap="none" spc="0" normalizeH="0" baseline="0" noProof="0" dirty="0" err="1">
                <a:ln>
                  <a:noFill/>
                </a:ln>
                <a:solidFill>
                  <a:srgbClr val="2660AD"/>
                </a:solidFill>
                <a:effectLst/>
                <a:uLnTx/>
                <a:uFillTx/>
                <a:latin typeface="Calibri"/>
                <a:ea typeface="微软雅黑"/>
              </a:rPr>
              <a:t>本地機構和個人持續流入</a:t>
            </a:r>
            <a:endParaRPr kumimoji="0" sz="2800" b="1" i="0" u="none" strike="noStrike" kern="1200" cap="none" spc="0" normalizeH="0" baseline="0" noProof="0" dirty="0">
              <a:ln>
                <a:noFill/>
              </a:ln>
              <a:solidFill>
                <a:srgbClr val="2660AD"/>
              </a:solidFill>
              <a:effectLst/>
              <a:uLnTx/>
              <a:uFillTx/>
              <a:latin typeface="Calibri"/>
              <a:ea typeface="微软雅黑"/>
            </a:endParaRPr>
          </a:p>
        </p:txBody>
      </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18448" name="LogoPic" descr="image.png"/>
          <p:cNvPicPr>
            <a:picLocks noChangeAspect="1"/>
          </p:cNvPicPr>
          <p:nvPr/>
        </p:nvPicPr>
        <p:blipFill rotWithShape="1">
          <a:blip r:embed="rId3"/>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85584D90-126B-4342-A0C8-979492B2FBA5}" type="slidenum">
              <a:rPr lang="en-US" sz="1000" dirty="0">
                <a:solidFill>
                  <a:srgbClr val="FFFFFF"/>
                </a:solidFill>
                <a:latin typeface="Calibri"/>
                <a:ea typeface="微软雅黑"/>
              </a:rPr>
              <a:t>30</a:t>
            </a:fld>
            <a:endParaRPr lang="en-US" sz="1000" dirty="0">
              <a:solidFill>
                <a:srgbClr val="FFFFFF"/>
              </a:solidFill>
              <a:latin typeface="Calibri"/>
              <a:ea typeface="微软雅黑"/>
            </a:endParaRPr>
          </a:p>
        </p:txBody>
      </p:sp>
      <p:pic>
        <p:nvPicPr>
          <p:cNvPr id="2" name="图片 1">
            <a:extLst>
              <a:ext uri="{FF2B5EF4-FFF2-40B4-BE49-F238E27FC236}">
                <a16:creationId xmlns:a16="http://schemas.microsoft.com/office/drawing/2014/main" id="{819F00EA-1723-1D41-1278-8F81312E7F62}"/>
              </a:ext>
            </a:extLst>
          </p:cNvPr>
          <p:cNvPicPr>
            <a:picLocks noChangeAspect="1"/>
          </p:cNvPicPr>
          <p:nvPr/>
        </p:nvPicPr>
        <p:blipFill>
          <a:blip r:embed="rId4"/>
          <a:stretch>
            <a:fillRect/>
          </a:stretch>
        </p:blipFill>
        <p:spPr>
          <a:xfrm>
            <a:off x="722376" y="2728650"/>
            <a:ext cx="4876190" cy="3019048"/>
          </a:xfrm>
          <a:prstGeom prst="rect">
            <a:avLst/>
          </a:prstGeom>
        </p:spPr>
      </p:pic>
      <p:pic>
        <p:nvPicPr>
          <p:cNvPr id="9" name="图片 8">
            <a:extLst>
              <a:ext uri="{FF2B5EF4-FFF2-40B4-BE49-F238E27FC236}">
                <a16:creationId xmlns:a16="http://schemas.microsoft.com/office/drawing/2014/main" id="{56023E7C-9A00-6523-9AD4-004A64C6E0C6}"/>
              </a:ext>
            </a:extLst>
          </p:cNvPr>
          <p:cNvPicPr>
            <a:picLocks noChangeAspect="1"/>
          </p:cNvPicPr>
          <p:nvPr/>
        </p:nvPicPr>
        <p:blipFill>
          <a:blip r:embed="rId5"/>
          <a:stretch>
            <a:fillRect/>
          </a:stretch>
        </p:blipFill>
        <p:spPr>
          <a:xfrm>
            <a:off x="6528142" y="2728650"/>
            <a:ext cx="4876800" cy="3019425"/>
          </a:xfrm>
          <a:prstGeom prst="rect">
            <a:avLst/>
          </a:prstGeom>
        </p:spPr>
      </p:pic>
      <p:sp>
        <p:nvSpPr>
          <p:cNvPr id="12" name="TextBox 6">
            <a:extLst>
              <a:ext uri="{FF2B5EF4-FFF2-40B4-BE49-F238E27FC236}">
                <a16:creationId xmlns:a16="http://schemas.microsoft.com/office/drawing/2014/main" id="{741C537E-1BF8-810C-CE38-2CA41CD5B0BF}"/>
              </a:ext>
            </a:extLst>
          </p:cNvPr>
          <p:cNvSpPr txBox="1"/>
          <p:nvPr/>
        </p:nvSpPr>
        <p:spPr>
          <a:xfrm>
            <a:off x="6593434" y="2451651"/>
            <a:ext cx="493845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0" marR="0" lvl="0" indent="0" algn="ctr" defTabSz="914400" eaLnBrk="1" latinLnBrk="0" hangingPunct="1">
              <a:lnSpc>
                <a:spcPct val="100000"/>
              </a:lnSpc>
              <a:buClrTx/>
              <a:buSzTx/>
              <a:buFontTx/>
              <a:buNone/>
              <a:tabLst/>
              <a:defRPr kumimoji="0" sz="1100" b="1" i="0" u="none" strike="noStrike" cap="none" spc="0" normalizeH="0" baseline="0">
                <a:ln>
                  <a:noFill/>
                </a:ln>
                <a:solidFill>
                  <a:srgbClr val="2660AD"/>
                </a:solidFill>
                <a:effectLst/>
                <a:uLnTx/>
                <a:uFillTx/>
                <a:ea typeface="微软雅黑" panose="020B0503020204020204" pitchFamily="34" charset="-122"/>
                <a:cs typeface="Arial" panose="020B0604020202020204" pitchFamily="34" charset="0"/>
              </a:defRPr>
            </a:lvl1pPr>
            <a:lvl2pPr marL="742950" indent="-285750">
              <a:lnSpc>
                <a:spcPct val="90000"/>
              </a:lnSpc>
              <a:spcBef>
                <a:spcPts val="500"/>
              </a:spcBef>
              <a:buFont typeface="Arial" panose="020B0604020202020204" pitchFamily="34" charset="0"/>
              <a:buChar char="•"/>
              <a:defRPr sz="2400">
                <a:latin typeface="Calibri Light" panose="020F0302020204030204" pitchFamily="34" charset="0"/>
              </a:defRPr>
            </a:lvl2pPr>
            <a:lvl3pPr marL="1143000" indent="-228600">
              <a:lnSpc>
                <a:spcPct val="90000"/>
              </a:lnSpc>
              <a:spcBef>
                <a:spcPts val="500"/>
              </a:spcBef>
              <a:buFont typeface="Arial" panose="020B0604020202020204" pitchFamily="34" charset="0"/>
              <a:buChar char="•"/>
              <a:defRPr sz="2000">
                <a:latin typeface="Calibri Light" panose="020F0302020204030204" pitchFamily="34" charset="0"/>
              </a:defRPr>
            </a:lvl3pPr>
            <a:lvl4pPr marL="1600200" indent="-228600">
              <a:lnSpc>
                <a:spcPct val="90000"/>
              </a:lnSpc>
              <a:spcBef>
                <a:spcPts val="500"/>
              </a:spcBef>
              <a:buFont typeface="Arial" panose="020B0604020202020204" pitchFamily="34" charset="0"/>
              <a:buChar char="•"/>
              <a:defRPr>
                <a:latin typeface="Calibri Light" panose="020F0302020204030204" pitchFamily="34" charset="0"/>
              </a:defRPr>
            </a:lvl4pPr>
            <a:lvl5pPr marL="2057400" indent="-228600">
              <a:lnSpc>
                <a:spcPct val="90000"/>
              </a:lnSpc>
              <a:spcBef>
                <a:spcPts val="500"/>
              </a:spcBef>
              <a:buFont typeface="Arial" panose="020B0604020202020204" pitchFamily="34" charset="0"/>
              <a:buChar char="•"/>
              <a:defRPr>
                <a:latin typeface="Calibri Light" panose="020F03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Light" panose="020F03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Light" panose="020F03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Light" panose="020F03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Light" panose="020F03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4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三星電子與</a:t>
            </a:r>
            <a:r>
              <a:rPr kumimoji="0" lang="en-US" altLang="zh-CN" sz="14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SK</a:t>
            </a:r>
            <a:r>
              <a:rPr kumimoji="0" lang="zh-CN" altLang="en-US" sz="14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海力士外資持股比例走勢</a:t>
            </a:r>
            <a:endParaRPr kumimoji="0" lang="zh-CN" altLang="en-US" sz="14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endParaRPr>
          </a:p>
        </p:txBody>
      </p:sp>
      <p:sp>
        <p:nvSpPr>
          <p:cNvPr id="15" name="TextBox 18444">
            <a:extLst>
              <a:ext uri="{FF2B5EF4-FFF2-40B4-BE49-F238E27FC236}">
                <a16:creationId xmlns:a16="http://schemas.microsoft.com/office/drawing/2014/main" id="{15B2AD46-F482-AAA6-F080-C2BDDAA3B27A}"/>
              </a:ext>
            </a:extLst>
          </p:cNvPr>
          <p:cNvSpPr txBox="1"/>
          <p:nvPr/>
        </p:nvSpPr>
        <p:spPr>
          <a:xfrm>
            <a:off x="457200" y="6263640"/>
            <a:ext cx="1097280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rPr>
              <a:t>資料來源：</a:t>
            </a:r>
            <a:r>
              <a:rPr kumimoji="0" lang="en-US" altLang="zh-CN" sz="8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rPr>
              <a:t>Goldman Sachs</a:t>
            </a:r>
            <a:r>
              <a:rPr lang="zh-CN" altLang="en-US" sz="800">
                <a:solidFill>
                  <a:srgbClr val="515052"/>
                </a:solidFill>
                <a:latin typeface="微软雅黑" panose="020B0503020204020204" pitchFamily="34" charset="-122"/>
                <a:ea typeface="微软雅黑" panose="020B0503020204020204" pitchFamily="34" charset="-122"/>
              </a:rPr>
              <a:t>，截至</a:t>
            </a:r>
            <a:r>
              <a:rPr lang="en-US" altLang="zh-CN" sz="800">
                <a:solidFill>
                  <a:srgbClr val="515052"/>
                </a:solidFill>
                <a:latin typeface="微软雅黑" panose="020B0503020204020204" pitchFamily="34" charset="-122"/>
                <a:ea typeface="微软雅黑" panose="020B0503020204020204" pitchFamily="34" charset="-122"/>
              </a:rPr>
              <a:t>2026/6/30</a:t>
            </a:r>
            <a:endParaRPr kumimoji="0" sz="8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endParaRPr>
          </a:p>
        </p:txBody>
      </p:sp>
    </p:spTree>
    <p:custDataLst>
      <p:tags r:id="rId1"/>
    </p:custDataLst>
    <p:extLst>
      <p:ext uri="{BB962C8B-B14F-4D97-AF65-F5344CB8AC3E}">
        <p14:creationId xmlns:p14="http://schemas.microsoft.com/office/powerpoint/2010/main" val="30956614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6FF1F-D5A9-096D-B6B3-6F09B5EEAB56}"/>
            </a:ext>
          </a:extLst>
        </p:cNvPr>
        <p:cNvGrpSpPr/>
        <p:nvPr/>
      </p:nvGrpSpPr>
      <p:grpSpPr>
        <a:xfrm>
          <a:off x="0" y="0"/>
          <a:ext cx="0" cy="0"/>
          <a:chOff x="0" y="0"/>
          <a:chExt cx="0" cy="0"/>
        </a:xfrm>
      </p:grpSpPr>
      <p:sp>
        <p:nvSpPr>
          <p:cNvPr id="22" name="TextBox 21">
            <a:extLst>
              <a:ext uri="{FF2B5EF4-FFF2-40B4-BE49-F238E27FC236}">
                <a16:creationId xmlns:a16="http://schemas.microsoft.com/office/drawing/2014/main" id="{4576BB50-A7DE-8DDA-1149-4DC71698ABE7}"/>
              </a:ext>
            </a:extLst>
          </p:cNvPr>
          <p:cNvSpPr txBox="1"/>
          <p:nvPr/>
        </p:nvSpPr>
        <p:spPr>
          <a:xfrm>
            <a:off x="543197" y="1053829"/>
            <a:ext cx="11259574" cy="830997"/>
          </a:xfrm>
          <a:prstGeom prst="rect">
            <a:avLst/>
          </a:prstGeom>
          <a:noFill/>
        </p:spPr>
        <p:txBody>
          <a:bodyPr wrap="square">
            <a:spAutoFit/>
          </a:bodyPr>
          <a:lstStyle/>
          <a:p>
            <a:pPr marL="171450" lvl="0" indent="-171450">
              <a:buFont typeface="Wingdings" panose="05000000000000000000" pitchFamily="2" charset="2"/>
              <a:buChar char="§"/>
              <a:defRPr/>
            </a:pPr>
            <a:r>
              <a:rPr kumimoji="0" lang="zh-CN" altLang="en-US" sz="1200" b="0" i="0" u="none" strike="noStrike" kern="1200" cap="none" spc="0" normalizeH="0" baseline="0" noProof="0" dirty="0">
                <a:ln>
                  <a:noFill/>
                </a:ln>
                <a:solidFill>
                  <a:srgbClr val="515052"/>
                </a:solidFill>
                <a:effectLst/>
                <a:uLnTx/>
                <a:uFillTx/>
                <a:cs typeface="+mn-ea"/>
                <a:sym typeface="+mn-lt"/>
              </a:rPr>
              <a:t>截至</a:t>
            </a:r>
            <a:r>
              <a:rPr kumimoji="0" lang="en-US" altLang="zh-CN" sz="1200" b="0" i="0" u="none" strike="noStrike" kern="1200" cap="none" spc="0" normalizeH="0" baseline="0" noProof="0" dirty="0">
                <a:ln>
                  <a:noFill/>
                </a:ln>
                <a:solidFill>
                  <a:srgbClr val="515052"/>
                </a:solidFill>
                <a:effectLst/>
                <a:uLnTx/>
                <a:uFillTx/>
                <a:cs typeface="+mn-ea"/>
                <a:sym typeface="+mn-lt"/>
              </a:rPr>
              <a:t>5</a:t>
            </a:r>
            <a:r>
              <a:rPr kumimoji="0" lang="zh-CN" altLang="en-US" sz="1200" b="0" i="0" u="none" strike="noStrike" kern="1200" cap="none" spc="0" normalizeH="0" baseline="0" noProof="0" dirty="0">
                <a:ln>
                  <a:noFill/>
                </a:ln>
                <a:solidFill>
                  <a:srgbClr val="515052"/>
                </a:solidFill>
                <a:effectLst/>
                <a:uLnTx/>
                <a:uFillTx/>
                <a:cs typeface="+mn-ea"/>
                <a:sym typeface="+mn-lt"/>
              </a:rPr>
              <a:t>月，</a:t>
            </a:r>
            <a:r>
              <a:rPr kumimoji="0" lang="zh-CN" altLang="en-US" sz="1200" b="1" i="0" u="none" strike="noStrike" kern="1200" cap="none" spc="0" normalizeH="0" baseline="0" noProof="0" dirty="0">
                <a:ln>
                  <a:noFill/>
                </a:ln>
                <a:solidFill>
                  <a:schemeClr val="accent1"/>
                </a:solidFill>
                <a:effectLst/>
                <a:uLnTx/>
                <a:uFillTx/>
                <a:cs typeface="+mn-ea"/>
                <a:sym typeface="+mn-lt"/>
              </a:rPr>
              <a:t>韓股成交額中個人投資者占比達</a:t>
            </a:r>
            <a:r>
              <a:rPr kumimoji="0" lang="en-US" altLang="zh-CN" sz="1200" b="1" i="0" u="none" strike="noStrike" kern="1200" cap="none" spc="0" normalizeH="0" baseline="0" noProof="0" dirty="0">
                <a:ln>
                  <a:noFill/>
                </a:ln>
                <a:solidFill>
                  <a:schemeClr val="accent1"/>
                </a:solidFill>
                <a:effectLst/>
                <a:uLnTx/>
                <a:uFillTx/>
                <a:cs typeface="+mn-ea"/>
                <a:sym typeface="+mn-lt"/>
              </a:rPr>
              <a:t>46%</a:t>
            </a:r>
            <a:r>
              <a:rPr kumimoji="0" lang="zh-CN" altLang="en-US" sz="1200" b="0" i="0" u="none" strike="noStrike" kern="1200" cap="none" spc="0" normalizeH="0" baseline="0" noProof="0" dirty="0">
                <a:ln>
                  <a:noFill/>
                </a:ln>
                <a:solidFill>
                  <a:srgbClr val="515052"/>
                </a:solidFill>
                <a:effectLst/>
                <a:uLnTx/>
                <a:uFillTx/>
                <a:cs typeface="+mn-ea"/>
                <a:sym typeface="+mn-lt"/>
              </a:rPr>
              <a:t>，顯著高於海外投資者（</a:t>
            </a:r>
            <a:r>
              <a:rPr kumimoji="0" lang="en-US" altLang="zh-CN" sz="1200" b="0" i="0" u="none" strike="noStrike" kern="1200" cap="none" spc="0" normalizeH="0" baseline="0" noProof="0" dirty="0">
                <a:ln>
                  <a:noFill/>
                </a:ln>
                <a:solidFill>
                  <a:srgbClr val="515052"/>
                </a:solidFill>
                <a:effectLst/>
                <a:uLnTx/>
                <a:uFillTx/>
                <a:cs typeface="+mn-ea"/>
                <a:sym typeface="+mn-lt"/>
              </a:rPr>
              <a:t>34%</a:t>
            </a:r>
            <a:r>
              <a:rPr kumimoji="0" lang="zh-CN" altLang="en-US" sz="1200" b="0" i="0" u="none" strike="noStrike" kern="1200" cap="none" spc="0" normalizeH="0" baseline="0" noProof="0" dirty="0">
                <a:ln>
                  <a:noFill/>
                </a:ln>
                <a:solidFill>
                  <a:srgbClr val="515052"/>
                </a:solidFill>
                <a:effectLst/>
                <a:uLnTx/>
                <a:uFillTx/>
                <a:cs typeface="+mn-ea"/>
                <a:sym typeface="+mn-lt"/>
              </a:rPr>
              <a:t>）和本地機構投資者（</a:t>
            </a:r>
            <a:r>
              <a:rPr kumimoji="0" lang="en-US" altLang="zh-CN" sz="1200" b="0" i="0" u="none" strike="noStrike" kern="1200" cap="none" spc="0" normalizeH="0" baseline="0" noProof="0" dirty="0">
                <a:ln>
                  <a:noFill/>
                </a:ln>
                <a:solidFill>
                  <a:srgbClr val="515052"/>
                </a:solidFill>
                <a:effectLst/>
                <a:uLnTx/>
                <a:uFillTx/>
                <a:cs typeface="+mn-ea"/>
                <a:sym typeface="+mn-lt"/>
              </a:rPr>
              <a:t>20%</a:t>
            </a:r>
            <a:r>
              <a:rPr kumimoji="0" lang="zh-CN" altLang="en-US" sz="1200" b="0" i="0" u="none" strike="noStrike" kern="1200" cap="none" spc="0" normalizeH="0" baseline="0" noProof="0" dirty="0">
                <a:ln>
                  <a:noFill/>
                </a:ln>
                <a:solidFill>
                  <a:srgbClr val="515052"/>
                </a:solidFill>
                <a:effectLst/>
                <a:uLnTx/>
                <a:uFillTx/>
                <a:cs typeface="+mn-ea"/>
                <a:sym typeface="+mn-lt"/>
              </a:rPr>
              <a:t>）；橫向對比看，</a:t>
            </a:r>
            <a:r>
              <a:rPr kumimoji="0" lang="en-US" altLang="zh-CN" sz="1200" b="0" i="0" u="none" strike="noStrike" kern="1200" cap="none" spc="0" normalizeH="0" baseline="0" noProof="0" dirty="0">
                <a:ln>
                  <a:noFill/>
                </a:ln>
                <a:solidFill>
                  <a:srgbClr val="515052"/>
                </a:solidFill>
                <a:effectLst/>
                <a:uLnTx/>
                <a:uFillTx/>
                <a:cs typeface="+mn-ea"/>
                <a:sym typeface="+mn-lt"/>
              </a:rPr>
              <a:t>2025</a:t>
            </a:r>
            <a:r>
              <a:rPr kumimoji="0" lang="zh-CN" altLang="en-US" sz="1200" b="0" i="0" u="none" strike="noStrike" kern="1200" cap="none" spc="0" normalizeH="0" baseline="0" noProof="0" dirty="0">
                <a:ln>
                  <a:noFill/>
                </a:ln>
                <a:solidFill>
                  <a:srgbClr val="515052"/>
                </a:solidFill>
                <a:effectLst/>
                <a:uLnTx/>
                <a:uFillTx/>
                <a:cs typeface="+mn-ea"/>
                <a:sym typeface="+mn-lt"/>
              </a:rPr>
              <a:t>年美股成交中散戶占比僅約</a:t>
            </a:r>
            <a:r>
              <a:rPr kumimoji="0" lang="en-US" altLang="zh-CN" sz="1200" b="0" i="0" u="none" strike="noStrike" kern="1200" cap="none" spc="0" normalizeH="0" baseline="0" noProof="0" dirty="0">
                <a:ln>
                  <a:noFill/>
                </a:ln>
                <a:solidFill>
                  <a:srgbClr val="515052"/>
                </a:solidFill>
                <a:effectLst/>
                <a:uLnTx/>
                <a:uFillTx/>
                <a:cs typeface="+mn-ea"/>
                <a:sym typeface="+mn-lt"/>
              </a:rPr>
              <a:t>20%</a:t>
            </a:r>
            <a:r>
              <a:rPr kumimoji="0" lang="zh-CN" altLang="en-US" sz="1200" b="0" i="0" u="none" strike="noStrike" kern="1200" cap="none" spc="0" normalizeH="0" baseline="0" noProof="0" dirty="0">
                <a:ln>
                  <a:noFill/>
                </a:ln>
                <a:solidFill>
                  <a:srgbClr val="515052"/>
                </a:solidFill>
                <a:effectLst/>
                <a:uLnTx/>
                <a:uFillTx/>
                <a:cs typeface="+mn-ea"/>
                <a:sym typeface="+mn-lt"/>
              </a:rPr>
              <a:t>，凸顯</a:t>
            </a:r>
            <a:r>
              <a:rPr kumimoji="0" lang="zh-CN" altLang="en-US" sz="1200" b="1" i="0" u="none" strike="noStrike" kern="1200" cap="none" spc="0" normalizeH="0" baseline="0" noProof="0" dirty="0">
                <a:ln>
                  <a:noFill/>
                </a:ln>
                <a:solidFill>
                  <a:schemeClr val="accent1"/>
                </a:solidFill>
                <a:effectLst/>
                <a:uLnTx/>
                <a:uFillTx/>
                <a:cs typeface="+mn-ea"/>
                <a:sym typeface="+mn-lt"/>
              </a:rPr>
              <a:t>韓股散戶主導的市場結構</a:t>
            </a:r>
            <a:r>
              <a:rPr kumimoji="0" lang="zh-CN" altLang="en-US" sz="1200" b="0" i="0" u="none" strike="noStrike" kern="1200" cap="none" spc="0" normalizeH="0" baseline="0" noProof="0" dirty="0">
                <a:ln>
                  <a:noFill/>
                </a:ln>
                <a:solidFill>
                  <a:srgbClr val="515052"/>
                </a:solidFill>
                <a:effectLst/>
                <a:uLnTx/>
                <a:uFillTx/>
                <a:cs typeface="+mn-ea"/>
                <a:sym typeface="+mn-lt"/>
              </a:rPr>
              <a:t> 。</a:t>
            </a:r>
            <a:endParaRPr kumimoji="0" lang="en-HK" altLang="zh-CN" sz="1200" b="0" i="0" u="none" strike="noStrike" kern="1200" cap="none" spc="0" normalizeH="0" baseline="0" noProof="0" dirty="0">
              <a:ln>
                <a:noFill/>
              </a:ln>
              <a:solidFill>
                <a:srgbClr val="515052"/>
              </a:solidFill>
              <a:effectLst/>
              <a:uLnTx/>
              <a:uFillTx/>
              <a:cs typeface="+mn-ea"/>
              <a:sym typeface="+mn-lt"/>
            </a:endParaRPr>
          </a:p>
          <a:p>
            <a:pPr marL="171450" lvl="0" indent="-171450">
              <a:buFont typeface="Wingdings" panose="05000000000000000000" pitchFamily="2" charset="2"/>
              <a:buChar char="§"/>
              <a:defRPr/>
            </a:pPr>
            <a:r>
              <a:rPr lang="zh-CN" altLang="en-US" sz="1200" dirty="0">
                <a:solidFill>
                  <a:srgbClr val="515052"/>
                </a:solidFill>
                <a:cs typeface="+mn-ea"/>
                <a:sym typeface="+mn-lt"/>
              </a:rPr>
              <a:t>以</a:t>
            </a:r>
            <a:r>
              <a:rPr lang="en-HK" altLang="zh-CN" sz="1200" dirty="0">
                <a:solidFill>
                  <a:srgbClr val="515052"/>
                </a:solidFill>
                <a:cs typeface="+mn-ea"/>
                <a:sym typeface="+mn-lt"/>
              </a:rPr>
              <a:t>6</a:t>
            </a:r>
            <a:r>
              <a:rPr lang="zh-CN" altLang="en-US" sz="1200" dirty="0">
                <a:solidFill>
                  <a:srgbClr val="515052"/>
                </a:solidFill>
                <a:cs typeface="+mn-ea"/>
                <a:sym typeface="+mn-lt"/>
              </a:rPr>
              <a:t>月</a:t>
            </a:r>
            <a:r>
              <a:rPr lang="en-US" altLang="zh-CN" sz="1200" dirty="0">
                <a:solidFill>
                  <a:srgbClr val="515052"/>
                </a:solidFill>
                <a:cs typeface="+mn-ea"/>
                <a:sym typeface="+mn-lt"/>
              </a:rPr>
              <a:t>25</a:t>
            </a:r>
            <a:r>
              <a:rPr lang="zh-CN" altLang="en-US" sz="1200" dirty="0">
                <a:solidFill>
                  <a:srgbClr val="515052"/>
                </a:solidFill>
                <a:cs typeface="+mn-ea"/>
                <a:sym typeface="+mn-lt"/>
              </a:rPr>
              <a:t>日為例，強制平倉金額</a:t>
            </a:r>
            <a:r>
              <a:rPr lang="en-US" altLang="zh-CN" sz="1200" dirty="0">
                <a:solidFill>
                  <a:srgbClr val="515052"/>
                </a:solidFill>
                <a:cs typeface="+mn-ea"/>
                <a:sym typeface="+mn-lt"/>
              </a:rPr>
              <a:t>25</a:t>
            </a:r>
            <a:r>
              <a:rPr lang="zh-CN" altLang="en-US" sz="1200" dirty="0">
                <a:solidFill>
                  <a:srgbClr val="515052"/>
                </a:solidFill>
                <a:cs typeface="+mn-ea"/>
                <a:sym typeface="+mn-lt"/>
              </a:rPr>
              <a:t>日下降</a:t>
            </a:r>
            <a:r>
              <a:rPr lang="en-US" altLang="zh-CN" sz="1200" dirty="0">
                <a:solidFill>
                  <a:srgbClr val="515052"/>
                </a:solidFill>
                <a:cs typeface="+mn-ea"/>
                <a:sym typeface="+mn-lt"/>
              </a:rPr>
              <a:t>631</a:t>
            </a:r>
            <a:r>
              <a:rPr lang="zh-CN" altLang="en-US" sz="1200" dirty="0">
                <a:solidFill>
                  <a:srgbClr val="515052"/>
                </a:solidFill>
                <a:cs typeface="+mn-ea"/>
                <a:sym typeface="+mn-lt"/>
              </a:rPr>
              <a:t>億韓元至</a:t>
            </a:r>
            <a:r>
              <a:rPr lang="en-US" altLang="zh-CN" sz="1200" dirty="0">
                <a:solidFill>
                  <a:srgbClr val="515052"/>
                </a:solidFill>
                <a:cs typeface="+mn-ea"/>
                <a:sym typeface="+mn-lt"/>
              </a:rPr>
              <a:t>477</a:t>
            </a:r>
            <a:r>
              <a:rPr lang="zh-CN" altLang="en-US" sz="1200" dirty="0">
                <a:solidFill>
                  <a:srgbClr val="515052"/>
                </a:solidFill>
                <a:cs typeface="+mn-ea"/>
                <a:sym typeface="+mn-lt"/>
              </a:rPr>
              <a:t>億韓元，強平規模</a:t>
            </a:r>
            <a:r>
              <a:rPr lang="en-US" altLang="zh-CN" sz="1200" dirty="0">
                <a:solidFill>
                  <a:srgbClr val="515052"/>
                </a:solidFill>
                <a:cs typeface="+mn-ea"/>
                <a:sym typeface="+mn-lt"/>
              </a:rPr>
              <a:t>/</a:t>
            </a:r>
            <a:r>
              <a:rPr lang="zh-CN" altLang="en-US" sz="1200" dirty="0">
                <a:solidFill>
                  <a:srgbClr val="515052"/>
                </a:solidFill>
                <a:cs typeface="+mn-ea"/>
                <a:sym typeface="+mn-lt"/>
              </a:rPr>
              <a:t>委託買賣未收款比例</a:t>
            </a:r>
            <a:r>
              <a:rPr lang="en-US" altLang="zh-CN" sz="1200" dirty="0">
                <a:solidFill>
                  <a:srgbClr val="515052"/>
                </a:solidFill>
                <a:cs typeface="+mn-ea"/>
                <a:sym typeface="+mn-lt"/>
              </a:rPr>
              <a:t>3.5%</a:t>
            </a:r>
            <a:r>
              <a:rPr lang="zh-CN" altLang="en-US" sz="1200" dirty="0">
                <a:solidFill>
                  <a:srgbClr val="515052"/>
                </a:solidFill>
                <a:cs typeface="+mn-ea"/>
                <a:sym typeface="+mn-lt"/>
              </a:rPr>
              <a:t>。</a:t>
            </a:r>
            <a:endParaRPr lang="en-HK" altLang="zh-CN" sz="1200" dirty="0">
              <a:solidFill>
                <a:srgbClr val="515052"/>
              </a:solidFill>
              <a:cs typeface="+mn-ea"/>
              <a:sym typeface="+mn-lt"/>
            </a:endParaRPr>
          </a:p>
          <a:p>
            <a:pPr marL="171450" lvl="0" indent="-171450">
              <a:buFont typeface="Wingdings" panose="05000000000000000000" pitchFamily="2" charset="2"/>
              <a:buChar char="§"/>
              <a:defRPr/>
            </a:pPr>
            <a:r>
              <a:rPr lang="zh-CN" altLang="en-US" sz="1200" dirty="0">
                <a:solidFill>
                  <a:srgbClr val="515052"/>
                </a:solidFill>
                <a:cs typeface="+mn-ea"/>
                <a:sym typeface="+mn-lt"/>
              </a:rPr>
              <a:t>待入市保證金仍高達</a:t>
            </a:r>
            <a:r>
              <a:rPr lang="en-US" altLang="zh-CN" sz="1200" dirty="0">
                <a:solidFill>
                  <a:srgbClr val="515052"/>
                </a:solidFill>
                <a:cs typeface="+mn-ea"/>
                <a:sym typeface="+mn-lt"/>
              </a:rPr>
              <a:t>127</a:t>
            </a:r>
            <a:r>
              <a:rPr lang="zh-CN" altLang="en-US" sz="1200" dirty="0">
                <a:solidFill>
                  <a:srgbClr val="515052"/>
                </a:solidFill>
                <a:cs typeface="+mn-ea"/>
                <a:sym typeface="+mn-lt"/>
              </a:rPr>
              <a:t>萬億韓元（約</a:t>
            </a:r>
            <a:r>
              <a:rPr lang="en-US" altLang="zh-CN" sz="1200" dirty="0">
                <a:solidFill>
                  <a:srgbClr val="515052"/>
                </a:solidFill>
                <a:cs typeface="+mn-ea"/>
                <a:sym typeface="+mn-lt"/>
              </a:rPr>
              <a:t>126.6</a:t>
            </a:r>
            <a:r>
              <a:rPr lang="zh-CN" altLang="en-US" sz="1200" dirty="0">
                <a:solidFill>
                  <a:srgbClr val="515052"/>
                </a:solidFill>
                <a:cs typeface="+mn-ea"/>
                <a:sym typeface="+mn-lt"/>
              </a:rPr>
              <a:t>萬億），處於歷史</a:t>
            </a:r>
            <a:r>
              <a:rPr lang="en-US" altLang="zh-CN" sz="1200" dirty="0">
                <a:solidFill>
                  <a:srgbClr val="515052"/>
                </a:solidFill>
                <a:cs typeface="+mn-ea"/>
                <a:sym typeface="+mn-lt"/>
              </a:rPr>
              <a:t>99%</a:t>
            </a:r>
            <a:r>
              <a:rPr lang="zh-CN" altLang="en-US" sz="1200" dirty="0">
                <a:solidFill>
                  <a:srgbClr val="515052"/>
                </a:solidFill>
                <a:cs typeface="+mn-ea"/>
                <a:sym typeface="+mn-lt"/>
              </a:rPr>
              <a:t>分位元，</a:t>
            </a:r>
            <a:r>
              <a:rPr lang="zh-CN" altLang="en-US" sz="1200" b="1" dirty="0">
                <a:solidFill>
                  <a:schemeClr val="accent1"/>
                </a:solidFill>
                <a:cs typeface="+mn-ea"/>
                <a:sym typeface="+mn-lt"/>
              </a:rPr>
              <a:t>顯示散戶後續可動用資金充足。</a:t>
            </a:r>
            <a:endParaRPr lang="en-US" altLang="zh-CN" sz="1200" b="1" dirty="0">
              <a:solidFill>
                <a:schemeClr val="accent1"/>
              </a:solidFill>
              <a:cs typeface="+mn-ea"/>
              <a:sym typeface="+mn-lt"/>
            </a:endParaRPr>
          </a:p>
        </p:txBody>
      </p:sp>
      <p:sp>
        <p:nvSpPr>
          <p:cNvPr id="7" name="TextBox 6">
            <a:extLst>
              <a:ext uri="{FF2B5EF4-FFF2-40B4-BE49-F238E27FC236}">
                <a16:creationId xmlns:a16="http://schemas.microsoft.com/office/drawing/2014/main" id="{33F01BA0-4027-FBF3-BB88-2FC9A62BCF61}"/>
              </a:ext>
            </a:extLst>
          </p:cNvPr>
          <p:cNvSpPr txBox="1"/>
          <p:nvPr/>
        </p:nvSpPr>
        <p:spPr>
          <a:xfrm>
            <a:off x="6584763" y="2199710"/>
            <a:ext cx="4446904"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b="1" dirty="0">
                <a:solidFill>
                  <a:srgbClr val="2660AD"/>
                </a:solidFill>
                <a:cs typeface="+mn-ea"/>
                <a:sym typeface="+mn-lt"/>
              </a:rPr>
              <a:t>待入市保證金（剔除場內衍生品交易保證金）</a:t>
            </a:r>
          </a:p>
        </p:txBody>
      </p:sp>
      <p:sp>
        <p:nvSpPr>
          <p:cNvPr id="44" name="TextBox 43">
            <a:extLst>
              <a:ext uri="{FF2B5EF4-FFF2-40B4-BE49-F238E27FC236}">
                <a16:creationId xmlns:a16="http://schemas.microsoft.com/office/drawing/2014/main" id="{32088478-48A8-3FF9-06C2-138B3DA662CA}"/>
              </a:ext>
            </a:extLst>
          </p:cNvPr>
          <p:cNvSpPr txBox="1"/>
          <p:nvPr/>
        </p:nvSpPr>
        <p:spPr>
          <a:xfrm>
            <a:off x="457200" y="6263640"/>
            <a:ext cx="10972800" cy="215444"/>
          </a:xfrm>
          <a:prstGeom prst="rect">
            <a:avLst/>
          </a:prstGeom>
          <a:noFill/>
        </p:spPr>
        <p:txBody>
          <a:bodyPr wrap="square">
            <a:spAutoFit/>
          </a:bodyPr>
          <a:lstStyle/>
          <a:p>
            <a:pPr lvl="0">
              <a:defRPr/>
            </a:pPr>
            <a:r>
              <a:rPr kumimoji="0" sz="800" b="0" i="0" u="none" strike="noStrike" kern="1200" cap="none" spc="0" normalizeH="0" baseline="0" noProof="0" dirty="0" err="1">
                <a:ln>
                  <a:noFill/>
                </a:ln>
                <a:solidFill>
                  <a:srgbClr val="515052"/>
                </a:solidFill>
                <a:effectLst/>
                <a:uLnTx/>
                <a:uFillTx/>
                <a:cs typeface="+mn-ea"/>
                <a:sym typeface="+mn-lt"/>
              </a:rPr>
              <a:t>資料來源</a:t>
            </a:r>
            <a:r>
              <a:rPr kumimoji="0" sz="800" b="0" i="0" u="none" strike="noStrike" kern="1200" cap="none" spc="0" normalizeH="0" baseline="0" noProof="0" dirty="0">
                <a:ln>
                  <a:noFill/>
                </a:ln>
                <a:solidFill>
                  <a:srgbClr val="515052"/>
                </a:solidFill>
                <a:effectLst/>
                <a:uLnTx/>
                <a:uFillTx/>
                <a:cs typeface="+mn-ea"/>
                <a:sym typeface="+mn-lt"/>
              </a:rPr>
              <a:t>：</a:t>
            </a:r>
            <a:r>
              <a:rPr lang="zh-CN" altLang="en-US" sz="800" dirty="0">
                <a:solidFill>
                  <a:srgbClr val="515052"/>
                </a:solidFill>
                <a:cs typeface="+mn-ea"/>
                <a:sym typeface="+mn-lt"/>
              </a:rPr>
              <a:t>華泰研究</a:t>
            </a:r>
            <a:endParaRPr kumimoji="0" sz="800" b="0" i="0" u="none" strike="noStrike" kern="1200" cap="none" spc="0" normalizeH="0" baseline="0" noProof="0" dirty="0">
              <a:ln>
                <a:noFill/>
              </a:ln>
              <a:solidFill>
                <a:srgbClr val="515052"/>
              </a:solidFill>
              <a:effectLst/>
              <a:uLnTx/>
              <a:uFillTx/>
              <a:cs typeface="+mn-ea"/>
              <a:sym typeface="+mn-lt"/>
            </a:endParaRPr>
          </a:p>
        </p:txBody>
      </p:sp>
      <p:sp>
        <p:nvSpPr>
          <p:cNvPr id="46" name="TextBox 45">
            <a:extLst>
              <a:ext uri="{FF2B5EF4-FFF2-40B4-BE49-F238E27FC236}">
                <a16:creationId xmlns:a16="http://schemas.microsoft.com/office/drawing/2014/main" id="{E444A446-C7CC-A767-53C1-FFB06921E044}"/>
              </a:ext>
            </a:extLst>
          </p:cNvPr>
          <p:cNvSpPr txBox="1"/>
          <p:nvPr/>
        </p:nvSpPr>
        <p:spPr>
          <a:xfrm>
            <a:off x="722376" y="411480"/>
            <a:ext cx="1097280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306AB2"/>
                </a:solidFill>
                <a:effectLst/>
                <a:uLnTx/>
                <a:uFillTx/>
                <a:cs typeface="+mn-ea"/>
                <a:sym typeface="+mn-lt"/>
              </a:rPr>
              <a:t>韓股散戶主導：強平金額階段性出清，待入市保證金仍</a:t>
            </a:r>
            <a:r>
              <a:rPr lang="zh-CN" altLang="en-US" sz="2800" b="1" dirty="0">
                <a:solidFill>
                  <a:srgbClr val="306AB2"/>
                </a:solidFill>
                <a:cs typeface="+mn-ea"/>
                <a:sym typeface="+mn-lt"/>
              </a:rPr>
              <a:t>充足</a:t>
            </a:r>
            <a:endParaRPr kumimoji="0" sz="2800" b="1" i="0" u="none" strike="noStrike" kern="1200" cap="none" spc="0" normalizeH="0" baseline="0" noProof="0" dirty="0">
              <a:ln>
                <a:noFill/>
              </a:ln>
              <a:solidFill>
                <a:srgbClr val="306AB2"/>
              </a:solidFill>
              <a:effectLst/>
              <a:uLnTx/>
              <a:uFillTx/>
              <a:cs typeface="+mn-ea"/>
              <a:sym typeface="+mn-lt"/>
            </a:endParaRPr>
          </a:p>
        </p:txBody>
      </p:sp>
      <p:sp>
        <p:nvSpPr>
          <p:cNvPr id="14" name="Rectangle 19">
            <a:extLst>
              <a:ext uri="{FF2B5EF4-FFF2-40B4-BE49-F238E27FC236}">
                <a16:creationId xmlns:a16="http://schemas.microsoft.com/office/drawing/2014/main" id="{2677CF85-FF02-C2DE-5733-677F01014922}"/>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cs typeface="+mn-ea"/>
                <a:sym typeface="+mn-lt"/>
              </a:rPr>
              <a:t>南方東英資產管理</a:t>
            </a:r>
            <a:endParaRPr kumimoji="0" lang="zh-CN" altLang="en-US" sz="1000" b="0" i="0" u="none" strike="noStrike" kern="1200" cap="none" spc="0" normalizeH="0" baseline="0" noProof="0" dirty="0">
              <a:ln>
                <a:noFill/>
              </a:ln>
              <a:solidFill>
                <a:prstClr val="white"/>
              </a:solidFill>
              <a:effectLst/>
              <a:uLnTx/>
              <a:uFillTx/>
              <a:cs typeface="+mn-ea"/>
              <a:sym typeface="+mn-lt"/>
            </a:endParaRPr>
          </a:p>
        </p:txBody>
      </p:sp>
      <p:pic>
        <p:nvPicPr>
          <p:cNvPr id="47" name="LogoPic" descr="image.png">
            <a:extLst>
              <a:ext uri="{FF2B5EF4-FFF2-40B4-BE49-F238E27FC236}">
                <a16:creationId xmlns:a16="http://schemas.microsoft.com/office/drawing/2014/main" id="{1EA6C8F1-DD13-57C0-0F3E-78AFD40B9426}"/>
              </a:ext>
            </a:extLst>
          </p:cNvPr>
          <p:cNvPicPr>
            <a:picLocks noChangeAspect="1"/>
          </p:cNvPicPr>
          <p:nvPr/>
        </p:nvPicPr>
        <p:blipFill rotWithShape="1">
          <a:blip r:embed="rId2"/>
          <a:srcRect r="76699"/>
          <a:stretch/>
        </p:blipFill>
        <p:spPr>
          <a:xfrm>
            <a:off x="11466576" y="6565392"/>
            <a:ext cx="242570" cy="255578"/>
          </a:xfrm>
          <a:prstGeom prst="rect">
            <a:avLst/>
          </a:prstGeom>
        </p:spPr>
      </p:pic>
      <p:sp>
        <p:nvSpPr>
          <p:cNvPr id="99999" name="PageNum">
            <a:extLst>
              <a:ext uri="{FF2B5EF4-FFF2-40B4-BE49-F238E27FC236}">
                <a16:creationId xmlns:a16="http://schemas.microsoft.com/office/drawing/2014/main" id="{B15CC2E8-610B-EF64-5F85-2FBE24B4F444}"/>
              </a:ext>
            </a:extLst>
          </p:cNvPr>
          <p:cNvSpPr txBox="1"/>
          <p:nvPr/>
        </p:nvSpPr>
        <p:spPr>
          <a:xfrm>
            <a:off x="11585448" y="6565392"/>
            <a:ext cx="457200" cy="256032"/>
          </a:xfrm>
          <a:prstGeom prst="rect">
            <a:avLst/>
          </a:prstGeom>
          <a:noFill/>
          <a:ln>
            <a:noFill/>
          </a:ln>
        </p:spPr>
        <p:txBody>
          <a:bodyPr wrap="non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1BF77F58-AC0C-4FBF-933C-E391A5857D83}" type="slidenum">
              <a:rPr kumimoji="0" lang="en-US" sz="1000" b="0" i="0" u="none" strike="noStrike" kern="1200" cap="none" spc="0" normalizeH="0" baseline="0" noProof="0" dirty="0">
                <a:ln>
                  <a:noFill/>
                </a:ln>
                <a:solidFill>
                  <a:srgbClr val="FFFFFF"/>
                </a:solidFill>
                <a:effectLst/>
                <a:uLnTx/>
                <a:uFillTx/>
                <a:cs typeface="+mn-ea"/>
                <a:sym typeface="+mn-lt"/>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000" b="0" i="0" u="none" strike="noStrike" kern="1200" cap="none" spc="0" normalizeH="0" baseline="0" noProof="0" dirty="0">
              <a:ln>
                <a:noFill/>
              </a:ln>
              <a:solidFill>
                <a:srgbClr val="FFFFFF"/>
              </a:solidFill>
              <a:effectLst/>
              <a:uLnTx/>
              <a:uFillTx/>
              <a:cs typeface="+mn-ea"/>
              <a:sym typeface="+mn-lt"/>
            </a:endParaRPr>
          </a:p>
        </p:txBody>
      </p:sp>
      <p:graphicFrame>
        <p:nvGraphicFramePr>
          <p:cNvPr id="12" name="图表 2">
            <a:extLst>
              <a:ext uri="{FF2B5EF4-FFF2-40B4-BE49-F238E27FC236}">
                <a16:creationId xmlns:a16="http://schemas.microsoft.com/office/drawing/2014/main" id="{F40B0CA6-7411-4B50-BFFF-0FCC18A3F401}"/>
              </a:ext>
            </a:extLst>
          </p:cNvPr>
          <p:cNvGraphicFramePr>
            <a:graphicFrameLocks/>
          </p:cNvGraphicFramePr>
          <p:nvPr/>
        </p:nvGraphicFramePr>
        <p:xfrm>
          <a:off x="6256263" y="2705100"/>
          <a:ext cx="5430469" cy="3464220"/>
        </p:xfrm>
        <a:graphic>
          <a:graphicData uri="http://schemas.openxmlformats.org/drawingml/2006/chart">
            <c:chart xmlns:c="http://schemas.openxmlformats.org/drawingml/2006/chart" xmlns:r="http://schemas.openxmlformats.org/officeDocument/2006/relationships" r:id="rId3"/>
          </a:graphicData>
        </a:graphic>
      </p:graphicFrame>
      <p:sp>
        <p:nvSpPr>
          <p:cNvPr id="15" name="TextBox 14">
            <a:extLst>
              <a:ext uri="{FF2B5EF4-FFF2-40B4-BE49-F238E27FC236}">
                <a16:creationId xmlns:a16="http://schemas.microsoft.com/office/drawing/2014/main" id="{CC8723EB-16F7-2C90-DC0A-93DDA0BD819F}"/>
              </a:ext>
            </a:extLst>
          </p:cNvPr>
          <p:cNvSpPr txBox="1"/>
          <p:nvPr/>
        </p:nvSpPr>
        <p:spPr>
          <a:xfrm>
            <a:off x="543197" y="2215116"/>
            <a:ext cx="5472255"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b="1" dirty="0">
                <a:solidFill>
                  <a:srgbClr val="2660AD"/>
                </a:solidFill>
                <a:cs typeface="+mn-ea"/>
                <a:sym typeface="+mn-lt"/>
              </a:rPr>
              <a:t> 強制平倉金額及占比</a:t>
            </a:r>
            <a:endParaRPr kumimoji="0" lang="en-US" sz="1200" b="0" i="0" u="none" strike="noStrike" kern="1200" cap="none" spc="0" normalizeH="0" baseline="0" noProof="0" dirty="0">
              <a:ln>
                <a:noFill/>
              </a:ln>
              <a:solidFill>
                <a:srgbClr val="2660AD"/>
              </a:solidFill>
              <a:effectLst/>
              <a:uLnTx/>
              <a:uFillTx/>
              <a:cs typeface="+mn-ea"/>
              <a:sym typeface="+mn-lt"/>
            </a:endParaRPr>
          </a:p>
        </p:txBody>
      </p:sp>
      <p:graphicFrame>
        <p:nvGraphicFramePr>
          <p:cNvPr id="16" name="图表 4">
            <a:extLst>
              <a:ext uri="{FF2B5EF4-FFF2-40B4-BE49-F238E27FC236}">
                <a16:creationId xmlns:a16="http://schemas.microsoft.com/office/drawing/2014/main" id="{E7B275AA-D873-0AF6-177F-78BBAB304C3F}"/>
              </a:ext>
            </a:extLst>
          </p:cNvPr>
          <p:cNvGraphicFramePr>
            <a:graphicFrameLocks/>
          </p:cNvGraphicFramePr>
          <p:nvPr/>
        </p:nvGraphicFramePr>
        <p:xfrm>
          <a:off x="794894" y="2796460"/>
          <a:ext cx="5269872" cy="334805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0532312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7D54B4D6-454E-2FFF-B8AF-FC9CB87791C1}"/>
              </a:ext>
            </a:extLst>
          </p:cNvPr>
          <p:cNvPicPr>
            <a:picLocks noChangeAspect="1"/>
          </p:cNvPicPr>
          <p:nvPr/>
        </p:nvPicPr>
        <p:blipFill>
          <a:blip r:embed="rId2"/>
          <a:stretch>
            <a:fillRect/>
          </a:stretch>
        </p:blipFill>
        <p:spPr>
          <a:xfrm>
            <a:off x="949804" y="3050070"/>
            <a:ext cx="4876800" cy="3019425"/>
          </a:xfrm>
          <a:prstGeom prst="rect">
            <a:avLst/>
          </a:prstGeom>
        </p:spPr>
      </p:pic>
      <p:pic>
        <p:nvPicPr>
          <p:cNvPr id="4" name="图片 3">
            <a:extLst>
              <a:ext uri="{FF2B5EF4-FFF2-40B4-BE49-F238E27FC236}">
                <a16:creationId xmlns:a16="http://schemas.microsoft.com/office/drawing/2014/main" id="{B80822D4-CA38-C492-E572-6CDCFD522EEF}"/>
              </a:ext>
            </a:extLst>
          </p:cNvPr>
          <p:cNvPicPr>
            <a:picLocks noChangeAspect="1"/>
          </p:cNvPicPr>
          <p:nvPr/>
        </p:nvPicPr>
        <p:blipFill>
          <a:blip r:embed="rId3"/>
          <a:srcRect t="17652"/>
          <a:stretch>
            <a:fillRect/>
          </a:stretch>
        </p:blipFill>
        <p:spPr>
          <a:xfrm>
            <a:off x="7045188" y="2991056"/>
            <a:ext cx="4381500" cy="3137452"/>
          </a:xfrm>
          <a:prstGeom prst="rect">
            <a:avLst/>
          </a:prstGeom>
        </p:spPr>
      </p:pic>
      <p:sp>
        <p:nvSpPr>
          <p:cNvPr id="6" name="Rectangle 2">
            <a:extLst>
              <a:ext uri="{FF2B5EF4-FFF2-40B4-BE49-F238E27FC236}">
                <a16:creationId xmlns:a16="http://schemas.microsoft.com/office/drawing/2014/main" id="{08DA99EB-E5BF-4489-5B30-DFA2BEEAD012}"/>
              </a:ext>
            </a:extLst>
          </p:cNvPr>
          <p:cNvSpPr/>
          <p:nvPr/>
        </p:nvSpPr>
        <p:spPr>
          <a:xfrm>
            <a:off x="526059" y="1026472"/>
            <a:ext cx="11139882" cy="1000980"/>
          </a:xfrm>
          <a:prstGeom prst="rect">
            <a:avLst/>
          </a:prstGeom>
        </p:spPr>
        <p:txBody>
          <a:bodyPr wrap="square">
            <a:spAutoFit/>
          </a:bodyPr>
          <a:lstStyle/>
          <a:p>
            <a:pPr marL="285750" lvl="0" indent="-285750">
              <a:lnSpc>
                <a:spcPts val="1800"/>
              </a:lnSpc>
              <a:buFont typeface="Wingdings" panose="05000000000000000000" pitchFamily="2" charset="2"/>
              <a:buChar char="§"/>
              <a:defRPr/>
            </a:pPr>
            <a:r>
              <a:rPr lang="ko-KR" altLang="en-US" sz="1300" b="1" dirty="0">
                <a:solidFill>
                  <a:schemeClr val="tx2"/>
                </a:solidFill>
                <a:latin typeface="+mj-lt"/>
                <a:ea typeface="微软雅黑" panose="020B0503020204020204" pitchFamily="34" charset="-122"/>
              </a:rPr>
              <a:t>國民年金</a:t>
            </a:r>
            <a:r>
              <a:rPr kumimoji="0" lang="en-US" altLang="zh-CN" sz="1300" b="1" i="0" u="none" strike="noStrike" kern="1200" cap="none" spc="0" normalizeH="0" baseline="0" noProof="0" dirty="0">
                <a:ln>
                  <a:noFill/>
                </a:ln>
                <a:solidFill>
                  <a:schemeClr val="tx2"/>
                </a:solidFill>
                <a:effectLst/>
                <a:uLnTx/>
                <a:uFillTx/>
                <a:latin typeface="+mj-lt"/>
                <a:ea typeface="微软雅黑" panose="020B0503020204020204" pitchFamily="34" charset="-122"/>
                <a:cs typeface="+mn-cs"/>
              </a:rPr>
              <a:t>NPS</a:t>
            </a:r>
            <a:r>
              <a:rPr kumimoji="0" lang="zh-CN" altLang="en-US" sz="1300" b="1" i="0" u="none" strike="noStrike" kern="1200" cap="none" spc="0" normalizeH="0" baseline="0" noProof="0" dirty="0">
                <a:ln>
                  <a:noFill/>
                </a:ln>
                <a:solidFill>
                  <a:schemeClr val="tx2"/>
                </a:solidFill>
                <a:effectLst/>
                <a:uLnTx/>
                <a:uFillTx/>
                <a:latin typeface="+mj-lt"/>
                <a:ea typeface="微软雅黑" panose="020B0503020204020204" pitchFamily="34" charset="-122"/>
                <a:cs typeface="+mn-cs"/>
              </a:rPr>
              <a:t>再平衡導致的拋售壓力有限。</a:t>
            </a:r>
            <a:r>
              <a:rPr kumimoji="0" lang="en-US" altLang="zh-CN" sz="1300" i="0" u="none" strike="noStrike" kern="1200" cap="none" spc="0" normalizeH="0" baseline="0" noProof="0" dirty="0">
                <a:ln>
                  <a:noFill/>
                </a:ln>
                <a:solidFill>
                  <a:schemeClr val="tx1">
                    <a:lumMod val="50000"/>
                  </a:schemeClr>
                </a:solidFill>
                <a:effectLst/>
                <a:uLnTx/>
                <a:uFillTx/>
                <a:latin typeface="+mj-lt"/>
                <a:ea typeface="微软雅黑" panose="020B0503020204020204" pitchFamily="34" charset="-122"/>
                <a:cs typeface="+mn-cs"/>
              </a:rPr>
              <a:t>NPS</a:t>
            </a:r>
            <a:r>
              <a:rPr kumimoji="0" lang="zh-CN" altLang="en-US" sz="1300" i="0" u="none" strike="noStrike" kern="1200" cap="none" spc="0" normalizeH="0" baseline="0" noProof="0" dirty="0">
                <a:ln>
                  <a:noFill/>
                </a:ln>
                <a:solidFill>
                  <a:schemeClr val="tx1">
                    <a:lumMod val="50000"/>
                  </a:schemeClr>
                </a:solidFill>
                <a:effectLst/>
                <a:uLnTx/>
                <a:uFillTx/>
                <a:latin typeface="+mj-lt"/>
                <a:ea typeface="微软雅黑" panose="020B0503020204020204" pitchFamily="34" charset="-122"/>
                <a:cs typeface="+mn-cs"/>
              </a:rPr>
              <a:t>理事長表示政府仍希望養老基金成爲國內股市需求基礎擴大的組成部分，</a:t>
            </a:r>
            <a:r>
              <a:rPr kumimoji="0" lang="en-US" altLang="zh-CN" sz="1300" i="0" u="none" strike="noStrike" kern="1200" cap="none" spc="0" normalizeH="0" baseline="0" noProof="0" dirty="0">
                <a:ln>
                  <a:noFill/>
                </a:ln>
                <a:solidFill>
                  <a:schemeClr val="tx1">
                    <a:lumMod val="50000"/>
                  </a:schemeClr>
                </a:solidFill>
                <a:effectLst/>
                <a:uLnTx/>
                <a:uFillTx/>
                <a:latin typeface="+mj-lt"/>
                <a:ea typeface="微软雅黑" panose="020B0503020204020204" pitchFamily="34" charset="-122"/>
                <a:cs typeface="+mn-cs"/>
              </a:rPr>
              <a:t>NPS</a:t>
            </a:r>
            <a:r>
              <a:rPr kumimoji="0" lang="zh-CN" altLang="en-US" sz="1300" i="0" u="none" strike="noStrike" kern="1200" cap="none" spc="0" normalizeH="0" baseline="0" noProof="0" dirty="0">
                <a:ln>
                  <a:noFill/>
                </a:ln>
                <a:solidFill>
                  <a:schemeClr val="tx1">
                    <a:lumMod val="50000"/>
                  </a:schemeClr>
                </a:solidFill>
                <a:effectLst/>
                <a:uLnTx/>
                <a:uFillTx/>
                <a:latin typeface="+mj-lt"/>
                <a:ea typeface="微软雅黑" panose="020B0503020204020204" pitchFamily="34" charset="-122"/>
                <a:cs typeface="+mn-cs"/>
              </a:rPr>
              <a:t>不太可能激進拋售。</a:t>
            </a:r>
            <a:endParaRPr kumimoji="0" lang="en-US" altLang="zh-CN" sz="1300" i="0" u="none" strike="noStrike" kern="1200" cap="none" spc="0" normalizeH="0" baseline="0" noProof="0" dirty="0">
              <a:ln>
                <a:noFill/>
              </a:ln>
              <a:solidFill>
                <a:schemeClr val="tx1">
                  <a:lumMod val="50000"/>
                </a:schemeClr>
              </a:solidFill>
              <a:effectLst/>
              <a:uLnTx/>
              <a:uFillTx/>
              <a:latin typeface="+mj-lt"/>
              <a:ea typeface="微软雅黑" panose="020B0503020204020204" pitchFamily="34" charset="-122"/>
              <a:cs typeface="+mn-cs"/>
            </a:endParaRPr>
          </a:p>
          <a:p>
            <a:pPr marL="285750" lvl="0" indent="-285750">
              <a:lnSpc>
                <a:spcPts val="1800"/>
              </a:lnSpc>
              <a:buFont typeface="Wingdings" panose="05000000000000000000" pitchFamily="2" charset="2"/>
              <a:buChar char="§"/>
              <a:defRPr/>
            </a:pPr>
            <a:r>
              <a:rPr lang="zh-CN" altLang="en-US" sz="1300" dirty="0">
                <a:solidFill>
                  <a:schemeClr val="tx1">
                    <a:lumMod val="50000"/>
                  </a:schemeClr>
                </a:solidFill>
                <a:latin typeface="+mj-lt"/>
                <a:ea typeface="微软雅黑" panose="020B0503020204020204" pitchFamily="34" charset="-122"/>
              </a:rPr>
              <a:t>目前韓國散戶投資者持有國內股票</a:t>
            </a:r>
            <a:r>
              <a:rPr lang="en-US" altLang="zh-CN" sz="1300" dirty="0">
                <a:solidFill>
                  <a:schemeClr val="tx1">
                    <a:lumMod val="50000"/>
                  </a:schemeClr>
                </a:solidFill>
                <a:latin typeface="+mj-lt"/>
                <a:ea typeface="微软雅黑" panose="020B0503020204020204" pitchFamily="34" charset="-122"/>
              </a:rPr>
              <a:t>11%</a:t>
            </a:r>
            <a:r>
              <a:rPr lang="zh-CN" altLang="en-US" sz="1300" dirty="0">
                <a:solidFill>
                  <a:schemeClr val="tx1">
                    <a:lumMod val="50000"/>
                  </a:schemeClr>
                </a:solidFill>
                <a:latin typeface="+mj-lt"/>
                <a:ea typeface="微软雅黑" panose="020B0503020204020204" pitchFamily="34" charset="-122"/>
              </a:rPr>
              <a:t>，</a:t>
            </a:r>
            <a:r>
              <a:rPr lang="zh-CN" altLang="en-US" sz="1300" b="1" dirty="0">
                <a:solidFill>
                  <a:schemeClr val="tx2"/>
                </a:solidFill>
                <a:latin typeface="+mj-lt"/>
                <a:ea typeface="微软雅黑" panose="020B0503020204020204" pitchFamily="34" charset="-122"/>
              </a:rPr>
              <a:t>存款與融資餘額之比處于健康水平</a:t>
            </a:r>
            <a:r>
              <a:rPr lang="zh-CN" altLang="en-US" sz="1300" dirty="0">
                <a:solidFill>
                  <a:schemeClr val="tx1">
                    <a:lumMod val="50000"/>
                  </a:schemeClr>
                </a:solidFill>
                <a:latin typeface="+mj-lt"/>
                <a:ea typeface="微软雅黑" panose="020B0503020204020204" pitchFamily="34" charset="-122"/>
              </a:rPr>
              <a:t>，且持有</a:t>
            </a:r>
            <a:r>
              <a:rPr lang="en-US" altLang="zh-CN" sz="1300" dirty="0">
                <a:solidFill>
                  <a:schemeClr val="tx1">
                    <a:lumMod val="50000"/>
                  </a:schemeClr>
                </a:solidFill>
                <a:latin typeface="+mj-lt"/>
                <a:ea typeface="微软雅黑" panose="020B0503020204020204" pitchFamily="34" charset="-122"/>
              </a:rPr>
              <a:t>2000</a:t>
            </a:r>
            <a:r>
              <a:rPr lang="zh-CN" altLang="en-US" sz="1300" dirty="0">
                <a:solidFill>
                  <a:schemeClr val="tx1">
                    <a:lumMod val="50000"/>
                  </a:schemeClr>
                </a:solidFill>
                <a:latin typeface="+mj-lt"/>
                <a:ea typeface="微软雅黑" panose="020B0503020204020204" pitchFamily="34" charset="-122"/>
              </a:rPr>
              <a:t>億美元美股可隨時變現；</a:t>
            </a:r>
            <a:r>
              <a:rPr lang="zh-CN" altLang="en-US" sz="1300" b="1" dirty="0">
                <a:solidFill>
                  <a:schemeClr val="tx2"/>
                </a:solidFill>
                <a:latin typeface="+mj-lt"/>
                <a:ea typeface="微软雅黑" panose="020B0503020204020204" pitchFamily="34" charset="-122"/>
              </a:rPr>
              <a:t>國內散戶持倉僅占全球</a:t>
            </a:r>
            <a:r>
              <a:rPr lang="en-US" altLang="zh-CN" sz="1300" b="1" dirty="0">
                <a:solidFill>
                  <a:schemeClr val="tx2"/>
                </a:solidFill>
                <a:latin typeface="+mj-lt"/>
                <a:ea typeface="微软雅黑" panose="020B0503020204020204" pitchFamily="34" charset="-122"/>
              </a:rPr>
              <a:t>/</a:t>
            </a:r>
            <a:r>
              <a:rPr lang="zh-CN" altLang="en-US" sz="1300" b="1" dirty="0">
                <a:solidFill>
                  <a:schemeClr val="tx2"/>
                </a:solidFill>
                <a:latin typeface="+mj-lt"/>
                <a:ea typeface="微软雅黑" panose="020B0503020204020204" pitchFamily="34" charset="-122"/>
              </a:rPr>
              <a:t>韓國</a:t>
            </a:r>
            <a:r>
              <a:rPr lang="en-US" altLang="zh-CN" sz="1300" b="1" dirty="0">
                <a:solidFill>
                  <a:schemeClr val="tx2"/>
                </a:solidFill>
                <a:latin typeface="+mj-lt"/>
                <a:ea typeface="微软雅黑" panose="020B0503020204020204" pitchFamily="34" charset="-122"/>
              </a:rPr>
              <a:t>ETF</a:t>
            </a:r>
            <a:r>
              <a:rPr lang="zh-CN" altLang="en-US" sz="1300" b="1" dirty="0">
                <a:solidFill>
                  <a:schemeClr val="tx2"/>
                </a:solidFill>
                <a:latin typeface="+mj-lt"/>
                <a:ea typeface="微软雅黑" panose="020B0503020204020204" pitchFamily="34" charset="-122"/>
              </a:rPr>
              <a:t>管理規模的</a:t>
            </a:r>
            <a:r>
              <a:rPr lang="en-US" altLang="zh-CN" sz="1300" b="1" dirty="0">
                <a:solidFill>
                  <a:schemeClr val="tx2"/>
                </a:solidFill>
                <a:latin typeface="+mj-lt"/>
                <a:ea typeface="微软雅黑" panose="020B0503020204020204" pitchFamily="34" charset="-122"/>
              </a:rPr>
              <a:t>2%/10%</a:t>
            </a:r>
            <a:r>
              <a:rPr lang="zh-CN" altLang="en-US" sz="1300" b="1" dirty="0">
                <a:solidFill>
                  <a:schemeClr val="tx2"/>
                </a:solidFill>
                <a:latin typeface="+mj-lt"/>
                <a:ea typeface="微软雅黑" panose="020B0503020204020204" pitchFamily="34" charset="-122"/>
              </a:rPr>
              <a:t>以下，</a:t>
            </a:r>
            <a:r>
              <a:rPr lang="zh-CN" altLang="en-US" sz="1300" b="1" dirty="0">
                <a:solidFill>
                  <a:schemeClr val="tx2"/>
                </a:solidFill>
                <a:ea typeface="微软雅黑" panose="020B0503020204020204" pitchFamily="34" charset="-122"/>
              </a:rPr>
              <a:t>杠杆</a:t>
            </a:r>
            <a:r>
              <a:rPr lang="en-US" altLang="zh-CN" sz="1300" b="1" dirty="0">
                <a:solidFill>
                  <a:schemeClr val="tx2"/>
                </a:solidFill>
                <a:ea typeface="微软雅黑" panose="020B0503020204020204" pitchFamily="34" charset="-122"/>
              </a:rPr>
              <a:t>ETF</a:t>
            </a:r>
            <a:r>
              <a:rPr lang="zh-CN" altLang="en-US" sz="1300" b="1" dirty="0">
                <a:solidFill>
                  <a:schemeClr val="tx2"/>
                </a:solidFill>
                <a:ea typeface="微软雅黑" panose="020B0503020204020204" pitchFamily="34" charset="-122"/>
              </a:rPr>
              <a:t>風險相對可控</a:t>
            </a:r>
            <a:r>
              <a:rPr lang="zh-CN" altLang="en-US" sz="1300" b="1" dirty="0">
                <a:solidFill>
                  <a:schemeClr val="tx2"/>
                </a:solidFill>
                <a:latin typeface="+mj-lt"/>
                <a:ea typeface="微软雅黑" panose="020B0503020204020204" pitchFamily="34" charset="-122"/>
              </a:rPr>
              <a:t>。</a:t>
            </a:r>
            <a:endParaRPr lang="en-US" altLang="zh-CN" sz="1300" b="1" dirty="0">
              <a:solidFill>
                <a:schemeClr val="tx2"/>
              </a:solidFill>
              <a:latin typeface="+mj-lt"/>
              <a:ea typeface="微软雅黑" panose="020B0503020204020204" pitchFamily="34" charset="-122"/>
            </a:endParaRPr>
          </a:p>
          <a:p>
            <a:pPr marL="285750" lvl="0" indent="-285750">
              <a:lnSpc>
                <a:spcPts val="1800"/>
              </a:lnSpc>
              <a:buFont typeface="Wingdings" panose="05000000000000000000" pitchFamily="2" charset="2"/>
              <a:buChar char="§"/>
              <a:defRPr/>
            </a:pPr>
            <a:r>
              <a:rPr lang="zh-TW" altLang="en-US" sz="1300" b="1" dirty="0">
                <a:solidFill>
                  <a:schemeClr val="tx2"/>
                </a:solidFill>
                <a:latin typeface="+mj-lt"/>
                <a:ea typeface="微软雅黑" panose="020B0503020204020204" pitchFamily="34" charset="-122"/>
              </a:rPr>
              <a:t>股票杠杆</a:t>
            </a:r>
            <a:r>
              <a:rPr lang="en-US" altLang="zh-TW" sz="1300" b="1" dirty="0">
                <a:solidFill>
                  <a:schemeClr val="tx2"/>
                </a:solidFill>
                <a:latin typeface="+mj-lt"/>
                <a:ea typeface="微软雅黑" panose="020B0503020204020204" pitchFamily="34" charset="-122"/>
              </a:rPr>
              <a:t>ETF</a:t>
            </a:r>
            <a:r>
              <a:rPr lang="zh-TW" altLang="en-US" sz="1300" b="1" dirty="0">
                <a:solidFill>
                  <a:schemeClr val="tx2"/>
                </a:solidFill>
                <a:latin typeface="+mj-lt"/>
                <a:ea typeface="微软雅黑" panose="020B0503020204020204" pitchFamily="34" charset="-122"/>
              </a:rPr>
              <a:t>與融資餘額合併計算，兩者合計占自由流通市值的比例約為</a:t>
            </a:r>
            <a:r>
              <a:rPr lang="en-US" altLang="zh-TW" sz="1300" b="1" dirty="0">
                <a:solidFill>
                  <a:schemeClr val="tx2"/>
                </a:solidFill>
                <a:latin typeface="+mj-lt"/>
                <a:ea typeface="微软雅黑" panose="020B0503020204020204" pitchFamily="34" charset="-122"/>
              </a:rPr>
              <a:t>2%</a:t>
            </a:r>
            <a:r>
              <a:rPr lang="zh-TW" altLang="en-US" sz="1300" b="1" dirty="0">
                <a:solidFill>
                  <a:schemeClr val="tx2"/>
                </a:solidFill>
                <a:latin typeface="+mj-lt"/>
                <a:ea typeface="微软雅黑" panose="020B0503020204020204" pitchFamily="34" charset="-122"/>
              </a:rPr>
              <a:t>，明顯低於</a:t>
            </a:r>
            <a:r>
              <a:rPr lang="en-US" altLang="zh-TW" sz="1300" b="1" dirty="0">
                <a:solidFill>
                  <a:schemeClr val="tx2"/>
                </a:solidFill>
                <a:latin typeface="+mj-lt"/>
                <a:ea typeface="微软雅黑" panose="020B0503020204020204" pitchFamily="34" charset="-122"/>
              </a:rPr>
              <a:t>2015</a:t>
            </a:r>
            <a:r>
              <a:rPr lang="zh-TW" altLang="en-US" sz="1300" b="1" dirty="0">
                <a:solidFill>
                  <a:schemeClr val="tx2"/>
                </a:solidFill>
                <a:latin typeface="+mj-lt"/>
                <a:ea typeface="微软雅黑" panose="020B0503020204020204" pitchFamily="34" charset="-122"/>
              </a:rPr>
              <a:t>年中國融資餘額占自由流通市值</a:t>
            </a:r>
            <a:r>
              <a:rPr lang="en-US" altLang="zh-TW" sz="1300" b="1" dirty="0">
                <a:solidFill>
                  <a:schemeClr val="tx2"/>
                </a:solidFill>
                <a:latin typeface="+mj-lt"/>
                <a:ea typeface="微软雅黑" panose="020B0503020204020204" pitchFamily="34" charset="-122"/>
              </a:rPr>
              <a:t>9.6%</a:t>
            </a:r>
            <a:r>
              <a:rPr lang="zh-TW" altLang="en-US" sz="1300" b="1" dirty="0">
                <a:solidFill>
                  <a:schemeClr val="tx2"/>
                </a:solidFill>
                <a:latin typeface="+mj-lt"/>
                <a:ea typeface="微软雅黑" panose="020B0503020204020204" pitchFamily="34" charset="-122"/>
              </a:rPr>
              <a:t>的歷史高點。</a:t>
            </a:r>
          </a:p>
        </p:txBody>
      </p:sp>
      <p:sp>
        <p:nvSpPr>
          <p:cNvPr id="8" name="TextBox 18446">
            <a:extLst>
              <a:ext uri="{FF2B5EF4-FFF2-40B4-BE49-F238E27FC236}">
                <a16:creationId xmlns:a16="http://schemas.microsoft.com/office/drawing/2014/main" id="{9DF2C7FA-EC6C-E078-6481-6D213D0143A7}"/>
              </a:ext>
            </a:extLst>
          </p:cNvPr>
          <p:cNvSpPr txBox="1"/>
          <p:nvPr/>
        </p:nvSpPr>
        <p:spPr>
          <a:xfrm>
            <a:off x="722376" y="411480"/>
            <a:ext cx="1097280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2660AD"/>
                </a:solidFill>
                <a:effectLst/>
                <a:uLnTx/>
                <a:uFillTx/>
                <a:latin typeface="Calibri"/>
                <a:ea typeface="微软雅黑"/>
              </a:rPr>
              <a:t>韓國本地資金：槓桿</a:t>
            </a:r>
            <a:r>
              <a:rPr kumimoji="0" lang="en-US" altLang="zh-CN" sz="2800" b="1" i="0" u="none" strike="noStrike" kern="1200" cap="none" spc="0" normalizeH="0" baseline="0" noProof="0" dirty="0">
                <a:ln>
                  <a:noFill/>
                </a:ln>
                <a:solidFill>
                  <a:srgbClr val="2660AD"/>
                </a:solidFill>
                <a:effectLst/>
                <a:uLnTx/>
                <a:uFillTx/>
                <a:latin typeface="Calibri"/>
                <a:ea typeface="微软雅黑"/>
              </a:rPr>
              <a:t>ETF</a:t>
            </a:r>
            <a:r>
              <a:rPr kumimoji="0" lang="zh-CN" altLang="en-US" sz="2800" b="1" i="0" u="none" strike="noStrike" kern="1200" cap="none" spc="0" normalizeH="0" baseline="0" noProof="0" dirty="0">
                <a:ln>
                  <a:noFill/>
                </a:ln>
                <a:solidFill>
                  <a:srgbClr val="2660AD"/>
                </a:solidFill>
                <a:effectLst/>
                <a:uLnTx/>
                <a:uFillTx/>
                <a:latin typeface="Calibri"/>
                <a:ea typeface="微软雅黑"/>
              </a:rPr>
              <a:t>風險可控，散戶仍有充足增持空間</a:t>
            </a:r>
          </a:p>
        </p:txBody>
      </p:sp>
      <p:sp>
        <p:nvSpPr>
          <p:cNvPr id="10" name="TextBox 6">
            <a:extLst>
              <a:ext uri="{FF2B5EF4-FFF2-40B4-BE49-F238E27FC236}">
                <a16:creationId xmlns:a16="http://schemas.microsoft.com/office/drawing/2014/main" id="{DEE22BA2-C4DB-2BDB-2B1B-1E9D7D9DFB92}"/>
              </a:ext>
            </a:extLst>
          </p:cNvPr>
          <p:cNvSpPr txBox="1"/>
          <p:nvPr/>
        </p:nvSpPr>
        <p:spPr>
          <a:xfrm>
            <a:off x="7200479" y="2382356"/>
            <a:ext cx="39317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0" marR="0" lvl="0" indent="0" algn="ctr" defTabSz="914400" eaLnBrk="1" latinLnBrk="0" hangingPunct="1">
              <a:lnSpc>
                <a:spcPct val="100000"/>
              </a:lnSpc>
              <a:buClrTx/>
              <a:buSzTx/>
              <a:buFontTx/>
              <a:buNone/>
              <a:tabLst/>
              <a:defRPr kumimoji="0" sz="1100" b="1" i="0" u="none" strike="noStrike" cap="none" spc="0" normalizeH="0" baseline="0">
                <a:ln>
                  <a:noFill/>
                </a:ln>
                <a:solidFill>
                  <a:srgbClr val="2660AD"/>
                </a:solidFill>
                <a:effectLst/>
                <a:uLnTx/>
                <a:uFillTx/>
                <a:ea typeface="微软雅黑" panose="020B0503020204020204" pitchFamily="34" charset="-122"/>
                <a:cs typeface="Arial" panose="020B0604020202020204" pitchFamily="34" charset="0"/>
              </a:defRPr>
            </a:lvl1pPr>
            <a:lvl2pPr marL="742950" indent="-285750">
              <a:lnSpc>
                <a:spcPct val="90000"/>
              </a:lnSpc>
              <a:spcBef>
                <a:spcPts val="500"/>
              </a:spcBef>
              <a:buFont typeface="Arial" panose="020B0604020202020204" pitchFamily="34" charset="0"/>
              <a:buChar char="•"/>
              <a:defRPr sz="2400">
                <a:latin typeface="Calibri Light" panose="020F0302020204030204" pitchFamily="34" charset="0"/>
              </a:defRPr>
            </a:lvl2pPr>
            <a:lvl3pPr marL="1143000" indent="-228600">
              <a:lnSpc>
                <a:spcPct val="90000"/>
              </a:lnSpc>
              <a:spcBef>
                <a:spcPts val="500"/>
              </a:spcBef>
              <a:buFont typeface="Arial" panose="020B0604020202020204" pitchFamily="34" charset="0"/>
              <a:buChar char="•"/>
              <a:defRPr sz="2000">
                <a:latin typeface="Calibri Light" panose="020F0302020204030204" pitchFamily="34" charset="0"/>
              </a:defRPr>
            </a:lvl3pPr>
            <a:lvl4pPr marL="1600200" indent="-228600">
              <a:lnSpc>
                <a:spcPct val="90000"/>
              </a:lnSpc>
              <a:spcBef>
                <a:spcPts val="500"/>
              </a:spcBef>
              <a:buFont typeface="Arial" panose="020B0604020202020204" pitchFamily="34" charset="0"/>
              <a:buChar char="•"/>
              <a:defRPr>
                <a:latin typeface="Calibri Light" panose="020F0302020204030204" pitchFamily="34" charset="0"/>
              </a:defRPr>
            </a:lvl4pPr>
            <a:lvl5pPr marL="2057400" indent="-228600">
              <a:lnSpc>
                <a:spcPct val="90000"/>
              </a:lnSpc>
              <a:spcBef>
                <a:spcPts val="500"/>
              </a:spcBef>
              <a:buFont typeface="Arial" panose="020B0604020202020204" pitchFamily="34" charset="0"/>
              <a:buChar char="•"/>
              <a:defRPr>
                <a:latin typeface="Calibri Light" panose="020F03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Light" panose="020F03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Light" panose="020F03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Light" panose="020F03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Light" panose="020F03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4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韓國散戶存款餘額的增長速度快于融資貸款餘額，導致兩者的相對比率下降</a:t>
            </a:r>
            <a:endParaRPr kumimoji="0" lang="zh-CN" altLang="en-US" sz="14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endParaRPr>
          </a:p>
        </p:txBody>
      </p:sp>
      <p:sp>
        <p:nvSpPr>
          <p:cNvPr id="12" name="TextBox 6">
            <a:extLst>
              <a:ext uri="{FF2B5EF4-FFF2-40B4-BE49-F238E27FC236}">
                <a16:creationId xmlns:a16="http://schemas.microsoft.com/office/drawing/2014/main" id="{3BDD3651-6246-C82E-0346-977D8B07EF19}"/>
              </a:ext>
            </a:extLst>
          </p:cNvPr>
          <p:cNvSpPr txBox="1"/>
          <p:nvPr/>
        </p:nvSpPr>
        <p:spPr>
          <a:xfrm>
            <a:off x="949804" y="2490078"/>
            <a:ext cx="468672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0" marR="0" lvl="0" indent="0" algn="ctr" defTabSz="914400" eaLnBrk="1" latinLnBrk="0" hangingPunct="1">
              <a:lnSpc>
                <a:spcPct val="100000"/>
              </a:lnSpc>
              <a:buClrTx/>
              <a:buSzTx/>
              <a:buFontTx/>
              <a:buNone/>
              <a:tabLst/>
              <a:defRPr kumimoji="0" sz="1100" b="1" i="0" u="none" strike="noStrike" cap="none" spc="0" normalizeH="0" baseline="0">
                <a:ln>
                  <a:noFill/>
                </a:ln>
                <a:solidFill>
                  <a:srgbClr val="2660AD"/>
                </a:solidFill>
                <a:effectLst/>
                <a:uLnTx/>
                <a:uFillTx/>
                <a:ea typeface="微软雅黑" panose="020B0503020204020204" pitchFamily="34" charset="-122"/>
                <a:cs typeface="Arial" panose="020B0604020202020204" pitchFamily="34" charset="0"/>
              </a:defRPr>
            </a:lvl1pPr>
            <a:lvl2pPr marL="742950" indent="-285750">
              <a:lnSpc>
                <a:spcPct val="90000"/>
              </a:lnSpc>
              <a:spcBef>
                <a:spcPts val="500"/>
              </a:spcBef>
              <a:buFont typeface="Arial" panose="020B0604020202020204" pitchFamily="34" charset="0"/>
              <a:buChar char="•"/>
              <a:defRPr sz="2400">
                <a:latin typeface="Calibri Light" panose="020F0302020204030204" pitchFamily="34" charset="0"/>
              </a:defRPr>
            </a:lvl2pPr>
            <a:lvl3pPr marL="1143000" indent="-228600">
              <a:lnSpc>
                <a:spcPct val="90000"/>
              </a:lnSpc>
              <a:spcBef>
                <a:spcPts val="500"/>
              </a:spcBef>
              <a:buFont typeface="Arial" panose="020B0604020202020204" pitchFamily="34" charset="0"/>
              <a:buChar char="•"/>
              <a:defRPr sz="2000">
                <a:latin typeface="Calibri Light" panose="020F0302020204030204" pitchFamily="34" charset="0"/>
              </a:defRPr>
            </a:lvl3pPr>
            <a:lvl4pPr marL="1600200" indent="-228600">
              <a:lnSpc>
                <a:spcPct val="90000"/>
              </a:lnSpc>
              <a:spcBef>
                <a:spcPts val="500"/>
              </a:spcBef>
              <a:buFont typeface="Arial" panose="020B0604020202020204" pitchFamily="34" charset="0"/>
              <a:buChar char="•"/>
              <a:defRPr>
                <a:latin typeface="Calibri Light" panose="020F0302020204030204" pitchFamily="34" charset="0"/>
              </a:defRPr>
            </a:lvl4pPr>
            <a:lvl5pPr marL="2057400" indent="-228600">
              <a:lnSpc>
                <a:spcPct val="90000"/>
              </a:lnSpc>
              <a:spcBef>
                <a:spcPts val="500"/>
              </a:spcBef>
              <a:buFont typeface="Arial" panose="020B0604020202020204" pitchFamily="34" charset="0"/>
              <a:buChar char="•"/>
              <a:defRPr>
                <a:latin typeface="Calibri Light" panose="020F03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Light" panose="020F03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Light" panose="020F03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Light" panose="020F03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Light" panose="020F03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4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NPS</a:t>
            </a:r>
            <a:r>
              <a:rPr kumimoji="0" lang="zh-CN" altLang="en-US" sz="14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股票配置觸及</a:t>
            </a:r>
            <a:r>
              <a:rPr kumimoji="0" lang="en-US" altLang="zh-CN" sz="14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27%</a:t>
            </a:r>
            <a:r>
              <a:rPr kumimoji="0" lang="zh-CN" altLang="en-US" sz="14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rPr>
              <a:t>逼近上限，市場擔憂再平衡拋售</a:t>
            </a:r>
            <a:endParaRPr kumimoji="0" lang="zh-CN" altLang="en-US" sz="14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Arial" panose="020B0604020202020204" pitchFamily="34" charset="0"/>
              <a:sym typeface="+mn-lt"/>
            </a:endParaRPr>
          </a:p>
        </p:txBody>
      </p:sp>
      <p:sp>
        <p:nvSpPr>
          <p:cNvPr id="16" name="TextBox 18444">
            <a:extLst>
              <a:ext uri="{FF2B5EF4-FFF2-40B4-BE49-F238E27FC236}">
                <a16:creationId xmlns:a16="http://schemas.microsoft.com/office/drawing/2014/main" id="{A9CA07F2-98F1-C948-E3E4-4B103C6C81F4}"/>
              </a:ext>
            </a:extLst>
          </p:cNvPr>
          <p:cNvSpPr txBox="1"/>
          <p:nvPr/>
        </p:nvSpPr>
        <p:spPr>
          <a:xfrm>
            <a:off x="457200" y="6263640"/>
            <a:ext cx="1097280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rPr>
              <a:t>資料來源：</a:t>
            </a:r>
            <a:r>
              <a:rPr kumimoji="0" lang="en-US" altLang="zh-CN" sz="8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rPr>
              <a:t>Goldman Sachs</a:t>
            </a:r>
            <a:r>
              <a:rPr lang="zh-CN" altLang="en-US" sz="800">
                <a:solidFill>
                  <a:srgbClr val="515052"/>
                </a:solidFill>
                <a:latin typeface="微软雅黑" panose="020B0503020204020204" pitchFamily="34" charset="-122"/>
                <a:ea typeface="微软雅黑" panose="020B0503020204020204" pitchFamily="34" charset="-122"/>
              </a:rPr>
              <a:t>，截至</a:t>
            </a:r>
            <a:r>
              <a:rPr lang="en-US" altLang="zh-CN" sz="800">
                <a:solidFill>
                  <a:srgbClr val="515052"/>
                </a:solidFill>
                <a:latin typeface="微软雅黑" panose="020B0503020204020204" pitchFamily="34" charset="-122"/>
                <a:ea typeface="微软雅黑" panose="020B0503020204020204" pitchFamily="34" charset="-122"/>
              </a:rPr>
              <a:t>2026/6/30</a:t>
            </a:r>
            <a:endParaRPr kumimoji="0" sz="8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1294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16C36-47CF-536F-DD8F-E580CD7AE382}"/>
            </a:ext>
          </a:extLst>
        </p:cNvPr>
        <p:cNvGrpSpPr/>
        <p:nvPr/>
      </p:nvGrpSpPr>
      <p:grpSpPr>
        <a:xfrm>
          <a:off x="0" y="0"/>
          <a:ext cx="0" cy="0"/>
          <a:chOff x="0" y="0"/>
          <a:chExt cx="0" cy="0"/>
        </a:xfrm>
      </p:grpSpPr>
      <p:sp>
        <p:nvSpPr>
          <p:cNvPr id="34" name="标题 2">
            <a:extLst>
              <a:ext uri="{FF2B5EF4-FFF2-40B4-BE49-F238E27FC236}">
                <a16:creationId xmlns:a16="http://schemas.microsoft.com/office/drawing/2014/main" id="{06E384A8-31F3-8DA8-8DC0-C6FEFDD7259A}"/>
              </a:ext>
            </a:extLst>
          </p:cNvPr>
          <p:cNvSpPr txBox="1">
            <a:spLocks/>
          </p:cNvSpPr>
          <p:nvPr/>
        </p:nvSpPr>
        <p:spPr>
          <a:xfrm>
            <a:off x="722376" y="411480"/>
            <a:ext cx="10972800" cy="475488"/>
          </a:xfrm>
          <a:prstGeom prst="rect">
            <a:avLst/>
          </a:prstGeom>
        </p:spPr>
        <p:txBody>
          <a:bodyPr vert="horz" lIns="0" tIns="45720" rIns="0" bIns="45720" rtlCol="0" anchor="ctr">
            <a:spAutoFit/>
          </a:bodyPr>
          <a:lstStyle>
            <a:lvl1pPr algn="l" defTabSz="914400" rtl="0" eaLnBrk="1" latinLnBrk="0" hangingPunct="1">
              <a:lnSpc>
                <a:spcPct val="90000"/>
              </a:lnSpc>
              <a:spcBef>
                <a:spcPct val="0"/>
              </a:spcBef>
              <a:buNone/>
              <a:defRPr sz="3200" b="1" kern="1200">
                <a:solidFill>
                  <a:srgbClr val="306AB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2800" b="1" i="0" u="none" strike="noStrike" kern="1200" cap="none" spc="0" normalizeH="0" baseline="0" noProof="0">
                <a:ln>
                  <a:noFill/>
                </a:ln>
                <a:solidFill>
                  <a:srgbClr val="306AB2"/>
                </a:solidFill>
                <a:effectLst/>
                <a:uLnTx/>
                <a:uFillTx/>
                <a:latin typeface="Calibri"/>
                <a:ea typeface="微软雅黑"/>
                <a:cs typeface="+mn-ea"/>
                <a:sym typeface="+mn-lt"/>
              </a:rPr>
              <a:t>韓國國民年金基金（</a:t>
            </a:r>
            <a:r>
              <a:rPr kumimoji="0" lang="en-US" altLang="zh-CN" sz="2800" b="1" i="0" u="none" strike="noStrike" kern="1200" cap="none" spc="0" normalizeH="0" baseline="0" noProof="0">
                <a:ln>
                  <a:noFill/>
                </a:ln>
                <a:solidFill>
                  <a:srgbClr val="306AB2"/>
                </a:solidFill>
                <a:effectLst/>
                <a:uLnTx/>
                <a:uFillTx/>
                <a:latin typeface="Calibri"/>
                <a:ea typeface="微软雅黑"/>
                <a:cs typeface="+mn-ea"/>
                <a:sym typeface="+mn-lt"/>
              </a:rPr>
              <a:t>NPS</a:t>
            </a:r>
            <a:r>
              <a:rPr kumimoji="0" lang="zh-CN" altLang="en-US" sz="2800" b="1" i="0" u="none" strike="noStrike" kern="1200" cap="none" spc="0" normalizeH="0" baseline="0" noProof="0">
                <a:ln>
                  <a:noFill/>
                </a:ln>
                <a:solidFill>
                  <a:srgbClr val="306AB2"/>
                </a:solidFill>
                <a:effectLst/>
                <a:uLnTx/>
                <a:uFillTx/>
                <a:latin typeface="Calibri"/>
                <a:ea typeface="微软雅黑"/>
                <a:cs typeface="+mn-ea"/>
                <a:sym typeface="+mn-lt"/>
              </a:rPr>
              <a:t>）國內股票配置迎來重大利好</a:t>
            </a:r>
            <a:endParaRPr kumimoji="0" lang="en-US" altLang="zh-CN" sz="2800" b="1" i="0" u="none" strike="noStrike" kern="1200" cap="none" spc="0" normalizeH="0" baseline="0" noProof="0" dirty="0">
              <a:ln>
                <a:noFill/>
              </a:ln>
              <a:solidFill>
                <a:srgbClr val="306AB2"/>
              </a:solidFill>
              <a:effectLst/>
              <a:uLnTx/>
              <a:uFillTx/>
              <a:latin typeface="Calibri"/>
              <a:ea typeface="Microsoft JhengHei"/>
              <a:cs typeface="+mn-ea"/>
              <a:sym typeface="+mn-lt"/>
            </a:endParaRPr>
          </a:p>
        </p:txBody>
      </p:sp>
      <p:sp>
        <p:nvSpPr>
          <p:cNvPr id="36" name="TextBox 14">
            <a:extLst>
              <a:ext uri="{FF2B5EF4-FFF2-40B4-BE49-F238E27FC236}">
                <a16:creationId xmlns:a16="http://schemas.microsoft.com/office/drawing/2014/main" id="{3E870CE0-6E0E-03FD-9501-2795C49C96E5}"/>
              </a:ext>
            </a:extLst>
          </p:cNvPr>
          <p:cNvSpPr txBox="1"/>
          <p:nvPr/>
        </p:nvSpPr>
        <p:spPr>
          <a:xfrm>
            <a:off x="456721" y="817250"/>
            <a:ext cx="10992032" cy="1186222"/>
          </a:xfrm>
          <a:prstGeom prst="rect">
            <a:avLst/>
          </a:prstGeom>
          <a:noFill/>
        </p:spPr>
        <p:txBody>
          <a:bodyPr wrap="square" rtlCol="0">
            <a:spAutoFit/>
          </a:bodyPr>
          <a:lstStyle/>
          <a:p>
            <a:pPr marL="171450" marR="0" lvl="0" indent="-171450" algn="l" defTabSz="914400" rtl="0" eaLnBrk="1" fontAlgn="auto" latinLnBrk="0" hangingPunct="1">
              <a:lnSpc>
                <a:spcPct val="130000"/>
              </a:lnSpc>
              <a:spcBef>
                <a:spcPts val="0"/>
              </a:spcBef>
              <a:spcAft>
                <a:spcPts val="600"/>
              </a:spcAft>
              <a:buClrTx/>
              <a:buSzTx/>
              <a:buFont typeface="Wingdings" panose="05000000000000000000" pitchFamily="2" charset="2"/>
              <a:buChar char="§"/>
              <a:tabLst/>
              <a:defRPr/>
            </a:pPr>
            <a:r>
              <a:rPr kumimoji="0" lang="zh-CN" altLang="en-US" sz="1200" b="0" i="0" u="none" strike="noStrike" kern="1200" cap="none" spc="0" normalizeH="0" baseline="0" noProof="0">
                <a:ln>
                  <a:noFill/>
                </a:ln>
                <a:solidFill>
                  <a:srgbClr val="515052">
                    <a:lumMod val="50000"/>
                  </a:srgbClr>
                </a:solidFill>
                <a:effectLst/>
                <a:uLnTx/>
                <a:uFillTx/>
                <a:latin typeface="Calibri"/>
                <a:ea typeface="微软雅黑" panose="020B0503020204020204" pitchFamily="34" charset="-122"/>
                <a:cs typeface="+mn-cs"/>
                <a:sym typeface="+mn-lt"/>
              </a:rPr>
              <a:t>作爲全球頭部養老基金，韓國國民年金基金</a:t>
            </a:r>
            <a:r>
              <a:rPr kumimoji="0" lang="en-US" altLang="zh-CN" sz="1200" b="0" i="0" u="none" strike="noStrike" kern="1200" cap="none" spc="0" normalizeH="0" baseline="0" noProof="0">
                <a:ln>
                  <a:noFill/>
                </a:ln>
                <a:solidFill>
                  <a:srgbClr val="515052">
                    <a:lumMod val="50000"/>
                  </a:srgbClr>
                </a:solidFill>
                <a:effectLst/>
                <a:uLnTx/>
                <a:uFillTx/>
                <a:latin typeface="Calibri"/>
                <a:ea typeface="微软雅黑" panose="020B0503020204020204" pitchFamily="34" charset="-122"/>
                <a:cs typeface="+mn-cs"/>
                <a:sym typeface="+mn-lt"/>
              </a:rPr>
              <a:t>NPS</a:t>
            </a:r>
            <a:r>
              <a:rPr kumimoji="0" lang="zh-CN" altLang="en-US" sz="1200" b="0" i="0" u="none" strike="noStrike" kern="1200" cap="none" spc="0" normalizeH="0" baseline="0" noProof="0" dirty="0">
                <a:ln>
                  <a:noFill/>
                </a:ln>
                <a:solidFill>
                  <a:srgbClr val="515052">
                    <a:lumMod val="50000"/>
                  </a:srgbClr>
                </a:solidFill>
                <a:effectLst/>
                <a:uLnTx/>
                <a:uFillTx/>
                <a:latin typeface="Calibri"/>
                <a:ea typeface="微软雅黑" panose="020B0503020204020204" pitchFamily="34" charset="-122"/>
                <a:cs typeface="+mn-cs"/>
                <a:sym typeface="+mn-lt"/>
              </a:rPr>
              <a:t>截至</a:t>
            </a:r>
            <a:r>
              <a:rPr kumimoji="0" lang="en-US" altLang="zh-CN" sz="1200" b="1" i="0" u="none" strike="noStrike" kern="1200" cap="none" spc="0" normalizeH="0" baseline="0" noProof="0" dirty="0">
                <a:ln>
                  <a:noFill/>
                </a:ln>
                <a:solidFill>
                  <a:srgbClr val="2660AD"/>
                </a:solidFill>
                <a:effectLst/>
                <a:uLnTx/>
                <a:uFillTx/>
                <a:latin typeface="Calibri"/>
                <a:ea typeface="微软雅黑" panose="020B0503020204020204" pitchFamily="34" charset="-122"/>
                <a:cs typeface="+mn-cs"/>
                <a:sym typeface="+mn-lt"/>
              </a:rPr>
              <a:t>2026</a:t>
            </a:r>
            <a:r>
              <a:rPr kumimoji="0" lang="zh-CN" altLang="en-US" sz="12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sym typeface="+mn-lt"/>
              </a:rPr>
              <a:t>年</a:t>
            </a:r>
            <a:r>
              <a:rPr kumimoji="0" lang="en-US" altLang="zh-CN" sz="12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sym typeface="+mn-lt"/>
              </a:rPr>
              <a:t>5</a:t>
            </a:r>
            <a:r>
              <a:rPr kumimoji="0" lang="zh-CN" altLang="en-US" sz="12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sym typeface="+mn-lt"/>
              </a:rPr>
              <a:t>月初總規模約</a:t>
            </a:r>
            <a:r>
              <a:rPr kumimoji="0" lang="en-US" altLang="zh-CN" sz="12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sym typeface="+mn-lt"/>
              </a:rPr>
              <a:t>1,700</a:t>
            </a:r>
            <a:r>
              <a:rPr kumimoji="0" lang="zh-CN" altLang="en-US" sz="12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sym typeface="+mn-lt"/>
              </a:rPr>
              <a:t>萬億韓元（約</a:t>
            </a:r>
            <a:r>
              <a:rPr kumimoji="0" lang="en-US" altLang="zh-CN" sz="12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sym typeface="+mn-lt"/>
              </a:rPr>
              <a:t>1.16</a:t>
            </a:r>
            <a:r>
              <a:rPr kumimoji="0" lang="zh-CN" altLang="en-US" sz="12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sym typeface="+mn-lt"/>
              </a:rPr>
              <a:t>萬億美元），</a:t>
            </a:r>
            <a:r>
              <a:rPr kumimoji="0" lang="zh-CN" altLang="en-US" sz="1200" b="0" i="0" u="none" strike="noStrike" kern="1200" cap="none" spc="0" normalizeH="0" baseline="0" noProof="0">
                <a:ln>
                  <a:noFill/>
                </a:ln>
                <a:solidFill>
                  <a:srgbClr val="515052">
                    <a:lumMod val="50000"/>
                  </a:srgbClr>
                </a:solidFill>
                <a:effectLst/>
                <a:uLnTx/>
                <a:uFillTx/>
                <a:latin typeface="Calibri"/>
                <a:ea typeface="微软雅黑" panose="020B0503020204020204" pitchFamily="34" charset="-122"/>
                <a:cs typeface="+mn-cs"/>
                <a:sym typeface="+mn-lt"/>
              </a:rPr>
              <a:t>是韓國資本市場最重要的機構投資者之一。</a:t>
            </a:r>
            <a:endParaRPr kumimoji="0" lang="en-HK" altLang="zh-CN" sz="1200" b="0" i="0" u="none" strike="noStrike" kern="1200" cap="none" spc="0" normalizeH="0" baseline="0" noProof="0" dirty="0">
              <a:ln>
                <a:noFill/>
              </a:ln>
              <a:solidFill>
                <a:srgbClr val="515052">
                  <a:lumMod val="50000"/>
                </a:srgbClr>
              </a:solidFill>
              <a:effectLst/>
              <a:uLnTx/>
              <a:uFillTx/>
              <a:latin typeface="Calibri"/>
              <a:ea typeface="微软雅黑" panose="020B0503020204020204" pitchFamily="34" charset="-122"/>
              <a:cs typeface="+mn-cs"/>
              <a:sym typeface="+mn-lt"/>
            </a:endParaRPr>
          </a:p>
          <a:p>
            <a:pPr marL="171450" marR="0" lvl="0" indent="-171450" algn="l" defTabSz="914400" rtl="0" eaLnBrk="1" fontAlgn="auto" latinLnBrk="0" hangingPunct="1">
              <a:lnSpc>
                <a:spcPct val="130000"/>
              </a:lnSpc>
              <a:spcBef>
                <a:spcPts val="0"/>
              </a:spcBef>
              <a:spcAft>
                <a:spcPts val="600"/>
              </a:spcAft>
              <a:buClrTx/>
              <a:buSzTx/>
              <a:buFont typeface="Wingdings" panose="05000000000000000000" pitchFamily="2" charset="2"/>
              <a:buChar char="§"/>
              <a:tabLst/>
              <a:defRPr/>
            </a:pPr>
            <a:r>
              <a:rPr kumimoji="0" lang="en-US" altLang="zh-CN" sz="1200" b="0" i="0" u="none" strike="noStrike" kern="1200" cap="none" spc="0" normalizeH="0" baseline="0" noProof="0" dirty="0">
                <a:ln>
                  <a:noFill/>
                </a:ln>
                <a:solidFill>
                  <a:srgbClr val="515052">
                    <a:lumMod val="50000"/>
                  </a:srgbClr>
                </a:solidFill>
                <a:effectLst/>
                <a:uLnTx/>
                <a:uFillTx/>
                <a:latin typeface="Calibri"/>
                <a:ea typeface="微软雅黑" panose="020B0503020204020204" pitchFamily="34" charset="-122"/>
                <a:cs typeface="+mn-cs"/>
                <a:sym typeface="+mn-lt"/>
              </a:rPr>
              <a:t>5</a:t>
            </a:r>
            <a:r>
              <a:rPr kumimoji="0" lang="zh-CN" altLang="en-US" sz="1200" b="0" i="0" u="none" strike="noStrike" kern="1200" cap="none" spc="0" normalizeH="0" baseline="0" noProof="0" dirty="0">
                <a:ln>
                  <a:noFill/>
                </a:ln>
                <a:solidFill>
                  <a:srgbClr val="515052">
                    <a:lumMod val="50000"/>
                  </a:srgbClr>
                </a:solidFill>
                <a:effectLst/>
                <a:uLnTx/>
                <a:uFillTx/>
                <a:latin typeface="Calibri"/>
                <a:ea typeface="微软雅黑" panose="020B0503020204020204" pitchFamily="34" charset="-122"/>
                <a:cs typeface="+mn-cs"/>
                <a:sym typeface="+mn-lt"/>
              </a:rPr>
              <a:t>月</a:t>
            </a:r>
            <a:r>
              <a:rPr kumimoji="0" lang="en-US" altLang="zh-CN" sz="1200" b="0" i="0" u="none" strike="noStrike" kern="1200" cap="none" spc="0" normalizeH="0" baseline="0" noProof="0" dirty="0">
                <a:ln>
                  <a:noFill/>
                </a:ln>
                <a:solidFill>
                  <a:srgbClr val="515052">
                    <a:lumMod val="50000"/>
                  </a:srgbClr>
                </a:solidFill>
                <a:effectLst/>
                <a:uLnTx/>
                <a:uFillTx/>
                <a:latin typeface="Calibri"/>
                <a:ea typeface="微软雅黑" panose="020B0503020204020204" pitchFamily="34" charset="-122"/>
                <a:cs typeface="+mn-cs"/>
                <a:sym typeface="+mn-lt"/>
              </a:rPr>
              <a:t>28</a:t>
            </a:r>
            <a:r>
              <a:rPr kumimoji="0" lang="zh-CN" altLang="en-US" sz="1200" b="0" i="0" u="none" strike="noStrike" kern="1200" cap="none" spc="0" normalizeH="0" baseline="0" noProof="0" dirty="0">
                <a:ln>
                  <a:noFill/>
                </a:ln>
                <a:solidFill>
                  <a:srgbClr val="515052">
                    <a:lumMod val="50000"/>
                  </a:srgbClr>
                </a:solidFill>
                <a:effectLst/>
                <a:uLnTx/>
                <a:uFillTx/>
                <a:latin typeface="Calibri"/>
                <a:ea typeface="微软雅黑" panose="020B0503020204020204" pitchFamily="34" charset="-122"/>
                <a:cs typeface="+mn-cs"/>
                <a:sym typeface="+mn-lt"/>
              </a:rPr>
              <a:t>日</a:t>
            </a:r>
            <a:r>
              <a:rPr kumimoji="0" lang="zh-CN" altLang="en-US" sz="1200" b="0" i="0" u="none" strike="noStrike" kern="1200" cap="none" spc="0" normalizeH="0" baseline="0" noProof="0">
                <a:ln>
                  <a:noFill/>
                </a:ln>
                <a:solidFill>
                  <a:srgbClr val="515052">
                    <a:lumMod val="50000"/>
                  </a:srgbClr>
                </a:solidFill>
                <a:effectLst/>
                <a:uLnTx/>
                <a:uFillTx/>
                <a:latin typeface="Calibri"/>
                <a:ea typeface="微软雅黑" panose="020B0503020204020204" pitchFamily="34" charset="-122"/>
                <a:cs typeface="+mn-cs"/>
                <a:sym typeface="+mn-lt"/>
              </a:rPr>
              <a:t>，</a:t>
            </a:r>
            <a:r>
              <a:rPr kumimoji="0" lang="en-US" altLang="zh-CN" sz="1200" b="0" i="0" u="none" strike="noStrike" kern="1200" cap="none" spc="0" normalizeH="0" baseline="0" noProof="0">
                <a:ln>
                  <a:noFill/>
                </a:ln>
                <a:solidFill>
                  <a:srgbClr val="515052">
                    <a:lumMod val="50000"/>
                  </a:srgbClr>
                </a:solidFill>
                <a:effectLst/>
                <a:uLnTx/>
                <a:uFillTx/>
                <a:latin typeface="Calibri"/>
                <a:ea typeface="微软雅黑" panose="020B0503020204020204" pitchFamily="34" charset="-122"/>
                <a:cs typeface="+mn-cs"/>
                <a:sym typeface="+mn-lt"/>
              </a:rPr>
              <a:t>NPS</a:t>
            </a:r>
            <a:r>
              <a:rPr kumimoji="0" lang="zh-CN" altLang="en-US" sz="1200" b="0" i="0" u="none" strike="noStrike" kern="1200" cap="none" spc="0" normalizeH="0" baseline="0" noProof="0">
                <a:ln>
                  <a:noFill/>
                </a:ln>
                <a:solidFill>
                  <a:srgbClr val="515052">
                    <a:lumMod val="50000"/>
                  </a:srgbClr>
                </a:solidFill>
                <a:effectLst/>
                <a:uLnTx/>
                <a:uFillTx/>
                <a:latin typeface="Calibri"/>
                <a:ea typeface="微软雅黑" panose="020B0503020204020204" pitchFamily="34" charset="-122"/>
                <a:cs typeface="+mn-cs"/>
                <a:sym typeface="+mn-lt"/>
              </a:rPr>
              <a:t>基金委已確認</a:t>
            </a:r>
            <a:r>
              <a:rPr kumimoji="0" lang="zh-CN" altLang="en-US" sz="12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sym typeface="+mn-lt"/>
              </a:rPr>
              <a:t>將國內股票配置目標從</a:t>
            </a:r>
            <a:r>
              <a:rPr kumimoji="0" lang="en-US" altLang="zh-CN" sz="12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sym typeface="+mn-lt"/>
              </a:rPr>
              <a:t>14.9%</a:t>
            </a:r>
            <a:r>
              <a:rPr kumimoji="0" lang="zh-CN" altLang="en-US" sz="12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sym typeface="+mn-lt"/>
              </a:rPr>
              <a:t>上調至</a:t>
            </a:r>
            <a:r>
              <a:rPr kumimoji="0" lang="en-US" altLang="zh-CN" sz="12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sym typeface="+mn-lt"/>
              </a:rPr>
              <a:t>20.8%</a:t>
            </a:r>
            <a:r>
              <a:rPr kumimoji="0" lang="zh-CN" altLang="en-US" sz="12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sym typeface="+mn-lt"/>
              </a:rPr>
              <a:t>，</a:t>
            </a:r>
            <a:r>
              <a:rPr kumimoji="0" lang="zh-CN" altLang="en-US" sz="1200" b="0" i="0" u="none" strike="noStrike" kern="1200" cap="none" spc="0" normalizeH="0" baseline="0" noProof="0">
                <a:ln>
                  <a:noFill/>
                </a:ln>
                <a:solidFill>
                  <a:srgbClr val="515052">
                    <a:lumMod val="50000"/>
                  </a:srgbClr>
                </a:solidFill>
                <a:effectLst/>
                <a:uLnTx/>
                <a:uFillTx/>
                <a:latin typeface="Calibri"/>
                <a:ea typeface="微软雅黑" panose="020B0503020204020204" pitchFamily="34" charset="-122"/>
                <a:cs typeface="+mn-cs"/>
                <a:sym typeface="+mn-lt"/>
              </a:rPr>
              <a:t>幷同步推進再平衡豁免和相關配置規則調整，以避免機械性賣壓衝擊市場。此次上調意味著</a:t>
            </a:r>
            <a:r>
              <a:rPr kumimoji="0" lang="en-US" altLang="zh-CN" sz="1200" b="0" i="0" u="none" strike="noStrike" kern="1200" cap="none" spc="0" normalizeH="0" baseline="0" noProof="0">
                <a:ln>
                  <a:noFill/>
                </a:ln>
                <a:solidFill>
                  <a:srgbClr val="515052">
                    <a:lumMod val="50000"/>
                  </a:srgbClr>
                </a:solidFill>
                <a:effectLst/>
                <a:uLnTx/>
                <a:uFillTx/>
                <a:latin typeface="Calibri"/>
                <a:ea typeface="微软雅黑" panose="020B0503020204020204" pitchFamily="34" charset="-122"/>
                <a:cs typeface="+mn-cs"/>
                <a:sym typeface="+mn-lt"/>
              </a:rPr>
              <a:t>NPS</a:t>
            </a:r>
            <a:r>
              <a:rPr kumimoji="0" lang="zh-CN" altLang="en-US" sz="1200" b="0" i="0" u="none" strike="noStrike" kern="1200" cap="none" spc="0" normalizeH="0" baseline="0" noProof="0">
                <a:ln>
                  <a:noFill/>
                </a:ln>
                <a:solidFill>
                  <a:srgbClr val="515052">
                    <a:lumMod val="50000"/>
                  </a:srgbClr>
                </a:solidFill>
                <a:effectLst/>
                <a:uLnTx/>
                <a:uFillTx/>
                <a:latin typeface="Calibri"/>
                <a:ea typeface="微软雅黑" panose="020B0503020204020204" pitchFamily="34" charset="-122"/>
                <a:cs typeface="+mn-cs"/>
                <a:sym typeface="+mn-lt"/>
              </a:rPr>
              <a:t>對本土市場的支撑力度進一步增强，尤其對</a:t>
            </a:r>
            <a:r>
              <a:rPr kumimoji="0" lang="en-US" altLang="zh-CN" sz="1200" b="0" i="0" u="none" strike="noStrike" kern="1200" cap="none" spc="0" normalizeH="0" baseline="0" noProof="0">
                <a:ln>
                  <a:noFill/>
                </a:ln>
                <a:solidFill>
                  <a:srgbClr val="515052">
                    <a:lumMod val="50000"/>
                  </a:srgbClr>
                </a:solidFill>
                <a:effectLst/>
                <a:uLnTx/>
                <a:uFillTx/>
                <a:latin typeface="Calibri"/>
                <a:ea typeface="微软雅黑" panose="020B0503020204020204" pitchFamily="34" charset="-122"/>
                <a:cs typeface="+mn-cs"/>
                <a:sym typeface="+mn-lt"/>
              </a:rPr>
              <a:t>KOSPI</a:t>
            </a:r>
            <a:r>
              <a:rPr kumimoji="0" lang="zh-CN" altLang="en-US" sz="1200" b="0" i="0" u="none" strike="noStrike" kern="1200" cap="none" spc="0" normalizeH="0" baseline="0" noProof="0">
                <a:ln>
                  <a:noFill/>
                </a:ln>
                <a:solidFill>
                  <a:srgbClr val="515052">
                    <a:lumMod val="50000"/>
                  </a:srgbClr>
                </a:solidFill>
                <a:effectLst/>
                <a:uLnTx/>
                <a:uFillTx/>
                <a:latin typeface="Calibri"/>
                <a:ea typeface="微软雅黑" panose="020B0503020204020204" pitchFamily="34" charset="-122"/>
                <a:cs typeface="+mn-cs"/>
                <a:sym typeface="+mn-lt"/>
              </a:rPr>
              <a:t>權重股以及三星電子、</a:t>
            </a:r>
            <a:r>
              <a:rPr kumimoji="0" lang="en-US" altLang="zh-CN" sz="1200" b="0" i="0" u="none" strike="noStrike" kern="1200" cap="none" spc="0" normalizeH="0" baseline="0" noProof="0">
                <a:ln>
                  <a:noFill/>
                </a:ln>
                <a:solidFill>
                  <a:srgbClr val="515052">
                    <a:lumMod val="50000"/>
                  </a:srgbClr>
                </a:solidFill>
                <a:effectLst/>
                <a:uLnTx/>
                <a:uFillTx/>
                <a:latin typeface="Calibri"/>
                <a:ea typeface="微软雅黑" panose="020B0503020204020204" pitchFamily="34" charset="-122"/>
                <a:cs typeface="+mn-cs"/>
                <a:sym typeface="+mn-lt"/>
              </a:rPr>
              <a:t>SK</a:t>
            </a:r>
            <a:r>
              <a:rPr kumimoji="0" lang="zh-CN" altLang="en-US" sz="1200" b="0" i="0" u="none" strike="noStrike" kern="1200" cap="none" spc="0" normalizeH="0" baseline="0" noProof="0">
                <a:ln>
                  <a:noFill/>
                </a:ln>
                <a:solidFill>
                  <a:srgbClr val="515052">
                    <a:lumMod val="50000"/>
                  </a:srgbClr>
                </a:solidFill>
                <a:effectLst/>
                <a:uLnTx/>
                <a:uFillTx/>
                <a:latin typeface="Calibri"/>
                <a:ea typeface="微软雅黑" panose="020B0503020204020204" pitchFamily="34" charset="-122"/>
                <a:cs typeface="+mn-cs"/>
                <a:sym typeface="+mn-lt"/>
              </a:rPr>
              <a:t>海力士等半導體龍頭形成明顯利好。</a:t>
            </a:r>
            <a:endParaRPr kumimoji="0" lang="en-HK" altLang="zh-CN" sz="1200" b="0" i="0" u="none" strike="noStrike" kern="1200" cap="none" spc="0" normalizeH="0" baseline="0" noProof="0" dirty="0">
              <a:ln>
                <a:noFill/>
              </a:ln>
              <a:solidFill>
                <a:srgbClr val="515052">
                  <a:lumMod val="50000"/>
                </a:srgbClr>
              </a:solidFill>
              <a:effectLst/>
              <a:uLnTx/>
              <a:uFillTx/>
              <a:latin typeface="Calibri"/>
              <a:ea typeface="微软雅黑" panose="020B0503020204020204" pitchFamily="34" charset="-122"/>
              <a:cs typeface="+mn-cs"/>
              <a:sym typeface="+mn-lt"/>
            </a:endParaRPr>
          </a:p>
          <a:p>
            <a:pPr marL="171450" marR="0" lvl="0" indent="-171450" algn="l" defTabSz="914400" rtl="0" eaLnBrk="1" fontAlgn="auto" latinLnBrk="0" hangingPunct="1">
              <a:lnSpc>
                <a:spcPct val="130000"/>
              </a:lnSpc>
              <a:spcBef>
                <a:spcPts val="0"/>
              </a:spcBef>
              <a:spcAft>
                <a:spcPts val="600"/>
              </a:spcAft>
              <a:buClrTx/>
              <a:buSzTx/>
              <a:buFont typeface="Wingdings" panose="05000000000000000000" pitchFamily="2" charset="2"/>
              <a:buChar char="§"/>
              <a:tabLst/>
              <a:defRPr/>
            </a:pPr>
            <a:r>
              <a:rPr kumimoji="0" lang="zh-CN" altLang="en-US" sz="1200" b="0" i="0" u="none" strike="noStrike" kern="1200" cap="none" spc="0" normalizeH="0" baseline="0" noProof="0">
                <a:ln>
                  <a:noFill/>
                </a:ln>
                <a:solidFill>
                  <a:srgbClr val="515052">
                    <a:lumMod val="50000"/>
                  </a:srgbClr>
                </a:solidFill>
                <a:effectLst/>
                <a:uLnTx/>
                <a:uFillTx/>
                <a:latin typeface="Calibri"/>
                <a:ea typeface="微软雅黑" panose="020B0503020204020204" pitchFamily="34" charset="-122"/>
                <a:cs typeface="+mn-cs"/>
                <a:sym typeface="+mn-lt"/>
              </a:rPr>
              <a:t>同時，海外股票配置被下調，也</a:t>
            </a:r>
            <a:r>
              <a:rPr kumimoji="0" lang="zh-CN" altLang="en-US" sz="12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sym typeface="+mn-lt"/>
              </a:rPr>
              <a:t>體現出資金回流本土市場的傾向更加明確，</a:t>
            </a:r>
            <a:r>
              <a:rPr kumimoji="0" lang="zh-CN" altLang="en-US" sz="1200" b="0" i="0" u="none" strike="noStrike" kern="1200" cap="none" spc="0" normalizeH="0" baseline="0" noProof="0">
                <a:ln>
                  <a:noFill/>
                </a:ln>
                <a:solidFill>
                  <a:srgbClr val="515052">
                    <a:lumMod val="50000"/>
                  </a:srgbClr>
                </a:solidFill>
                <a:effectLst/>
                <a:uLnTx/>
                <a:uFillTx/>
                <a:latin typeface="Calibri"/>
                <a:ea typeface="微软雅黑" panose="020B0503020204020204" pitchFamily="34" charset="-122"/>
                <a:cs typeface="+mn-cs"/>
                <a:sym typeface="+mn-lt"/>
              </a:rPr>
              <a:t>有助于提升市場流動性、增强股市基礎，</a:t>
            </a:r>
            <a:r>
              <a:rPr kumimoji="0" lang="zh-CN" altLang="en-US" sz="1200" b="1" i="0" u="none" strike="noStrike" kern="1200" cap="none" spc="0" normalizeH="0" baseline="0" noProof="0">
                <a:ln>
                  <a:noFill/>
                </a:ln>
                <a:solidFill>
                  <a:srgbClr val="2660AD"/>
                </a:solidFill>
                <a:effectLst/>
                <a:uLnTx/>
                <a:uFillTx/>
                <a:latin typeface="Calibri"/>
                <a:ea typeface="微软雅黑" panose="020B0503020204020204" pitchFamily="34" charset="-122"/>
                <a:cs typeface="+mn-cs"/>
                <a:sym typeface="+mn-lt"/>
              </a:rPr>
              <a:t>整體構成韓國資本市場的</a:t>
            </a:r>
            <a:r>
              <a:rPr kumimoji="0" lang="zh-CN" altLang="en-US" sz="1200" b="1" i="0" u="none" strike="noStrike" kern="1200" cap="none" spc="0" normalizeH="0" baseline="0" noProof="0" dirty="0">
                <a:ln>
                  <a:noFill/>
                </a:ln>
                <a:solidFill>
                  <a:srgbClr val="2660AD"/>
                </a:solidFill>
                <a:effectLst/>
                <a:uLnTx/>
                <a:uFillTx/>
                <a:latin typeface="Calibri"/>
                <a:ea typeface="微软雅黑" panose="020B0503020204020204" pitchFamily="34" charset="-122"/>
                <a:cs typeface="+mn-cs"/>
                <a:sym typeface="+mn-lt"/>
              </a:rPr>
              <a:t>重要利好。</a:t>
            </a:r>
            <a:endParaRPr kumimoji="0" lang="zh-Hans" altLang="en-US" sz="1200" b="1" i="0" u="none" strike="noStrike" kern="1200" cap="none" spc="0" normalizeH="0" baseline="0" noProof="0" dirty="0">
              <a:ln>
                <a:noFill/>
              </a:ln>
              <a:solidFill>
                <a:srgbClr val="2660AD"/>
              </a:solidFill>
              <a:effectLst/>
              <a:uLnTx/>
              <a:uFillTx/>
              <a:latin typeface="Calibri"/>
              <a:ea typeface="微软雅黑" panose="020B0503020204020204" pitchFamily="34" charset="-122"/>
              <a:cs typeface="+mn-cs"/>
              <a:sym typeface="+mn-lt"/>
            </a:endParaRPr>
          </a:p>
        </p:txBody>
      </p:sp>
      <p:sp>
        <p:nvSpPr>
          <p:cNvPr id="40" name="Rectangle 39">
            <a:extLst>
              <a:ext uri="{FF2B5EF4-FFF2-40B4-BE49-F238E27FC236}">
                <a16:creationId xmlns:a16="http://schemas.microsoft.com/office/drawing/2014/main" id="{D3C43929-95A0-627D-A514-74CC00EF2A09}"/>
              </a:ext>
            </a:extLst>
          </p:cNvPr>
          <p:cNvSpPr/>
          <p:nvPr/>
        </p:nvSpPr>
        <p:spPr>
          <a:xfrm>
            <a:off x="456721" y="6299132"/>
            <a:ext cx="10742650"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800" b="0" i="0" u="none" strike="noStrike" kern="1200" cap="none" spc="0" normalizeH="0" baseline="0" noProof="0">
                <a:ln>
                  <a:noFill/>
                </a:ln>
                <a:solidFill>
                  <a:srgbClr val="404F56"/>
                </a:solidFill>
                <a:effectLst/>
                <a:uLnTx/>
                <a:uFillTx/>
                <a:latin typeface="微软雅黑" panose="020B0503020204020204" pitchFamily="34" charset="-122"/>
                <a:ea typeface="微软雅黑" panose="020B0503020204020204" pitchFamily="34" charset="-122"/>
                <a:cs typeface="+mn-ea"/>
                <a:sym typeface="+mn-lt"/>
              </a:rPr>
              <a:t>資料來源：財聯社，韓國國民年金基金</a:t>
            </a:r>
            <a:endParaRPr kumimoji="0" lang="zh-Hans" altLang="en-US" sz="800" b="0" i="0" u="none" strike="noStrike" kern="1200" cap="none" spc="0" normalizeH="0" baseline="0" noProof="0" dirty="0">
              <a:ln>
                <a:noFill/>
              </a:ln>
              <a:solidFill>
                <a:srgbClr val="404F56"/>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2" name="iṣľîḓe">
            <a:extLst>
              <a:ext uri="{FF2B5EF4-FFF2-40B4-BE49-F238E27FC236}">
                <a16:creationId xmlns:a16="http://schemas.microsoft.com/office/drawing/2014/main" id="{E693291B-2AE2-A7C5-0F98-F6982B4534D2}"/>
              </a:ext>
            </a:extLst>
          </p:cNvPr>
          <p:cNvSpPr/>
          <p:nvPr/>
        </p:nvSpPr>
        <p:spPr>
          <a:xfrm>
            <a:off x="663319" y="2442426"/>
            <a:ext cx="4390070" cy="4027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457200" marR="0" lvl="1" indent="0" algn="ctr" defTabSz="914400" rtl="0" eaLnBrk="1" fontAlgn="auto" latinLnBrk="0" hangingPunct="1">
              <a:lnSpc>
                <a:spcPct val="100000"/>
              </a:lnSpc>
              <a:spcBef>
                <a:spcPts val="0"/>
              </a:spcBef>
              <a:spcAft>
                <a:spcPts val="0"/>
              </a:spcAft>
              <a:buClrTx/>
              <a:buSzTx/>
              <a:buFontTx/>
              <a:buNone/>
              <a:tabLst/>
              <a:defRPr/>
            </a:pPr>
            <a:r>
              <a:rPr kumimoji="1" lang="zh-CN" altLang="en-US"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國內股票當前配置</a:t>
            </a:r>
            <a:endParaRPr kumimoji="1" lang="zh-Hans" alt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endParaRPr>
          </a:p>
        </p:txBody>
      </p:sp>
      <p:sp>
        <p:nvSpPr>
          <p:cNvPr id="10" name="iṣľîḓe">
            <a:extLst>
              <a:ext uri="{FF2B5EF4-FFF2-40B4-BE49-F238E27FC236}">
                <a16:creationId xmlns:a16="http://schemas.microsoft.com/office/drawing/2014/main" id="{45E3B3B4-F6C7-3E17-8BDC-8DD5AE50D0FF}"/>
              </a:ext>
            </a:extLst>
          </p:cNvPr>
          <p:cNvSpPr/>
          <p:nvPr/>
        </p:nvSpPr>
        <p:spPr>
          <a:xfrm>
            <a:off x="6330597" y="2358026"/>
            <a:ext cx="4868774" cy="4027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國民年金基金調整權益配置，國內股票權重上調</a:t>
            </a:r>
            <a:endParaRPr kumimoji="1" lang="zh-Hans" alt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endParaRPr>
          </a:p>
        </p:txBody>
      </p:sp>
      <p:pic>
        <p:nvPicPr>
          <p:cNvPr id="6" name="Picture 5">
            <a:extLst>
              <a:ext uri="{FF2B5EF4-FFF2-40B4-BE49-F238E27FC236}">
                <a16:creationId xmlns:a16="http://schemas.microsoft.com/office/drawing/2014/main" id="{04DA7740-ED5A-7280-238A-4373D5698F93}"/>
              </a:ext>
            </a:extLst>
          </p:cNvPr>
          <p:cNvPicPr>
            <a:picLocks noChangeAspect="1"/>
          </p:cNvPicPr>
          <p:nvPr/>
        </p:nvPicPr>
        <p:blipFill>
          <a:blip r:embed="rId4"/>
          <a:stretch>
            <a:fillRect/>
          </a:stretch>
        </p:blipFill>
        <p:spPr>
          <a:xfrm>
            <a:off x="1642667" y="2732314"/>
            <a:ext cx="2742142" cy="3384652"/>
          </a:xfrm>
          <a:prstGeom prst="rect">
            <a:avLst/>
          </a:prstGeom>
        </p:spPr>
      </p:pic>
      <p:pic>
        <p:nvPicPr>
          <p:cNvPr id="11" name="Picture 10">
            <a:extLst>
              <a:ext uri="{FF2B5EF4-FFF2-40B4-BE49-F238E27FC236}">
                <a16:creationId xmlns:a16="http://schemas.microsoft.com/office/drawing/2014/main" id="{FBBBA5EB-BC75-BA8B-8DB8-6563A0087523}"/>
              </a:ext>
            </a:extLst>
          </p:cNvPr>
          <p:cNvPicPr>
            <a:picLocks noChangeAspect="1"/>
          </p:cNvPicPr>
          <p:nvPr/>
        </p:nvPicPr>
        <p:blipFill>
          <a:blip r:embed="rId5"/>
          <a:stretch>
            <a:fillRect/>
          </a:stretch>
        </p:blipFill>
        <p:spPr>
          <a:xfrm>
            <a:off x="3693667" y="5729989"/>
            <a:ext cx="214304" cy="626425"/>
          </a:xfrm>
          <a:prstGeom prst="rect">
            <a:avLst/>
          </a:prstGeom>
        </p:spPr>
      </p:pic>
      <p:pic>
        <p:nvPicPr>
          <p:cNvPr id="8" name="Picture 7">
            <a:extLst>
              <a:ext uri="{FF2B5EF4-FFF2-40B4-BE49-F238E27FC236}">
                <a16:creationId xmlns:a16="http://schemas.microsoft.com/office/drawing/2014/main" id="{32FC0E41-D69B-7421-39F8-BFC432EACF42}"/>
              </a:ext>
            </a:extLst>
          </p:cNvPr>
          <p:cNvPicPr>
            <a:picLocks noChangeAspect="1"/>
          </p:cNvPicPr>
          <p:nvPr/>
        </p:nvPicPr>
        <p:blipFill>
          <a:blip r:embed="rId6"/>
          <a:stretch>
            <a:fillRect/>
          </a:stretch>
        </p:blipFill>
        <p:spPr>
          <a:xfrm>
            <a:off x="5828046" y="2851510"/>
            <a:ext cx="6075239" cy="2605145"/>
          </a:xfrm>
          <a:prstGeom prst="rect">
            <a:avLst/>
          </a:prstGeom>
        </p:spPr>
      </p:pic>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41" name="LogoPic" descr="image.png"/>
          <p:cNvPicPr>
            <a:picLocks noChangeAspect="1"/>
          </p:cNvPicPr>
          <p:nvPr/>
        </p:nvPicPr>
        <p:blipFill rotWithShape="1">
          <a:blip r:embed="rId7"/>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B69EFFFE-44C2-4F15-9B41-B267A2FAF52F}" type="slidenum">
              <a:rPr lang="en-US" sz="1000" dirty="0">
                <a:solidFill>
                  <a:srgbClr val="FFFFFF"/>
                </a:solidFill>
                <a:latin typeface="Calibri"/>
                <a:ea typeface="微软雅黑"/>
              </a:rPr>
              <a:t>33</a:t>
            </a:fld>
            <a:endParaRPr lang="en-US" sz="1000" dirty="0">
              <a:solidFill>
                <a:srgbClr val="FFFFFF"/>
              </a:solidFill>
              <a:latin typeface="Calibri"/>
              <a:ea typeface="微软雅黑"/>
            </a:endParaRPr>
          </a:p>
        </p:txBody>
      </p:sp>
    </p:spTree>
    <p:custDataLst>
      <p:tags r:id="rId1"/>
    </p:custDataLst>
    <p:extLst>
      <p:ext uri="{BB962C8B-B14F-4D97-AF65-F5344CB8AC3E}">
        <p14:creationId xmlns:p14="http://schemas.microsoft.com/office/powerpoint/2010/main" val="26902894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CD9A6099-2380-28AB-FA2E-D946C6656EDF}"/>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28FB02FE-98B2-7FA4-A372-68EDE643BAC3}"/>
              </a:ext>
            </a:extLst>
          </p:cNvPr>
          <p:cNvSpPr/>
          <p:nvPr/>
        </p:nvSpPr>
        <p:spPr>
          <a:xfrm>
            <a:off x="1707055" y="3263265"/>
            <a:ext cx="693325" cy="2581395"/>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Calibri"/>
              <a:ea typeface="Microsoft JhengHei"/>
              <a:cs typeface="+mn-cs"/>
            </a:endParaRPr>
          </a:p>
        </p:txBody>
      </p:sp>
      <p:sp>
        <p:nvSpPr>
          <p:cNvPr id="36" name="TextBox 35">
            <a:extLst>
              <a:ext uri="{FF2B5EF4-FFF2-40B4-BE49-F238E27FC236}">
                <a16:creationId xmlns:a16="http://schemas.microsoft.com/office/drawing/2014/main" id="{F21A776A-71EE-0D85-3D53-C981214365CD}"/>
              </a:ext>
            </a:extLst>
          </p:cNvPr>
          <p:cNvSpPr txBox="1"/>
          <p:nvPr/>
        </p:nvSpPr>
        <p:spPr>
          <a:xfrm>
            <a:off x="6057720" y="2370014"/>
            <a:ext cx="5213859"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200" b="1" i="0" u="none" strike="noStrike" kern="1200" cap="none" spc="0" normalizeH="0" baseline="0" noProof="0">
                <a:ln>
                  <a:noFill/>
                </a:ln>
                <a:solidFill>
                  <a:srgbClr val="2660AD"/>
                </a:solidFill>
                <a:effectLst/>
                <a:uLnTx/>
                <a:uFillTx/>
                <a:latin typeface="+mj-lt"/>
                <a:ea typeface="微软雅黑" panose="020B0503020204020204" pitchFamily="34" charset="-122"/>
              </a:rPr>
              <a:t>以</a:t>
            </a:r>
            <a:r>
              <a:rPr kumimoji="0" lang="en-US" altLang="zh-TW" sz="1200" b="1" i="0" u="none" strike="noStrike" kern="1200" cap="none" spc="0" normalizeH="0" baseline="0" noProof="0">
                <a:ln>
                  <a:noFill/>
                </a:ln>
                <a:solidFill>
                  <a:srgbClr val="2660AD"/>
                </a:solidFill>
                <a:effectLst/>
                <a:uLnTx/>
                <a:uFillTx/>
                <a:latin typeface="+mj-lt"/>
                <a:ea typeface="微软雅黑" panose="020B0503020204020204" pitchFamily="34" charset="-122"/>
              </a:rPr>
              <a:t>2024</a:t>
            </a:r>
            <a:r>
              <a:rPr kumimoji="0" lang="zh-TW" altLang="en-US" sz="1200" b="1" i="0" u="none" strike="noStrike" kern="1200" cap="none" spc="0" normalizeH="0" baseline="0" noProof="0">
                <a:ln>
                  <a:noFill/>
                </a:ln>
                <a:solidFill>
                  <a:srgbClr val="2660AD"/>
                </a:solidFill>
                <a:effectLst/>
                <a:uLnTx/>
                <a:uFillTx/>
                <a:latin typeface="+mj-lt"/>
                <a:ea typeface="微软雅黑" panose="020B0503020204020204" pitchFamily="34" charset="-122"/>
              </a:rPr>
              <a:t>收入計算，三星和 </a:t>
            </a:r>
            <a:r>
              <a:rPr kumimoji="0" lang="en-US" altLang="zh-TW" sz="1200" b="1" i="0" u="none" strike="noStrike" kern="1200" cap="none" spc="0" normalizeH="0" baseline="0" noProof="0">
                <a:ln>
                  <a:noFill/>
                </a:ln>
                <a:solidFill>
                  <a:srgbClr val="2660AD"/>
                </a:solidFill>
                <a:effectLst/>
                <a:uLnTx/>
                <a:uFillTx/>
                <a:latin typeface="+mj-lt"/>
                <a:ea typeface="微软雅黑" panose="020B0503020204020204" pitchFamily="34" charset="-122"/>
              </a:rPr>
              <a:t>SK </a:t>
            </a:r>
            <a:r>
              <a:rPr kumimoji="0" lang="zh-TW" altLang="en-US" sz="1200" b="1" i="0" u="none" strike="noStrike" kern="1200" cap="none" spc="0" normalizeH="0" baseline="0" noProof="0">
                <a:ln>
                  <a:noFill/>
                </a:ln>
                <a:solidFill>
                  <a:srgbClr val="2660AD"/>
                </a:solidFill>
                <a:effectLst/>
                <a:uLnTx/>
                <a:uFillTx/>
                <a:latin typeface="+mj-lt"/>
                <a:ea typeface="微软雅黑" panose="020B0503020204020204" pitchFamily="34" charset="-122"/>
              </a:rPr>
              <a:t>海力士是全球最大的亞洲半導體公司</a:t>
            </a:r>
            <a:r>
              <a:rPr kumimoji="0" lang="en-US" sz="1200" b="1" i="0" u="none" strike="noStrike" kern="1200" cap="none" spc="0" normalizeH="0" baseline="30000" noProof="0">
                <a:ln>
                  <a:noFill/>
                </a:ln>
                <a:solidFill>
                  <a:srgbClr val="2660AD"/>
                </a:solidFill>
                <a:effectLst/>
                <a:uLnTx/>
                <a:uFillTx/>
                <a:latin typeface="+mj-lt"/>
                <a:ea typeface="微软雅黑" panose="020B0503020204020204" pitchFamily="34" charset="-122"/>
              </a:rPr>
              <a:t>#</a:t>
            </a:r>
            <a:endParaRPr kumimoji="0" lang="en-US" sz="1200" b="1" i="0" u="none" strike="noStrike" kern="1200" cap="none" spc="0" normalizeH="0" baseline="30000" noProof="0" dirty="0">
              <a:ln>
                <a:noFill/>
              </a:ln>
              <a:solidFill>
                <a:srgbClr val="2660AD"/>
              </a:solidFill>
              <a:effectLst/>
              <a:uLnTx/>
              <a:uFillTx/>
              <a:latin typeface="+mj-lt"/>
              <a:ea typeface="微软雅黑" panose="020B0503020204020204" pitchFamily="34" charset="-122"/>
            </a:endParaRPr>
          </a:p>
        </p:txBody>
      </p:sp>
      <p:sp>
        <p:nvSpPr>
          <p:cNvPr id="22" name="TextBox 21">
            <a:extLst>
              <a:ext uri="{FF2B5EF4-FFF2-40B4-BE49-F238E27FC236}">
                <a16:creationId xmlns:a16="http://schemas.microsoft.com/office/drawing/2014/main" id="{9A4D3ADD-97EF-50E9-3FB2-6D7F67413DA4}"/>
              </a:ext>
            </a:extLst>
          </p:cNvPr>
          <p:cNvSpPr txBox="1"/>
          <p:nvPr/>
        </p:nvSpPr>
        <p:spPr>
          <a:xfrm>
            <a:off x="754045" y="1305910"/>
            <a:ext cx="11259574" cy="73866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zh-CN" altLang="en-US" sz="1400" b="1" i="0" u="none" strike="noStrike" kern="1200" cap="none" spc="0" normalizeH="0" baseline="0" noProof="0">
                <a:ln>
                  <a:noFill/>
                </a:ln>
                <a:solidFill>
                  <a:srgbClr val="515052"/>
                </a:solidFill>
                <a:effectLst/>
                <a:uLnTx/>
                <a:uFillTx/>
                <a:latin typeface="+mj-lt"/>
                <a:ea typeface="微软雅黑" panose="020B0503020204020204" pitchFamily="34" charset="-122"/>
              </a:rPr>
              <a:t>韓國在全球半導體行業舉足輕重，</a:t>
            </a:r>
            <a:r>
              <a:rPr kumimoji="0" lang="zh-CN"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rPr>
              <a:t>其半導體出貨量和研發支出占銷售額比例乃全球（除美國外）最高。</a:t>
            </a:r>
            <a:r>
              <a:rPr kumimoji="0" lang="zh-TW"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rPr>
              <a:t>韓國正投資</a:t>
            </a:r>
            <a:r>
              <a:rPr kumimoji="0" lang="en-US" altLang="zh-TW" sz="1400" b="0" i="0" u="none" strike="noStrike" kern="1200" cap="none" spc="0" normalizeH="0" baseline="0" noProof="0">
                <a:ln>
                  <a:noFill/>
                </a:ln>
                <a:solidFill>
                  <a:srgbClr val="515052"/>
                </a:solidFill>
                <a:effectLst/>
                <a:uLnTx/>
                <a:uFillTx/>
                <a:latin typeface="+mj-lt"/>
                <a:ea typeface="微软雅黑" panose="020B0503020204020204" pitchFamily="34" charset="-122"/>
              </a:rPr>
              <a:t>4700</a:t>
            </a:r>
            <a:r>
              <a:rPr kumimoji="0" lang="zh-TW"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rPr>
              <a:t>億美元在首爾郊外打造一個半導體“超級集群”，力爭在晶片生産領域占據主導地位。</a:t>
            </a:r>
            <a:endParaRPr lang="en-US" altLang="zh-TW" sz="1400" dirty="0">
              <a:solidFill>
                <a:srgbClr val="515052"/>
              </a:solidFill>
              <a:latin typeface="+mj-lt"/>
              <a:ea typeface="微软雅黑" panose="020B0503020204020204" pitchFamily="34" charset="-122"/>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zh-CN" altLang="en-US" sz="1400" b="1" i="0" u="none" strike="noStrike" kern="1200" cap="none" spc="0" normalizeH="0" baseline="0" noProof="0">
                <a:ln>
                  <a:noFill/>
                </a:ln>
                <a:solidFill>
                  <a:srgbClr val="515052"/>
                </a:solidFill>
                <a:effectLst/>
                <a:uLnTx/>
                <a:uFillTx/>
                <a:latin typeface="+mj-lt"/>
                <a:ea typeface="微软雅黑" panose="020B0503020204020204" pitchFamily="34" charset="-122"/>
              </a:rPr>
              <a:t>三星和</a:t>
            </a:r>
            <a:r>
              <a:rPr kumimoji="0" lang="en-US" altLang="zh-CN" sz="1400" b="1" i="0" u="none" strike="noStrike" kern="1200" cap="none" spc="0" normalizeH="0" baseline="0" noProof="0">
                <a:ln>
                  <a:noFill/>
                </a:ln>
                <a:solidFill>
                  <a:srgbClr val="515052"/>
                </a:solidFill>
                <a:effectLst/>
                <a:uLnTx/>
                <a:uFillTx/>
                <a:latin typeface="+mj-lt"/>
                <a:ea typeface="微软雅黑" panose="020B0503020204020204" pitchFamily="34" charset="-122"/>
              </a:rPr>
              <a:t>SK</a:t>
            </a:r>
            <a:r>
              <a:rPr kumimoji="0" lang="zh-CN" altLang="en-US" sz="1400" b="1" i="0" u="none" strike="noStrike" kern="1200" cap="none" spc="0" normalizeH="0" baseline="0" noProof="0">
                <a:ln>
                  <a:noFill/>
                </a:ln>
                <a:solidFill>
                  <a:srgbClr val="515052"/>
                </a:solidFill>
                <a:effectLst/>
                <a:uLnTx/>
                <a:uFillTx/>
                <a:latin typeface="+mj-lt"/>
                <a:ea typeface="微软雅黑" panose="020B0503020204020204" pitchFamily="34" charset="-122"/>
              </a:rPr>
              <a:t>海力士是韓國最大的半導體公司，</a:t>
            </a:r>
            <a:r>
              <a:rPr kumimoji="0" lang="zh-TW"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rPr>
              <a:t>也是全球晶片産品收入排名前五的半導體供應商中僅有的兩家亞洲公司。</a:t>
            </a:r>
            <a:endParaRPr kumimoji="0" lang="en-US" altLang="zh-CN" sz="1400" b="0" i="0" u="none" strike="noStrike" kern="1200" cap="none" spc="0" normalizeH="0" baseline="0" noProof="0" dirty="0">
              <a:ln>
                <a:noFill/>
              </a:ln>
              <a:solidFill>
                <a:srgbClr val="515052"/>
              </a:solidFill>
              <a:effectLst/>
              <a:uLnTx/>
              <a:uFillTx/>
              <a:latin typeface="+mj-lt"/>
              <a:ea typeface="微软雅黑" panose="020B0503020204020204" pitchFamily="34" charset="-122"/>
            </a:endParaRPr>
          </a:p>
        </p:txBody>
      </p:sp>
      <p:sp>
        <p:nvSpPr>
          <p:cNvPr id="37" name="TextBox 36">
            <a:extLst>
              <a:ext uri="{FF2B5EF4-FFF2-40B4-BE49-F238E27FC236}">
                <a16:creationId xmlns:a16="http://schemas.microsoft.com/office/drawing/2014/main" id="{A3104038-D565-3CE7-16D5-8CEAF7F25ABB}"/>
              </a:ext>
            </a:extLst>
          </p:cNvPr>
          <p:cNvSpPr txBox="1"/>
          <p:nvPr/>
        </p:nvSpPr>
        <p:spPr>
          <a:xfrm>
            <a:off x="532192" y="2370015"/>
            <a:ext cx="4803565"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200" b="1" i="0" u="none" strike="noStrike" kern="1200" cap="none" spc="0" normalizeH="0" baseline="0" noProof="0">
                <a:ln>
                  <a:noFill/>
                </a:ln>
                <a:solidFill>
                  <a:srgbClr val="2660AD"/>
                </a:solidFill>
                <a:effectLst/>
                <a:uLnTx/>
                <a:uFillTx/>
                <a:latin typeface="+mj-lt"/>
                <a:ea typeface="微软雅黑" panose="020B0503020204020204" pitchFamily="34" charset="-122"/>
              </a:rPr>
              <a:t>韓國在全球（除美國）半導體産業中占有最大市場份額</a:t>
            </a:r>
            <a:r>
              <a:rPr kumimoji="0" lang="en-US" sz="1200" b="1" i="0" u="none" strike="noStrike" kern="1200" cap="none" spc="0" normalizeH="0" baseline="0" noProof="0">
                <a:ln>
                  <a:noFill/>
                </a:ln>
                <a:solidFill>
                  <a:srgbClr val="2660AD"/>
                </a:solidFill>
                <a:effectLst/>
                <a:uLnTx/>
                <a:uFillTx/>
                <a:latin typeface="+mj-lt"/>
                <a:ea typeface="微软雅黑" panose="020B0503020204020204" pitchFamily="34" charset="-122"/>
              </a:rPr>
              <a:t>^</a:t>
            </a:r>
            <a:endParaRPr kumimoji="0" lang="en-US" sz="1200" b="1" i="0" u="none" strike="noStrike" kern="1200" cap="none" spc="0" normalizeH="0" baseline="0" noProof="0" dirty="0">
              <a:ln>
                <a:noFill/>
              </a:ln>
              <a:solidFill>
                <a:srgbClr val="2660AD"/>
              </a:solidFill>
              <a:effectLst/>
              <a:uLnTx/>
              <a:uFillTx/>
              <a:latin typeface="+mj-lt"/>
              <a:ea typeface="微软雅黑" panose="020B0503020204020204" pitchFamily="34" charset="-122"/>
            </a:endParaRPr>
          </a:p>
        </p:txBody>
      </p:sp>
      <p:sp>
        <p:nvSpPr>
          <p:cNvPr id="6" name="TextBox 5">
            <a:extLst>
              <a:ext uri="{FF2B5EF4-FFF2-40B4-BE49-F238E27FC236}">
                <a16:creationId xmlns:a16="http://schemas.microsoft.com/office/drawing/2014/main" id="{E5EC3AD7-55BE-962E-3E04-30C880B9BC57}"/>
              </a:ext>
            </a:extLst>
          </p:cNvPr>
          <p:cNvSpPr txBox="1"/>
          <p:nvPr/>
        </p:nvSpPr>
        <p:spPr>
          <a:xfrm>
            <a:off x="741976" y="925947"/>
            <a:ext cx="6996654"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2660AD"/>
                </a:solidFill>
                <a:effectLst/>
                <a:uLnTx/>
                <a:uFillTx/>
                <a:latin typeface="+mj-lt"/>
                <a:ea typeface="微软雅黑" panose="020B0503020204020204" pitchFamily="34" charset="-122"/>
              </a:rPr>
              <a:t>三星和</a:t>
            </a:r>
            <a:r>
              <a:rPr kumimoji="0" lang="en-US" altLang="zh-CN" sz="1400" b="1" i="0" u="none" strike="noStrike" kern="1200" cap="none" spc="0" normalizeH="0" baseline="0" noProof="0" dirty="0">
                <a:ln>
                  <a:noFill/>
                </a:ln>
                <a:solidFill>
                  <a:srgbClr val="2660AD"/>
                </a:solidFill>
                <a:effectLst/>
                <a:uLnTx/>
                <a:uFillTx/>
                <a:latin typeface="+mj-lt"/>
                <a:ea typeface="微软雅黑" panose="020B0503020204020204" pitchFamily="34" charset="-122"/>
              </a:rPr>
              <a:t>SK</a:t>
            </a:r>
            <a:r>
              <a:rPr kumimoji="0" lang="zh-CN" altLang="en-US" sz="1400" b="1" i="0" u="none" strike="noStrike" kern="1200" cap="none" spc="0" normalizeH="0" baseline="0" noProof="0" dirty="0">
                <a:ln>
                  <a:noFill/>
                </a:ln>
                <a:solidFill>
                  <a:srgbClr val="2660AD"/>
                </a:solidFill>
                <a:effectLst/>
                <a:uLnTx/>
                <a:uFillTx/>
                <a:latin typeface="+mj-lt"/>
                <a:ea typeface="微软雅黑" panose="020B0503020204020204" pitchFamily="34" charset="-122"/>
              </a:rPr>
              <a:t>海力士</a:t>
            </a:r>
            <a:r>
              <a:rPr kumimoji="0" lang="en-US" altLang="zh-CN" sz="1400" b="1" i="0" u="none" strike="noStrike" kern="1200" cap="none" spc="0" normalizeH="0" baseline="0" noProof="0" dirty="0">
                <a:ln>
                  <a:noFill/>
                </a:ln>
                <a:solidFill>
                  <a:srgbClr val="2660AD"/>
                </a:solidFill>
                <a:effectLst/>
                <a:uLnTx/>
                <a:uFillTx/>
                <a:latin typeface="+mj-lt"/>
                <a:ea typeface="微软雅黑" panose="020B0503020204020204" pitchFamily="34" charset="-122"/>
              </a:rPr>
              <a:t> </a:t>
            </a:r>
            <a:r>
              <a:rPr kumimoji="0" lang="en-US" altLang="zh-CN" sz="1400" b="1" i="0" u="none" strike="noStrike" kern="1200" cap="none" spc="0" normalizeH="0" baseline="0" noProof="0">
                <a:ln>
                  <a:noFill/>
                </a:ln>
                <a:solidFill>
                  <a:srgbClr val="2660AD"/>
                </a:solidFill>
                <a:effectLst/>
                <a:uLnTx/>
                <a:uFillTx/>
                <a:latin typeface="+mj-lt"/>
                <a:ea typeface="微软雅黑" panose="020B0503020204020204" pitchFamily="34" charset="-122"/>
              </a:rPr>
              <a:t>– </a:t>
            </a:r>
            <a:r>
              <a:rPr kumimoji="0" lang="zh-CN" altLang="en-US" sz="1400" b="1" i="0" u="none" strike="noStrike" kern="1200" cap="none" spc="0" normalizeH="0" baseline="0" noProof="0">
                <a:ln>
                  <a:noFill/>
                </a:ln>
                <a:solidFill>
                  <a:srgbClr val="2660AD"/>
                </a:solidFill>
                <a:effectLst/>
                <a:uLnTx/>
                <a:uFillTx/>
                <a:latin typeface="+mj-lt"/>
                <a:ea typeface="微软雅黑" panose="020B0503020204020204" pitchFamily="34" charset="-122"/>
              </a:rPr>
              <a:t>韓國兩大半導體巨頭</a:t>
            </a:r>
            <a:endParaRPr kumimoji="0" lang="en-US" altLang="zh-CN" sz="1400" b="1" i="0" u="none" strike="noStrike" kern="1200" cap="none" spc="0" normalizeH="0" baseline="0" noProof="0" dirty="0">
              <a:ln>
                <a:noFill/>
              </a:ln>
              <a:solidFill>
                <a:srgbClr val="2660AD"/>
              </a:solidFill>
              <a:effectLst/>
              <a:uLnTx/>
              <a:uFillTx/>
              <a:latin typeface="+mj-lt"/>
              <a:ea typeface="微软雅黑" panose="020B0503020204020204" pitchFamily="34" charset="-122"/>
            </a:endParaRPr>
          </a:p>
        </p:txBody>
      </p:sp>
      <p:graphicFrame>
        <p:nvGraphicFramePr>
          <p:cNvPr id="10" name="Chart 9">
            <a:extLst>
              <a:ext uri="{FF2B5EF4-FFF2-40B4-BE49-F238E27FC236}">
                <a16:creationId xmlns:a16="http://schemas.microsoft.com/office/drawing/2014/main" id="{BCE5C211-3337-8A76-6FED-237965F030C7}"/>
              </a:ext>
            </a:extLst>
          </p:cNvPr>
          <p:cNvGraphicFramePr/>
          <p:nvPr/>
        </p:nvGraphicFramePr>
        <p:xfrm>
          <a:off x="532192" y="2682464"/>
          <a:ext cx="4803565" cy="3418334"/>
        </p:xfrm>
        <a:graphic>
          <a:graphicData uri="http://schemas.openxmlformats.org/drawingml/2006/chart">
            <c:chart xmlns:c="http://schemas.openxmlformats.org/drawingml/2006/chart" xmlns:r="http://schemas.openxmlformats.org/officeDocument/2006/relationships" r:id="rId4"/>
          </a:graphicData>
        </a:graphic>
      </p:graphicFrame>
      <p:pic>
        <p:nvPicPr>
          <p:cNvPr id="7170" name="Picture 2" descr="大韩民国国旗- 维基百科，自由的百科全书">
            <a:extLst>
              <a:ext uri="{FF2B5EF4-FFF2-40B4-BE49-F238E27FC236}">
                <a16:creationId xmlns:a16="http://schemas.microsoft.com/office/drawing/2014/main" id="{23DA83C6-E7F9-2E7E-FD5B-4079F5A9CB5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35412" y="4095593"/>
            <a:ext cx="636609" cy="425254"/>
          </a:xfrm>
          <a:prstGeom prst="rect">
            <a:avLst/>
          </a:prstGeom>
          <a:noFill/>
          <a:extLst>
            <a:ext uri="{909E8E84-426E-40DD-AFC4-6F175D3DCCD1}">
              <a14:hiddenFill xmlns:a14="http://schemas.microsoft.com/office/drawing/2010/main">
                <a:solidFill>
                  <a:srgbClr val="FFFFFF"/>
                </a:solidFill>
              </a14:hiddenFill>
            </a:ext>
          </a:extLst>
        </p:spPr>
      </p:pic>
      <p:grpSp>
        <p:nvGrpSpPr>
          <p:cNvPr id="21" name="Group 20">
            <a:extLst>
              <a:ext uri="{FF2B5EF4-FFF2-40B4-BE49-F238E27FC236}">
                <a16:creationId xmlns:a16="http://schemas.microsoft.com/office/drawing/2014/main" id="{2978B391-43D4-BDE4-FE02-AAEBE7E01C59}"/>
              </a:ext>
            </a:extLst>
          </p:cNvPr>
          <p:cNvGrpSpPr/>
          <p:nvPr/>
        </p:nvGrpSpPr>
        <p:grpSpPr>
          <a:xfrm>
            <a:off x="2611120" y="3263265"/>
            <a:ext cx="2587348" cy="1574517"/>
            <a:chOff x="2611120" y="3030509"/>
            <a:chExt cx="2587348" cy="1574517"/>
          </a:xfrm>
        </p:grpSpPr>
        <p:sp>
          <p:nvSpPr>
            <p:cNvPr id="9" name="Speech Bubble: Rectangle with Corners Rounded 8">
              <a:extLst>
                <a:ext uri="{FF2B5EF4-FFF2-40B4-BE49-F238E27FC236}">
                  <a16:creationId xmlns:a16="http://schemas.microsoft.com/office/drawing/2014/main" id="{894DB57A-6962-3AD2-11FA-8C84B5C1C02D}"/>
                </a:ext>
              </a:extLst>
            </p:cNvPr>
            <p:cNvSpPr/>
            <p:nvPr/>
          </p:nvSpPr>
          <p:spPr>
            <a:xfrm>
              <a:off x="2611120" y="3030509"/>
              <a:ext cx="2570480" cy="1574517"/>
            </a:xfrm>
            <a:prstGeom prst="wedgeRoundRectCallout">
              <a:avLst>
                <a:gd name="adj1" fmla="val -57197"/>
                <a:gd name="adj2" fmla="val 22816"/>
                <a:gd name="adj3" fmla="val 16667"/>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icrosoft JhengHei"/>
                <a:cs typeface="+mn-cs"/>
              </a:endParaRPr>
            </a:p>
          </p:txBody>
        </p:sp>
        <p:sp>
          <p:nvSpPr>
            <p:cNvPr id="11" name="TextBox 10">
              <a:extLst>
                <a:ext uri="{FF2B5EF4-FFF2-40B4-BE49-F238E27FC236}">
                  <a16:creationId xmlns:a16="http://schemas.microsoft.com/office/drawing/2014/main" id="{81FA2BB6-0269-DEE0-3E85-A1960C2828B3}"/>
                </a:ext>
              </a:extLst>
            </p:cNvPr>
            <p:cNvSpPr txBox="1"/>
            <p:nvPr/>
          </p:nvSpPr>
          <p:spPr>
            <a:xfrm>
              <a:off x="2627988" y="3569260"/>
              <a:ext cx="58928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DAC77D">
                      <a:lumMod val="50000"/>
                    </a:srgbClr>
                  </a:solidFill>
                  <a:effectLst/>
                  <a:uLnTx/>
                  <a:uFillTx/>
                  <a:latin typeface="Bahnschrift Condensed" panose="020B0502040204020203" pitchFamily="34" charset="0"/>
                  <a:ea typeface="Microsoft JhengHei"/>
                  <a:cs typeface="+mn-cs"/>
                </a:rPr>
                <a:t>75%</a:t>
              </a:r>
            </a:p>
          </p:txBody>
        </p:sp>
        <p:sp>
          <p:nvSpPr>
            <p:cNvPr id="12" name="TextBox 11">
              <a:extLst>
                <a:ext uri="{FF2B5EF4-FFF2-40B4-BE49-F238E27FC236}">
                  <a16:creationId xmlns:a16="http://schemas.microsoft.com/office/drawing/2014/main" id="{A1FAAF6A-6340-A93E-12A7-A5A1535B6A6F}"/>
                </a:ext>
              </a:extLst>
            </p:cNvPr>
            <p:cNvSpPr txBox="1"/>
            <p:nvPr/>
          </p:nvSpPr>
          <p:spPr>
            <a:xfrm>
              <a:off x="2627988" y="4084662"/>
              <a:ext cx="58928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DAC77D">
                      <a:lumMod val="50000"/>
                    </a:srgbClr>
                  </a:solidFill>
                  <a:effectLst/>
                  <a:uLnTx/>
                  <a:uFillTx/>
                  <a:latin typeface="Bahnschrift Condensed" panose="020B0502040204020203" pitchFamily="34" charset="0"/>
                  <a:ea typeface="Microsoft JhengHei"/>
                  <a:cs typeface="+mn-cs"/>
                </a:rPr>
                <a:t>68%</a:t>
              </a:r>
            </a:p>
          </p:txBody>
        </p:sp>
        <p:sp>
          <p:nvSpPr>
            <p:cNvPr id="19" name="TextBox 18">
              <a:extLst>
                <a:ext uri="{FF2B5EF4-FFF2-40B4-BE49-F238E27FC236}">
                  <a16:creationId xmlns:a16="http://schemas.microsoft.com/office/drawing/2014/main" id="{2B1B3C1F-47C4-6BA1-8AA4-220D46D290C5}"/>
                </a:ext>
              </a:extLst>
            </p:cNvPr>
            <p:cNvSpPr txBox="1"/>
            <p:nvPr/>
          </p:nvSpPr>
          <p:spPr>
            <a:xfrm>
              <a:off x="3052799" y="4148725"/>
              <a:ext cx="2145669"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rgbClr val="515052"/>
                  </a:solidFill>
                  <a:effectLst/>
                  <a:uLnTx/>
                  <a:uFillTx/>
                  <a:latin typeface="Calibri"/>
                  <a:ea typeface="Microsoft JhengHei"/>
                  <a:cs typeface="+mn-cs"/>
                </a:rPr>
                <a:t>全球</a:t>
              </a:r>
              <a:r>
                <a:rPr kumimoji="0" lang="en-US" altLang="zh-CN" sz="1200" b="0" i="0" u="none" strike="noStrike" kern="1200" cap="none" spc="0" normalizeH="0" baseline="0" noProof="0">
                  <a:ln>
                    <a:noFill/>
                  </a:ln>
                  <a:solidFill>
                    <a:srgbClr val="515052"/>
                  </a:solidFill>
                  <a:effectLst/>
                  <a:uLnTx/>
                  <a:uFillTx/>
                  <a:latin typeface="Calibri"/>
                  <a:ea typeface="Microsoft JhengHei"/>
                  <a:cs typeface="+mn-cs"/>
                </a:rPr>
                <a:t>HBM</a:t>
              </a:r>
              <a:r>
                <a:rPr kumimoji="0" lang="zh-CN" altLang="en-US" sz="1200" b="0" i="0" u="none" strike="noStrike" kern="1200" cap="none" spc="0" normalizeH="0" baseline="0" noProof="0">
                  <a:ln>
                    <a:noFill/>
                  </a:ln>
                  <a:solidFill>
                    <a:srgbClr val="515052"/>
                  </a:solidFill>
                  <a:effectLst/>
                  <a:uLnTx/>
                  <a:uFillTx/>
                  <a:latin typeface="Calibri"/>
                  <a:ea typeface="Microsoft JhengHei"/>
                  <a:cs typeface="+mn-cs"/>
                </a:rPr>
                <a:t>市場份額</a:t>
              </a:r>
              <a:r>
                <a:rPr kumimoji="0" lang="en-US" sz="1200" b="0" i="0" u="none" strike="noStrike" kern="1200" cap="none" spc="0" normalizeH="0" baseline="0" noProof="0">
                  <a:ln>
                    <a:noFill/>
                  </a:ln>
                  <a:solidFill>
                    <a:srgbClr val="515052"/>
                  </a:solidFill>
                  <a:effectLst/>
                  <a:uLnTx/>
                  <a:uFillTx/>
                  <a:latin typeface="Calibri"/>
                  <a:ea typeface="Microsoft JhengHei"/>
                  <a:cs typeface="+mn-cs"/>
                </a:rPr>
                <a:t>*</a:t>
              </a:r>
              <a:endParaRPr kumimoji="0" lang="en-US" sz="1200" b="0" i="0" u="none" strike="noStrike" kern="1200" cap="none" spc="0" normalizeH="0" baseline="0" noProof="0" dirty="0">
                <a:ln>
                  <a:noFill/>
                </a:ln>
                <a:solidFill>
                  <a:srgbClr val="515052"/>
                </a:solidFill>
                <a:effectLst/>
                <a:uLnTx/>
                <a:uFillTx/>
                <a:latin typeface="Calibri"/>
                <a:ea typeface="Microsoft JhengHei"/>
                <a:cs typeface="+mn-cs"/>
              </a:endParaRPr>
            </a:p>
          </p:txBody>
        </p:sp>
        <p:sp>
          <p:nvSpPr>
            <p:cNvPr id="20" name="TextBox 19">
              <a:extLst>
                <a:ext uri="{FF2B5EF4-FFF2-40B4-BE49-F238E27FC236}">
                  <a16:creationId xmlns:a16="http://schemas.microsoft.com/office/drawing/2014/main" id="{C19116B1-C0F1-BE05-8E11-44E24CC979F1}"/>
                </a:ext>
              </a:extLst>
            </p:cNvPr>
            <p:cNvSpPr txBox="1"/>
            <p:nvPr/>
          </p:nvSpPr>
          <p:spPr>
            <a:xfrm>
              <a:off x="3014069" y="3609037"/>
              <a:ext cx="1873242"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rgbClr val="515052"/>
                  </a:solidFill>
                  <a:effectLst/>
                  <a:uLnTx/>
                  <a:uFillTx/>
                  <a:latin typeface="Calibri"/>
                  <a:ea typeface="Microsoft JhengHei"/>
                  <a:cs typeface="+mn-cs"/>
                </a:rPr>
                <a:t>全球</a:t>
              </a:r>
              <a:r>
                <a:rPr kumimoji="0" lang="en-US" altLang="zh-CN" sz="1200" b="0" i="0" u="none" strike="noStrike" kern="1200" cap="none" spc="0" normalizeH="0" baseline="0" noProof="0">
                  <a:ln>
                    <a:noFill/>
                  </a:ln>
                  <a:solidFill>
                    <a:srgbClr val="515052"/>
                  </a:solidFill>
                  <a:effectLst/>
                  <a:uLnTx/>
                  <a:uFillTx/>
                  <a:latin typeface="Calibri"/>
                  <a:ea typeface="Microsoft JhengHei"/>
                  <a:cs typeface="+mn-cs"/>
                </a:rPr>
                <a:t>DRAM</a:t>
              </a:r>
              <a:r>
                <a:rPr kumimoji="0" lang="zh-CN" altLang="en-US" sz="1200" b="0" i="0" u="none" strike="noStrike" kern="1200" cap="none" spc="0" normalizeH="0" baseline="0" noProof="0">
                  <a:ln>
                    <a:noFill/>
                  </a:ln>
                  <a:solidFill>
                    <a:srgbClr val="515052"/>
                  </a:solidFill>
                  <a:effectLst/>
                  <a:uLnTx/>
                  <a:uFillTx/>
                  <a:latin typeface="Calibri"/>
                  <a:ea typeface="Microsoft JhengHei"/>
                  <a:cs typeface="+mn-cs"/>
                </a:rPr>
                <a:t>市場份額</a:t>
              </a:r>
              <a:r>
                <a:rPr kumimoji="0" lang="en-US" sz="1200" b="0" i="0" u="none" strike="noStrike" kern="1200" cap="none" spc="0" normalizeH="0" baseline="0" noProof="0">
                  <a:ln>
                    <a:noFill/>
                  </a:ln>
                  <a:solidFill>
                    <a:srgbClr val="515052"/>
                  </a:solidFill>
                  <a:effectLst/>
                  <a:uLnTx/>
                  <a:uFillTx/>
                  <a:latin typeface="Calibri"/>
                  <a:ea typeface="Microsoft JhengHei"/>
                  <a:cs typeface="+mn-cs"/>
                </a:rPr>
                <a:t>* </a:t>
              </a:r>
              <a:endParaRPr kumimoji="0" lang="en-US" sz="1200" b="0" i="0" u="none" strike="noStrike" kern="1200" cap="none" spc="0" normalizeH="0" baseline="0" noProof="0" dirty="0">
                <a:ln>
                  <a:noFill/>
                </a:ln>
                <a:solidFill>
                  <a:srgbClr val="515052"/>
                </a:solidFill>
                <a:effectLst/>
                <a:uLnTx/>
                <a:uFillTx/>
                <a:latin typeface="Calibri"/>
                <a:ea typeface="Microsoft JhengHei"/>
                <a:cs typeface="+mn-cs"/>
              </a:endParaRPr>
            </a:p>
          </p:txBody>
        </p:sp>
      </p:grpSp>
      <p:sp>
        <p:nvSpPr>
          <p:cNvPr id="24" name="TextBox 23">
            <a:extLst>
              <a:ext uri="{FF2B5EF4-FFF2-40B4-BE49-F238E27FC236}">
                <a16:creationId xmlns:a16="http://schemas.microsoft.com/office/drawing/2014/main" id="{30579B7E-90A2-897A-3F62-08E69C0AA291}"/>
              </a:ext>
            </a:extLst>
          </p:cNvPr>
          <p:cNvSpPr txBox="1"/>
          <p:nvPr/>
        </p:nvSpPr>
        <p:spPr>
          <a:xfrm>
            <a:off x="2857268" y="3326439"/>
            <a:ext cx="2145656"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200" b="0" i="0" u="none" strike="noStrike" kern="1200" cap="none" spc="0" normalizeH="0" baseline="0" noProof="0">
                <a:ln>
                  <a:noFill/>
                </a:ln>
                <a:solidFill>
                  <a:srgbClr val="DAC77D">
                    <a:lumMod val="50000"/>
                  </a:srgbClr>
                </a:solidFill>
                <a:effectLst/>
                <a:uLnTx/>
                <a:uFillTx/>
                <a:latin typeface="Calibri"/>
                <a:ea typeface="Microsoft JhengHei"/>
                <a:cs typeface="+mn-cs"/>
              </a:rPr>
              <a:t>尤其是韓國在</a:t>
            </a:r>
            <a:r>
              <a:rPr kumimoji="0" lang="zh-CN" altLang="en-US" sz="1200" b="0" i="0" u="none" strike="noStrike" kern="1200" cap="none" spc="0" normalizeH="0" baseline="0" noProof="0">
                <a:ln>
                  <a:noFill/>
                </a:ln>
                <a:solidFill>
                  <a:srgbClr val="DAC77D">
                    <a:lumMod val="50000"/>
                  </a:srgbClr>
                </a:solidFill>
                <a:effectLst/>
                <a:uLnTx/>
                <a:uFillTx/>
                <a:latin typeface="Calibri"/>
                <a:ea typeface="Microsoft JhengHei"/>
                <a:cs typeface="+mn-cs"/>
              </a:rPr>
              <a:t>存儲</a:t>
            </a:r>
            <a:r>
              <a:rPr kumimoji="0" lang="zh-TW" altLang="en-US" sz="1200" b="0" i="0" u="none" strike="noStrike" kern="1200" cap="none" spc="0" normalizeH="0" baseline="0" noProof="0">
                <a:ln>
                  <a:noFill/>
                </a:ln>
                <a:solidFill>
                  <a:srgbClr val="DAC77D">
                    <a:lumMod val="50000"/>
                  </a:srgbClr>
                </a:solidFill>
                <a:effectLst/>
                <a:uLnTx/>
                <a:uFillTx/>
                <a:latin typeface="Calibri"/>
                <a:ea typeface="Microsoft JhengHei"/>
                <a:cs typeface="+mn-cs"/>
              </a:rPr>
              <a:t>領域占據主導地位</a:t>
            </a:r>
            <a:endParaRPr kumimoji="0" lang="en-US" sz="1200" b="0" i="0" u="none" strike="noStrike" kern="1200" cap="none" spc="0" normalizeH="0" baseline="0" noProof="0" dirty="0">
              <a:ln>
                <a:noFill/>
              </a:ln>
              <a:solidFill>
                <a:srgbClr val="DAC77D">
                  <a:lumMod val="50000"/>
                </a:srgbClr>
              </a:solidFill>
              <a:effectLst/>
              <a:uLnTx/>
              <a:uFillTx/>
              <a:latin typeface="Calibri"/>
              <a:ea typeface="Microsoft JhengHei"/>
              <a:cs typeface="+mn-cs"/>
            </a:endParaRPr>
          </a:p>
        </p:txBody>
      </p:sp>
      <p:sp>
        <p:nvSpPr>
          <p:cNvPr id="25" name="Rectangle 24">
            <a:extLst>
              <a:ext uri="{FF2B5EF4-FFF2-40B4-BE49-F238E27FC236}">
                <a16:creationId xmlns:a16="http://schemas.microsoft.com/office/drawing/2014/main" id="{EF9993A4-8755-6449-8FC2-098F26D56A42}"/>
              </a:ext>
            </a:extLst>
          </p:cNvPr>
          <p:cNvSpPr/>
          <p:nvPr/>
        </p:nvSpPr>
        <p:spPr>
          <a:xfrm>
            <a:off x="2752049" y="3384085"/>
            <a:ext cx="105219" cy="36028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icrosoft JhengHei"/>
              <a:cs typeface="+mn-cs"/>
            </a:endParaRPr>
          </a:p>
        </p:txBody>
      </p:sp>
      <p:grpSp>
        <p:nvGrpSpPr>
          <p:cNvPr id="30" name="Group 29">
            <a:extLst>
              <a:ext uri="{FF2B5EF4-FFF2-40B4-BE49-F238E27FC236}">
                <a16:creationId xmlns:a16="http://schemas.microsoft.com/office/drawing/2014/main" id="{5E8E5947-BD60-824B-0C9D-D184BAA40EB5}"/>
              </a:ext>
            </a:extLst>
          </p:cNvPr>
          <p:cNvGrpSpPr/>
          <p:nvPr/>
        </p:nvGrpSpPr>
        <p:grpSpPr>
          <a:xfrm>
            <a:off x="6297001" y="3080232"/>
            <a:ext cx="4974578" cy="2764428"/>
            <a:chOff x="6297001" y="3080232"/>
            <a:chExt cx="4974578" cy="2764428"/>
          </a:xfrm>
        </p:grpSpPr>
        <p:graphicFrame>
          <p:nvGraphicFramePr>
            <p:cNvPr id="27" name="Chart 26">
              <a:extLst>
                <a:ext uri="{FF2B5EF4-FFF2-40B4-BE49-F238E27FC236}">
                  <a16:creationId xmlns:a16="http://schemas.microsoft.com/office/drawing/2014/main" id="{AF71197F-3C19-8775-40E3-8E831D057029}"/>
                </a:ext>
              </a:extLst>
            </p:cNvPr>
            <p:cNvGraphicFramePr/>
            <p:nvPr/>
          </p:nvGraphicFramePr>
          <p:xfrm>
            <a:off x="6810118" y="3080232"/>
            <a:ext cx="4461461" cy="2764428"/>
          </p:xfrm>
          <a:graphic>
            <a:graphicData uri="http://schemas.openxmlformats.org/drawingml/2006/chart">
              <c:chart xmlns:c="http://schemas.openxmlformats.org/drawingml/2006/chart" xmlns:r="http://schemas.openxmlformats.org/officeDocument/2006/relationships" r:id="rId6"/>
            </a:graphicData>
          </a:graphic>
        </p:graphicFrame>
        <p:pic>
          <p:nvPicPr>
            <p:cNvPr id="28" name="Picture 2">
              <a:extLst>
                <a:ext uri="{FF2B5EF4-FFF2-40B4-BE49-F238E27FC236}">
                  <a16:creationId xmlns:a16="http://schemas.microsoft.com/office/drawing/2014/main" id="{749EF921-F4D1-B01D-9161-D1D0EB6B898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66165" y="3705700"/>
              <a:ext cx="580160" cy="192631"/>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SK Hynix - Wikipedia">
              <a:extLst>
                <a:ext uri="{FF2B5EF4-FFF2-40B4-BE49-F238E27FC236}">
                  <a16:creationId xmlns:a16="http://schemas.microsoft.com/office/drawing/2014/main" id="{41A670EC-41B4-3560-E30D-B3D9513CBFF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97001" y="4330911"/>
              <a:ext cx="559244" cy="295467"/>
            </a:xfrm>
            <a:prstGeom prst="rect">
              <a:avLst/>
            </a:prstGeom>
            <a:noFill/>
            <a:extLst>
              <a:ext uri="{909E8E84-426E-40DD-AFC4-6F175D3DCCD1}">
                <a14:hiddenFill xmlns:a14="http://schemas.microsoft.com/office/drawing/2010/main">
                  <a:solidFill>
                    <a:srgbClr val="FFFFFF"/>
                  </a:solidFill>
                </a14:hiddenFill>
              </a:ext>
            </a:extLst>
          </p:spPr>
        </p:pic>
      </p:grpSp>
      <p:sp>
        <p:nvSpPr>
          <p:cNvPr id="7171" name="TextBox 7170"/>
          <p:cNvSpPr txBox="1"/>
          <p:nvPr/>
        </p:nvSpPr>
        <p:spPr>
          <a:xfrm>
            <a:off x="457200" y="6263640"/>
            <a:ext cx="1097280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rPr>
              <a:t>資料來源：^SIA, 2024. *Counterpoint, 2025Q4. **TrendForce 2024. 高頻寬記憶體（HBM）。#Gartner. 不包括半導體代工企業，僅統計半導體産品的銷售額。</a:t>
            </a:r>
          </a:p>
        </p:txBody>
      </p:sp>
      <p:sp>
        <p:nvSpPr>
          <p:cNvPr id="7173" name="TextBox 7172"/>
          <p:cNvSpPr txBox="1"/>
          <p:nvPr/>
        </p:nvSpPr>
        <p:spPr>
          <a:xfrm>
            <a:off x="722376" y="411480"/>
            <a:ext cx="1097280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800" b="1" i="0" u="none" strike="noStrike" kern="1200" cap="none" spc="0" normalizeH="0" baseline="0" noProof="0">
                <a:ln>
                  <a:noFill/>
                </a:ln>
                <a:solidFill>
                  <a:srgbClr val="306AB2"/>
                </a:solidFill>
                <a:effectLst/>
                <a:uLnTx/>
                <a:uFillTx/>
                <a:latin typeface="Calibri"/>
                <a:ea typeface="微软雅黑"/>
              </a:rPr>
              <a:t>韓國掌握全球半導體供應鏈關鍵環節</a:t>
            </a:r>
            <a:endParaRPr kumimoji="0" sz="2800" b="1" i="0" u="none" strike="noStrike" kern="1200" cap="none" spc="0" normalizeH="0" baseline="0" noProof="0" dirty="0">
              <a:ln>
                <a:noFill/>
              </a:ln>
              <a:solidFill>
                <a:srgbClr val="306AB2"/>
              </a:solidFill>
              <a:effectLst/>
              <a:uLnTx/>
              <a:uFillTx/>
              <a:latin typeface="+mj-lt"/>
              <a:ea typeface="微软雅黑" panose="020B0503020204020204" pitchFamily="34" charset="-122"/>
            </a:endParaRPr>
          </a:p>
        </p:txBody>
      </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7174" name="LogoPic" descr="image.png"/>
          <p:cNvPicPr>
            <a:picLocks noChangeAspect="1"/>
          </p:cNvPicPr>
          <p:nvPr/>
        </p:nvPicPr>
        <p:blipFill rotWithShape="1">
          <a:blip r:embed="rId9"/>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96CEDB33-1C0E-4885-A11A-98818F606202}" type="slidenum">
              <a:rPr lang="en-US" sz="1000" dirty="0">
                <a:solidFill>
                  <a:srgbClr val="FFFFFF"/>
                </a:solidFill>
                <a:latin typeface="Calibri"/>
                <a:ea typeface="微软雅黑"/>
              </a:rPr>
              <a:t>34</a:t>
            </a:fld>
            <a:endParaRPr lang="en-US" sz="1000" dirty="0">
              <a:solidFill>
                <a:srgbClr val="FFFFFF"/>
              </a:solidFill>
              <a:latin typeface="Calibri"/>
              <a:ea typeface="微软雅黑"/>
            </a:endParaRPr>
          </a:p>
        </p:txBody>
      </p:sp>
    </p:spTree>
    <p:extLst>
      <p:ext uri="{BB962C8B-B14F-4D97-AF65-F5344CB8AC3E}">
        <p14:creationId xmlns:p14="http://schemas.microsoft.com/office/powerpoint/2010/main" val="82085036"/>
      </p:ext>
    </p:extLst>
  </p:cSld>
  <p:clrMapOvr>
    <a:overrideClrMapping bg1="lt1" tx1="dk1" bg2="lt2" tx2="dk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47A76A54-2077-11A7-A3A1-CC469459C90B}"/>
            </a:ext>
          </a:extLst>
        </p:cNvPr>
        <p:cNvGrpSpPr/>
        <p:nvPr/>
      </p:nvGrpSpPr>
      <p:grpSpPr>
        <a:xfrm>
          <a:off x="0" y="0"/>
          <a:ext cx="0" cy="0"/>
          <a:chOff x="0" y="0"/>
          <a:chExt cx="0" cy="0"/>
        </a:xfrm>
      </p:grpSpPr>
      <p:sp>
        <p:nvSpPr>
          <p:cNvPr id="2" name="文本框 6">
            <a:extLst>
              <a:ext uri="{FF2B5EF4-FFF2-40B4-BE49-F238E27FC236}">
                <a16:creationId xmlns:a16="http://schemas.microsoft.com/office/drawing/2014/main" id="{F4AB2A0A-84C6-A254-2B2F-547D76F9CE7C}"/>
              </a:ext>
            </a:extLst>
          </p:cNvPr>
          <p:cNvSpPr txBox="1"/>
          <p:nvPr/>
        </p:nvSpPr>
        <p:spPr>
          <a:xfrm>
            <a:off x="633222" y="974539"/>
            <a:ext cx="10497234" cy="738664"/>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zh-CN" altLang="en-US" sz="14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存儲芯片位于半導體産業鏈（設計、製造、封裝）的</a:t>
            </a:r>
            <a:r>
              <a:rPr kumimoji="0" lang="zh-CN" altLang="en-US" sz="14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中游</a:t>
            </a:r>
            <a:r>
              <a:rPr kumimoji="0" lang="zh-CN" altLang="en-US" sz="14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器件環節</a:t>
            </a:r>
            <a:r>
              <a:rPr kumimoji="0" lang="en-US" altLang="zh-CN" sz="14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 </a:t>
            </a:r>
            <a:r>
              <a:rPr kumimoji="0" lang="zh-CN" altLang="en-US" sz="14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是芯片三大類（邏輯、存儲、模擬）中與邏輯幷列的核心大類，約占全球半導體市場的</a:t>
            </a:r>
            <a:r>
              <a:rPr kumimoji="0" lang="zh-CN" altLang="en-US" sz="14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四分之一</a:t>
            </a:r>
            <a:r>
              <a:rPr kumimoji="0" lang="zh-CN" altLang="en-US" sz="14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rPr>
              <a:t>到</a:t>
            </a:r>
            <a:r>
              <a:rPr kumimoji="0" lang="zh-CN" altLang="en-US" sz="14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近三成</a:t>
            </a:r>
            <a:r>
              <a:rPr kumimoji="0" lang="zh-CN" altLang="en-US" sz="14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，承擔</a:t>
            </a:r>
            <a:r>
              <a:rPr kumimoji="0" lang="zh-CN" altLang="en-US" sz="14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數據的暫存與長期保存職能</a:t>
            </a:r>
            <a:r>
              <a:rPr kumimoji="0" lang="zh-CN" altLang="en-US" sz="14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a:t>
            </a:r>
            <a:endParaRPr lang="en-US" altLang="zh-CN" sz="1400" dirty="0">
              <a:solidFill>
                <a:srgbClr val="515052"/>
              </a:solidFill>
              <a:latin typeface="微软雅黑" panose="020B0503020204020204" pitchFamily="34" charset="-122"/>
              <a:ea typeface="微软雅黑" panose="020B0503020204020204" pitchFamily="34" charset="-122"/>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zh-CN" altLang="en-US" sz="1400" b="1">
                <a:solidFill>
                  <a:srgbClr val="515052"/>
                </a:solidFill>
                <a:latin typeface="微软雅黑" panose="020B0503020204020204" pitchFamily="34" charset="-122"/>
                <a:ea typeface="微软雅黑" panose="020B0503020204020204" pitchFamily="34" charset="-122"/>
              </a:rPr>
              <a:t>數據</a:t>
            </a:r>
            <a:r>
              <a:rPr kumimoji="0" lang="zh-CN" altLang="en-US" sz="14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存儲</a:t>
            </a:r>
            <a:r>
              <a:rPr kumimoji="0" lang="zh-CN" altLang="en-US" sz="14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a:t>
            </a:r>
            <a:r>
              <a:rPr kumimoji="0" lang="en-US" altLang="zh-CN" sz="14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AI</a:t>
            </a:r>
            <a:r>
              <a:rPr kumimoji="0" lang="zh-CN" altLang="en-US" sz="14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半導體領域的</a:t>
            </a:r>
            <a:r>
              <a:rPr kumimoji="0" lang="zh-CN" altLang="en-US" sz="14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a:t>
            </a:r>
            <a:r>
              <a:rPr kumimoji="0" lang="zh-CN" altLang="en-US" sz="14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新石油</a:t>
            </a:r>
            <a:r>
              <a:rPr kumimoji="0" lang="zh-CN" altLang="en-US" sz="1400" b="1"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a:t>
            </a:r>
            <a:r>
              <a:rPr kumimoji="0" lang="zh-CN" altLang="en-US" sz="14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rPr>
              <a:t>。</a:t>
            </a:r>
            <a:endParaRPr kumimoji="0" lang="en-US" altLang="zh-TW" sz="1400" b="1"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pic>
        <p:nvPicPr>
          <p:cNvPr id="2050" name="Picture 2" descr="Semiconductor value chain : r/EconomyCharts">
            <a:extLst>
              <a:ext uri="{FF2B5EF4-FFF2-40B4-BE49-F238E27FC236}">
                <a16:creationId xmlns:a16="http://schemas.microsoft.com/office/drawing/2014/main" id="{B5913A72-4023-51F4-D6BA-0122FD37DF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4410" y="1824761"/>
            <a:ext cx="8374857" cy="4621255"/>
          </a:xfrm>
          <a:prstGeom prst="rect">
            <a:avLst/>
          </a:prstGeom>
          <a:noFill/>
          <a:extLst>
            <a:ext uri="{909E8E84-426E-40DD-AFC4-6F175D3DCCD1}">
              <a14:hiddenFill xmlns:a14="http://schemas.microsoft.com/office/drawing/2010/main">
                <a:solidFill>
                  <a:srgbClr val="FFFFFF"/>
                </a:solidFill>
              </a14:hiddenFill>
            </a:ext>
          </a:extLst>
        </p:spPr>
      </p:pic>
      <p:sp>
        <p:nvSpPr>
          <p:cNvPr id="5" name="标题 2">
            <a:extLst>
              <a:ext uri="{FF2B5EF4-FFF2-40B4-BE49-F238E27FC236}">
                <a16:creationId xmlns:a16="http://schemas.microsoft.com/office/drawing/2014/main" id="{0B94B773-8FC3-5685-8EC0-05F49655BB10}"/>
              </a:ext>
            </a:extLst>
          </p:cNvPr>
          <p:cNvSpPr txBox="1">
            <a:spLocks/>
          </p:cNvSpPr>
          <p:nvPr/>
        </p:nvSpPr>
        <p:spPr>
          <a:xfrm>
            <a:off x="722376" y="411480"/>
            <a:ext cx="10972800" cy="475488"/>
          </a:xfrm>
          <a:prstGeom prst="rect">
            <a:avLst/>
          </a:prstGeom>
        </p:spPr>
        <p:txBody>
          <a:bodyPr vert="horz" wrap="square" lIns="0" tIns="45720" rIns="0" bIns="45720" rtlCol="0" anchor="ctr">
            <a:spAutoFit/>
          </a:bodyPr>
          <a:lstStyle>
            <a:defPPr>
              <a:defRPr lang="en-US"/>
            </a:defPPr>
            <a:lvl1pPr>
              <a:lnSpc>
                <a:spcPct val="90000"/>
              </a:lnSpc>
              <a:spcBef>
                <a:spcPct val="0"/>
              </a:spcBef>
              <a:buNone/>
              <a:defRPr sz="2800" b="1">
                <a:solidFill>
                  <a:schemeClr val="tx2">
                    <a:lumMod val="75000"/>
                  </a:schemeClr>
                </a:solidFill>
                <a:latin typeface="微软雅黑" panose="020B0503020204020204" pitchFamily="34" charset="-122"/>
                <a:ea typeface="微软雅黑" panose="020B0503020204020204" pitchFamily="34" charset="-122"/>
                <a:cs typeface="Tahoma"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2800" b="1" i="0" u="none" strike="noStrike" kern="1200" cap="none" spc="0" normalizeH="0" baseline="0" noProof="0">
                <a:ln>
                  <a:noFill/>
                </a:ln>
                <a:solidFill>
                  <a:srgbClr val="2660AD"/>
                </a:solidFill>
                <a:effectLst/>
                <a:uLnTx/>
                <a:uFillTx/>
                <a:latin typeface="Calibri"/>
                <a:ea typeface="微软雅黑"/>
                <a:cs typeface="Tahoma" pitchFamily="34" charset="0"/>
              </a:rPr>
              <a:t>存儲芯片是做什麽的？</a:t>
            </a:r>
            <a:endParaRPr kumimoji="0" lang="en-US" altLang="zh-HK"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Tahoma" pitchFamily="34" charset="0"/>
            </a:endParaRPr>
          </a:p>
        </p:txBody>
      </p:sp>
      <p:sp>
        <p:nvSpPr>
          <p:cNvPr id="4" name="Rectangle 3">
            <a:extLst>
              <a:ext uri="{FF2B5EF4-FFF2-40B4-BE49-F238E27FC236}">
                <a16:creationId xmlns:a16="http://schemas.microsoft.com/office/drawing/2014/main" id="{CCEB6F31-60A8-459C-5CDB-692E3E02112A}"/>
              </a:ext>
            </a:extLst>
          </p:cNvPr>
          <p:cNvSpPr/>
          <p:nvPr/>
        </p:nvSpPr>
        <p:spPr>
          <a:xfrm>
            <a:off x="412140" y="6314209"/>
            <a:ext cx="10742650"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800">
                <a:latin typeface="微软雅黑" panose="020B0503020204020204" pitchFamily="34" charset="-122"/>
                <a:ea typeface="微软雅黑" panose="020B0503020204020204" pitchFamily="34" charset="-122"/>
                <a:cs typeface="+mn-ea"/>
                <a:sym typeface="+mn-lt"/>
              </a:rPr>
              <a:t>資料來</a:t>
            </a:r>
            <a:r>
              <a:rPr kumimoji="0" lang="zh-CN" altLang="en-US" sz="80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mn-lt"/>
              </a:rPr>
              <a:t>源</a:t>
            </a:r>
            <a:r>
              <a:rPr kumimoji="0" lang="zh-CN" altLang="en-US" sz="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a:t>
            </a:r>
            <a:r>
              <a:rPr kumimoji="0" lang="en-US" altLang="zh-CN" sz="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WSTS</a:t>
            </a:r>
            <a:endParaRPr kumimoji="0" lang="zh-Hans" altLang="en-US" sz="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endParaRPr>
          </a:p>
        </p:txBody>
      </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2051" name="LogoPic" descr="image.png"/>
          <p:cNvPicPr>
            <a:picLocks noChangeAspect="1"/>
          </p:cNvPicPr>
          <p:nvPr/>
        </p:nvPicPr>
        <p:blipFill rotWithShape="1">
          <a:blip r:embed="rId5"/>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32131A89-9ADF-443D-B87B-EC109199EEBD}" type="slidenum">
              <a:rPr lang="en-US" sz="1000" dirty="0">
                <a:solidFill>
                  <a:srgbClr val="FFFFFF"/>
                </a:solidFill>
                <a:latin typeface="Calibri"/>
                <a:ea typeface="微软雅黑"/>
              </a:rPr>
              <a:t>35</a:t>
            </a:fld>
            <a:endParaRPr lang="en-US" sz="1000" dirty="0">
              <a:solidFill>
                <a:srgbClr val="FFFFFF"/>
              </a:solidFill>
              <a:latin typeface="Calibri"/>
              <a:ea typeface="微软雅黑"/>
            </a:endParaRPr>
          </a:p>
        </p:txBody>
      </p:sp>
    </p:spTree>
    <p:extLst>
      <p:ext uri="{BB962C8B-B14F-4D97-AF65-F5344CB8AC3E}">
        <p14:creationId xmlns:p14="http://schemas.microsoft.com/office/powerpoint/2010/main" val="2217132228"/>
      </p:ext>
    </p:extLst>
  </p:cSld>
  <p:clrMapOvr>
    <a:overrideClrMapping bg1="lt1" tx1="dk1" bg2="lt2" tx2="dk2" accent1="accent1" accent2="accent2" accent3="accent3" accent4="accent4" accent5="accent5" accent6="accent6" hlink="hlink" folHlink="folHlink"/>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1AC63-25FE-55F0-61B3-AE584ED45FA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654C5EA-74C0-7FAF-0537-1AC95AC01DF7}"/>
              </a:ext>
            </a:extLst>
          </p:cNvPr>
          <p:cNvSpPr>
            <a:spLocks noGrp="1"/>
          </p:cNvSpPr>
          <p:nvPr>
            <p:ph type="sldNum" sz="quarter" idx="4"/>
          </p:nvPr>
        </p:nvSpPr>
        <p:spPr>
          <a:xfrm>
            <a:off x="9296905" y="6557574"/>
            <a:ext cx="2743200" cy="276999"/>
          </a:xfrm>
          <a:prstGeom prst="rect">
            <a:avLst/>
          </a:prstGeom>
        </p:spPr>
        <p:txBody>
          <a:bodyPr/>
          <a:lstStyle>
            <a:defPPr>
              <a:defRPr lang="en-US"/>
            </a:defPPr>
            <a:lvl1pPr marL="0" algn="r" defTabSz="914400" rtl="0" eaLnBrk="1" latinLnBrk="0" hangingPunct="1">
              <a:defRPr sz="1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CC7D48C0-AA79-46F3-BF6F-F82B468F2D98}" type="slidenum">
              <a:rPr kumimoji="0" lang="en-US" sz="1000" b="0" i="0" u="none" strike="noStrike" kern="1200" cap="none" spc="0" normalizeH="0" baseline="0" noProof="0" smtClean="0">
                <a:ln>
                  <a:noFill/>
                </a:ln>
                <a:solidFill>
                  <a:prstClr val="white"/>
                </a:solidFill>
                <a:effectLst/>
                <a:uLnTx/>
                <a:uFillTx/>
                <a:latin typeface="Calibri Light"/>
                <a:ea typeface="Microsoft JhengHei"/>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000" b="0" i="0" u="none" strike="noStrike" kern="1200" cap="none" spc="0" normalizeH="0" baseline="0" noProof="0" dirty="0">
              <a:ln>
                <a:noFill/>
              </a:ln>
              <a:solidFill>
                <a:prstClr val="white"/>
              </a:solidFill>
              <a:effectLst/>
              <a:uLnTx/>
              <a:uFillTx/>
              <a:latin typeface="Calibri"/>
              <a:ea typeface="Microsoft JhengHei"/>
              <a:cs typeface="+mn-cs"/>
            </a:endParaRPr>
          </a:p>
        </p:txBody>
      </p:sp>
      <p:graphicFrame>
        <p:nvGraphicFramePr>
          <p:cNvPr id="2" name="Table 1">
            <a:extLst>
              <a:ext uri="{FF2B5EF4-FFF2-40B4-BE49-F238E27FC236}">
                <a16:creationId xmlns:a16="http://schemas.microsoft.com/office/drawing/2014/main" id="{08939648-4FCC-1EBB-D8E1-9A1F1B38DB31}"/>
              </a:ext>
            </a:extLst>
          </p:cNvPr>
          <p:cNvGraphicFramePr>
            <a:graphicFrameLocks noGrp="1"/>
          </p:cNvGraphicFramePr>
          <p:nvPr/>
        </p:nvGraphicFramePr>
        <p:xfrm>
          <a:off x="408086" y="953176"/>
          <a:ext cx="7049642" cy="5267290"/>
        </p:xfrm>
        <a:graphic>
          <a:graphicData uri="http://schemas.openxmlformats.org/drawingml/2006/table">
            <a:tbl>
              <a:tblPr/>
              <a:tblGrid>
                <a:gridCol w="1125504">
                  <a:extLst>
                    <a:ext uri="{9D8B030D-6E8A-4147-A177-3AD203B41FA5}">
                      <a16:colId xmlns:a16="http://schemas.microsoft.com/office/drawing/2014/main" val="3014597360"/>
                    </a:ext>
                  </a:extLst>
                </a:gridCol>
                <a:gridCol w="792967">
                  <a:extLst>
                    <a:ext uri="{9D8B030D-6E8A-4147-A177-3AD203B41FA5}">
                      <a16:colId xmlns:a16="http://schemas.microsoft.com/office/drawing/2014/main" val="1901248781"/>
                    </a:ext>
                  </a:extLst>
                </a:gridCol>
                <a:gridCol w="1121493">
                  <a:extLst>
                    <a:ext uri="{9D8B030D-6E8A-4147-A177-3AD203B41FA5}">
                      <a16:colId xmlns:a16="http://schemas.microsoft.com/office/drawing/2014/main" val="181478440"/>
                    </a:ext>
                  </a:extLst>
                </a:gridCol>
                <a:gridCol w="1676400">
                  <a:extLst>
                    <a:ext uri="{9D8B030D-6E8A-4147-A177-3AD203B41FA5}">
                      <a16:colId xmlns:a16="http://schemas.microsoft.com/office/drawing/2014/main" val="306170129"/>
                    </a:ext>
                  </a:extLst>
                </a:gridCol>
                <a:gridCol w="1143000">
                  <a:extLst>
                    <a:ext uri="{9D8B030D-6E8A-4147-A177-3AD203B41FA5}">
                      <a16:colId xmlns:a16="http://schemas.microsoft.com/office/drawing/2014/main" val="3082568950"/>
                    </a:ext>
                  </a:extLst>
                </a:gridCol>
                <a:gridCol w="1190278">
                  <a:extLst>
                    <a:ext uri="{9D8B030D-6E8A-4147-A177-3AD203B41FA5}">
                      <a16:colId xmlns:a16="http://schemas.microsoft.com/office/drawing/2014/main" val="2304126465"/>
                    </a:ext>
                  </a:extLst>
                </a:gridCol>
              </a:tblGrid>
              <a:tr h="446632">
                <a:tc>
                  <a:txBody>
                    <a:bodyPr/>
                    <a:lstStyle/>
                    <a:p>
                      <a:pPr algn="l">
                        <a:buNone/>
                      </a:pPr>
                      <a:r>
                        <a:rPr lang="zh-TW" altLang="en-US" sz="1600" b="1">
                          <a:effectLst/>
                        </a:rPr>
                        <a:t>類別</a:t>
                      </a:r>
                      <a:endParaRPr lang="zh-TW" altLang="en-US" sz="1600" b="1" dirty="0">
                        <a:effectLst/>
                      </a:endParaRPr>
                    </a:p>
                  </a:txBody>
                  <a:tcPr marL="31587" marR="31587" marT="31587" marB="3158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buNone/>
                      </a:pPr>
                      <a:r>
                        <a:rPr lang="zh-CN" altLang="en-US" sz="1600" b="1">
                          <a:effectLst/>
                        </a:rPr>
                        <a:t>是否斷電保存</a:t>
                      </a:r>
                      <a:endParaRPr lang="zh-CN" altLang="en-US" sz="1600" b="1" dirty="0">
                        <a:effectLst/>
                      </a:endParaRPr>
                    </a:p>
                  </a:txBody>
                  <a:tcPr marL="31587" marR="31587" marT="31587" marB="3158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buNone/>
                      </a:pPr>
                      <a:r>
                        <a:rPr lang="zh-TW" altLang="en-US" sz="1600" b="1">
                          <a:effectLst/>
                        </a:rPr>
                        <a:t>主要</a:t>
                      </a:r>
                      <a:r>
                        <a:rPr lang="zh-CN" altLang="en-US" sz="1600" b="1">
                          <a:effectLst/>
                        </a:rPr>
                        <a:t>載體</a:t>
                      </a:r>
                      <a:r>
                        <a:rPr lang="en-US" altLang="zh-CN" sz="1600" b="1">
                          <a:effectLst/>
                        </a:rPr>
                        <a:t>/</a:t>
                      </a:r>
                      <a:r>
                        <a:rPr lang="zh-TW" altLang="en-US" sz="1600" b="1" dirty="0">
                          <a:effectLst/>
                        </a:rPr>
                        <a:t>用途</a:t>
                      </a:r>
                    </a:p>
                  </a:txBody>
                  <a:tcPr marL="31587" marR="31587" marT="31587" marB="3158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buNone/>
                      </a:pPr>
                      <a:r>
                        <a:rPr lang="zh-TW" altLang="en-US" sz="1600" b="1">
                          <a:effectLst/>
                        </a:rPr>
                        <a:t>關鍵特徵</a:t>
                      </a:r>
                      <a:endParaRPr lang="zh-TW" altLang="en-US" sz="1600" b="1" dirty="0">
                        <a:effectLst/>
                      </a:endParaRPr>
                    </a:p>
                  </a:txBody>
                  <a:tcPr marL="31587" marR="31587" marT="31587" marB="3158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buNone/>
                      </a:pPr>
                      <a:r>
                        <a:rPr lang="zh-TW" altLang="en-US" sz="1600" b="1">
                          <a:effectLst/>
                        </a:rPr>
                        <a:t>一句話</a:t>
                      </a:r>
                      <a:r>
                        <a:rPr lang="zh-CN" altLang="en-US" sz="1600" b="1">
                          <a:effectLst/>
                        </a:rPr>
                        <a:t>總結</a:t>
                      </a:r>
                      <a:endParaRPr lang="zh-TW" altLang="en-US" sz="1600" b="1" dirty="0">
                        <a:effectLst/>
                      </a:endParaRPr>
                    </a:p>
                  </a:txBody>
                  <a:tcPr marL="31587" marR="31587" marT="31587" marB="3158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buNone/>
                      </a:pPr>
                      <a:r>
                        <a:rPr lang="zh-CN" altLang="en-US" sz="1600" b="1" dirty="0">
                          <a:effectLst/>
                        </a:rPr>
                        <a:t>代表公司</a:t>
                      </a:r>
                      <a:endParaRPr lang="zh-TW" altLang="en-US" sz="1600" b="1" dirty="0">
                        <a:effectLst/>
                      </a:endParaRPr>
                    </a:p>
                  </a:txBody>
                  <a:tcPr marL="31587" marR="31587" marT="31587" marB="3158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3714446022"/>
                  </a:ext>
                </a:extLst>
              </a:tr>
              <a:tr h="1882231">
                <a:tc>
                  <a:txBody>
                    <a:bodyPr/>
                    <a:lstStyle/>
                    <a:p>
                      <a:pPr algn="l">
                        <a:buNone/>
                      </a:pPr>
                      <a:r>
                        <a:rPr lang="en-US" sz="1600" b="1" dirty="0">
                          <a:effectLst/>
                        </a:rPr>
                        <a:t>NAND </a:t>
                      </a:r>
                      <a:br>
                        <a:rPr lang="en-US" sz="1600" b="1" dirty="0">
                          <a:effectLst/>
                        </a:rPr>
                      </a:br>
                      <a:r>
                        <a:rPr lang="zh-CN" altLang="en-US" sz="1600" b="1" dirty="0">
                          <a:effectLst/>
                        </a:rPr>
                        <a:t>（～</a:t>
                      </a:r>
                      <a:r>
                        <a:rPr lang="en-US" altLang="zh-CN" sz="1600" b="1" dirty="0">
                          <a:effectLst/>
                        </a:rPr>
                        <a:t>40%</a:t>
                      </a:r>
                      <a:r>
                        <a:rPr lang="zh-CN" altLang="en-US" sz="1600" b="1" dirty="0">
                          <a:effectLst/>
                        </a:rPr>
                        <a:t>）</a:t>
                      </a:r>
                      <a:br>
                        <a:rPr lang="en-US" sz="1600" dirty="0">
                          <a:effectLst/>
                        </a:rPr>
                      </a:br>
                      <a:r>
                        <a:rPr lang="en-US" sz="1600" dirty="0">
                          <a:effectLst/>
                        </a:rPr>
                        <a:t>(</a:t>
                      </a:r>
                      <a:r>
                        <a:rPr lang="en-US" sz="1600" b="0" i="0" kern="1200" dirty="0">
                          <a:solidFill>
                            <a:schemeClr val="tx1"/>
                          </a:solidFill>
                          <a:effectLst/>
                          <a:latin typeface="+mn-lt"/>
                          <a:ea typeface="+mn-ea"/>
                          <a:cs typeface="+mn-cs"/>
                        </a:rPr>
                        <a:t>Negative AND)</a:t>
                      </a:r>
                      <a:endParaRPr lang="en-US" sz="1600" dirty="0">
                        <a:effectLst/>
                      </a:endParaRPr>
                    </a:p>
                  </a:txBody>
                  <a:tcPr marL="31587" marR="31587" marT="31587" marB="3158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zh-TW" altLang="en-US" sz="1600" b="1" dirty="0">
                          <a:effectLst/>
                        </a:rPr>
                        <a:t>是</a:t>
                      </a:r>
                    </a:p>
                  </a:txBody>
                  <a:tcPr marL="31587" marR="31587" marT="31587" marB="3158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US" sz="1600" dirty="0">
                          <a:effectLst/>
                        </a:rPr>
                        <a:t>SSD、UFS/</a:t>
                      </a:r>
                      <a:r>
                        <a:rPr lang="en-US" sz="1600">
                          <a:effectLst/>
                        </a:rPr>
                        <a:t>eMMC、</a:t>
                      </a:r>
                      <a:r>
                        <a:rPr lang="zh-TW" altLang="en-US" sz="1600">
                          <a:effectLst/>
                        </a:rPr>
                        <a:t>存儲卡</a:t>
                      </a:r>
                      <a:endParaRPr lang="zh-TW" altLang="en-US" sz="1600" dirty="0">
                        <a:effectLst/>
                      </a:endParaRPr>
                    </a:p>
                  </a:txBody>
                  <a:tcPr marL="31587" marR="31587" marT="31587" marB="3158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zh-TW" altLang="en-US" sz="1600" dirty="0">
                          <a:effectLst/>
                        </a:rPr>
                        <a:t>容量</a:t>
                      </a:r>
                      <a:r>
                        <a:rPr lang="zh-TW" altLang="en-US" sz="1600">
                          <a:effectLst/>
                        </a:rPr>
                        <a:t>最大、</a:t>
                      </a:r>
                      <a:r>
                        <a:rPr lang="zh-TW" altLang="en-US" sz="1600" b="1">
                          <a:effectLst/>
                        </a:rPr>
                        <a:t>性價比高</a:t>
                      </a:r>
                      <a:r>
                        <a:rPr lang="zh-TW" altLang="en-US" sz="1600">
                          <a:effectLst/>
                        </a:rPr>
                        <a:t>；</a:t>
                      </a:r>
                      <a:endParaRPr lang="zh-TW" altLang="en-US" sz="1600" dirty="0">
                        <a:effectLst/>
                      </a:endParaRPr>
                    </a:p>
                  </a:txBody>
                  <a:tcPr marL="31587" marR="31587" marT="31587" marB="3158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zh-CN" altLang="en-US" sz="1600" b="1">
                          <a:effectLst/>
                        </a:rPr>
                        <a:t>裝得多、當硬盤</a:t>
                      </a:r>
                      <a:r>
                        <a:rPr lang="en-US" altLang="zh-CN" sz="1600" b="1">
                          <a:effectLst/>
                        </a:rPr>
                        <a:t>/</a:t>
                      </a:r>
                      <a:r>
                        <a:rPr lang="zh-CN" altLang="en-US" sz="1600" b="1">
                          <a:effectLst/>
                        </a:rPr>
                        <a:t>手機主存</a:t>
                      </a:r>
                      <a:endParaRPr lang="zh-CN" altLang="en-US" sz="1600" b="1" dirty="0">
                        <a:effectLst/>
                      </a:endParaRPr>
                    </a:p>
                  </a:txBody>
                  <a:tcPr marL="31587" marR="31587" marT="31587" marB="3158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US" altLang="zh-CN" sz="1600" b="1" dirty="0" err="1">
                          <a:effectLst/>
                        </a:rPr>
                        <a:t>Kioxia</a:t>
                      </a:r>
                      <a:r>
                        <a:rPr lang="en-US" altLang="zh-CN" sz="1600" b="1" dirty="0">
                          <a:effectLst/>
                        </a:rPr>
                        <a:t>/</a:t>
                      </a:r>
                    </a:p>
                    <a:p>
                      <a:pPr algn="l">
                        <a:buNone/>
                      </a:pPr>
                      <a:r>
                        <a:rPr lang="en-US" altLang="zh-CN" sz="1600" b="1" dirty="0">
                          <a:effectLst/>
                        </a:rPr>
                        <a:t>Western Digital/</a:t>
                      </a:r>
                    </a:p>
                    <a:p>
                      <a:pPr algn="l">
                        <a:buNone/>
                      </a:pPr>
                      <a:r>
                        <a:rPr lang="en-US" altLang="zh-CN" sz="1600" b="1" dirty="0">
                          <a:effectLst/>
                        </a:rPr>
                        <a:t>SanDisk/</a:t>
                      </a:r>
                    </a:p>
                    <a:p>
                      <a:pPr algn="l">
                        <a:buNone/>
                      </a:pPr>
                      <a:r>
                        <a:rPr lang="zh-CN" altLang="en-US" sz="1600" b="1">
                          <a:effectLst/>
                        </a:rPr>
                        <a:t>長江</a:t>
                      </a:r>
                      <a:r>
                        <a:rPr lang="en-US" altLang="zh-CN" sz="1600" b="1">
                          <a:effectLst/>
                        </a:rPr>
                        <a:t>/</a:t>
                      </a:r>
                      <a:r>
                        <a:rPr lang="zh-CN" altLang="en-US" sz="1600" b="1">
                          <a:effectLst/>
                        </a:rPr>
                        <a:t>長鑫存儲</a:t>
                      </a:r>
                      <a:endParaRPr lang="zh-CN" altLang="en-US" sz="1600" b="1" dirty="0">
                        <a:effectLst/>
                      </a:endParaRPr>
                    </a:p>
                  </a:txBody>
                  <a:tcPr marL="31587" marR="31587" marT="31587" marB="3158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269095753"/>
                  </a:ext>
                </a:extLst>
              </a:tr>
              <a:tr h="1020871">
                <a:tc>
                  <a:txBody>
                    <a:bodyPr/>
                    <a:lstStyle/>
                    <a:p>
                      <a:pPr algn="l">
                        <a:buNone/>
                      </a:pPr>
                      <a:r>
                        <a:rPr lang="en-US" sz="1600" b="1" dirty="0">
                          <a:effectLst/>
                        </a:rPr>
                        <a:t>DRAM</a:t>
                      </a:r>
                      <a:br>
                        <a:rPr lang="en-US" sz="1600" b="1" dirty="0">
                          <a:effectLst/>
                        </a:rPr>
                      </a:br>
                      <a:r>
                        <a:rPr lang="zh-CN" altLang="en-US" sz="1600" b="1" dirty="0">
                          <a:effectLst/>
                        </a:rPr>
                        <a:t>（～</a:t>
                      </a:r>
                      <a:r>
                        <a:rPr lang="en-US" altLang="zh-CN" sz="1600" b="1" dirty="0">
                          <a:effectLst/>
                        </a:rPr>
                        <a:t>60%</a:t>
                      </a:r>
                      <a:r>
                        <a:rPr lang="zh-CN" altLang="en-US" sz="1600" b="1" dirty="0">
                          <a:effectLst/>
                        </a:rPr>
                        <a:t>）</a:t>
                      </a:r>
                      <a:br>
                        <a:rPr lang="en-US" sz="1600" dirty="0">
                          <a:effectLst/>
                        </a:rPr>
                      </a:br>
                      <a:r>
                        <a:rPr lang="en-US" sz="1600" dirty="0">
                          <a:effectLst/>
                        </a:rPr>
                        <a:t>(</a:t>
                      </a:r>
                      <a:r>
                        <a:rPr lang="en-US" sz="1600" b="0" i="0" kern="1200" dirty="0">
                          <a:solidFill>
                            <a:schemeClr val="tx1"/>
                          </a:solidFill>
                          <a:effectLst/>
                          <a:latin typeface="+mn-lt"/>
                          <a:ea typeface="+mn-ea"/>
                          <a:cs typeface="+mn-cs"/>
                        </a:rPr>
                        <a:t>Dynamic Random Access Memory)</a:t>
                      </a:r>
                      <a:endParaRPr lang="en-US" sz="1600" dirty="0">
                        <a:effectLst/>
                      </a:endParaRPr>
                    </a:p>
                  </a:txBody>
                  <a:tcPr marL="31587" marR="31587" marT="31587" marB="3158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rowSpan="2">
                  <a:txBody>
                    <a:bodyPr/>
                    <a:lstStyle/>
                    <a:p>
                      <a:pPr algn="l">
                        <a:buNone/>
                      </a:pPr>
                      <a:r>
                        <a:rPr lang="zh-TW" altLang="en-US" sz="1600" b="1" dirty="0">
                          <a:effectLst/>
                        </a:rPr>
                        <a:t>否</a:t>
                      </a:r>
                    </a:p>
                    <a:p>
                      <a:pPr algn="l">
                        <a:buNone/>
                      </a:pPr>
                      <a:endParaRPr lang="zh-TW" altLang="en-US" sz="1600" b="1" dirty="0">
                        <a:effectLst/>
                      </a:endParaRPr>
                    </a:p>
                  </a:txBody>
                  <a:tcPr marL="31587" marR="31587" marT="31587" marB="3158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US" altLang="zh-CN" sz="1600">
                          <a:effectLst/>
                        </a:rPr>
                        <a:t>DDR</a:t>
                      </a:r>
                      <a:r>
                        <a:rPr lang="zh-CN" altLang="en-US" sz="1600">
                          <a:effectLst/>
                        </a:rPr>
                        <a:t>、計算機</a:t>
                      </a:r>
                      <a:r>
                        <a:rPr lang="en-US" altLang="zh-CN" sz="1600">
                          <a:effectLst/>
                        </a:rPr>
                        <a:t>/</a:t>
                      </a:r>
                      <a:r>
                        <a:rPr lang="zh-CN" altLang="en-US" sz="1600">
                          <a:effectLst/>
                        </a:rPr>
                        <a:t>手機</a:t>
                      </a:r>
                      <a:r>
                        <a:rPr lang="en-US" altLang="zh-CN" sz="1600">
                          <a:effectLst/>
                        </a:rPr>
                        <a:t>/</a:t>
                      </a:r>
                      <a:r>
                        <a:rPr lang="zh-CN" altLang="en-US" sz="1600">
                          <a:effectLst/>
                        </a:rPr>
                        <a:t>服務器內存</a:t>
                      </a:r>
                      <a:endParaRPr lang="zh-CN" altLang="en-US" sz="1600" dirty="0">
                        <a:effectLst/>
                      </a:endParaRPr>
                    </a:p>
                  </a:txBody>
                  <a:tcPr marL="31587" marR="31587" marT="31587" marB="3158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zh-CN" altLang="en-US" sz="1600">
                          <a:effectLst/>
                        </a:rPr>
                        <a:t>帶寬高、容量大、</a:t>
                      </a:r>
                      <a:r>
                        <a:rPr lang="zh-CN" altLang="en-US" sz="1600" b="1">
                          <a:effectLst/>
                        </a:rPr>
                        <a:t>需刷新</a:t>
                      </a:r>
                      <a:r>
                        <a:rPr lang="zh-CN" altLang="en-US" sz="1600">
                          <a:effectLst/>
                        </a:rPr>
                        <a:t>；系統運行的“工作內存”</a:t>
                      </a:r>
                      <a:endParaRPr lang="zh-CN" altLang="en-US" sz="1600" dirty="0">
                        <a:effectLst/>
                      </a:endParaRPr>
                    </a:p>
                  </a:txBody>
                  <a:tcPr marL="31587" marR="31587" marT="31587" marB="3158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zh-CN" altLang="en-US" sz="1600" b="1">
                          <a:effectLst/>
                        </a:rPr>
                        <a:t>跑得快、做計算機服務器系統內存</a:t>
                      </a:r>
                      <a:endParaRPr lang="zh-CN" altLang="en-US" sz="1600" b="1" dirty="0">
                        <a:effectLst/>
                      </a:endParaRPr>
                    </a:p>
                  </a:txBody>
                  <a:tcPr marL="31587" marR="31587" marT="31587" marB="3158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rowSpan="2">
                  <a:txBody>
                    <a:bodyPr/>
                    <a:lstStyle/>
                    <a:p>
                      <a:pPr algn="l">
                        <a:buNone/>
                      </a:pPr>
                      <a:r>
                        <a:rPr lang="en-US" altLang="zh-CN" sz="1600" b="1" dirty="0">
                          <a:effectLst/>
                        </a:rPr>
                        <a:t>Samsung/</a:t>
                      </a:r>
                    </a:p>
                    <a:p>
                      <a:pPr algn="l">
                        <a:buNone/>
                      </a:pPr>
                      <a:r>
                        <a:rPr lang="en-US" altLang="zh-CN" sz="1600" b="1" dirty="0">
                          <a:effectLst/>
                        </a:rPr>
                        <a:t>SK Hynix/</a:t>
                      </a:r>
                    </a:p>
                    <a:p>
                      <a:pPr algn="l">
                        <a:buNone/>
                      </a:pPr>
                      <a:r>
                        <a:rPr lang="en-US" altLang="zh-CN" sz="1600" b="1" dirty="0">
                          <a:effectLst/>
                        </a:rPr>
                        <a:t>Micron</a:t>
                      </a:r>
                      <a:endParaRPr lang="zh-CN" altLang="en-US" sz="1600" b="1" dirty="0">
                        <a:effectLst/>
                      </a:endParaRPr>
                    </a:p>
                  </a:txBody>
                  <a:tcPr marL="31587" marR="31587" marT="31587" marB="3158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578978170"/>
                  </a:ext>
                </a:extLst>
              </a:tr>
              <a:tr h="1307991">
                <a:tc>
                  <a:txBody>
                    <a:bodyPr/>
                    <a:lstStyle/>
                    <a:p>
                      <a:pPr algn="l">
                        <a:buNone/>
                      </a:pPr>
                      <a:r>
                        <a:rPr lang="en-US" sz="1600" b="1" dirty="0">
                          <a:effectLst/>
                        </a:rPr>
                        <a:t>HBM</a:t>
                      </a:r>
                      <a:br>
                        <a:rPr lang="en-US" sz="1600" dirty="0">
                          <a:effectLst/>
                        </a:rPr>
                      </a:br>
                      <a:r>
                        <a:rPr lang="en-US" sz="1600" dirty="0">
                          <a:effectLst/>
                        </a:rPr>
                        <a:t>(</a:t>
                      </a:r>
                      <a:r>
                        <a:rPr lang="en-US" sz="1600" b="0" i="0" kern="1200" dirty="0">
                          <a:solidFill>
                            <a:schemeClr val="tx1"/>
                          </a:solidFill>
                          <a:effectLst/>
                          <a:latin typeface="+mn-lt"/>
                          <a:ea typeface="+mn-ea"/>
                          <a:cs typeface="+mn-cs"/>
                        </a:rPr>
                        <a:t>High Bandwidth Memory)</a:t>
                      </a:r>
                      <a:endParaRPr lang="en-US" sz="1600" dirty="0">
                        <a:effectLst/>
                      </a:endParaRPr>
                    </a:p>
                  </a:txBody>
                  <a:tcPr marL="31587" marR="31587" marT="31587" marB="3158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vMerge="1">
                  <a:txBody>
                    <a:bodyPr/>
                    <a:lstStyle/>
                    <a:p>
                      <a:endParaRPr dirty="0"/>
                    </a:p>
                  </a:txBody>
                  <a:tcPr marL="31587" marR="31587" marT="31587" marB="3158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US" sz="1600" dirty="0">
                          <a:effectLst/>
                        </a:rPr>
                        <a:t>AI</a:t>
                      </a:r>
                      <a:r>
                        <a:rPr lang="zh-TW" altLang="en-US" sz="1600" dirty="0">
                          <a:effectLst/>
                        </a:rPr>
                        <a:t>加速器、</a:t>
                      </a:r>
                      <a:r>
                        <a:rPr lang="en-US" sz="1600" dirty="0">
                          <a:effectLst/>
                        </a:rPr>
                        <a:t>GPU、HPC</a:t>
                      </a:r>
                    </a:p>
                  </a:txBody>
                  <a:tcPr marL="31587" marR="31587" marT="31587" marB="3158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zh-CN" altLang="en-US" sz="1600">
                          <a:effectLst/>
                        </a:rPr>
                        <a:t>超高帶寬、貼近算力芯片堆棧封裝；</a:t>
                      </a:r>
                      <a:r>
                        <a:rPr lang="zh-CN" altLang="en-US" sz="1600" b="1">
                          <a:effectLst/>
                        </a:rPr>
                        <a:t>成本高</a:t>
                      </a:r>
                      <a:r>
                        <a:rPr lang="zh-CN" altLang="en-US" sz="1600">
                          <a:effectLst/>
                        </a:rPr>
                        <a:t>、容量相對有限</a:t>
                      </a:r>
                      <a:endParaRPr lang="zh-CN" altLang="en-US" sz="1600" dirty="0">
                        <a:effectLst/>
                      </a:endParaRPr>
                    </a:p>
                  </a:txBody>
                  <a:tcPr marL="31587" marR="31587" marT="31587" marB="3158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zh-CN" altLang="en-US" sz="1600" b="1">
                          <a:effectLst/>
                        </a:rPr>
                        <a:t>跑得更快、爲</a:t>
                      </a:r>
                      <a:r>
                        <a:rPr lang="en-US" altLang="zh-CN" sz="1600" b="1">
                          <a:effectLst/>
                        </a:rPr>
                        <a:t>AI/HPC</a:t>
                      </a:r>
                      <a:r>
                        <a:rPr lang="zh-CN" altLang="en-US" sz="1600" b="1">
                          <a:effectLst/>
                        </a:rPr>
                        <a:t>打造的超高速內存</a:t>
                      </a:r>
                      <a:endParaRPr lang="zh-CN" altLang="en-US" sz="1600" b="1" dirty="0">
                        <a:effectLst/>
                      </a:endParaRPr>
                    </a:p>
                  </a:txBody>
                  <a:tcPr marL="31587" marR="31587" marT="31587" marB="3158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vMerge="1">
                  <a:txBody>
                    <a:bodyPr/>
                    <a:lstStyle/>
                    <a:p>
                      <a:pPr algn="l">
                        <a:buNone/>
                      </a:pPr>
                      <a:endParaRPr lang="zh-CN" altLang="en-US" sz="1600" b="1" dirty="0">
                        <a:effectLst/>
                      </a:endParaRPr>
                    </a:p>
                  </a:txBody>
                  <a:tcPr marL="31587" marR="31587" marT="31587" marB="3158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77022704"/>
                  </a:ext>
                </a:extLst>
              </a:tr>
            </a:tbl>
          </a:graphicData>
        </a:graphic>
      </p:graphicFrame>
      <p:pic>
        <p:nvPicPr>
          <p:cNvPr id="5" name="Picture 4">
            <a:extLst>
              <a:ext uri="{FF2B5EF4-FFF2-40B4-BE49-F238E27FC236}">
                <a16:creationId xmlns:a16="http://schemas.microsoft.com/office/drawing/2014/main" id="{5207DCC3-9745-C2D6-7DBC-C34936EFAEA1}"/>
              </a:ext>
            </a:extLst>
          </p:cNvPr>
          <p:cNvPicPr>
            <a:picLocks noChangeAspect="1"/>
          </p:cNvPicPr>
          <p:nvPr/>
        </p:nvPicPr>
        <p:blipFill>
          <a:blip r:embed="rId2"/>
          <a:stretch>
            <a:fillRect/>
          </a:stretch>
        </p:blipFill>
        <p:spPr>
          <a:xfrm>
            <a:off x="7781927" y="3342145"/>
            <a:ext cx="4258178" cy="2745572"/>
          </a:xfrm>
          <a:prstGeom prst="rect">
            <a:avLst/>
          </a:prstGeom>
        </p:spPr>
      </p:pic>
      <p:pic>
        <p:nvPicPr>
          <p:cNvPr id="3074" name="Picture 2" descr="Tech refresher: Basics of flash, NAND flash, and NOR flash">
            <a:extLst>
              <a:ext uri="{FF2B5EF4-FFF2-40B4-BE49-F238E27FC236}">
                <a16:creationId xmlns:a16="http://schemas.microsoft.com/office/drawing/2014/main" id="{E151D1BE-11AB-CC21-3F9E-CD0F7ADD9B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65794" y="621764"/>
            <a:ext cx="4474311" cy="2720381"/>
          </a:xfrm>
          <a:prstGeom prst="rect">
            <a:avLst/>
          </a:prstGeom>
          <a:noFill/>
          <a:extLst>
            <a:ext uri="{909E8E84-426E-40DD-AFC4-6F175D3DCCD1}">
              <a14:hiddenFill xmlns:a14="http://schemas.microsoft.com/office/drawing/2010/main">
                <a:solidFill>
                  <a:srgbClr val="FFFFFF"/>
                </a:solidFill>
              </a14:hiddenFill>
            </a:ext>
          </a:extLst>
        </p:spPr>
      </p:pic>
      <p:sp>
        <p:nvSpPr>
          <p:cNvPr id="4" name="标题 2">
            <a:extLst>
              <a:ext uri="{FF2B5EF4-FFF2-40B4-BE49-F238E27FC236}">
                <a16:creationId xmlns:a16="http://schemas.microsoft.com/office/drawing/2014/main" id="{467936D9-B493-3930-E9F2-3CA79A6A9C2F}"/>
              </a:ext>
            </a:extLst>
          </p:cNvPr>
          <p:cNvSpPr txBox="1">
            <a:spLocks/>
          </p:cNvSpPr>
          <p:nvPr/>
        </p:nvSpPr>
        <p:spPr>
          <a:xfrm>
            <a:off x="523081" y="326984"/>
            <a:ext cx="11145838" cy="480131"/>
          </a:xfrm>
          <a:prstGeom prst="rect">
            <a:avLst/>
          </a:prstGeom>
        </p:spPr>
        <p:txBody>
          <a:bodyPr vert="horz" wrap="square" lIns="0" tIns="45720" rIns="0" bIns="45720" rtlCol="0" anchor="ctr">
            <a:spAutoFit/>
          </a:bodyPr>
          <a:lstStyle>
            <a:defPPr>
              <a:defRPr lang="en-US"/>
            </a:defPPr>
            <a:lvl1pPr>
              <a:lnSpc>
                <a:spcPct val="90000"/>
              </a:lnSpc>
              <a:spcBef>
                <a:spcPct val="0"/>
              </a:spcBef>
              <a:buNone/>
              <a:defRPr sz="2800" b="1">
                <a:solidFill>
                  <a:schemeClr val="tx2">
                    <a:lumMod val="75000"/>
                  </a:schemeClr>
                </a:solidFill>
                <a:latin typeface="微软雅黑" panose="020B0503020204020204" pitchFamily="34" charset="-122"/>
                <a:ea typeface="微软雅黑" panose="020B0503020204020204" pitchFamily="34" charset="-122"/>
                <a:cs typeface="Tahoma"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Tahoma" pitchFamily="34" charset="0"/>
              </a:rPr>
              <a:t>存儲芯片主要有哪幾類</a:t>
            </a:r>
            <a:r>
              <a:rPr kumimoji="0" lang="en-US" altLang="zh-CN"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Tahoma" pitchFamily="34" charset="0"/>
              </a:rPr>
              <a:t>?</a:t>
            </a:r>
            <a:endParaRPr kumimoji="0" lang="en-US" altLang="zh-HK"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Tahoma" pitchFamily="34" charset="0"/>
            </a:endParaRPr>
          </a:p>
        </p:txBody>
      </p:sp>
      <p:sp>
        <p:nvSpPr>
          <p:cNvPr id="6" name="Rectangle 5">
            <a:extLst>
              <a:ext uri="{FF2B5EF4-FFF2-40B4-BE49-F238E27FC236}">
                <a16:creationId xmlns:a16="http://schemas.microsoft.com/office/drawing/2014/main" id="{E7458C14-BEEC-F746-3624-F2A245799D37}"/>
              </a:ext>
            </a:extLst>
          </p:cNvPr>
          <p:cNvSpPr/>
          <p:nvPr/>
        </p:nvSpPr>
        <p:spPr>
          <a:xfrm>
            <a:off x="326415" y="6314209"/>
            <a:ext cx="10742650"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800">
                <a:latin typeface="微软雅黑" panose="020B0503020204020204" pitchFamily="34" charset="-122"/>
                <a:ea typeface="微软雅黑" panose="020B0503020204020204" pitchFamily="34" charset="-122"/>
                <a:cs typeface="+mn-ea"/>
                <a:sym typeface="+mn-lt"/>
              </a:rPr>
              <a:t>資料來</a:t>
            </a:r>
            <a:r>
              <a:rPr kumimoji="0" lang="zh-CN" altLang="en-US" sz="80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mn-lt"/>
              </a:rPr>
              <a:t>源</a:t>
            </a:r>
            <a:r>
              <a:rPr kumimoji="0" lang="zh-CN" altLang="en-US" sz="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a:t>
            </a:r>
            <a:r>
              <a:rPr kumimoji="0" lang="en-US" altLang="zh-CN" sz="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MS Research</a:t>
            </a:r>
            <a:endParaRPr kumimoji="0" lang="zh-Hans" altLang="en-US" sz="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endParaRPr>
          </a:p>
        </p:txBody>
      </p:sp>
      <p:sp>
        <p:nvSpPr>
          <p:cNvPr id="9" name="Arrow: Down 8">
            <a:extLst>
              <a:ext uri="{FF2B5EF4-FFF2-40B4-BE49-F238E27FC236}">
                <a16:creationId xmlns:a16="http://schemas.microsoft.com/office/drawing/2014/main" id="{EAC6C588-B0C3-2946-67C5-6A8E8D730790}"/>
              </a:ext>
            </a:extLst>
          </p:cNvPr>
          <p:cNvSpPr/>
          <p:nvPr/>
        </p:nvSpPr>
        <p:spPr>
          <a:xfrm rot="10800000">
            <a:off x="6540383" y="3779226"/>
            <a:ext cx="333375" cy="438150"/>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icrosoft JhengHei"/>
              <a:cs typeface="+mn-cs"/>
            </a:endParaRPr>
          </a:p>
        </p:txBody>
      </p:sp>
      <p:grpSp>
        <p:nvGrpSpPr>
          <p:cNvPr id="7" name="Group 2">
            <a:extLst>
              <a:ext uri="{FF2B5EF4-FFF2-40B4-BE49-F238E27FC236}">
                <a16:creationId xmlns:a16="http://schemas.microsoft.com/office/drawing/2014/main" id="{B39F3813-5CF3-1395-FC6B-F709130CB396}"/>
              </a:ext>
            </a:extLst>
          </p:cNvPr>
          <p:cNvGrpSpPr/>
          <p:nvPr/>
        </p:nvGrpSpPr>
        <p:grpSpPr>
          <a:xfrm>
            <a:off x="9160590" y="6562572"/>
            <a:ext cx="2550106" cy="255578"/>
            <a:chOff x="9160590" y="6563831"/>
            <a:chExt cx="2550106" cy="255578"/>
          </a:xfrm>
        </p:grpSpPr>
        <p:pic>
          <p:nvPicPr>
            <p:cNvPr id="8" name="Picture 12" descr="Logo&#10;&#10;Description automatically generated">
              <a:extLst>
                <a:ext uri="{FF2B5EF4-FFF2-40B4-BE49-F238E27FC236}">
                  <a16:creationId xmlns:a16="http://schemas.microsoft.com/office/drawing/2014/main" id="{05E13483-A24F-9FCA-64BE-0BF83FB46969}"/>
                </a:ext>
              </a:extLst>
            </p:cNvPr>
            <p:cNvPicPr>
              <a:picLocks noChangeAspect="1"/>
            </p:cNvPicPr>
            <p:nvPr/>
          </p:nvPicPr>
          <p:blipFill rotWithShape="1">
            <a:blip r:embed="rId4" cstate="hqprint">
              <a:extLst>
                <a:ext uri="{28A0092B-C50C-407E-A947-70E740481C1C}">
                  <a14:useLocalDpi xmlns:a14="http://schemas.microsoft.com/office/drawing/2010/main" val="0"/>
                </a:ext>
              </a:extLst>
            </a:blip>
            <a:srcRect r="76699"/>
            <a:stretch/>
          </p:blipFill>
          <p:spPr>
            <a:xfrm>
              <a:off x="11468126" y="6563831"/>
              <a:ext cx="242570" cy="255578"/>
            </a:xfrm>
            <a:prstGeom prst="rect">
              <a:avLst/>
            </a:prstGeom>
          </p:spPr>
        </p:pic>
        <p:sp>
          <p:nvSpPr>
            <p:cNvPr id="10" name="Rectangle 19">
              <a:extLst>
                <a:ext uri="{FF2B5EF4-FFF2-40B4-BE49-F238E27FC236}">
                  <a16:creationId xmlns:a16="http://schemas.microsoft.com/office/drawing/2014/main" id="{F41A73C6-873B-8246-8106-304BC78A3436}"/>
                </a:ext>
              </a:extLst>
            </p:cNvPr>
            <p:cNvSpPr/>
            <p:nvPr/>
          </p:nvSpPr>
          <p:spPr>
            <a:xfrm>
              <a:off x="9160590" y="6614676"/>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Calibri"/>
                  <a:ea typeface="Microsoft JhengHei"/>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Calibri"/>
                <a:ea typeface="Microsoft JhengHei"/>
                <a:cs typeface="+mn-ea"/>
                <a:sym typeface="+mn-lt"/>
              </a:endParaRPr>
            </a:p>
          </p:txBody>
        </p:sp>
      </p:grpSp>
    </p:spTree>
    <p:extLst>
      <p:ext uri="{BB962C8B-B14F-4D97-AF65-F5344CB8AC3E}">
        <p14:creationId xmlns:p14="http://schemas.microsoft.com/office/powerpoint/2010/main" val="24156143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65386-543E-6790-99D2-69C0A02D8DBF}"/>
            </a:ext>
          </a:extLst>
        </p:cNvPr>
        <p:cNvGrpSpPr/>
        <p:nvPr/>
      </p:nvGrpSpPr>
      <p:grpSpPr>
        <a:xfrm>
          <a:off x="0" y="0"/>
          <a:ext cx="0" cy="0"/>
          <a:chOff x="0" y="0"/>
          <a:chExt cx="0" cy="0"/>
        </a:xfrm>
      </p:grpSpPr>
      <p:sp>
        <p:nvSpPr>
          <p:cNvPr id="5" name="文本框 6">
            <a:extLst>
              <a:ext uri="{FF2B5EF4-FFF2-40B4-BE49-F238E27FC236}">
                <a16:creationId xmlns:a16="http://schemas.microsoft.com/office/drawing/2014/main" id="{69B9A665-6885-32D8-859B-0CEF5ADEE014}"/>
              </a:ext>
            </a:extLst>
          </p:cNvPr>
          <p:cNvSpPr txBox="1"/>
          <p:nvPr/>
        </p:nvSpPr>
        <p:spPr>
          <a:xfrm>
            <a:off x="513990" y="990184"/>
            <a:ext cx="11084747" cy="138499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zh-CN" altLang="en-US" sz="1400" b="1" i="0" u="none" strike="noStrike" kern="1200" cap="none" spc="0" normalizeH="0" baseline="0" noProof="0">
                <a:ln>
                  <a:noFill/>
                </a:ln>
                <a:solidFill>
                  <a:srgbClr val="2660AD"/>
                </a:solidFill>
                <a:effectLst/>
                <a:uLnTx/>
                <a:uFillTx/>
                <a:latin typeface="+mj-lt"/>
                <a:ea typeface="微软雅黑" panose="020B0503020204020204" pitchFamily="34" charset="-122"/>
                <a:cs typeface="+mn-cs"/>
              </a:rPr>
              <a:t>供給短缺， 庫存周期顯著變短！</a:t>
            </a:r>
            <a:r>
              <a:rPr kumimoji="0" lang="en-HK" altLang="zh-TW" sz="1400" b="0"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2</a:t>
            </a:r>
            <a:r>
              <a:rPr kumimoji="0" lang="en-US" altLang="zh-CN" sz="1400" b="0" i="0" u="none" strike="noStrike" kern="1200" cap="none" spc="0" normalizeH="0" baseline="0" noProof="0" dirty="0">
                <a:ln>
                  <a:noFill/>
                </a:ln>
                <a:solidFill>
                  <a:srgbClr val="515052"/>
                </a:solidFill>
                <a:effectLst/>
                <a:uLnTx/>
                <a:uFillTx/>
                <a:latin typeface="+mj-lt"/>
                <a:ea typeface="微软雅黑" panose="020B0503020204020204" pitchFamily="34" charset="-122"/>
                <a:cs typeface="+mn-cs"/>
              </a:rPr>
              <a:t>6</a:t>
            </a:r>
            <a:r>
              <a:rPr kumimoji="0" lang="en-HK" altLang="zh-TW" sz="1400" b="0" i="0" u="none" strike="noStrike" kern="1200" cap="none" spc="0" normalizeH="0" baseline="0" noProof="0" dirty="0">
                <a:ln>
                  <a:noFill/>
                </a:ln>
                <a:solidFill>
                  <a:srgbClr val="515052"/>
                </a:solidFill>
                <a:effectLst/>
                <a:uLnTx/>
                <a:uFillTx/>
                <a:latin typeface="+mj-lt"/>
                <a:ea typeface="微软雅黑" panose="020B0503020204020204" pitchFamily="34" charset="-122"/>
                <a:cs typeface="+mn-cs"/>
              </a:rPr>
              <a:t>Q1 </a:t>
            </a:r>
            <a:r>
              <a:rPr kumimoji="0" lang="en-US" altLang="zh-CN" sz="1400" b="0"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DRAM </a:t>
            </a:r>
            <a:r>
              <a:rPr kumimoji="0" lang="zh-TW"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芯片的平均庫存周期已降至</a:t>
            </a:r>
            <a:r>
              <a:rPr kumimoji="0" lang="en-US" altLang="zh-CN" sz="1400" b="0"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2-3</a:t>
            </a:r>
            <a:r>
              <a:rPr kumimoji="0" lang="zh-TW"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周</a:t>
            </a:r>
            <a:r>
              <a:rPr kumimoji="0" lang="zh-CN"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（歷史最低）</a:t>
            </a:r>
            <a:r>
              <a:rPr kumimoji="0" lang="zh-TW"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，遠低于去年同期的 </a:t>
            </a:r>
            <a:r>
              <a:rPr kumimoji="0" lang="en-US" altLang="zh-TW" sz="1400" b="0"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10 </a:t>
            </a:r>
            <a:r>
              <a:rPr kumimoji="0" lang="zh-TW" altLang="en-US" sz="1400" b="0" i="0" u="none" strike="noStrike" kern="1200" cap="none" spc="0" normalizeH="0" baseline="0" noProof="0" dirty="0">
                <a:ln>
                  <a:noFill/>
                </a:ln>
                <a:solidFill>
                  <a:srgbClr val="515052"/>
                </a:solidFill>
                <a:effectLst/>
                <a:uLnTx/>
                <a:uFillTx/>
                <a:latin typeface="+mj-lt"/>
                <a:ea typeface="微软雅黑" panose="020B0503020204020204" pitchFamily="34" charset="-122"/>
                <a:cs typeface="+mn-cs"/>
              </a:rPr>
              <a:t>周和 </a:t>
            </a:r>
            <a:r>
              <a:rPr kumimoji="0" lang="en-US" altLang="zh-TW" sz="1400" b="0" i="0" u="none" strike="noStrike" kern="1200" cap="none" spc="0" normalizeH="0" baseline="0" noProof="0" dirty="0">
                <a:ln>
                  <a:noFill/>
                </a:ln>
                <a:solidFill>
                  <a:srgbClr val="515052"/>
                </a:solidFill>
                <a:effectLst/>
                <a:uLnTx/>
                <a:uFillTx/>
                <a:latin typeface="+mj-lt"/>
                <a:ea typeface="微软雅黑" panose="020B0503020204020204" pitchFamily="34" charset="-122"/>
                <a:cs typeface="+mn-cs"/>
              </a:rPr>
              <a:t>2023 </a:t>
            </a:r>
            <a:r>
              <a:rPr kumimoji="0" lang="zh-TW" altLang="en-US" sz="1400" b="0" i="0" u="none" strike="noStrike" kern="1200" cap="none" spc="0" normalizeH="0" baseline="0" noProof="0" dirty="0">
                <a:ln>
                  <a:noFill/>
                </a:ln>
                <a:solidFill>
                  <a:srgbClr val="515052"/>
                </a:solidFill>
                <a:effectLst/>
                <a:uLnTx/>
                <a:uFillTx/>
                <a:latin typeface="+mj-lt"/>
                <a:ea typeface="微软雅黑" panose="020B0503020204020204" pitchFamily="34" charset="-122"/>
                <a:cs typeface="+mn-cs"/>
              </a:rPr>
              <a:t>年初的 </a:t>
            </a:r>
            <a:r>
              <a:rPr kumimoji="0" lang="en-US" altLang="zh-TW" sz="1400" b="0" i="0" u="none" strike="noStrike" kern="1200" cap="none" spc="0" normalizeH="0" baseline="0" noProof="0" dirty="0">
                <a:ln>
                  <a:noFill/>
                </a:ln>
                <a:solidFill>
                  <a:srgbClr val="515052"/>
                </a:solidFill>
                <a:effectLst/>
                <a:uLnTx/>
                <a:uFillTx/>
                <a:latin typeface="+mj-lt"/>
                <a:ea typeface="微软雅黑" panose="020B0503020204020204" pitchFamily="34" charset="-122"/>
                <a:cs typeface="+mn-cs"/>
              </a:rPr>
              <a:t>31 </a:t>
            </a:r>
            <a:r>
              <a:rPr kumimoji="0" lang="zh-TW" altLang="en-US" sz="1400" b="0" i="0" u="none" strike="noStrike" kern="1200" cap="none" spc="0" normalizeH="0" baseline="0" noProof="0" dirty="0">
                <a:ln>
                  <a:noFill/>
                </a:ln>
                <a:solidFill>
                  <a:srgbClr val="515052"/>
                </a:solidFill>
                <a:effectLst/>
                <a:uLnTx/>
                <a:uFillTx/>
                <a:latin typeface="+mj-lt"/>
                <a:ea typeface="微软雅黑" panose="020B0503020204020204" pitchFamily="34" charset="-122"/>
                <a:cs typeface="+mn-cs"/>
              </a:rPr>
              <a:t>周</a:t>
            </a:r>
            <a:r>
              <a:rPr kumimoji="0" lang="zh-CN" altLang="en-US" sz="1400" b="0" i="0" u="none" strike="noStrike" kern="1200" cap="none" spc="0" normalizeH="0" baseline="0" noProof="0" dirty="0">
                <a:ln>
                  <a:noFill/>
                </a:ln>
                <a:solidFill>
                  <a:srgbClr val="515052"/>
                </a:solidFill>
                <a:effectLst/>
                <a:uLnTx/>
                <a:uFillTx/>
                <a:latin typeface="+mj-lt"/>
                <a:ea typeface="微软雅黑" panose="020B0503020204020204" pitchFamily="34" charset="-122"/>
                <a:cs typeface="+mn-cs"/>
              </a:rPr>
              <a:t>。 </a:t>
            </a:r>
            <a:r>
              <a:rPr kumimoji="0" lang="en-US" altLang="zh-CN" sz="1400" b="0" i="0" u="none" strike="noStrike" kern="1200" cap="none" spc="0" normalizeH="0" baseline="0" noProof="0" dirty="0">
                <a:ln>
                  <a:noFill/>
                </a:ln>
                <a:solidFill>
                  <a:srgbClr val="515052"/>
                </a:solidFill>
                <a:effectLst/>
                <a:uLnTx/>
                <a:uFillTx/>
                <a:latin typeface="+mj-lt"/>
                <a:ea typeface="微软雅黑" panose="020B0503020204020204" pitchFamily="34" charset="-122"/>
                <a:cs typeface="+mn-cs"/>
              </a:rPr>
              <a:t>2026</a:t>
            </a:r>
            <a:r>
              <a:rPr kumimoji="0" lang="zh-CN"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年</a:t>
            </a:r>
            <a:r>
              <a:rPr kumimoji="0" lang="en-US" altLang="zh-CN" sz="1400" b="0"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HBM</a:t>
            </a:r>
            <a:r>
              <a:rPr kumimoji="0" lang="zh-CN"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基本已被提前賣完。</a:t>
            </a:r>
            <a:endParaRPr lang="en-US" altLang="zh-CN" sz="1400" dirty="0">
              <a:solidFill>
                <a:srgbClr val="515052"/>
              </a:solidFill>
              <a:latin typeface="+mj-lt"/>
              <a:ea typeface="微软雅黑" panose="020B0503020204020204" pitchFamily="34" charset="-122"/>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altLang="zh-CN" sz="1400" b="1" i="0" u="none" strike="noStrike" kern="1200" cap="none" spc="0" normalizeH="0" baseline="0" noProof="0">
                <a:ln>
                  <a:noFill/>
                </a:ln>
                <a:solidFill>
                  <a:srgbClr val="2660AD"/>
                </a:solidFill>
                <a:effectLst/>
                <a:uLnTx/>
                <a:uFillTx/>
                <a:latin typeface="+mj-lt"/>
                <a:ea typeface="微软雅黑" panose="020B0503020204020204" pitchFamily="34" charset="-122"/>
                <a:cs typeface="+mn-cs"/>
              </a:rPr>
              <a:t>AI</a:t>
            </a:r>
            <a:r>
              <a:rPr kumimoji="0" lang="zh-CN" altLang="en-US" sz="1400" b="1" i="0" u="none" strike="noStrike" kern="1200" cap="none" spc="0" normalizeH="0" baseline="0" noProof="0">
                <a:ln>
                  <a:noFill/>
                </a:ln>
                <a:solidFill>
                  <a:srgbClr val="2660AD"/>
                </a:solidFill>
                <a:effectLst/>
                <a:uLnTx/>
                <a:uFillTx/>
                <a:latin typeface="+mj-lt"/>
                <a:ea typeface="微软雅黑" panose="020B0503020204020204" pitchFamily="34" charset="-122"/>
                <a:cs typeface="+mn-cs"/>
              </a:rPr>
              <a:t>需求繁榮，史無前例的超級周期</a:t>
            </a:r>
            <a:r>
              <a:rPr kumimoji="0" lang="zh-CN" altLang="en-US" sz="1400" b="1"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a:t>
            </a:r>
            <a:r>
              <a:rPr kumimoji="0" lang="zh-CN"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同時恰逢傳統數據中心更新換代周期，加上蘋果等個人設備銷量超預期，這共同加劇了</a:t>
            </a:r>
            <a:r>
              <a:rPr kumimoji="0" lang="en-US" altLang="zh-CN" sz="1400" b="0"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HBM</a:t>
            </a:r>
            <a:r>
              <a:rPr kumimoji="0" lang="zh-CN" altLang="en-US" sz="1400" b="0" i="0" u="none" strike="noStrike" kern="1200" cap="none" spc="0" normalizeH="0" baseline="0" noProof="0" dirty="0">
                <a:ln>
                  <a:noFill/>
                </a:ln>
                <a:solidFill>
                  <a:srgbClr val="515052"/>
                </a:solidFill>
                <a:effectLst/>
                <a:uLnTx/>
                <a:uFillTx/>
                <a:latin typeface="+mj-lt"/>
                <a:ea typeface="微软雅黑" panose="020B0503020204020204" pitchFamily="34" charset="-122"/>
                <a:cs typeface="+mn-cs"/>
              </a:rPr>
              <a:t>和</a:t>
            </a:r>
            <a:r>
              <a:rPr kumimoji="0" lang="zh-CN"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非</a:t>
            </a:r>
            <a:r>
              <a:rPr kumimoji="0" lang="en-US" altLang="zh-CN" sz="1400" b="0"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HBM</a:t>
            </a:r>
            <a:r>
              <a:rPr kumimoji="0" lang="zh-CN"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內存芯片的供應緊張，幷推高了存儲芯片價格。</a:t>
            </a:r>
            <a:endParaRPr kumimoji="0" lang="en-US" altLang="zh-CN" sz="1400" b="0" i="0" u="none" strike="noStrike" kern="1200" cap="none" spc="0" normalizeH="0" baseline="0" noProof="0" dirty="0">
              <a:ln>
                <a:noFill/>
              </a:ln>
              <a:solidFill>
                <a:srgbClr val="515052"/>
              </a:solidFill>
              <a:effectLst/>
              <a:uLnTx/>
              <a:uFillTx/>
              <a:latin typeface="+mj-lt"/>
              <a:ea typeface="微软雅黑" panose="020B0503020204020204" pitchFamily="34" charset="-122"/>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存儲芯片行情啓動晚于設計</a:t>
            </a:r>
            <a:r>
              <a:rPr kumimoji="0" lang="en-US" altLang="zh-CN" sz="1400" b="0"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a:t>
            </a:r>
            <a:r>
              <a:rPr kumimoji="0" lang="zh-CN"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上游設備，因爲通常去庫存慢，價格滯後，現在提價真正落地，</a:t>
            </a:r>
            <a:r>
              <a:rPr kumimoji="0" lang="en-US" altLang="zh-CN" sz="1400" b="0"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EPS</a:t>
            </a:r>
            <a:r>
              <a:rPr kumimoji="0" lang="zh-CN" altLang="en-US" sz="1400" b="0"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將持續顯著提升</a:t>
            </a:r>
            <a:endParaRPr kumimoji="0" lang="en-US" altLang="zh-CN" sz="1400" b="0" i="0" u="none" strike="noStrike" kern="1200" cap="none" spc="0" normalizeH="0" baseline="0" noProof="0" dirty="0">
              <a:ln>
                <a:noFill/>
              </a:ln>
              <a:solidFill>
                <a:srgbClr val="515052"/>
              </a:solidFill>
              <a:effectLst/>
              <a:uLnTx/>
              <a:uFillTx/>
              <a:latin typeface="+mj-lt"/>
              <a:ea typeface="微软雅黑" panose="020B0503020204020204" pitchFamily="34" charset="-122"/>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400" b="1"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三星、海力士把産能更多投向高毛利</a:t>
            </a:r>
            <a:r>
              <a:rPr kumimoji="0" lang="en-US" altLang="zh-CN" sz="1400" b="1"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HBM/</a:t>
            </a:r>
            <a:r>
              <a:rPr kumimoji="0" lang="zh-CN" altLang="en-US" sz="1400" b="1"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服務器</a:t>
            </a:r>
            <a:r>
              <a:rPr kumimoji="0" lang="en-US" altLang="zh-CN" sz="1400" b="1"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DRAM</a:t>
            </a:r>
            <a:r>
              <a:rPr kumimoji="0" lang="zh-CN" altLang="en-US" sz="1400" b="1"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，擠壓了傳統</a:t>
            </a:r>
            <a:r>
              <a:rPr kumimoji="0" lang="en-US" altLang="zh-CN" sz="1400" b="1"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DRAM/NAND</a:t>
            </a:r>
            <a:r>
              <a:rPr kumimoji="0" lang="zh-CN" altLang="en-US" sz="1400" b="1" i="0" u="none" strike="noStrike" kern="1200" cap="none" spc="0" normalizeH="0" baseline="0" noProof="0">
                <a:ln>
                  <a:noFill/>
                </a:ln>
                <a:solidFill>
                  <a:srgbClr val="515052"/>
                </a:solidFill>
                <a:effectLst/>
                <a:uLnTx/>
                <a:uFillTx/>
                <a:latin typeface="+mj-lt"/>
                <a:ea typeface="微软雅黑" panose="020B0503020204020204" pitchFamily="34" charset="-122"/>
                <a:cs typeface="+mn-cs"/>
              </a:rPr>
              <a:t>供給，形成全面漲價</a:t>
            </a:r>
            <a:endParaRPr kumimoji="0" lang="en-US" altLang="zh-TW" sz="1400" b="1" i="0" u="none" strike="noStrike" kern="1200" cap="none" spc="0" normalizeH="0" baseline="0" noProof="0" dirty="0">
              <a:ln>
                <a:noFill/>
              </a:ln>
              <a:solidFill>
                <a:srgbClr val="515052"/>
              </a:solidFill>
              <a:effectLst/>
              <a:uLnTx/>
              <a:uFillTx/>
              <a:latin typeface="+mj-lt"/>
              <a:ea typeface="微软雅黑" panose="020B0503020204020204" pitchFamily="34" charset="-122"/>
              <a:cs typeface="+mn-cs"/>
            </a:endParaRPr>
          </a:p>
        </p:txBody>
      </p:sp>
      <p:pic>
        <p:nvPicPr>
          <p:cNvPr id="7" name="Picture 6">
            <a:extLst>
              <a:ext uri="{FF2B5EF4-FFF2-40B4-BE49-F238E27FC236}">
                <a16:creationId xmlns:a16="http://schemas.microsoft.com/office/drawing/2014/main" id="{C9F80D20-1A5D-7B91-0327-A36539208613}"/>
              </a:ext>
            </a:extLst>
          </p:cNvPr>
          <p:cNvPicPr>
            <a:picLocks noChangeAspect="1"/>
          </p:cNvPicPr>
          <p:nvPr/>
        </p:nvPicPr>
        <p:blipFill>
          <a:blip r:embed="rId2"/>
          <a:stretch>
            <a:fillRect/>
          </a:stretch>
        </p:blipFill>
        <p:spPr>
          <a:xfrm>
            <a:off x="663859" y="2619022"/>
            <a:ext cx="6165917" cy="3232505"/>
          </a:xfrm>
          <a:prstGeom prst="rect">
            <a:avLst/>
          </a:prstGeom>
        </p:spPr>
      </p:pic>
      <p:pic>
        <p:nvPicPr>
          <p:cNvPr id="8" name="Picture 7">
            <a:extLst>
              <a:ext uri="{FF2B5EF4-FFF2-40B4-BE49-F238E27FC236}">
                <a16:creationId xmlns:a16="http://schemas.microsoft.com/office/drawing/2014/main" id="{275D139F-4F09-790C-3C66-729B80EB5B88}"/>
              </a:ext>
            </a:extLst>
          </p:cNvPr>
          <p:cNvPicPr>
            <a:picLocks noChangeAspect="1"/>
          </p:cNvPicPr>
          <p:nvPr/>
        </p:nvPicPr>
        <p:blipFill>
          <a:blip r:embed="rId3"/>
          <a:stretch>
            <a:fillRect/>
          </a:stretch>
        </p:blipFill>
        <p:spPr>
          <a:xfrm>
            <a:off x="7086528" y="2427111"/>
            <a:ext cx="4349116" cy="3880124"/>
          </a:xfrm>
          <a:prstGeom prst="rect">
            <a:avLst/>
          </a:prstGeom>
        </p:spPr>
      </p:pic>
      <p:sp>
        <p:nvSpPr>
          <p:cNvPr id="9" name="TextBox 8"/>
          <p:cNvSpPr txBox="1"/>
          <p:nvPr/>
        </p:nvSpPr>
        <p:spPr>
          <a:xfrm>
            <a:off x="457200" y="6263640"/>
            <a:ext cx="1097280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effectLst/>
                <a:uLnTx/>
                <a:uFillTx/>
                <a:latin typeface="+mj-lt"/>
                <a:ea typeface="微软雅黑" panose="020B0503020204020204" pitchFamily="34" charset="-122"/>
              </a:rPr>
              <a:t>資料來源：MS Research, BofA</a:t>
            </a:r>
          </a:p>
        </p:txBody>
      </p:sp>
      <p:sp>
        <p:nvSpPr>
          <p:cNvPr id="11" name="TextBox 10"/>
          <p:cNvSpPr txBox="1"/>
          <p:nvPr/>
        </p:nvSpPr>
        <p:spPr>
          <a:xfrm>
            <a:off x="722376" y="411480"/>
            <a:ext cx="10972800" cy="475488"/>
          </a:xfrm>
          <a:prstGeom prst="rect">
            <a:avLst/>
          </a:prstGeom>
        </p:spPr>
        <p:txBody>
          <a:bodyPr vert="horz" wrap="square" lIns="0" tIns="45720" rIns="0" bIns="45720" rtlCol="0" anchor="ctr">
            <a:spAutoFit/>
          </a:bodyPr>
          <a:lstStyle>
            <a:defPPr>
              <a:defRPr lang="en-US"/>
            </a:defPPr>
            <a:lvl1pPr lvl="0">
              <a:lnSpc>
                <a:spcPct val="90000"/>
              </a:lnSpc>
              <a:spcBef>
                <a:spcPct val="0"/>
              </a:spcBef>
              <a:buNone/>
              <a:defRPr sz="2400" b="1">
                <a:solidFill>
                  <a:srgbClr val="2660AD"/>
                </a:solidFill>
                <a:latin typeface="微软雅黑" panose="020B0503020204020204" pitchFamily="34" charset="-122"/>
                <a:ea typeface="微软雅黑" panose="020B0503020204020204" pitchFamily="34" charset="-122"/>
                <a:cs typeface="Tahoma"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sz="2800" b="1" i="0" u="none" strike="noStrike" kern="1200" cap="none" spc="0" normalizeH="0" baseline="0" noProof="0">
                <a:ln>
                  <a:noFill/>
                </a:ln>
                <a:solidFill>
                  <a:srgbClr val="2660AD"/>
                </a:solidFill>
                <a:effectLst/>
                <a:uLnTx/>
                <a:uFillTx/>
                <a:latin typeface="Calibri"/>
                <a:ea typeface="微软雅黑"/>
                <a:cs typeface="Tahoma" pitchFamily="34" charset="0"/>
              </a:rPr>
              <a:t>存儲芯片行業發生了什麽？</a:t>
            </a:r>
            <a:endParaRPr kumimoji="0" sz="2800" b="1" i="0" u="none" strike="noStrike" kern="1200" cap="none" spc="0" normalizeH="0" baseline="0" noProof="0" dirty="0">
              <a:ln>
                <a:noFill/>
              </a:ln>
              <a:solidFill>
                <a:srgbClr val="2660AD"/>
              </a:solidFill>
              <a:effectLst/>
              <a:uLnTx/>
              <a:uFillTx/>
              <a:latin typeface="Calibri"/>
              <a:ea typeface="微软雅黑"/>
              <a:cs typeface="Tahoma" pitchFamily="34" charset="0"/>
            </a:endParaRPr>
          </a:p>
        </p:txBody>
      </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15" name="LogoPic" descr="image.png"/>
          <p:cNvPicPr>
            <a:picLocks noChangeAspect="1"/>
          </p:cNvPicPr>
          <p:nvPr/>
        </p:nvPicPr>
        <p:blipFill rotWithShape="1">
          <a:blip r:embed="rId4"/>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44EB2F2E-0CDF-464F-8075-EE52E40C7846}" type="slidenum">
              <a:rPr lang="en-US" sz="1000" dirty="0">
                <a:solidFill>
                  <a:srgbClr val="FFFFFF"/>
                </a:solidFill>
                <a:latin typeface="Calibri"/>
                <a:ea typeface="微软雅黑"/>
              </a:rPr>
              <a:t>37</a:t>
            </a:fld>
            <a:endParaRPr lang="en-US" sz="1000" dirty="0">
              <a:solidFill>
                <a:srgbClr val="FFFFFF"/>
              </a:solidFill>
              <a:latin typeface="Calibri"/>
              <a:ea typeface="微软雅黑"/>
            </a:endParaRPr>
          </a:p>
        </p:txBody>
      </p:sp>
    </p:spTree>
    <p:extLst>
      <p:ext uri="{BB962C8B-B14F-4D97-AF65-F5344CB8AC3E}">
        <p14:creationId xmlns:p14="http://schemas.microsoft.com/office/powerpoint/2010/main" val="36077101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36DAF-FB84-9E15-DC2B-96F95A177239}"/>
            </a:ext>
          </a:extLst>
        </p:cNvPr>
        <p:cNvGrpSpPr/>
        <p:nvPr/>
      </p:nvGrpSpPr>
      <p:grpSpPr>
        <a:xfrm>
          <a:off x="0" y="0"/>
          <a:ext cx="0" cy="0"/>
          <a:chOff x="0" y="0"/>
          <a:chExt cx="0" cy="0"/>
        </a:xfrm>
      </p:grpSpPr>
      <p:sp>
        <p:nvSpPr>
          <p:cNvPr id="9" name="标题 8">
            <a:extLst>
              <a:ext uri="{FF2B5EF4-FFF2-40B4-BE49-F238E27FC236}">
                <a16:creationId xmlns:a16="http://schemas.microsoft.com/office/drawing/2014/main" id="{880AC0CD-B8B5-0266-1CAD-7141D8FE34CB}"/>
              </a:ext>
            </a:extLst>
          </p:cNvPr>
          <p:cNvSpPr>
            <a:spLocks noGrp="1"/>
          </p:cNvSpPr>
          <p:nvPr>
            <p:ph type="title"/>
          </p:nvPr>
        </p:nvSpPr>
        <p:spPr>
          <a:xfrm>
            <a:off x="634364" y="277936"/>
            <a:ext cx="10874145" cy="480131"/>
          </a:xfrm>
        </p:spPr>
        <p:txBody>
          <a:bodyPr/>
          <a:lstStyle/>
          <a:p>
            <a:r>
              <a:rPr lang="zh-CN" altLang="en-US"/>
              <a:t>存儲芯片</a:t>
            </a:r>
            <a:r>
              <a:rPr lang="en-US" altLang="zh-CN"/>
              <a:t>: </a:t>
            </a:r>
            <a:r>
              <a:rPr lang="en-HK" altLang="zh-CN"/>
              <a:t>TAM</a:t>
            </a:r>
            <a:r>
              <a:rPr lang="zh-CN" altLang="en-US"/>
              <a:t>持續擴張，</a:t>
            </a:r>
            <a:r>
              <a:rPr lang="en-HK" altLang="zh-CN"/>
              <a:t>AI</a:t>
            </a:r>
            <a:r>
              <a:rPr lang="zh-CN" altLang="en-US"/>
              <a:t>相關成爲最大增長動力</a:t>
            </a:r>
            <a:endParaRPr lang="zh-CN" altLang="en-US" dirty="0"/>
          </a:p>
        </p:txBody>
      </p:sp>
      <p:sp>
        <p:nvSpPr>
          <p:cNvPr id="17" name="TextBox 16">
            <a:extLst>
              <a:ext uri="{FF2B5EF4-FFF2-40B4-BE49-F238E27FC236}">
                <a16:creationId xmlns:a16="http://schemas.microsoft.com/office/drawing/2014/main" id="{F4984B25-4756-9BEB-6027-9F6FBA11291F}"/>
              </a:ext>
            </a:extLst>
          </p:cNvPr>
          <p:cNvSpPr txBox="1"/>
          <p:nvPr/>
        </p:nvSpPr>
        <p:spPr>
          <a:xfrm>
            <a:off x="632717" y="933848"/>
            <a:ext cx="10674456" cy="746358"/>
          </a:xfrm>
          <a:prstGeom prst="rect">
            <a:avLst/>
          </a:prstGeom>
          <a:noFill/>
        </p:spPr>
        <p:txBody>
          <a:bodyPr wrap="square">
            <a:spAutoFit/>
          </a:bodyPr>
          <a:lstStyle>
            <a:defPPr>
              <a:defRPr lang="en-US"/>
            </a:defPPr>
            <a:lvl1pPr marL="285750" indent="-285750">
              <a:spcAft>
                <a:spcPts val="600"/>
              </a:spcAft>
              <a:buClr>
                <a:schemeClr val="tx2">
                  <a:lumMod val="50000"/>
                </a:schemeClr>
              </a:buClr>
              <a:buFont typeface="Wingdings" panose="05000000000000000000" pitchFamily="2" charset="2"/>
              <a:buChar char="v"/>
              <a:defRPr sz="1400">
                <a:solidFill>
                  <a:schemeClr val="tx1">
                    <a:lumMod val="75000"/>
                  </a:schemeClr>
                </a:solidFill>
                <a:latin typeface="+mj-lt"/>
                <a:ea typeface="微软雅黑" panose="020B0503020204020204" pitchFamily="34" charset="-122"/>
                <a:cs typeface="Times New Roman" panose="02020603050405020304" pitchFamily="18" charset="0"/>
              </a:defRPr>
            </a:lvl1pPr>
            <a:lvl2pPr marL="742950" lvl="1" indent="-285750">
              <a:spcAft>
                <a:spcPts val="600"/>
              </a:spcAft>
              <a:buClr>
                <a:schemeClr val="tx2">
                  <a:lumMod val="50000"/>
                </a:schemeClr>
              </a:buClr>
              <a:buFont typeface="Wingdings" panose="05000000000000000000" pitchFamily="2" charset="2"/>
              <a:buChar char="v"/>
              <a:defRPr sz="1200"/>
            </a:lvl2pPr>
          </a:lstStyle>
          <a:p>
            <a:pPr marL="285750" marR="0" lvl="2" indent="-285750" algn="l" defTabSz="914400" rtl="0" eaLnBrk="0" fontAlgn="base" latinLnBrk="0" hangingPunct="0">
              <a:lnSpc>
                <a:spcPts val="1500"/>
              </a:lnSpc>
              <a:spcBef>
                <a:spcPct val="0"/>
              </a:spcBef>
              <a:spcAft>
                <a:spcPts val="300"/>
              </a:spcAft>
              <a:buClr>
                <a:srgbClr val="2660AD">
                  <a:lumMod val="50000"/>
                </a:srgbClr>
              </a:buClr>
              <a:buSzTx/>
              <a:buFont typeface="Arial" panose="020B0604020202020204" pitchFamily="34" charset="0"/>
              <a:buChar char="•"/>
              <a:tabLst/>
              <a:defRPr/>
            </a:pPr>
            <a:r>
              <a:rPr kumimoji="0" lang="zh-CN" altLang="en-US" sz="1400" b="0" i="0" u="none" strike="noStrike" kern="1200" cap="none" spc="0" normalizeH="0" baseline="0" noProof="0">
                <a:ln>
                  <a:noFill/>
                </a:ln>
                <a:solidFill>
                  <a:srgbClr val="515052">
                    <a:lumMod val="50000"/>
                  </a:srgbClr>
                </a:solidFill>
                <a:effectLst/>
                <a:uLnTx/>
                <a:uFillTx/>
                <a:latin typeface="微软雅黑"/>
                <a:ea typeface="微软雅黑"/>
                <a:cs typeface="Calibri"/>
                <a:sym typeface="+mn-lt"/>
              </a:rPr>
              <a:t>存儲</a:t>
            </a:r>
            <a:r>
              <a:rPr kumimoji="0" lang="en-US" altLang="zh-CN" sz="1400" b="0" i="0" u="none" strike="noStrike" kern="1200" cap="none" spc="0" normalizeH="0" baseline="0" noProof="0">
                <a:ln>
                  <a:noFill/>
                </a:ln>
                <a:solidFill>
                  <a:srgbClr val="515052">
                    <a:lumMod val="50000"/>
                  </a:srgbClr>
                </a:solidFill>
                <a:effectLst/>
                <a:uLnTx/>
                <a:uFillTx/>
                <a:latin typeface="微软雅黑"/>
                <a:ea typeface="微软雅黑"/>
                <a:cs typeface="Calibri"/>
                <a:sym typeface="+mn-lt"/>
              </a:rPr>
              <a:t>TAM</a:t>
            </a:r>
            <a:r>
              <a:rPr kumimoji="0" lang="zh-CN" altLang="en-US" sz="1400" b="0" i="0" u="none" strike="noStrike" kern="1200" cap="none" spc="0" normalizeH="0" baseline="0" noProof="0">
                <a:ln>
                  <a:noFill/>
                </a:ln>
                <a:solidFill>
                  <a:srgbClr val="515052">
                    <a:lumMod val="50000"/>
                  </a:srgbClr>
                </a:solidFill>
                <a:effectLst/>
                <a:uLnTx/>
                <a:uFillTx/>
                <a:latin typeface="微软雅黑"/>
                <a:ea typeface="微软雅黑"/>
                <a:cs typeface="Calibri"/>
                <a:sym typeface="+mn-lt"/>
              </a:rPr>
              <a:t>持續擴張，</a:t>
            </a:r>
            <a:r>
              <a:rPr kumimoji="0" lang="en-US" altLang="zh-CN" sz="1400" b="1" i="0" u="none" strike="noStrike" kern="1200" cap="none" spc="0" normalizeH="0" baseline="0" noProof="0">
                <a:ln>
                  <a:noFill/>
                </a:ln>
                <a:solidFill>
                  <a:srgbClr val="2660AD"/>
                </a:solidFill>
                <a:effectLst/>
                <a:uLnTx/>
                <a:uFillTx/>
                <a:latin typeface="微软雅黑"/>
                <a:ea typeface="微软雅黑"/>
                <a:cs typeface="Calibri"/>
                <a:sym typeface="+mn-lt"/>
              </a:rPr>
              <a:t>AI</a:t>
            </a:r>
            <a:r>
              <a:rPr kumimoji="0" lang="zh-CN" altLang="en-US" sz="1400" b="1" i="0" u="none" strike="noStrike" kern="1200" cap="none" spc="0" normalizeH="0" baseline="0" noProof="0">
                <a:ln>
                  <a:noFill/>
                </a:ln>
                <a:solidFill>
                  <a:srgbClr val="2660AD"/>
                </a:solidFill>
                <a:effectLst/>
                <a:uLnTx/>
                <a:uFillTx/>
                <a:latin typeface="微软雅黑"/>
                <a:ea typeface="微软雅黑"/>
                <a:cs typeface="Calibri"/>
                <a:sym typeface="+mn-lt"/>
              </a:rPr>
              <a:t>相關需求占比快速提升</a:t>
            </a:r>
            <a:r>
              <a:rPr kumimoji="0" lang="zh-CN" altLang="en-US" sz="1400" b="0" i="0" u="none" strike="noStrike" kern="1200" cap="none" spc="0" normalizeH="0" baseline="0" noProof="0">
                <a:ln>
                  <a:noFill/>
                </a:ln>
                <a:solidFill>
                  <a:srgbClr val="515052">
                    <a:lumMod val="50000"/>
                  </a:srgbClr>
                </a:solidFill>
                <a:effectLst/>
                <a:uLnTx/>
                <a:uFillTx/>
                <a:latin typeface="微软雅黑"/>
                <a:ea typeface="微软雅黑"/>
                <a:cs typeface="Calibri"/>
                <a:sym typeface="+mn-lt"/>
              </a:rPr>
              <a:t>，成爲推動行業長期增長的核心增量來源</a:t>
            </a:r>
            <a:endParaRPr kumimoji="0" lang="en-HK" altLang="zh-CN" sz="1400" b="0" i="0" u="none" strike="noStrike" kern="1200" cap="none" spc="0" normalizeH="0" baseline="0" noProof="0" dirty="0">
              <a:ln>
                <a:noFill/>
              </a:ln>
              <a:solidFill>
                <a:srgbClr val="515052">
                  <a:lumMod val="50000"/>
                </a:srgbClr>
              </a:solidFill>
              <a:effectLst/>
              <a:uLnTx/>
              <a:uFillTx/>
              <a:latin typeface="微软雅黑"/>
              <a:ea typeface="微软雅黑"/>
              <a:cs typeface="Calibri"/>
              <a:sym typeface="+mn-lt"/>
            </a:endParaRPr>
          </a:p>
          <a:p>
            <a:pPr marL="285750" marR="0" lvl="2" indent="-285750" algn="l" defTabSz="914400" rtl="0" eaLnBrk="0" fontAlgn="base" latinLnBrk="0" hangingPunct="0">
              <a:lnSpc>
                <a:spcPts val="1500"/>
              </a:lnSpc>
              <a:spcBef>
                <a:spcPct val="0"/>
              </a:spcBef>
              <a:spcAft>
                <a:spcPts val="300"/>
              </a:spcAft>
              <a:buClr>
                <a:srgbClr val="2660AD">
                  <a:lumMod val="50000"/>
                </a:srgbClr>
              </a:buClr>
              <a:buSzTx/>
              <a:buFont typeface="Arial" panose="020B0604020202020204" pitchFamily="34" charset="0"/>
              <a:buChar char="•"/>
              <a:tabLst/>
              <a:defRPr/>
            </a:pPr>
            <a:r>
              <a:rPr kumimoji="0" lang="zh-CN" altLang="en-US" sz="1400" b="1" i="0" u="none" strike="noStrike" kern="1200" cap="none" spc="0" normalizeH="0" baseline="0" noProof="0">
                <a:ln>
                  <a:noFill/>
                </a:ln>
                <a:solidFill>
                  <a:srgbClr val="2660AD"/>
                </a:solidFill>
                <a:effectLst/>
                <a:uLnTx/>
                <a:uFillTx/>
                <a:latin typeface="微软雅黑"/>
                <a:ea typeface="微软雅黑"/>
                <a:cs typeface="+mn-cs"/>
              </a:rPr>
              <a:t>行業</a:t>
            </a:r>
            <a:r>
              <a:rPr kumimoji="0" lang="en-HK" sz="1400" b="1" i="0" u="none" strike="noStrike" kern="1200" cap="none" spc="0" normalizeH="0" baseline="0" noProof="0">
                <a:ln>
                  <a:noFill/>
                </a:ln>
                <a:solidFill>
                  <a:srgbClr val="2660AD"/>
                </a:solidFill>
                <a:effectLst/>
                <a:uLnTx/>
                <a:uFillTx/>
                <a:latin typeface="微软雅黑"/>
                <a:ea typeface="微软雅黑"/>
                <a:cs typeface="+mn-cs"/>
              </a:rPr>
              <a:t>供需缺口短期</a:t>
            </a:r>
            <a:r>
              <a:rPr kumimoji="0" lang="zh-CN" altLang="en-US" sz="1400" b="1" i="0" u="none" strike="noStrike" kern="1200" cap="none" spc="0" normalizeH="0" baseline="0" noProof="0">
                <a:ln>
                  <a:noFill/>
                </a:ln>
                <a:solidFill>
                  <a:srgbClr val="2660AD"/>
                </a:solidFill>
                <a:effectLst/>
                <a:uLnTx/>
                <a:uFillTx/>
                <a:latin typeface="微软雅黑"/>
                <a:ea typeface="微软雅黑"/>
                <a:cs typeface="+mn-cs"/>
              </a:rPr>
              <a:t>難解</a:t>
            </a:r>
            <a:r>
              <a:rPr kumimoji="0" lang="en-HK" sz="1400" b="0" i="0" u="none" strike="noStrike" kern="1200" cap="none" spc="0" normalizeH="0" baseline="0" noProof="0">
                <a:ln>
                  <a:noFill/>
                </a:ln>
                <a:solidFill>
                  <a:prstClr val="black"/>
                </a:solidFill>
                <a:effectLst/>
                <a:uLnTx/>
                <a:uFillTx/>
                <a:latin typeface="微软雅黑"/>
                <a:ea typeface="微软雅黑"/>
                <a:cs typeface="+mn-cs"/>
              </a:rPr>
              <a:t>，</a:t>
            </a:r>
            <a:r>
              <a:rPr kumimoji="0" lang="zh-CN" altLang="en-US" sz="1400" b="0" i="0" u="none" strike="noStrike" kern="1200" cap="none" spc="0" normalizeH="0" baseline="0" noProof="0">
                <a:ln>
                  <a:noFill/>
                </a:ln>
                <a:solidFill>
                  <a:prstClr val="black"/>
                </a:solidFill>
                <a:effectLst/>
                <a:uLnTx/>
                <a:uFillTx/>
                <a:latin typeface="微软雅黑"/>
                <a:ea typeface="微软雅黑"/>
                <a:cs typeface="+mn-cs"/>
              </a:rPr>
              <a:t>算力</a:t>
            </a:r>
            <a:r>
              <a:rPr kumimoji="0" lang="en-HK" sz="1400" b="0" i="0" u="none" strike="noStrike" kern="1200" cap="none" spc="0" normalizeH="0" baseline="0" noProof="0">
                <a:ln>
                  <a:noFill/>
                </a:ln>
                <a:solidFill>
                  <a:prstClr val="black"/>
                </a:solidFill>
                <a:effectLst/>
                <a:uLnTx/>
                <a:uFillTx/>
                <a:latin typeface="微软雅黑"/>
                <a:ea typeface="微软雅黑"/>
                <a:cs typeface="+mn-cs"/>
              </a:rPr>
              <a:t>需求增速持續快于出貨，2026–27年</a:t>
            </a:r>
            <a:r>
              <a:rPr kumimoji="0" lang="zh-CN" altLang="en-US" sz="1400" b="0" i="0" u="none" strike="noStrike" kern="1200" cap="none" spc="0" normalizeH="0" baseline="0" noProof="0">
                <a:ln>
                  <a:noFill/>
                </a:ln>
                <a:solidFill>
                  <a:prstClr val="black"/>
                </a:solidFill>
                <a:effectLst/>
                <a:uLnTx/>
                <a:uFillTx/>
                <a:latin typeface="微软雅黑"/>
                <a:ea typeface="微软雅黑"/>
                <a:cs typeface="+mn-cs"/>
              </a:rPr>
              <a:t>底將</a:t>
            </a:r>
            <a:r>
              <a:rPr kumimoji="0" lang="en-HK" sz="1400" b="0" i="0" u="none" strike="noStrike" kern="1200" cap="none" spc="0" normalizeH="0" baseline="0" noProof="0">
                <a:ln>
                  <a:noFill/>
                </a:ln>
                <a:solidFill>
                  <a:prstClr val="black"/>
                </a:solidFill>
                <a:effectLst/>
                <a:uLnTx/>
                <a:uFillTx/>
                <a:latin typeface="微软雅黑"/>
                <a:ea typeface="微软雅黑"/>
                <a:cs typeface="+mn-cs"/>
              </a:rPr>
              <a:t>維持偏緊格局</a:t>
            </a:r>
            <a:endParaRPr kumimoji="0" lang="en-HK" sz="1400" b="0" i="0" u="none" strike="noStrike" kern="1200" cap="none" spc="0" normalizeH="0" baseline="0" noProof="0" dirty="0">
              <a:ln>
                <a:noFill/>
              </a:ln>
              <a:solidFill>
                <a:prstClr val="black"/>
              </a:solidFill>
              <a:effectLst/>
              <a:uLnTx/>
              <a:uFillTx/>
              <a:latin typeface="微软雅黑"/>
              <a:ea typeface="微软雅黑"/>
              <a:cs typeface="+mn-cs"/>
            </a:endParaRPr>
          </a:p>
          <a:p>
            <a:pPr marL="285750" marR="0" lvl="2" indent="-285750" algn="l" defTabSz="914400" rtl="0" eaLnBrk="0" fontAlgn="base" latinLnBrk="0" hangingPunct="0">
              <a:lnSpc>
                <a:spcPts val="1500"/>
              </a:lnSpc>
              <a:spcBef>
                <a:spcPct val="0"/>
              </a:spcBef>
              <a:spcAft>
                <a:spcPts val="300"/>
              </a:spcAft>
              <a:buClr>
                <a:srgbClr val="2660AD">
                  <a:lumMod val="50000"/>
                </a:srgbClr>
              </a:buClr>
              <a:buSzTx/>
              <a:buFont typeface="Arial" panose="020B0604020202020204" pitchFamily="34" charset="0"/>
              <a:buChar char="•"/>
              <a:tabLst/>
              <a:defRPr/>
            </a:pPr>
            <a:r>
              <a:rPr kumimoji="0" lang="en-HK" sz="1400" b="0" i="0" u="none" strike="noStrike" kern="1200" cap="none" spc="0" normalizeH="0" baseline="0" noProof="0">
                <a:ln>
                  <a:noFill/>
                </a:ln>
                <a:solidFill>
                  <a:prstClr val="black"/>
                </a:solidFill>
                <a:effectLst/>
                <a:uLnTx/>
                <a:uFillTx/>
                <a:latin typeface="微软雅黑"/>
                <a:ea typeface="微软雅黑"/>
                <a:cs typeface="+mn-cs"/>
              </a:rPr>
              <a:t>DRAM/NAND市場高度集中，頭部廠商寡頭格局穩固，先進制程與封裝投入高，</a:t>
            </a:r>
            <a:r>
              <a:rPr kumimoji="0" lang="en-HK" sz="1400" b="1" i="0" u="none" strike="noStrike" kern="1200" cap="none" spc="0" normalizeH="0" baseline="0" noProof="0">
                <a:ln>
                  <a:noFill/>
                </a:ln>
                <a:solidFill>
                  <a:srgbClr val="2660AD"/>
                </a:solidFill>
                <a:effectLst/>
                <a:uLnTx/>
                <a:uFillTx/>
                <a:latin typeface="微软雅黑"/>
                <a:ea typeface="微软雅黑"/>
                <a:cs typeface="+mn-cs"/>
              </a:rPr>
              <a:t>行業壁壘很難被打破</a:t>
            </a:r>
            <a:endParaRPr kumimoji="0" lang="en-HK" sz="1400" b="1" i="0" u="none" strike="noStrike" kern="1200" cap="none" spc="0" normalizeH="0" baseline="0" noProof="0" dirty="0">
              <a:ln>
                <a:noFill/>
              </a:ln>
              <a:solidFill>
                <a:srgbClr val="2660AD"/>
              </a:solidFill>
              <a:effectLst/>
              <a:uLnTx/>
              <a:uFillTx/>
              <a:latin typeface="微软雅黑"/>
              <a:ea typeface="微软雅黑"/>
              <a:cs typeface="+mn-cs"/>
            </a:endParaRPr>
          </a:p>
        </p:txBody>
      </p:sp>
      <p:sp>
        <p:nvSpPr>
          <p:cNvPr id="20" name="文本占位符 4">
            <a:extLst>
              <a:ext uri="{FF2B5EF4-FFF2-40B4-BE49-F238E27FC236}">
                <a16:creationId xmlns:a16="http://schemas.microsoft.com/office/drawing/2014/main" id="{896D91EB-E6FA-9392-45E3-290898A637BB}"/>
              </a:ext>
            </a:extLst>
          </p:cNvPr>
          <p:cNvSpPr txBox="1">
            <a:spLocks/>
          </p:cNvSpPr>
          <p:nvPr/>
        </p:nvSpPr>
        <p:spPr>
          <a:xfrm>
            <a:off x="459995" y="1807564"/>
            <a:ext cx="5385816" cy="352425"/>
          </a:xfrm>
          <a:prstGeom prst="rect">
            <a:avLst/>
          </a:prstGeom>
          <a:solidFill>
            <a:schemeClr val="bg1"/>
          </a:solidFill>
          <a:ln>
            <a:noFill/>
          </a:ln>
          <a:effectLst/>
        </p:spPr>
        <p:txBody>
          <a:bodyPr vert="horz" wrap="square" lIns="0" tIns="0" rIns="91439" bIns="0" rtlCol="0" anchor="ctr" anchorCtr="0">
            <a:noAutofit/>
          </a:bodyPr>
          <a:lstStyle>
            <a:lvl1pPr marL="0" indent="0" algn="ctr" rtl="0" eaLnBrk="1" fontAlgn="base" hangingPunct="1">
              <a:lnSpc>
                <a:spcPct val="90000"/>
              </a:lnSpc>
              <a:spcBef>
                <a:spcPts val="1000"/>
              </a:spcBef>
              <a:spcAft>
                <a:spcPct val="0"/>
              </a:spcAft>
              <a:buFont typeface="Arial" panose="020B0604020202020204" pitchFamily="34" charset="0"/>
              <a:buNone/>
              <a:defRPr lang="en-US" sz="1200" b="1" kern="1200">
                <a:solidFill>
                  <a:srgbClr val="2660AD"/>
                </a:solidFill>
                <a:latin typeface="Microsoft YaHei UI" panose="020B0503020204020204" pitchFamily="34" charset="-122"/>
                <a:ea typeface="Microsoft YaHei UI" panose="020B0503020204020204" pitchFamily="34" charset="-122"/>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None/>
              <a:defRPr lang="en-US" sz="2400" kern="1200">
                <a:solidFill>
                  <a:schemeClr val="lt1"/>
                </a:solidFill>
                <a:latin typeface="+mn-lt"/>
                <a:ea typeface="+mn-ea"/>
                <a:cs typeface="+mn-cs"/>
              </a:defRPr>
            </a:lvl2pPr>
            <a:lvl3pPr marL="0" indent="0" algn="ctr" rtl="0" eaLnBrk="1" fontAlgn="base" hangingPunct="1">
              <a:lnSpc>
                <a:spcPct val="90000"/>
              </a:lnSpc>
              <a:spcBef>
                <a:spcPts val="500"/>
              </a:spcBef>
              <a:spcAft>
                <a:spcPct val="0"/>
              </a:spcAft>
              <a:buFont typeface="Arial" panose="020B0604020202020204" pitchFamily="34" charset="0"/>
              <a:buNone/>
              <a:defRPr lang="en-US" sz="2000" b="1" kern="1200">
                <a:solidFill>
                  <a:schemeClr val="lt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lang="en-US" sz="1300" kern="1200" dirty="0" smtClean="0">
                <a:solidFill>
                  <a:schemeClr val="lt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lang="en-US" sz="1300" kern="1200" dirty="0" smtClean="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marR="0" lvl="0" indent="0" algn="ctr" defTabSz="914400" rtl="0" eaLnBrk="1" fontAlgn="base" latinLnBrk="0" hangingPunct="1">
              <a:lnSpc>
                <a:spcPct val="90000"/>
              </a:lnSpc>
              <a:spcBef>
                <a:spcPts val="1000"/>
              </a:spcBef>
              <a:spcAft>
                <a:spcPct val="0"/>
              </a:spcAft>
              <a:buClrTx/>
              <a:buSzTx/>
              <a:buFont typeface="Arial" panose="020B0604020202020204" pitchFamily="34" charset="0"/>
              <a:buNone/>
              <a:tabLst/>
              <a:defRPr/>
            </a:pPr>
            <a:r>
              <a:rPr kumimoji="0" lang="en-HK" altLang="zh-CN" sz="1200" b="1" i="0" u="none" strike="noStrike" kern="1200" cap="none" spc="0" normalizeH="0" baseline="0" noProof="0" dirty="0">
                <a:ln>
                  <a:noFill/>
                </a:ln>
                <a:solidFill>
                  <a:srgbClr val="2660AD"/>
                </a:solidFill>
                <a:effectLst/>
                <a:uLnTx/>
                <a:uFillTx/>
                <a:latin typeface="Microsoft YaHei UI" panose="020B0503020204020204" pitchFamily="34" charset="-122"/>
                <a:ea typeface="Microsoft YaHei UI" panose="020B0503020204020204" pitchFamily="34" charset="-122"/>
                <a:cs typeface="+mn-cs"/>
              </a:rPr>
              <a:t>D</a:t>
            </a:r>
            <a:r>
              <a:rPr kumimoji="0" lang="en-US" altLang="zh-CN" sz="1200" b="1" i="0" u="none" strike="noStrike" kern="1200" cap="none" spc="0" normalizeH="0" baseline="0" noProof="0" dirty="0">
                <a:ln>
                  <a:noFill/>
                </a:ln>
                <a:solidFill>
                  <a:srgbClr val="2660AD"/>
                </a:solidFill>
                <a:effectLst/>
                <a:uLnTx/>
                <a:uFillTx/>
                <a:latin typeface="Microsoft YaHei UI" panose="020B0503020204020204" pitchFamily="34" charset="-122"/>
                <a:ea typeface="Microsoft YaHei UI" panose="020B0503020204020204" pitchFamily="34" charset="-122"/>
                <a:cs typeface="+mn-cs"/>
              </a:rPr>
              <a:t>RAM</a:t>
            </a:r>
            <a:r>
              <a:rPr kumimoji="0" lang="en-HK" altLang="zh-CN" sz="1200" b="1" i="0" u="none" strike="noStrike" kern="1200" cap="none" spc="0" normalizeH="0" baseline="0" noProof="0">
                <a:ln>
                  <a:noFill/>
                </a:ln>
                <a:solidFill>
                  <a:srgbClr val="2660AD"/>
                </a:solidFill>
                <a:effectLst/>
                <a:uLnTx/>
                <a:uFillTx/>
                <a:latin typeface="Microsoft YaHei UI" panose="020B0503020204020204" pitchFamily="34" charset="-122"/>
                <a:ea typeface="Microsoft YaHei UI" panose="020B0503020204020204" pitchFamily="34" charset="-122"/>
                <a:cs typeface="+mn-cs"/>
              </a:rPr>
              <a:t>+NAND</a:t>
            </a:r>
            <a:r>
              <a:rPr kumimoji="0" lang="zh-CN" altLang="en-US" sz="1200" b="1" i="0" u="none" strike="noStrike" kern="1200" cap="none" spc="0" normalizeH="0" baseline="0" noProof="0">
                <a:ln>
                  <a:noFill/>
                </a:ln>
                <a:solidFill>
                  <a:srgbClr val="2660AD"/>
                </a:solidFill>
                <a:effectLst/>
                <a:uLnTx/>
                <a:uFillTx/>
                <a:latin typeface="Microsoft YaHei UI" panose="020B0503020204020204" pitchFamily="34" charset="-122"/>
                <a:ea typeface="Microsoft YaHei UI" panose="020B0503020204020204" pitchFamily="34" charset="-122"/>
                <a:cs typeface="+mn-cs"/>
              </a:rPr>
              <a:t>市場規模預測</a:t>
            </a:r>
            <a:endParaRPr kumimoji="0" lang="zh-CN" altLang="en-US" sz="1200" b="1" i="0" u="none" strike="noStrike" kern="1200" cap="none" spc="0" normalizeH="0" baseline="0" noProof="0" dirty="0">
              <a:ln>
                <a:noFill/>
              </a:ln>
              <a:solidFill>
                <a:srgbClr val="2660AD"/>
              </a:solidFill>
              <a:effectLst/>
              <a:uLnTx/>
              <a:uFillTx/>
              <a:latin typeface="Microsoft YaHei UI" panose="020B0503020204020204" pitchFamily="34" charset="-122"/>
              <a:ea typeface="Microsoft YaHei UI" panose="020B0503020204020204" pitchFamily="34" charset="-122"/>
              <a:cs typeface="+mn-cs"/>
            </a:endParaRPr>
          </a:p>
        </p:txBody>
      </p:sp>
      <p:sp>
        <p:nvSpPr>
          <p:cNvPr id="21" name="文本占位符 4">
            <a:extLst>
              <a:ext uri="{FF2B5EF4-FFF2-40B4-BE49-F238E27FC236}">
                <a16:creationId xmlns:a16="http://schemas.microsoft.com/office/drawing/2014/main" id="{5F110714-C154-5E33-0978-872823A19CB3}"/>
              </a:ext>
            </a:extLst>
          </p:cNvPr>
          <p:cNvSpPr txBox="1">
            <a:spLocks/>
          </p:cNvSpPr>
          <p:nvPr/>
        </p:nvSpPr>
        <p:spPr>
          <a:xfrm>
            <a:off x="6078246" y="1816125"/>
            <a:ext cx="5385816" cy="352425"/>
          </a:xfrm>
          <a:prstGeom prst="rect">
            <a:avLst/>
          </a:prstGeom>
          <a:solidFill>
            <a:schemeClr val="bg1"/>
          </a:solidFill>
          <a:ln>
            <a:noFill/>
          </a:ln>
          <a:effectLst/>
        </p:spPr>
        <p:txBody>
          <a:bodyPr vert="horz" wrap="square" lIns="0" tIns="0" rIns="91439" bIns="0" rtlCol="0" anchor="ctr" anchorCtr="0">
            <a:noAutofit/>
          </a:bodyPr>
          <a:lstStyle>
            <a:lvl1pPr marL="0" indent="0" algn="ctr" rtl="0" eaLnBrk="1" fontAlgn="base" hangingPunct="1">
              <a:lnSpc>
                <a:spcPct val="90000"/>
              </a:lnSpc>
              <a:spcBef>
                <a:spcPts val="1000"/>
              </a:spcBef>
              <a:spcAft>
                <a:spcPct val="0"/>
              </a:spcAft>
              <a:buFont typeface="Arial" panose="020B0604020202020204" pitchFamily="34" charset="0"/>
              <a:buNone/>
              <a:defRPr lang="en-US" sz="1200" b="1" kern="1200">
                <a:solidFill>
                  <a:srgbClr val="2660AD"/>
                </a:solidFill>
                <a:latin typeface="Microsoft YaHei UI" panose="020B0503020204020204" pitchFamily="34" charset="-122"/>
                <a:ea typeface="Microsoft YaHei UI" panose="020B0503020204020204" pitchFamily="34" charset="-122"/>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None/>
              <a:defRPr lang="en-US" sz="2400" kern="1200">
                <a:solidFill>
                  <a:schemeClr val="lt1"/>
                </a:solidFill>
                <a:latin typeface="+mn-lt"/>
                <a:ea typeface="+mn-ea"/>
                <a:cs typeface="+mn-cs"/>
              </a:defRPr>
            </a:lvl2pPr>
            <a:lvl3pPr marL="0" indent="0" algn="ctr" rtl="0" eaLnBrk="1" fontAlgn="base" hangingPunct="1">
              <a:lnSpc>
                <a:spcPct val="90000"/>
              </a:lnSpc>
              <a:spcBef>
                <a:spcPts val="500"/>
              </a:spcBef>
              <a:spcAft>
                <a:spcPct val="0"/>
              </a:spcAft>
              <a:buFont typeface="Arial" panose="020B0604020202020204" pitchFamily="34" charset="0"/>
              <a:buNone/>
              <a:defRPr lang="en-US" sz="2000" b="1" kern="1200">
                <a:solidFill>
                  <a:schemeClr val="lt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lang="en-US" sz="1300" kern="1200" dirty="0" smtClean="0">
                <a:solidFill>
                  <a:schemeClr val="lt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lang="en-US" sz="1300" kern="1200" dirty="0" smtClean="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marR="0" lvl="0" indent="0" algn="ctr" defTabSz="914400" rtl="0" eaLnBrk="1" fontAlgn="base" latinLnBrk="0" hangingPunct="1">
              <a:lnSpc>
                <a:spcPct val="90000"/>
              </a:lnSpc>
              <a:spcBef>
                <a:spcPts val="1000"/>
              </a:spcBef>
              <a:spcAft>
                <a:spcPct val="0"/>
              </a:spcAft>
              <a:buClrTx/>
              <a:buSzTx/>
              <a:buFont typeface="Arial" panose="020B0604020202020204" pitchFamily="34" charset="0"/>
              <a:buNone/>
              <a:tabLst/>
              <a:defRPr/>
            </a:pPr>
            <a:r>
              <a:rPr kumimoji="0" lang="zh-CN" altLang="en-US" sz="1200" b="1" i="0" u="none" strike="noStrike" kern="1200" cap="none" spc="0" normalizeH="0" baseline="0" noProof="0">
                <a:ln>
                  <a:noFill/>
                </a:ln>
                <a:solidFill>
                  <a:srgbClr val="2660AD"/>
                </a:solidFill>
                <a:effectLst/>
                <a:uLnTx/>
                <a:uFillTx/>
                <a:latin typeface="Microsoft YaHei UI" panose="020B0503020204020204" pitchFamily="34" charset="-122"/>
                <a:ea typeface="Microsoft YaHei UI" panose="020B0503020204020204" pitchFamily="34" charset="-122"/>
                <a:cs typeface="+mn-cs"/>
              </a:rPr>
              <a:t>存儲</a:t>
            </a:r>
            <a:r>
              <a:rPr kumimoji="0" lang="en-HK" altLang="zh-CN" sz="1200" b="1" i="0" u="none" strike="noStrike" kern="1200" cap="none" spc="0" normalizeH="0" baseline="0" noProof="0">
                <a:ln>
                  <a:noFill/>
                </a:ln>
                <a:solidFill>
                  <a:srgbClr val="2660AD"/>
                </a:solidFill>
                <a:effectLst/>
                <a:uLnTx/>
                <a:uFillTx/>
                <a:latin typeface="Microsoft YaHei UI" panose="020B0503020204020204" pitchFamily="34" charset="-122"/>
                <a:ea typeface="Microsoft YaHei UI" panose="020B0503020204020204" pitchFamily="34" charset="-122"/>
                <a:cs typeface="+mn-cs"/>
              </a:rPr>
              <a:t>DRAM</a:t>
            </a:r>
            <a:r>
              <a:rPr kumimoji="0" lang="zh-CN" altLang="en-US" sz="1200" b="1" i="0" u="none" strike="noStrike" kern="1200" cap="none" spc="0" normalizeH="0" baseline="0" noProof="0" dirty="0">
                <a:ln>
                  <a:noFill/>
                </a:ln>
                <a:solidFill>
                  <a:srgbClr val="2660AD"/>
                </a:solidFill>
                <a:effectLst/>
                <a:uLnTx/>
                <a:uFillTx/>
                <a:latin typeface="Microsoft YaHei UI" panose="020B0503020204020204" pitchFamily="34" charset="-122"/>
                <a:ea typeface="Microsoft YaHei UI" panose="020B0503020204020204" pitchFamily="34" charset="-122"/>
                <a:cs typeface="+mn-cs"/>
              </a:rPr>
              <a:t>和</a:t>
            </a:r>
            <a:r>
              <a:rPr kumimoji="0" lang="en-HK" altLang="zh-CN" sz="1200" b="1" i="0" u="none" strike="noStrike" kern="1200" cap="none" spc="0" normalizeH="0" baseline="0" noProof="0" dirty="0">
                <a:ln>
                  <a:noFill/>
                </a:ln>
                <a:solidFill>
                  <a:srgbClr val="2660AD"/>
                </a:solidFill>
                <a:effectLst/>
                <a:uLnTx/>
                <a:uFillTx/>
                <a:latin typeface="Microsoft YaHei UI" panose="020B0503020204020204" pitchFamily="34" charset="-122"/>
                <a:ea typeface="Microsoft YaHei UI" panose="020B0503020204020204" pitchFamily="34" charset="-122"/>
                <a:cs typeface="+mn-cs"/>
              </a:rPr>
              <a:t>NAND</a:t>
            </a:r>
            <a:r>
              <a:rPr kumimoji="0" lang="zh-CN" altLang="en-US" sz="1200" b="1" i="0" u="none" strike="noStrike" kern="1200" cap="none" spc="0" normalizeH="0" baseline="0" noProof="0">
                <a:ln>
                  <a:noFill/>
                </a:ln>
                <a:solidFill>
                  <a:srgbClr val="2660AD"/>
                </a:solidFill>
                <a:effectLst/>
                <a:uLnTx/>
                <a:uFillTx/>
                <a:latin typeface="Microsoft YaHei UI" panose="020B0503020204020204" pitchFamily="34" charset="-122"/>
                <a:ea typeface="Microsoft YaHei UI" panose="020B0503020204020204" pitchFamily="34" charset="-122"/>
                <a:cs typeface="+mn-cs"/>
              </a:rPr>
              <a:t>中</a:t>
            </a:r>
            <a:r>
              <a:rPr kumimoji="0" lang="en-HK" altLang="zh-CN" sz="1200" b="1" i="0" u="none" strike="noStrike" kern="1200" cap="none" spc="0" normalizeH="0" baseline="0" noProof="0">
                <a:ln>
                  <a:noFill/>
                </a:ln>
                <a:solidFill>
                  <a:srgbClr val="2660AD"/>
                </a:solidFill>
                <a:effectLst/>
                <a:uLnTx/>
                <a:uFillTx/>
                <a:latin typeface="Microsoft YaHei UI" panose="020B0503020204020204" pitchFamily="34" charset="-122"/>
                <a:ea typeface="Microsoft YaHei UI" panose="020B0503020204020204" pitchFamily="34" charset="-122"/>
                <a:cs typeface="+mn-cs"/>
              </a:rPr>
              <a:t>AI</a:t>
            </a:r>
            <a:r>
              <a:rPr kumimoji="0" lang="zh-CN" altLang="en-US" sz="1200" b="1" i="0" u="none" strike="noStrike" kern="1200" cap="none" spc="0" normalizeH="0" baseline="0" noProof="0">
                <a:ln>
                  <a:noFill/>
                </a:ln>
                <a:solidFill>
                  <a:srgbClr val="2660AD"/>
                </a:solidFill>
                <a:effectLst/>
                <a:uLnTx/>
                <a:uFillTx/>
                <a:latin typeface="Microsoft YaHei UI" panose="020B0503020204020204" pitchFamily="34" charset="-122"/>
                <a:ea typeface="Microsoft YaHei UI" panose="020B0503020204020204" pitchFamily="34" charset="-122"/>
                <a:cs typeface="+mn-cs"/>
              </a:rPr>
              <a:t>價值量的占比</a:t>
            </a:r>
            <a:endParaRPr kumimoji="0" lang="zh-CN" altLang="en-US" sz="1200" b="1" i="0" u="none" strike="noStrike" kern="1200" cap="none" spc="0" normalizeH="0" baseline="0" noProof="0" dirty="0">
              <a:ln>
                <a:noFill/>
              </a:ln>
              <a:solidFill>
                <a:srgbClr val="2660AD"/>
              </a:solidFill>
              <a:effectLst/>
              <a:uLnTx/>
              <a:uFillTx/>
              <a:latin typeface="Microsoft YaHei UI" panose="020B0503020204020204" pitchFamily="34" charset="-122"/>
              <a:ea typeface="Microsoft YaHei UI" panose="020B0503020204020204" pitchFamily="34" charset="-122"/>
              <a:cs typeface="+mn-cs"/>
            </a:endParaRPr>
          </a:p>
        </p:txBody>
      </p:sp>
      <p:sp>
        <p:nvSpPr>
          <p:cNvPr id="22" name="Text Placeholder 15">
            <a:extLst>
              <a:ext uri="{FF2B5EF4-FFF2-40B4-BE49-F238E27FC236}">
                <a16:creationId xmlns:a16="http://schemas.microsoft.com/office/drawing/2014/main" id="{24D08557-1331-11A6-CB87-5824DBB5C313}"/>
              </a:ext>
            </a:extLst>
          </p:cNvPr>
          <p:cNvSpPr txBox="1">
            <a:spLocks/>
          </p:cNvSpPr>
          <p:nvPr/>
        </p:nvSpPr>
        <p:spPr>
          <a:xfrm>
            <a:off x="362155" y="6212103"/>
            <a:ext cx="11145838" cy="389508"/>
          </a:xfrm>
          <a:prstGeom prst="rect">
            <a:avLst/>
          </a:prstGeom>
          <a:noFill/>
        </p:spPr>
        <p:txBody>
          <a:bodyPr lIns="0" tIns="0" rIns="0" bIns="0" anchor="ctr" anchorCtr="0"/>
          <a:lstStyle>
            <a:lvl1pPr marL="0" indent="0" algn="l" defTabSz="914400" rtl="0" eaLnBrk="1" latinLnBrk="0" hangingPunct="1">
              <a:lnSpc>
                <a:spcPct val="90000"/>
              </a:lnSpc>
              <a:spcBef>
                <a:spcPts val="1000"/>
              </a:spcBef>
              <a:buFont typeface="Arial" panose="020B0604020202020204" pitchFamily="34" charset="0"/>
              <a:buNone/>
              <a:defRPr sz="1000" kern="1200">
                <a:solidFill>
                  <a:srgbClr val="404F5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ct val="0"/>
              </a:spcAft>
              <a:buClrTx/>
              <a:buSzTx/>
              <a:buFont typeface="Arial" panose="020B0604020202020204" pitchFamily="34" charset="0"/>
              <a:buNone/>
              <a:tabLst/>
              <a:defRPr/>
            </a:pPr>
            <a:r>
              <a:rPr kumimoji="0" lang="zh-CN" altLang="en-US" sz="900" b="0" i="1" u="none" strike="noStrike" kern="1200" cap="none" spc="0" normalizeH="0" baseline="0" noProof="0">
                <a:ln>
                  <a:noFill/>
                </a:ln>
                <a:solidFill>
                  <a:srgbClr val="404F56"/>
                </a:solidFill>
                <a:effectLst/>
                <a:uLnTx/>
                <a:uFillTx/>
                <a:latin typeface="Calibri"/>
                <a:ea typeface="微軟正黑體"/>
                <a:cs typeface="+mn-cs"/>
              </a:rPr>
              <a:t>數據</a:t>
            </a:r>
            <a:r>
              <a:rPr kumimoji="0" lang="zh-TW" altLang="en-US" sz="900" b="0" i="1" u="none" strike="noStrike" kern="1200" cap="none" spc="0" normalizeH="0" baseline="0" noProof="0">
                <a:ln>
                  <a:noFill/>
                </a:ln>
                <a:solidFill>
                  <a:srgbClr val="404F56"/>
                </a:solidFill>
                <a:effectLst/>
                <a:uLnTx/>
                <a:uFillTx/>
                <a:latin typeface="Calibri"/>
                <a:ea typeface="微軟正黑體"/>
                <a:cs typeface="+mn-cs"/>
              </a:rPr>
              <a:t>來源：</a:t>
            </a:r>
            <a:r>
              <a:rPr kumimoji="0" lang="en-US" altLang="zh-CN" sz="900" b="0" i="1" u="none" strike="noStrike" kern="1200" cap="none" spc="0" normalizeH="0" baseline="0" noProof="0">
                <a:ln>
                  <a:noFill/>
                </a:ln>
                <a:solidFill>
                  <a:srgbClr val="404F56"/>
                </a:solidFill>
                <a:effectLst/>
                <a:uLnTx/>
                <a:uFillTx/>
                <a:latin typeface="Calibri"/>
                <a:ea typeface="微軟正黑體"/>
                <a:cs typeface="+mn-cs"/>
              </a:rPr>
              <a:t>JPM</a:t>
            </a:r>
            <a:r>
              <a:rPr kumimoji="0" lang="zh-CN" altLang="en-US" sz="900" b="0" i="1" u="none" strike="noStrike" kern="1200" cap="none" spc="0" normalizeH="0" baseline="0" noProof="0">
                <a:ln>
                  <a:noFill/>
                </a:ln>
                <a:solidFill>
                  <a:srgbClr val="404F56"/>
                </a:solidFill>
                <a:effectLst/>
                <a:uLnTx/>
                <a:uFillTx/>
                <a:latin typeface="Calibri"/>
                <a:ea typeface="微軟正黑體"/>
                <a:cs typeface="+mn-cs"/>
              </a:rPr>
              <a:t>，南方東英</a:t>
            </a:r>
            <a:endParaRPr kumimoji="0" lang="en-US" altLang="zh-HK" sz="900" b="0" i="1" u="none" strike="noStrike" kern="1200" cap="none" spc="0" normalizeH="0" baseline="0" noProof="0" dirty="0">
              <a:ln>
                <a:noFill/>
              </a:ln>
              <a:solidFill>
                <a:srgbClr val="404F56"/>
              </a:solidFill>
              <a:effectLst/>
              <a:uLnTx/>
              <a:uFillTx/>
              <a:latin typeface="Calibri"/>
              <a:ea typeface="微軟正黑體"/>
              <a:cs typeface="+mn-cs"/>
            </a:endParaRPr>
          </a:p>
        </p:txBody>
      </p:sp>
      <p:graphicFrame>
        <p:nvGraphicFramePr>
          <p:cNvPr id="26" name="Chart 25">
            <a:extLst>
              <a:ext uri="{FF2B5EF4-FFF2-40B4-BE49-F238E27FC236}">
                <a16:creationId xmlns:a16="http://schemas.microsoft.com/office/drawing/2014/main" id="{2955063F-755D-6D03-1CBD-E04AAFE0D286}"/>
              </a:ext>
            </a:extLst>
          </p:cNvPr>
          <p:cNvGraphicFramePr>
            <a:graphicFrameLocks/>
          </p:cNvGraphicFramePr>
          <p:nvPr/>
        </p:nvGraphicFramePr>
        <p:xfrm>
          <a:off x="282712" y="2578814"/>
          <a:ext cx="5765514" cy="372613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8" name="Chart 27">
            <a:extLst>
              <a:ext uri="{FF2B5EF4-FFF2-40B4-BE49-F238E27FC236}">
                <a16:creationId xmlns:a16="http://schemas.microsoft.com/office/drawing/2014/main" id="{A89DD5B6-8DBF-C0F9-0C07-A09B3F73ECE6}"/>
              </a:ext>
            </a:extLst>
          </p:cNvPr>
          <p:cNvGraphicFramePr>
            <a:graphicFrameLocks/>
          </p:cNvGraphicFramePr>
          <p:nvPr/>
        </p:nvGraphicFramePr>
        <p:xfrm>
          <a:off x="6324308" y="2589088"/>
          <a:ext cx="5285490" cy="370897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084720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D07D3-3CE3-98C6-DB18-1C528957FC39}"/>
            </a:ext>
          </a:extLst>
        </p:cNvPr>
        <p:cNvGrpSpPr/>
        <p:nvPr/>
      </p:nvGrpSpPr>
      <p:grpSpPr>
        <a:xfrm>
          <a:off x="0" y="0"/>
          <a:ext cx="0" cy="0"/>
          <a:chOff x="0" y="0"/>
          <a:chExt cx="0" cy="0"/>
        </a:xfrm>
      </p:grpSpPr>
      <p:graphicFrame>
        <p:nvGraphicFramePr>
          <p:cNvPr id="20" name="Chart 19">
            <a:extLst>
              <a:ext uri="{FF2B5EF4-FFF2-40B4-BE49-F238E27FC236}">
                <a16:creationId xmlns:a16="http://schemas.microsoft.com/office/drawing/2014/main" id="{4EEE1B85-C9F1-6EE8-BF6B-D2C80156A357}"/>
              </a:ext>
            </a:extLst>
          </p:cNvPr>
          <p:cNvGraphicFramePr>
            <a:graphicFrameLocks/>
          </p:cNvGraphicFramePr>
          <p:nvPr/>
        </p:nvGraphicFramePr>
        <p:xfrm>
          <a:off x="6038340" y="1962966"/>
          <a:ext cx="5817055" cy="2133759"/>
        </p:xfrm>
        <a:graphic>
          <a:graphicData uri="http://schemas.openxmlformats.org/drawingml/2006/chart">
            <c:chart xmlns:c="http://schemas.openxmlformats.org/drawingml/2006/chart" xmlns:r="http://schemas.openxmlformats.org/officeDocument/2006/relationships" r:id="rId3"/>
          </a:graphicData>
        </a:graphic>
      </p:graphicFrame>
      <p:sp>
        <p:nvSpPr>
          <p:cNvPr id="7" name="文本占位符 6">
            <a:extLst>
              <a:ext uri="{FF2B5EF4-FFF2-40B4-BE49-F238E27FC236}">
                <a16:creationId xmlns:a16="http://schemas.microsoft.com/office/drawing/2014/main" id="{A33E95B0-2436-9C07-6CED-E4E74CC0CC39}"/>
              </a:ext>
            </a:extLst>
          </p:cNvPr>
          <p:cNvSpPr>
            <a:spLocks noGrp="1"/>
          </p:cNvSpPr>
          <p:nvPr>
            <p:ph type="body" sz="quarter" idx="18"/>
          </p:nvPr>
        </p:nvSpPr>
        <p:spPr>
          <a:xfrm>
            <a:off x="6526340" y="1646587"/>
            <a:ext cx="5384800" cy="352425"/>
          </a:xfrm>
        </p:spPr>
        <p:txBody>
          <a:bodyPr/>
          <a:lstStyle/>
          <a:p>
            <a:r>
              <a:rPr lang="en-HK" altLang="zh-CN" sz="1100"/>
              <a:t>DRAM</a:t>
            </a:r>
            <a:r>
              <a:rPr lang="zh-CN" altLang="en-US" sz="1100"/>
              <a:t>市場市占率</a:t>
            </a:r>
            <a:endParaRPr lang="zh-CN" altLang="en-US" sz="1100" dirty="0"/>
          </a:p>
        </p:txBody>
      </p:sp>
      <p:sp>
        <p:nvSpPr>
          <p:cNvPr id="9" name="标题 8">
            <a:extLst>
              <a:ext uri="{FF2B5EF4-FFF2-40B4-BE49-F238E27FC236}">
                <a16:creationId xmlns:a16="http://schemas.microsoft.com/office/drawing/2014/main" id="{9054B2BD-A3E8-6E18-13E6-1D0D8309475B}"/>
              </a:ext>
            </a:extLst>
          </p:cNvPr>
          <p:cNvSpPr>
            <a:spLocks noGrp="1"/>
          </p:cNvSpPr>
          <p:nvPr>
            <p:ph type="title"/>
          </p:nvPr>
        </p:nvSpPr>
        <p:spPr/>
        <p:txBody>
          <a:bodyPr/>
          <a:lstStyle/>
          <a:p>
            <a:r>
              <a:rPr lang="zh-CN" altLang="en-US"/>
              <a:t>存儲：行業</a:t>
            </a:r>
            <a:r>
              <a:rPr lang="en-HK" altLang="zh-CN"/>
              <a:t>供需偏緊，格局穩固壁壘高</a:t>
            </a:r>
            <a:endParaRPr lang="zh-CN" altLang="en-US" dirty="0"/>
          </a:p>
        </p:txBody>
      </p:sp>
      <p:graphicFrame>
        <p:nvGraphicFramePr>
          <p:cNvPr id="22" name="Chart 21">
            <a:extLst>
              <a:ext uri="{FF2B5EF4-FFF2-40B4-BE49-F238E27FC236}">
                <a16:creationId xmlns:a16="http://schemas.microsoft.com/office/drawing/2014/main" id="{DABA7936-63D1-8465-4DF5-90F7934027FB}"/>
              </a:ext>
            </a:extLst>
          </p:cNvPr>
          <p:cNvGraphicFramePr>
            <a:graphicFrameLocks/>
          </p:cNvGraphicFramePr>
          <p:nvPr/>
        </p:nvGraphicFramePr>
        <p:xfrm>
          <a:off x="6032218" y="4094244"/>
          <a:ext cx="6000749" cy="2329415"/>
        </p:xfrm>
        <a:graphic>
          <a:graphicData uri="http://schemas.openxmlformats.org/drawingml/2006/chart">
            <c:chart xmlns:c="http://schemas.openxmlformats.org/drawingml/2006/chart" xmlns:r="http://schemas.openxmlformats.org/officeDocument/2006/relationships" r:id="rId4"/>
          </a:graphicData>
        </a:graphic>
      </p:graphicFrame>
      <p:sp>
        <p:nvSpPr>
          <p:cNvPr id="26" name="文本占位符 4">
            <a:extLst>
              <a:ext uri="{FF2B5EF4-FFF2-40B4-BE49-F238E27FC236}">
                <a16:creationId xmlns:a16="http://schemas.microsoft.com/office/drawing/2014/main" id="{8F5D1698-7917-7077-948D-0F057FF3F997}"/>
              </a:ext>
            </a:extLst>
          </p:cNvPr>
          <p:cNvSpPr txBox="1">
            <a:spLocks/>
          </p:cNvSpPr>
          <p:nvPr/>
        </p:nvSpPr>
        <p:spPr>
          <a:xfrm>
            <a:off x="521640" y="1657219"/>
            <a:ext cx="5385816" cy="352425"/>
          </a:xfrm>
          <a:prstGeom prst="rect">
            <a:avLst/>
          </a:prstGeom>
          <a:solidFill>
            <a:schemeClr val="bg1"/>
          </a:solidFill>
          <a:ln>
            <a:noFill/>
          </a:ln>
          <a:effectLst/>
        </p:spPr>
        <p:txBody>
          <a:bodyPr vert="horz" wrap="square" lIns="0" tIns="0" rIns="91439" bIns="0" rtlCol="0" anchor="ctr" anchorCtr="0">
            <a:noAutofit/>
          </a:bodyPr>
          <a:lstStyle>
            <a:lvl1pPr marL="0" indent="0" algn="ctr" rtl="0" eaLnBrk="1" fontAlgn="base" hangingPunct="1">
              <a:lnSpc>
                <a:spcPct val="90000"/>
              </a:lnSpc>
              <a:spcBef>
                <a:spcPts val="1000"/>
              </a:spcBef>
              <a:spcAft>
                <a:spcPct val="0"/>
              </a:spcAft>
              <a:buFont typeface="Arial" panose="020B0604020202020204" pitchFamily="34" charset="0"/>
              <a:buNone/>
              <a:defRPr lang="en-US" sz="1200" b="1" kern="1200">
                <a:solidFill>
                  <a:srgbClr val="2660AD"/>
                </a:solidFill>
                <a:latin typeface="Microsoft YaHei UI" panose="020B0503020204020204" pitchFamily="34" charset="-122"/>
                <a:ea typeface="Microsoft YaHei UI" panose="020B0503020204020204" pitchFamily="34" charset="-122"/>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None/>
              <a:defRPr lang="en-US" sz="2400" kern="1200">
                <a:solidFill>
                  <a:schemeClr val="lt1"/>
                </a:solidFill>
                <a:latin typeface="+mn-lt"/>
                <a:ea typeface="+mn-ea"/>
                <a:cs typeface="+mn-cs"/>
              </a:defRPr>
            </a:lvl2pPr>
            <a:lvl3pPr marL="0" indent="0" algn="ctr" rtl="0" eaLnBrk="1" fontAlgn="base" hangingPunct="1">
              <a:lnSpc>
                <a:spcPct val="90000"/>
              </a:lnSpc>
              <a:spcBef>
                <a:spcPts val="500"/>
              </a:spcBef>
              <a:spcAft>
                <a:spcPct val="0"/>
              </a:spcAft>
              <a:buFont typeface="Arial" panose="020B0604020202020204" pitchFamily="34" charset="0"/>
              <a:buNone/>
              <a:defRPr lang="en-US" sz="2000" b="1" kern="1200">
                <a:solidFill>
                  <a:schemeClr val="lt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lang="en-US" sz="1300" kern="1200" dirty="0" smtClean="0">
                <a:solidFill>
                  <a:schemeClr val="lt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lang="en-US" sz="1300" kern="1200" dirty="0" smtClean="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marR="0" lvl="0" indent="0" algn="ctr" defTabSz="914400" rtl="0" eaLnBrk="1" fontAlgn="base" latinLnBrk="0" hangingPunct="1">
              <a:lnSpc>
                <a:spcPct val="90000"/>
              </a:lnSpc>
              <a:spcBef>
                <a:spcPts val="1000"/>
              </a:spcBef>
              <a:spcAft>
                <a:spcPct val="0"/>
              </a:spcAft>
              <a:buClrTx/>
              <a:buSzTx/>
              <a:buFont typeface="Arial" panose="020B0604020202020204" pitchFamily="34" charset="0"/>
              <a:buNone/>
              <a:tabLst/>
              <a:defRPr/>
            </a:pPr>
            <a:r>
              <a:rPr kumimoji="0" lang="en-HK" altLang="zh-CN" sz="1100" b="1" i="0" u="none" strike="noStrike" kern="1200" cap="none" spc="0" normalizeH="0" baseline="0" noProof="0" dirty="0">
                <a:ln>
                  <a:noFill/>
                </a:ln>
                <a:solidFill>
                  <a:srgbClr val="2660AD"/>
                </a:solidFill>
                <a:effectLst/>
                <a:uLnTx/>
                <a:uFillTx/>
                <a:latin typeface="Microsoft YaHei UI" panose="020B0503020204020204" pitchFamily="34" charset="-122"/>
                <a:ea typeface="Microsoft YaHei UI" panose="020B0503020204020204" pitchFamily="34" charset="-122"/>
                <a:cs typeface="+mn-cs"/>
              </a:rPr>
              <a:t>D</a:t>
            </a:r>
            <a:r>
              <a:rPr kumimoji="0" lang="en-US" altLang="zh-CN" sz="1100" b="1" i="0" u="none" strike="noStrike" kern="1200" cap="none" spc="0" normalizeH="0" baseline="0" noProof="0" dirty="0">
                <a:ln>
                  <a:noFill/>
                </a:ln>
                <a:solidFill>
                  <a:srgbClr val="2660AD"/>
                </a:solidFill>
                <a:effectLst/>
                <a:uLnTx/>
                <a:uFillTx/>
                <a:latin typeface="Microsoft YaHei UI" panose="020B0503020204020204" pitchFamily="34" charset="-122"/>
                <a:ea typeface="Microsoft YaHei UI" panose="020B0503020204020204" pitchFamily="34" charset="-122"/>
                <a:cs typeface="+mn-cs"/>
              </a:rPr>
              <a:t>RAM</a:t>
            </a:r>
            <a:r>
              <a:rPr kumimoji="0" lang="zh-CN" altLang="en-US" sz="1100" b="1" i="0" u="none" strike="noStrike" kern="1200" cap="none" spc="0" normalizeH="0" baseline="0" noProof="0" dirty="0">
                <a:ln>
                  <a:noFill/>
                </a:ln>
                <a:solidFill>
                  <a:srgbClr val="2660AD"/>
                </a:solidFill>
                <a:effectLst/>
                <a:uLnTx/>
                <a:uFillTx/>
                <a:latin typeface="Microsoft YaHei UI" panose="020B0503020204020204" pitchFamily="34" charset="-122"/>
                <a:ea typeface="Microsoft YaHei UI" panose="020B0503020204020204" pitchFamily="34" charset="-122"/>
                <a:cs typeface="+mn-cs"/>
              </a:rPr>
              <a:t>供需差</a:t>
            </a:r>
          </a:p>
        </p:txBody>
      </p:sp>
      <p:sp>
        <p:nvSpPr>
          <p:cNvPr id="27" name="文本占位符 6">
            <a:extLst>
              <a:ext uri="{FF2B5EF4-FFF2-40B4-BE49-F238E27FC236}">
                <a16:creationId xmlns:a16="http://schemas.microsoft.com/office/drawing/2014/main" id="{B50C5F0E-0CE4-28C3-8A7E-A00655EBDE3A}"/>
              </a:ext>
            </a:extLst>
          </p:cNvPr>
          <p:cNvSpPr txBox="1">
            <a:spLocks/>
          </p:cNvSpPr>
          <p:nvPr/>
        </p:nvSpPr>
        <p:spPr>
          <a:xfrm>
            <a:off x="6526340" y="3954077"/>
            <a:ext cx="5384800" cy="352425"/>
          </a:xfrm>
          <a:prstGeom prst="rect">
            <a:avLst/>
          </a:prstGeom>
          <a:solidFill>
            <a:schemeClr val="bg1"/>
          </a:solidFill>
          <a:ln>
            <a:noFill/>
          </a:ln>
          <a:effectLst/>
        </p:spPr>
        <p:txBody>
          <a:bodyPr vert="horz" wrap="square" lIns="0" tIns="0" rIns="91439" bIns="0" rtlCol="0" anchor="ctr" anchorCtr="0">
            <a:noAutofit/>
          </a:bodyPr>
          <a:lstStyle>
            <a:lvl1pPr marL="0" indent="0" algn="ctr" rtl="0" eaLnBrk="1" fontAlgn="base" hangingPunct="1">
              <a:lnSpc>
                <a:spcPct val="90000"/>
              </a:lnSpc>
              <a:spcBef>
                <a:spcPts val="1000"/>
              </a:spcBef>
              <a:spcAft>
                <a:spcPct val="0"/>
              </a:spcAft>
              <a:buFont typeface="Arial" panose="020B0604020202020204" pitchFamily="34" charset="0"/>
              <a:buNone/>
              <a:defRPr lang="en-US" sz="1200" b="1" kern="1200">
                <a:solidFill>
                  <a:srgbClr val="2660AD"/>
                </a:solidFill>
                <a:latin typeface="Microsoft YaHei UI" panose="020B0503020204020204" pitchFamily="34" charset="-122"/>
                <a:ea typeface="Microsoft YaHei UI" panose="020B0503020204020204" pitchFamily="34" charset="-122"/>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None/>
              <a:defRPr lang="en-US" sz="2400" kern="1200">
                <a:solidFill>
                  <a:schemeClr val="lt1"/>
                </a:solidFill>
                <a:latin typeface="+mn-lt"/>
                <a:ea typeface="+mn-ea"/>
                <a:cs typeface="+mn-cs"/>
              </a:defRPr>
            </a:lvl2pPr>
            <a:lvl3pPr marL="0" indent="0" algn="ctr" rtl="0" eaLnBrk="1" fontAlgn="base" hangingPunct="1">
              <a:lnSpc>
                <a:spcPct val="90000"/>
              </a:lnSpc>
              <a:spcBef>
                <a:spcPts val="500"/>
              </a:spcBef>
              <a:spcAft>
                <a:spcPct val="0"/>
              </a:spcAft>
              <a:buFont typeface="Arial" panose="020B0604020202020204" pitchFamily="34" charset="0"/>
              <a:buNone/>
              <a:defRPr lang="en-US" sz="2000" b="1" kern="1200">
                <a:solidFill>
                  <a:schemeClr val="lt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lang="en-US" sz="1300" kern="1200" dirty="0" smtClean="0">
                <a:solidFill>
                  <a:schemeClr val="lt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lang="en-US" sz="1300" kern="1200" dirty="0" smtClean="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marR="0" lvl="0" indent="0" algn="ctr" defTabSz="914400" rtl="0" eaLnBrk="1" fontAlgn="base" latinLnBrk="0" hangingPunct="1">
              <a:lnSpc>
                <a:spcPct val="90000"/>
              </a:lnSpc>
              <a:spcBef>
                <a:spcPts val="1000"/>
              </a:spcBef>
              <a:spcAft>
                <a:spcPct val="0"/>
              </a:spcAft>
              <a:buClrTx/>
              <a:buSzTx/>
              <a:buFont typeface="Arial" panose="020B0604020202020204" pitchFamily="34" charset="0"/>
              <a:buNone/>
              <a:tabLst/>
              <a:defRPr/>
            </a:pPr>
            <a:r>
              <a:rPr kumimoji="0" lang="en-HK" altLang="zh-CN" sz="1100" b="1" i="0" u="none" strike="noStrike" kern="1200" cap="none" spc="0" normalizeH="0" baseline="0" noProof="0">
                <a:ln>
                  <a:noFill/>
                </a:ln>
                <a:solidFill>
                  <a:srgbClr val="2660AD"/>
                </a:solidFill>
                <a:effectLst/>
                <a:uLnTx/>
                <a:uFillTx/>
                <a:latin typeface="Microsoft YaHei UI" panose="020B0503020204020204" pitchFamily="34" charset="-122"/>
                <a:ea typeface="Microsoft YaHei UI" panose="020B0503020204020204" pitchFamily="34" charset="-122"/>
                <a:cs typeface="+mn-cs"/>
              </a:rPr>
              <a:t>NAND</a:t>
            </a:r>
            <a:r>
              <a:rPr kumimoji="0" lang="zh-CN" altLang="en-US" sz="1100" b="1" i="0" u="none" strike="noStrike" kern="1200" cap="none" spc="0" normalizeH="0" baseline="0" noProof="0">
                <a:ln>
                  <a:noFill/>
                </a:ln>
                <a:solidFill>
                  <a:srgbClr val="2660AD"/>
                </a:solidFill>
                <a:effectLst/>
                <a:uLnTx/>
                <a:uFillTx/>
                <a:latin typeface="Microsoft YaHei UI" panose="020B0503020204020204" pitchFamily="34" charset="-122"/>
                <a:ea typeface="Microsoft YaHei UI" panose="020B0503020204020204" pitchFamily="34" charset="-122"/>
                <a:cs typeface="+mn-cs"/>
              </a:rPr>
              <a:t>市場市占率</a:t>
            </a:r>
            <a:endParaRPr kumimoji="0" lang="zh-CN" altLang="en-US" sz="1100" b="1" i="0" u="none" strike="noStrike" kern="1200" cap="none" spc="0" normalizeH="0" baseline="0" noProof="0" dirty="0">
              <a:ln>
                <a:noFill/>
              </a:ln>
              <a:solidFill>
                <a:srgbClr val="2660AD"/>
              </a:solidFill>
              <a:effectLst/>
              <a:uLnTx/>
              <a:uFillTx/>
              <a:latin typeface="Microsoft YaHei UI" panose="020B0503020204020204" pitchFamily="34" charset="-122"/>
              <a:ea typeface="Microsoft YaHei UI" panose="020B0503020204020204" pitchFamily="34" charset="-122"/>
              <a:cs typeface="+mn-cs"/>
            </a:endParaRPr>
          </a:p>
        </p:txBody>
      </p:sp>
      <p:sp>
        <p:nvSpPr>
          <p:cNvPr id="28" name="文本占位符 4">
            <a:extLst>
              <a:ext uri="{FF2B5EF4-FFF2-40B4-BE49-F238E27FC236}">
                <a16:creationId xmlns:a16="http://schemas.microsoft.com/office/drawing/2014/main" id="{58BC54B8-B8D4-D3CF-4AD7-A38EB2B37367}"/>
              </a:ext>
            </a:extLst>
          </p:cNvPr>
          <p:cNvSpPr txBox="1">
            <a:spLocks/>
          </p:cNvSpPr>
          <p:nvPr/>
        </p:nvSpPr>
        <p:spPr>
          <a:xfrm>
            <a:off x="607365" y="3899418"/>
            <a:ext cx="5385816" cy="352425"/>
          </a:xfrm>
          <a:prstGeom prst="rect">
            <a:avLst/>
          </a:prstGeom>
          <a:solidFill>
            <a:schemeClr val="bg1"/>
          </a:solidFill>
          <a:ln>
            <a:noFill/>
          </a:ln>
          <a:effectLst/>
        </p:spPr>
        <p:txBody>
          <a:bodyPr vert="horz" wrap="square" lIns="0" tIns="0" rIns="91439" bIns="0" rtlCol="0" anchor="ctr" anchorCtr="0">
            <a:noAutofit/>
          </a:bodyPr>
          <a:lstStyle>
            <a:lvl1pPr marL="0" indent="0" algn="ctr" rtl="0" eaLnBrk="1" fontAlgn="base" hangingPunct="1">
              <a:lnSpc>
                <a:spcPct val="90000"/>
              </a:lnSpc>
              <a:spcBef>
                <a:spcPts val="1000"/>
              </a:spcBef>
              <a:spcAft>
                <a:spcPct val="0"/>
              </a:spcAft>
              <a:buFont typeface="Arial" panose="020B0604020202020204" pitchFamily="34" charset="0"/>
              <a:buNone/>
              <a:defRPr lang="en-US" sz="1200" b="1" kern="1200">
                <a:solidFill>
                  <a:srgbClr val="2660AD"/>
                </a:solidFill>
                <a:latin typeface="Microsoft YaHei UI" panose="020B0503020204020204" pitchFamily="34" charset="-122"/>
                <a:ea typeface="Microsoft YaHei UI" panose="020B0503020204020204" pitchFamily="34" charset="-122"/>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None/>
              <a:defRPr lang="en-US" sz="2400" kern="1200">
                <a:solidFill>
                  <a:schemeClr val="lt1"/>
                </a:solidFill>
                <a:latin typeface="+mn-lt"/>
                <a:ea typeface="+mn-ea"/>
                <a:cs typeface="+mn-cs"/>
              </a:defRPr>
            </a:lvl2pPr>
            <a:lvl3pPr marL="0" indent="0" algn="ctr" rtl="0" eaLnBrk="1" fontAlgn="base" hangingPunct="1">
              <a:lnSpc>
                <a:spcPct val="90000"/>
              </a:lnSpc>
              <a:spcBef>
                <a:spcPts val="500"/>
              </a:spcBef>
              <a:spcAft>
                <a:spcPct val="0"/>
              </a:spcAft>
              <a:buFont typeface="Arial" panose="020B0604020202020204" pitchFamily="34" charset="0"/>
              <a:buNone/>
              <a:defRPr lang="en-US" sz="2000" b="1" kern="1200">
                <a:solidFill>
                  <a:schemeClr val="lt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lang="en-US" sz="1300" kern="1200" dirty="0" smtClean="0">
                <a:solidFill>
                  <a:schemeClr val="lt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lang="en-US" sz="1300" kern="1200" dirty="0" smtClean="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marR="0" lvl="0" indent="0" algn="ctr" defTabSz="914400" rtl="0" eaLnBrk="1" fontAlgn="base" latinLnBrk="0" hangingPunct="1">
              <a:lnSpc>
                <a:spcPct val="90000"/>
              </a:lnSpc>
              <a:spcBef>
                <a:spcPts val="1000"/>
              </a:spcBef>
              <a:spcAft>
                <a:spcPct val="0"/>
              </a:spcAft>
              <a:buClrTx/>
              <a:buSzTx/>
              <a:buFont typeface="Arial" panose="020B0604020202020204" pitchFamily="34" charset="0"/>
              <a:buNone/>
              <a:tabLst/>
              <a:defRPr/>
            </a:pPr>
            <a:r>
              <a:rPr kumimoji="0" lang="en-HK" altLang="zh-CN" sz="1100" b="1" i="0" u="none" strike="noStrike" kern="1200" cap="none" spc="0" normalizeH="0" baseline="0" noProof="0" dirty="0">
                <a:ln>
                  <a:noFill/>
                </a:ln>
                <a:solidFill>
                  <a:srgbClr val="2660AD"/>
                </a:solidFill>
                <a:effectLst/>
                <a:uLnTx/>
                <a:uFillTx/>
                <a:latin typeface="Microsoft YaHei UI" panose="020B0503020204020204" pitchFamily="34" charset="-122"/>
                <a:ea typeface="Microsoft YaHei UI" panose="020B0503020204020204" pitchFamily="34" charset="-122"/>
                <a:cs typeface="+mn-cs"/>
              </a:rPr>
              <a:t>NAND</a:t>
            </a:r>
            <a:r>
              <a:rPr kumimoji="0" lang="zh-CN" altLang="en-US" sz="1100" b="1" i="0" u="none" strike="noStrike" kern="1200" cap="none" spc="0" normalizeH="0" baseline="0" noProof="0" dirty="0">
                <a:ln>
                  <a:noFill/>
                </a:ln>
                <a:solidFill>
                  <a:srgbClr val="2660AD"/>
                </a:solidFill>
                <a:effectLst/>
                <a:uLnTx/>
                <a:uFillTx/>
                <a:latin typeface="Microsoft YaHei UI" panose="020B0503020204020204" pitchFamily="34" charset="-122"/>
                <a:ea typeface="Microsoft YaHei UI" panose="020B0503020204020204" pitchFamily="34" charset="-122"/>
                <a:cs typeface="+mn-cs"/>
              </a:rPr>
              <a:t>供需差</a:t>
            </a:r>
          </a:p>
        </p:txBody>
      </p:sp>
      <p:graphicFrame>
        <p:nvGraphicFramePr>
          <p:cNvPr id="30" name="Chart 29">
            <a:extLst>
              <a:ext uri="{FF2B5EF4-FFF2-40B4-BE49-F238E27FC236}">
                <a16:creationId xmlns:a16="http://schemas.microsoft.com/office/drawing/2014/main" id="{B5434E2E-E57E-02FB-C4B3-3012B1A4AE80}"/>
              </a:ext>
            </a:extLst>
          </p:cNvPr>
          <p:cNvGraphicFramePr>
            <a:graphicFrameLocks/>
          </p:cNvGraphicFramePr>
          <p:nvPr/>
        </p:nvGraphicFramePr>
        <p:xfrm>
          <a:off x="619125" y="1979295"/>
          <a:ext cx="5191125" cy="203835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32" name="Chart 31">
            <a:extLst>
              <a:ext uri="{FF2B5EF4-FFF2-40B4-BE49-F238E27FC236}">
                <a16:creationId xmlns:a16="http://schemas.microsoft.com/office/drawing/2014/main" id="{2D6824E4-5872-5AB9-96F4-F0F8F599D55D}"/>
              </a:ext>
            </a:extLst>
          </p:cNvPr>
          <p:cNvGraphicFramePr>
            <a:graphicFrameLocks/>
          </p:cNvGraphicFramePr>
          <p:nvPr/>
        </p:nvGraphicFramePr>
        <p:xfrm>
          <a:off x="714376" y="3985259"/>
          <a:ext cx="5019674" cy="2475535"/>
        </p:xfrm>
        <a:graphic>
          <a:graphicData uri="http://schemas.openxmlformats.org/drawingml/2006/chart">
            <c:chart xmlns:c="http://schemas.openxmlformats.org/drawingml/2006/chart" xmlns:r="http://schemas.openxmlformats.org/officeDocument/2006/relationships" r:id="rId6"/>
          </a:graphicData>
        </a:graphic>
      </p:graphicFrame>
      <p:sp>
        <p:nvSpPr>
          <p:cNvPr id="35" name="TextBox 34">
            <a:extLst>
              <a:ext uri="{FF2B5EF4-FFF2-40B4-BE49-F238E27FC236}">
                <a16:creationId xmlns:a16="http://schemas.microsoft.com/office/drawing/2014/main" id="{C96A82E4-2D2D-D14E-81EE-73CF3ADA635A}"/>
              </a:ext>
            </a:extLst>
          </p:cNvPr>
          <p:cNvSpPr txBox="1"/>
          <p:nvPr/>
        </p:nvSpPr>
        <p:spPr>
          <a:xfrm>
            <a:off x="632717" y="933848"/>
            <a:ext cx="10674456" cy="746358"/>
          </a:xfrm>
          <a:prstGeom prst="rect">
            <a:avLst/>
          </a:prstGeom>
          <a:noFill/>
        </p:spPr>
        <p:txBody>
          <a:bodyPr wrap="square">
            <a:spAutoFit/>
          </a:bodyPr>
          <a:lstStyle>
            <a:defPPr>
              <a:defRPr lang="en-US"/>
            </a:defPPr>
            <a:lvl1pPr marL="285750" indent="-285750">
              <a:spcAft>
                <a:spcPts val="600"/>
              </a:spcAft>
              <a:buClr>
                <a:schemeClr val="tx2">
                  <a:lumMod val="50000"/>
                </a:schemeClr>
              </a:buClr>
              <a:buFont typeface="Wingdings" panose="05000000000000000000" pitchFamily="2" charset="2"/>
              <a:buChar char="v"/>
              <a:defRPr sz="1400">
                <a:solidFill>
                  <a:schemeClr val="tx1">
                    <a:lumMod val="75000"/>
                  </a:schemeClr>
                </a:solidFill>
                <a:latin typeface="+mj-lt"/>
                <a:ea typeface="微软雅黑" panose="020B0503020204020204" pitchFamily="34" charset="-122"/>
                <a:cs typeface="Times New Roman" panose="02020603050405020304" pitchFamily="18" charset="0"/>
              </a:defRPr>
            </a:lvl1pPr>
            <a:lvl2pPr marL="742950" lvl="1" indent="-285750">
              <a:spcAft>
                <a:spcPts val="600"/>
              </a:spcAft>
              <a:buClr>
                <a:schemeClr val="tx2">
                  <a:lumMod val="50000"/>
                </a:schemeClr>
              </a:buClr>
              <a:buFont typeface="Wingdings" panose="05000000000000000000" pitchFamily="2" charset="2"/>
              <a:buChar char="v"/>
              <a:defRPr sz="1200"/>
            </a:lvl2pPr>
          </a:lstStyle>
          <a:p>
            <a:pPr marL="285750" marR="0" lvl="2" indent="-285750" algn="l" defTabSz="914400" rtl="0" eaLnBrk="0" fontAlgn="base" latinLnBrk="0" hangingPunct="0">
              <a:lnSpc>
                <a:spcPts val="1500"/>
              </a:lnSpc>
              <a:spcBef>
                <a:spcPct val="0"/>
              </a:spcBef>
              <a:spcAft>
                <a:spcPts val="300"/>
              </a:spcAft>
              <a:buClr>
                <a:srgbClr val="2660AD">
                  <a:lumMod val="50000"/>
                </a:srgbClr>
              </a:buClr>
              <a:buSzTx/>
              <a:buFont typeface="Arial" panose="020B0604020202020204" pitchFamily="34" charset="0"/>
              <a:buChar char="•"/>
              <a:tabLst/>
              <a:defRPr/>
            </a:pPr>
            <a:r>
              <a:rPr kumimoji="0" lang="zh-CN" altLang="en-US" sz="1400" b="0" i="0" u="none" strike="noStrike" kern="1200" cap="none" spc="0" normalizeH="0" baseline="0" noProof="0">
                <a:ln>
                  <a:noFill/>
                </a:ln>
                <a:solidFill>
                  <a:srgbClr val="515052">
                    <a:lumMod val="50000"/>
                  </a:srgbClr>
                </a:solidFill>
                <a:effectLst/>
                <a:uLnTx/>
                <a:uFillTx/>
                <a:latin typeface="微软雅黑"/>
                <a:ea typeface="微软雅黑"/>
                <a:cs typeface="Calibri"/>
                <a:sym typeface="+mn-lt"/>
              </a:rPr>
              <a:t>存儲</a:t>
            </a:r>
            <a:r>
              <a:rPr kumimoji="0" lang="en-US" altLang="zh-CN" sz="1400" b="0" i="0" u="none" strike="noStrike" kern="1200" cap="none" spc="0" normalizeH="0" baseline="0" noProof="0">
                <a:ln>
                  <a:noFill/>
                </a:ln>
                <a:solidFill>
                  <a:srgbClr val="515052">
                    <a:lumMod val="50000"/>
                  </a:srgbClr>
                </a:solidFill>
                <a:effectLst/>
                <a:uLnTx/>
                <a:uFillTx/>
                <a:latin typeface="微软雅黑"/>
                <a:ea typeface="微软雅黑"/>
                <a:cs typeface="Calibri"/>
                <a:sym typeface="+mn-lt"/>
              </a:rPr>
              <a:t>TAM</a:t>
            </a:r>
            <a:r>
              <a:rPr kumimoji="0" lang="zh-CN" altLang="en-US" sz="1400" b="0" i="0" u="none" strike="noStrike" kern="1200" cap="none" spc="0" normalizeH="0" baseline="0" noProof="0">
                <a:ln>
                  <a:noFill/>
                </a:ln>
                <a:solidFill>
                  <a:srgbClr val="515052">
                    <a:lumMod val="50000"/>
                  </a:srgbClr>
                </a:solidFill>
                <a:effectLst/>
                <a:uLnTx/>
                <a:uFillTx/>
                <a:latin typeface="微软雅黑"/>
                <a:ea typeface="微软雅黑"/>
                <a:cs typeface="Calibri"/>
                <a:sym typeface="+mn-lt"/>
              </a:rPr>
              <a:t>持續擴張，</a:t>
            </a:r>
            <a:r>
              <a:rPr kumimoji="0" lang="en-US" altLang="zh-CN" sz="1400" b="1" i="0" u="none" strike="noStrike" kern="1200" cap="none" spc="0" normalizeH="0" baseline="0" noProof="0">
                <a:ln>
                  <a:noFill/>
                </a:ln>
                <a:solidFill>
                  <a:srgbClr val="2660AD"/>
                </a:solidFill>
                <a:effectLst/>
                <a:uLnTx/>
                <a:uFillTx/>
                <a:latin typeface="微软雅黑"/>
                <a:ea typeface="微软雅黑"/>
                <a:cs typeface="Calibri"/>
                <a:sym typeface="+mn-lt"/>
              </a:rPr>
              <a:t>AI</a:t>
            </a:r>
            <a:r>
              <a:rPr kumimoji="0" lang="zh-CN" altLang="en-US" sz="1400" b="1" i="0" u="none" strike="noStrike" kern="1200" cap="none" spc="0" normalizeH="0" baseline="0" noProof="0">
                <a:ln>
                  <a:noFill/>
                </a:ln>
                <a:solidFill>
                  <a:srgbClr val="2660AD"/>
                </a:solidFill>
                <a:effectLst/>
                <a:uLnTx/>
                <a:uFillTx/>
                <a:latin typeface="微软雅黑"/>
                <a:ea typeface="微软雅黑"/>
                <a:cs typeface="Calibri"/>
                <a:sym typeface="+mn-lt"/>
              </a:rPr>
              <a:t>相關需求占比快速提升</a:t>
            </a:r>
            <a:r>
              <a:rPr kumimoji="0" lang="zh-CN" altLang="en-US" sz="1400" b="0" i="0" u="none" strike="noStrike" kern="1200" cap="none" spc="0" normalizeH="0" baseline="0" noProof="0">
                <a:ln>
                  <a:noFill/>
                </a:ln>
                <a:solidFill>
                  <a:srgbClr val="515052">
                    <a:lumMod val="50000"/>
                  </a:srgbClr>
                </a:solidFill>
                <a:effectLst/>
                <a:uLnTx/>
                <a:uFillTx/>
                <a:latin typeface="微软雅黑"/>
                <a:ea typeface="微软雅黑"/>
                <a:cs typeface="Calibri"/>
                <a:sym typeface="+mn-lt"/>
              </a:rPr>
              <a:t>，成爲推動行業長期增長的核心增量來源</a:t>
            </a:r>
            <a:endParaRPr kumimoji="0" lang="en-HK" altLang="zh-CN" sz="1400" b="0" i="0" u="none" strike="noStrike" kern="1200" cap="none" spc="0" normalizeH="0" baseline="0" noProof="0" dirty="0">
              <a:ln>
                <a:noFill/>
              </a:ln>
              <a:solidFill>
                <a:srgbClr val="515052">
                  <a:lumMod val="50000"/>
                </a:srgbClr>
              </a:solidFill>
              <a:effectLst/>
              <a:uLnTx/>
              <a:uFillTx/>
              <a:latin typeface="微软雅黑"/>
              <a:ea typeface="微软雅黑"/>
              <a:cs typeface="Calibri"/>
              <a:sym typeface="+mn-lt"/>
            </a:endParaRPr>
          </a:p>
          <a:p>
            <a:pPr marL="285750" marR="0" lvl="2" indent="-285750" algn="l" defTabSz="914400" rtl="0" eaLnBrk="0" fontAlgn="base" latinLnBrk="0" hangingPunct="0">
              <a:lnSpc>
                <a:spcPts val="1500"/>
              </a:lnSpc>
              <a:spcBef>
                <a:spcPct val="0"/>
              </a:spcBef>
              <a:spcAft>
                <a:spcPts val="300"/>
              </a:spcAft>
              <a:buClr>
                <a:srgbClr val="2660AD">
                  <a:lumMod val="50000"/>
                </a:srgbClr>
              </a:buClr>
              <a:buSzTx/>
              <a:buFont typeface="Arial" panose="020B0604020202020204" pitchFamily="34" charset="0"/>
              <a:buChar char="•"/>
              <a:tabLst/>
              <a:defRPr/>
            </a:pPr>
            <a:r>
              <a:rPr kumimoji="0" lang="zh-CN" altLang="en-US" sz="1400" b="1" i="0" u="none" strike="noStrike" kern="1200" cap="none" spc="0" normalizeH="0" baseline="0" noProof="0">
                <a:ln>
                  <a:noFill/>
                </a:ln>
                <a:solidFill>
                  <a:srgbClr val="2660AD"/>
                </a:solidFill>
                <a:effectLst/>
                <a:uLnTx/>
                <a:uFillTx/>
                <a:latin typeface="微软雅黑"/>
                <a:ea typeface="微软雅黑"/>
                <a:cs typeface="+mn-cs"/>
              </a:rPr>
              <a:t>行業</a:t>
            </a:r>
            <a:r>
              <a:rPr kumimoji="0" lang="en-HK" sz="1400" b="1" i="0" u="none" strike="noStrike" kern="1200" cap="none" spc="0" normalizeH="0" baseline="0" noProof="0">
                <a:ln>
                  <a:noFill/>
                </a:ln>
                <a:solidFill>
                  <a:srgbClr val="2660AD"/>
                </a:solidFill>
                <a:effectLst/>
                <a:uLnTx/>
                <a:uFillTx/>
                <a:latin typeface="微软雅黑"/>
                <a:ea typeface="微软雅黑"/>
                <a:cs typeface="+mn-cs"/>
              </a:rPr>
              <a:t>供需缺口短期</a:t>
            </a:r>
            <a:r>
              <a:rPr kumimoji="0" lang="zh-CN" altLang="en-US" sz="1400" b="1" i="0" u="none" strike="noStrike" kern="1200" cap="none" spc="0" normalizeH="0" baseline="0" noProof="0">
                <a:ln>
                  <a:noFill/>
                </a:ln>
                <a:solidFill>
                  <a:srgbClr val="2660AD"/>
                </a:solidFill>
                <a:effectLst/>
                <a:uLnTx/>
                <a:uFillTx/>
                <a:latin typeface="微软雅黑"/>
                <a:ea typeface="微软雅黑"/>
                <a:cs typeface="+mn-cs"/>
              </a:rPr>
              <a:t>難解</a:t>
            </a:r>
            <a:r>
              <a:rPr kumimoji="0" lang="en-HK" sz="1400" b="0" i="0" u="none" strike="noStrike" kern="1200" cap="none" spc="0" normalizeH="0" baseline="0" noProof="0">
                <a:ln>
                  <a:noFill/>
                </a:ln>
                <a:solidFill>
                  <a:prstClr val="black"/>
                </a:solidFill>
                <a:effectLst/>
                <a:uLnTx/>
                <a:uFillTx/>
                <a:latin typeface="微软雅黑"/>
                <a:ea typeface="微软雅黑"/>
                <a:cs typeface="+mn-cs"/>
              </a:rPr>
              <a:t>，</a:t>
            </a:r>
            <a:r>
              <a:rPr kumimoji="0" lang="zh-CN" altLang="en-US" sz="1400" b="0" i="0" u="none" strike="noStrike" kern="1200" cap="none" spc="0" normalizeH="0" baseline="0" noProof="0">
                <a:ln>
                  <a:noFill/>
                </a:ln>
                <a:solidFill>
                  <a:prstClr val="black"/>
                </a:solidFill>
                <a:effectLst/>
                <a:uLnTx/>
                <a:uFillTx/>
                <a:latin typeface="微软雅黑"/>
                <a:ea typeface="微软雅黑"/>
                <a:cs typeface="+mn-cs"/>
              </a:rPr>
              <a:t>算力</a:t>
            </a:r>
            <a:r>
              <a:rPr kumimoji="0" lang="en-HK" sz="1400" b="0" i="0" u="none" strike="noStrike" kern="1200" cap="none" spc="0" normalizeH="0" baseline="0" noProof="0">
                <a:ln>
                  <a:noFill/>
                </a:ln>
                <a:solidFill>
                  <a:prstClr val="black"/>
                </a:solidFill>
                <a:effectLst/>
                <a:uLnTx/>
                <a:uFillTx/>
                <a:latin typeface="微软雅黑"/>
                <a:ea typeface="微软雅黑"/>
                <a:cs typeface="+mn-cs"/>
              </a:rPr>
              <a:t>需求增速持續快于出貨，2026–27年</a:t>
            </a:r>
            <a:r>
              <a:rPr kumimoji="0" lang="zh-CN" altLang="en-US" sz="1400" b="0" i="0" u="none" strike="noStrike" kern="1200" cap="none" spc="0" normalizeH="0" baseline="0" noProof="0">
                <a:ln>
                  <a:noFill/>
                </a:ln>
                <a:solidFill>
                  <a:prstClr val="black"/>
                </a:solidFill>
                <a:effectLst/>
                <a:uLnTx/>
                <a:uFillTx/>
                <a:latin typeface="微软雅黑"/>
                <a:ea typeface="微软雅黑"/>
                <a:cs typeface="+mn-cs"/>
              </a:rPr>
              <a:t>將</a:t>
            </a:r>
            <a:r>
              <a:rPr kumimoji="0" lang="en-HK" sz="1400" b="0" i="0" u="none" strike="noStrike" kern="1200" cap="none" spc="0" normalizeH="0" baseline="0" noProof="0">
                <a:ln>
                  <a:noFill/>
                </a:ln>
                <a:solidFill>
                  <a:prstClr val="black"/>
                </a:solidFill>
                <a:effectLst/>
                <a:uLnTx/>
                <a:uFillTx/>
                <a:latin typeface="微软雅黑"/>
                <a:ea typeface="微软雅黑"/>
                <a:cs typeface="+mn-cs"/>
              </a:rPr>
              <a:t>維持偏緊格局</a:t>
            </a:r>
            <a:endParaRPr kumimoji="0" lang="en-HK" sz="1400" b="0" i="0" u="none" strike="noStrike" kern="1200" cap="none" spc="0" normalizeH="0" baseline="0" noProof="0" dirty="0">
              <a:ln>
                <a:noFill/>
              </a:ln>
              <a:solidFill>
                <a:prstClr val="black"/>
              </a:solidFill>
              <a:effectLst/>
              <a:uLnTx/>
              <a:uFillTx/>
              <a:latin typeface="微软雅黑"/>
              <a:ea typeface="微软雅黑"/>
              <a:cs typeface="+mn-cs"/>
            </a:endParaRPr>
          </a:p>
          <a:p>
            <a:pPr marL="285750" marR="0" lvl="2" indent="-285750" algn="l" defTabSz="914400" rtl="0" eaLnBrk="0" fontAlgn="base" latinLnBrk="0" hangingPunct="0">
              <a:lnSpc>
                <a:spcPts val="1500"/>
              </a:lnSpc>
              <a:spcBef>
                <a:spcPct val="0"/>
              </a:spcBef>
              <a:spcAft>
                <a:spcPts val="300"/>
              </a:spcAft>
              <a:buClr>
                <a:srgbClr val="2660AD">
                  <a:lumMod val="50000"/>
                </a:srgbClr>
              </a:buClr>
              <a:buSzTx/>
              <a:buFont typeface="Arial" panose="020B0604020202020204" pitchFamily="34" charset="0"/>
              <a:buChar char="•"/>
              <a:tabLst/>
              <a:defRPr/>
            </a:pPr>
            <a:r>
              <a:rPr kumimoji="0" lang="en-HK" sz="1400" b="0" i="0" u="none" strike="noStrike" kern="1200" cap="none" spc="0" normalizeH="0" baseline="0" noProof="0">
                <a:ln>
                  <a:noFill/>
                </a:ln>
                <a:solidFill>
                  <a:prstClr val="black"/>
                </a:solidFill>
                <a:effectLst/>
                <a:uLnTx/>
                <a:uFillTx/>
                <a:latin typeface="微软雅黑"/>
                <a:ea typeface="微软雅黑"/>
                <a:cs typeface="+mn-cs"/>
              </a:rPr>
              <a:t>DRAM/NAND市場高度集中，頭部廠商寡頭格局穩固，先進制程與封裝投入高，</a:t>
            </a:r>
            <a:r>
              <a:rPr kumimoji="0" lang="en-HK" sz="1400" b="1" i="0" u="none" strike="noStrike" kern="1200" cap="none" spc="0" normalizeH="0" baseline="0" noProof="0">
                <a:ln>
                  <a:noFill/>
                </a:ln>
                <a:solidFill>
                  <a:srgbClr val="2660AD"/>
                </a:solidFill>
                <a:effectLst/>
                <a:uLnTx/>
                <a:uFillTx/>
                <a:latin typeface="微软雅黑"/>
                <a:ea typeface="微软雅黑"/>
                <a:cs typeface="+mn-cs"/>
              </a:rPr>
              <a:t>行業壁壘很難被打破</a:t>
            </a:r>
            <a:endParaRPr kumimoji="0" lang="en-HK" sz="1400" b="1" i="0" u="none" strike="noStrike" kern="1200" cap="none" spc="0" normalizeH="0" baseline="0" noProof="0" dirty="0">
              <a:ln>
                <a:noFill/>
              </a:ln>
              <a:solidFill>
                <a:srgbClr val="2660AD"/>
              </a:solidFill>
              <a:effectLst/>
              <a:uLnTx/>
              <a:uFillTx/>
              <a:latin typeface="微软雅黑"/>
              <a:ea typeface="微软雅黑"/>
              <a:cs typeface="+mn-cs"/>
            </a:endParaRPr>
          </a:p>
        </p:txBody>
      </p:sp>
      <p:sp>
        <p:nvSpPr>
          <p:cNvPr id="2" name="Text Placeholder 15">
            <a:extLst>
              <a:ext uri="{FF2B5EF4-FFF2-40B4-BE49-F238E27FC236}">
                <a16:creationId xmlns:a16="http://schemas.microsoft.com/office/drawing/2014/main" id="{0E847FB1-229F-D295-DA39-5BA2396E46C9}"/>
              </a:ext>
            </a:extLst>
          </p:cNvPr>
          <p:cNvSpPr txBox="1">
            <a:spLocks/>
          </p:cNvSpPr>
          <p:nvPr/>
        </p:nvSpPr>
        <p:spPr>
          <a:xfrm>
            <a:off x="362155" y="6212103"/>
            <a:ext cx="11145838" cy="389508"/>
          </a:xfrm>
          <a:prstGeom prst="rect">
            <a:avLst/>
          </a:prstGeom>
          <a:noFill/>
        </p:spPr>
        <p:txBody>
          <a:bodyPr lIns="0" tIns="0" rIns="0" bIns="0" anchor="ctr" anchorCtr="0"/>
          <a:lstStyle>
            <a:lvl1pPr marL="0" indent="0" algn="l" defTabSz="914400" rtl="0" eaLnBrk="1" latinLnBrk="0" hangingPunct="1">
              <a:lnSpc>
                <a:spcPct val="90000"/>
              </a:lnSpc>
              <a:spcBef>
                <a:spcPts val="1000"/>
              </a:spcBef>
              <a:buFont typeface="Arial" panose="020B0604020202020204" pitchFamily="34" charset="0"/>
              <a:buNone/>
              <a:defRPr sz="1000" kern="1200">
                <a:solidFill>
                  <a:srgbClr val="404F5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ct val="0"/>
              </a:spcAft>
              <a:buClrTx/>
              <a:buSzTx/>
              <a:buFont typeface="Arial" panose="020B0604020202020204" pitchFamily="34" charset="0"/>
              <a:buNone/>
              <a:tabLst/>
              <a:defRPr/>
            </a:pPr>
            <a:r>
              <a:rPr kumimoji="0" lang="zh-CN" altLang="en-US" sz="900" b="0" i="1" u="none" strike="noStrike" kern="1200" cap="none" spc="0" normalizeH="0" baseline="0" noProof="0" dirty="0">
                <a:ln>
                  <a:noFill/>
                </a:ln>
                <a:solidFill>
                  <a:srgbClr val="404F56"/>
                </a:solidFill>
                <a:effectLst/>
                <a:uLnTx/>
                <a:uFillTx/>
                <a:latin typeface="Calibri"/>
                <a:ea typeface="微軟正黑體"/>
                <a:cs typeface="+mn-cs"/>
              </a:rPr>
              <a:t>数据</a:t>
            </a:r>
            <a:r>
              <a:rPr kumimoji="0" lang="zh-TW" altLang="en-US" sz="900" b="0" i="1" u="none" strike="noStrike" kern="1200" cap="none" spc="0" normalizeH="0" baseline="0" noProof="0" dirty="0">
                <a:ln>
                  <a:noFill/>
                </a:ln>
                <a:solidFill>
                  <a:srgbClr val="404F56"/>
                </a:solidFill>
                <a:effectLst/>
                <a:uLnTx/>
                <a:uFillTx/>
                <a:latin typeface="Calibri"/>
                <a:ea typeface="微軟正黑體"/>
                <a:cs typeface="+mn-cs"/>
              </a:rPr>
              <a:t>来源：</a:t>
            </a:r>
            <a:r>
              <a:rPr kumimoji="0" lang="en-US" altLang="zh-CN" sz="900" b="0" i="1" u="none" strike="noStrike" kern="1200" cap="none" spc="0" normalizeH="0" baseline="0" noProof="0" dirty="0">
                <a:ln>
                  <a:noFill/>
                </a:ln>
                <a:solidFill>
                  <a:srgbClr val="404F56"/>
                </a:solidFill>
                <a:effectLst/>
                <a:uLnTx/>
                <a:uFillTx/>
                <a:latin typeface="Calibri"/>
                <a:ea typeface="微軟正黑體"/>
                <a:cs typeface="+mn-cs"/>
              </a:rPr>
              <a:t>JPM</a:t>
            </a:r>
            <a:r>
              <a:rPr kumimoji="0" lang="zh-CN" altLang="en-US" sz="900" b="0" i="1" u="none" strike="noStrike" kern="1200" cap="none" spc="0" normalizeH="0" baseline="0" noProof="0" dirty="0">
                <a:ln>
                  <a:noFill/>
                </a:ln>
                <a:solidFill>
                  <a:srgbClr val="404F56"/>
                </a:solidFill>
                <a:effectLst/>
                <a:uLnTx/>
                <a:uFillTx/>
                <a:latin typeface="Calibri"/>
                <a:ea typeface="微軟正黑體"/>
                <a:cs typeface="+mn-cs"/>
              </a:rPr>
              <a:t>，南方东英</a:t>
            </a:r>
            <a:endParaRPr kumimoji="0" lang="en-US" altLang="zh-HK" sz="900" b="0" i="1" u="none" strike="noStrike" kern="1200" cap="none" spc="0" normalizeH="0" baseline="0" noProof="0" dirty="0">
              <a:ln>
                <a:noFill/>
              </a:ln>
              <a:solidFill>
                <a:srgbClr val="404F56"/>
              </a:solidFill>
              <a:effectLst/>
              <a:uLnTx/>
              <a:uFillTx/>
              <a:latin typeface="Calibri"/>
              <a:ea typeface="微軟正黑體"/>
              <a:cs typeface="+mn-cs"/>
            </a:endParaRPr>
          </a:p>
        </p:txBody>
      </p:sp>
    </p:spTree>
    <p:extLst>
      <p:ext uri="{BB962C8B-B14F-4D97-AF65-F5344CB8AC3E}">
        <p14:creationId xmlns:p14="http://schemas.microsoft.com/office/powerpoint/2010/main" val="35603778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98652-D24A-AF46-0E61-D03BCDD8B371}"/>
            </a:ext>
          </a:extLst>
        </p:cNvPr>
        <p:cNvGrpSpPr/>
        <p:nvPr/>
      </p:nvGrpSpPr>
      <p:grpSpPr>
        <a:xfrm>
          <a:off x="0" y="0"/>
          <a:ext cx="0" cy="0"/>
          <a:chOff x="0" y="0"/>
          <a:chExt cx="0" cy="0"/>
        </a:xfrm>
      </p:grpSpPr>
      <p:sp>
        <p:nvSpPr>
          <p:cNvPr id="5" name="标题 2">
            <a:extLst>
              <a:ext uri="{FF2B5EF4-FFF2-40B4-BE49-F238E27FC236}">
                <a16:creationId xmlns:a16="http://schemas.microsoft.com/office/drawing/2014/main" id="{21662154-4B19-EB6F-7B0D-4C6B7147FB18}"/>
              </a:ext>
            </a:extLst>
          </p:cNvPr>
          <p:cNvSpPr txBox="1">
            <a:spLocks/>
          </p:cNvSpPr>
          <p:nvPr/>
        </p:nvSpPr>
        <p:spPr>
          <a:xfrm>
            <a:off x="722376" y="411480"/>
            <a:ext cx="10972800" cy="475488"/>
          </a:xfrm>
          <a:prstGeom prst="rect">
            <a:avLst/>
          </a:prstGeom>
        </p:spPr>
        <p:txBody>
          <a:bodyPr vert="horz" wrap="square" lIns="0" tIns="45720" rIns="0" bIns="45720" rtlCol="0" anchor="ctr">
            <a:spAutoFit/>
          </a:bodyPr>
          <a:lstStyle>
            <a:defPPr>
              <a:defRPr lang="en-US"/>
            </a:defPPr>
            <a:lvl1pPr>
              <a:lnSpc>
                <a:spcPct val="90000"/>
              </a:lnSpc>
              <a:spcBef>
                <a:spcPct val="0"/>
              </a:spcBef>
              <a:buNone/>
              <a:defRPr sz="2800" b="1">
                <a:solidFill>
                  <a:schemeClr val="tx2">
                    <a:lumMod val="75000"/>
                  </a:schemeClr>
                </a:solidFill>
                <a:latin typeface="微软雅黑" panose="020B0503020204020204" pitchFamily="34" charset="-122"/>
                <a:ea typeface="微软雅黑" panose="020B0503020204020204" pitchFamily="34" charset="-122"/>
                <a:cs typeface="Tahoma"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2800" b="1" i="0" u="none" strike="noStrike" kern="1200" cap="none" spc="0" normalizeH="0" baseline="0" noProof="0">
                <a:ln>
                  <a:noFill/>
                </a:ln>
                <a:solidFill>
                  <a:srgbClr val="2660AD"/>
                </a:solidFill>
                <a:effectLst/>
                <a:uLnTx/>
                <a:uFillTx/>
                <a:latin typeface="Calibri"/>
                <a:ea typeface="微软雅黑"/>
                <a:cs typeface="Tahoma" pitchFamily="34" charset="0"/>
              </a:rPr>
              <a:t>存儲</a:t>
            </a:r>
            <a:r>
              <a:rPr kumimoji="0" lang="en-HK" altLang="zh-CN" sz="2800" b="1" i="0" u="none" strike="noStrike" kern="1200" cap="none" spc="0" normalizeH="0" baseline="0" noProof="0">
                <a:ln>
                  <a:noFill/>
                </a:ln>
                <a:solidFill>
                  <a:srgbClr val="2660AD"/>
                </a:solidFill>
                <a:effectLst/>
                <a:uLnTx/>
                <a:uFillTx/>
                <a:latin typeface="Calibri"/>
                <a:ea typeface="微软雅黑"/>
                <a:cs typeface="Tahoma" pitchFamily="34" charset="0"/>
              </a:rPr>
              <a:t>HBM</a:t>
            </a:r>
            <a:r>
              <a:rPr kumimoji="0" lang="zh-CN" altLang="en-US" sz="2800" b="1" i="0" u="none" strike="noStrike" kern="1200" cap="none" spc="0" normalizeH="0" baseline="0" noProof="0">
                <a:ln>
                  <a:noFill/>
                </a:ln>
                <a:solidFill>
                  <a:srgbClr val="2660AD"/>
                </a:solidFill>
                <a:effectLst/>
                <a:uLnTx/>
                <a:uFillTx/>
                <a:latin typeface="Calibri"/>
                <a:ea typeface="微软雅黑"/>
                <a:cs typeface="Tahoma" pitchFamily="34" charset="0"/>
              </a:rPr>
              <a:t>芯片作爲核心部件，在</a:t>
            </a:r>
            <a:r>
              <a:rPr kumimoji="0" lang="en-HK" altLang="zh-CN" sz="2800" b="1" i="0" u="none" strike="noStrike" kern="1200" cap="none" spc="0" normalizeH="0" baseline="0" noProof="0">
                <a:ln>
                  <a:noFill/>
                </a:ln>
                <a:solidFill>
                  <a:srgbClr val="2660AD"/>
                </a:solidFill>
                <a:effectLst/>
                <a:uLnTx/>
                <a:uFillTx/>
                <a:latin typeface="Calibri"/>
                <a:ea typeface="微软雅黑"/>
                <a:cs typeface="Tahoma" pitchFamily="34" charset="0"/>
              </a:rPr>
              <a:t>GPU</a:t>
            </a:r>
            <a:r>
              <a:rPr kumimoji="0" lang="en-HK" altLang="zh-CN" sz="2800" b="1" i="0" u="none" strike="noStrike" kern="1200" cap="none" spc="0" normalizeH="0" baseline="0" noProof="0" dirty="0">
                <a:ln>
                  <a:noFill/>
                </a:ln>
                <a:solidFill>
                  <a:srgbClr val="2660AD"/>
                </a:solidFill>
                <a:effectLst/>
                <a:uLnTx/>
                <a:uFillTx/>
                <a:latin typeface="Calibri"/>
                <a:ea typeface="微软雅黑"/>
                <a:cs typeface="Tahoma" pitchFamily="34" charset="0"/>
              </a:rPr>
              <a:t>/</a:t>
            </a:r>
            <a:r>
              <a:rPr kumimoji="0" lang="en-US" altLang="zh-CN" sz="2800" b="1" i="0" u="none" strike="noStrike" kern="1200" cap="none" spc="0" normalizeH="0" baseline="0" noProof="0" dirty="0">
                <a:ln>
                  <a:noFill/>
                </a:ln>
                <a:solidFill>
                  <a:srgbClr val="2660AD"/>
                </a:solidFill>
                <a:effectLst/>
                <a:uLnTx/>
                <a:uFillTx/>
                <a:latin typeface="Calibri"/>
                <a:ea typeface="微软雅黑"/>
                <a:cs typeface="Tahoma" pitchFamily="34" charset="0"/>
              </a:rPr>
              <a:t>TPU</a:t>
            </a:r>
            <a:r>
              <a:rPr kumimoji="0" lang="zh-CN" altLang="en-US" sz="2800" b="1" i="0" u="none" strike="noStrike" kern="1200" cap="none" spc="0" normalizeH="0" baseline="0" noProof="0" dirty="0">
                <a:ln>
                  <a:noFill/>
                </a:ln>
                <a:solidFill>
                  <a:srgbClr val="2660AD"/>
                </a:solidFill>
                <a:effectLst/>
                <a:uLnTx/>
                <a:uFillTx/>
                <a:latin typeface="Calibri"/>
                <a:ea typeface="微软雅黑"/>
                <a:cs typeface="Tahoma" pitchFamily="34" charset="0"/>
              </a:rPr>
              <a:t>和</a:t>
            </a:r>
            <a:r>
              <a:rPr kumimoji="0" lang="en-US" altLang="zh-CN" sz="2800" b="1" i="0" u="none" strike="noStrike" kern="1200" cap="none" spc="0" normalizeH="0" baseline="0" noProof="0" dirty="0">
                <a:ln>
                  <a:noFill/>
                </a:ln>
                <a:solidFill>
                  <a:srgbClr val="2660AD"/>
                </a:solidFill>
                <a:effectLst/>
                <a:uLnTx/>
                <a:uFillTx/>
                <a:latin typeface="Calibri"/>
                <a:ea typeface="微软雅黑"/>
                <a:cs typeface="Tahoma" pitchFamily="34" charset="0"/>
              </a:rPr>
              <a:t>CPU</a:t>
            </a:r>
            <a:r>
              <a:rPr kumimoji="0" lang="zh-CN" altLang="en-US" sz="2800" b="1" i="0" u="none" strike="noStrike" kern="1200" cap="none" spc="0" normalizeH="0" baseline="0" noProof="0" dirty="0">
                <a:ln>
                  <a:noFill/>
                </a:ln>
                <a:solidFill>
                  <a:srgbClr val="2660AD"/>
                </a:solidFill>
                <a:effectLst/>
                <a:uLnTx/>
                <a:uFillTx/>
                <a:latin typeface="Calibri"/>
                <a:ea typeface="微软雅黑"/>
                <a:cs typeface="Tahoma" pitchFamily="34" charset="0"/>
              </a:rPr>
              <a:t>中均存在重要地位</a:t>
            </a:r>
          </a:p>
        </p:txBody>
      </p:sp>
      <p:sp>
        <p:nvSpPr>
          <p:cNvPr id="4" name="Rectangle 3">
            <a:extLst>
              <a:ext uri="{FF2B5EF4-FFF2-40B4-BE49-F238E27FC236}">
                <a16:creationId xmlns:a16="http://schemas.microsoft.com/office/drawing/2014/main" id="{B7E40808-CD84-C801-FD55-C75EB355E729}"/>
              </a:ext>
            </a:extLst>
          </p:cNvPr>
          <p:cNvSpPr/>
          <p:nvPr/>
        </p:nvSpPr>
        <p:spPr>
          <a:xfrm>
            <a:off x="388227" y="6314209"/>
            <a:ext cx="10742650"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80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mn-lt"/>
              </a:rPr>
              <a:t>資料來源：摩根斯坦利研究，</a:t>
            </a:r>
            <a:r>
              <a:rPr kumimoji="0" lang="en-HK" altLang="zh-CN" sz="80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mn-lt"/>
              </a:rPr>
              <a:t>B</a:t>
            </a:r>
            <a:r>
              <a:rPr kumimoji="0" lang="en-US" altLang="zh-CN" sz="800" b="0" i="0" u="none" strike="noStrike" kern="1200" cap="none" spc="0" normalizeH="0" baseline="0" noProof="0" dirty="0" err="1">
                <a:ln>
                  <a:noFill/>
                </a:ln>
                <a:effectLst/>
                <a:uLnTx/>
                <a:uFillTx/>
                <a:latin typeface="微软雅黑" panose="020B0503020204020204" pitchFamily="34" charset="-122"/>
                <a:ea typeface="微软雅黑" panose="020B0503020204020204" pitchFamily="34" charset="-122"/>
                <a:cs typeface="+mn-ea"/>
                <a:sym typeface="+mn-lt"/>
              </a:rPr>
              <a:t>ofA</a:t>
            </a:r>
            <a:r>
              <a:rPr kumimoji="0" lang="en-US" altLang="zh-CN" sz="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rPr>
              <a:t>, </a:t>
            </a:r>
            <a:r>
              <a:rPr lang="en-US" altLang="zh-CN" sz="800" dirty="0">
                <a:latin typeface="微软雅黑" panose="020B0503020204020204" pitchFamily="34" charset="-122"/>
                <a:ea typeface="微软雅黑" panose="020B0503020204020204" pitchFamily="34" charset="-122"/>
                <a:cs typeface="+mn-ea"/>
                <a:sym typeface="+mn-lt"/>
              </a:rPr>
              <a:t>NVIDIA</a:t>
            </a:r>
            <a:endParaRPr kumimoji="0" lang="zh-Hans" altLang="en-US" sz="8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ea"/>
              <a:sym typeface="+mn-lt"/>
            </a:endParaRPr>
          </a:p>
        </p:txBody>
      </p:sp>
      <p:sp>
        <p:nvSpPr>
          <p:cNvPr id="6" name="文本框 6">
            <a:extLst>
              <a:ext uri="{FF2B5EF4-FFF2-40B4-BE49-F238E27FC236}">
                <a16:creationId xmlns:a16="http://schemas.microsoft.com/office/drawing/2014/main" id="{7D3B30BE-9CAE-070C-FF5B-EE1DAD006019}"/>
              </a:ext>
            </a:extLst>
          </p:cNvPr>
          <p:cNvSpPr txBox="1"/>
          <p:nvPr/>
        </p:nvSpPr>
        <p:spPr>
          <a:xfrm>
            <a:off x="633222" y="974539"/>
            <a:ext cx="11062592" cy="597151"/>
          </a:xfrm>
          <a:prstGeom prst="rect">
            <a:avLst/>
          </a:prstGeom>
          <a:noFill/>
        </p:spPr>
        <p:txBody>
          <a:bodyPr wrap="square" rtlCol="0">
            <a:spAutoFit/>
          </a:bodyPr>
          <a:lstStyle/>
          <a:p>
            <a:pPr marR="0" lvl="0" indent="-171450" algn="l" defTabSz="914400" rtl="0" eaLnBrk="1" fontAlgn="auto" latinLnBrk="0" hangingPunct="1">
              <a:lnSpc>
                <a:spcPts val="1700"/>
              </a:lnSpc>
              <a:spcBef>
                <a:spcPts val="0"/>
              </a:spcBef>
              <a:spcAft>
                <a:spcPts val="600"/>
              </a:spcAft>
              <a:buClrTx/>
              <a:buSzTx/>
              <a:buFont typeface="Arial" panose="020B0604020202020204" pitchFamily="34" charset="0"/>
              <a:buChar char="•"/>
              <a:tabLst/>
              <a:defRPr/>
            </a:pPr>
            <a:r>
              <a:rPr kumimoji="0" lang="en-HK" altLang="zh-CN" sz="14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mn-cs"/>
              </a:rPr>
              <a:t>GPU</a:t>
            </a:r>
            <a:r>
              <a:rPr kumimoji="0" lang="en-US" altLang="zh-CN" sz="14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mn-cs"/>
              </a:rPr>
              <a:t>/TPU</a:t>
            </a:r>
            <a:r>
              <a:rPr kumimoji="0" lang="zh-CN" altLang="en-US" sz="14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mn-cs"/>
              </a:rPr>
              <a:t>和</a:t>
            </a:r>
            <a:r>
              <a:rPr kumimoji="0" lang="en-US" altLang="zh-CN" sz="14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mn-cs"/>
              </a:rPr>
              <a:t>CPU</a:t>
            </a:r>
            <a:r>
              <a:rPr kumimoji="0" lang="zh-CN" altLang="en-US" sz="1400" b="1" i="0" u="none" strike="noStrike" kern="1200" cap="none" spc="0" normalizeH="0" baseline="0" noProof="0" dirty="0">
                <a:ln>
                  <a:noFill/>
                </a:ln>
                <a:solidFill>
                  <a:srgbClr val="2660AD"/>
                </a:solidFill>
                <a:effectLst/>
                <a:uLnTx/>
                <a:uFillTx/>
                <a:latin typeface="+mj-lt"/>
                <a:ea typeface="微软雅黑" panose="020B0503020204020204" pitchFamily="34" charset="-122"/>
                <a:cs typeface="+mn-cs"/>
              </a:rPr>
              <a:t>都</a:t>
            </a:r>
            <a:r>
              <a:rPr kumimoji="0" lang="zh-CN" altLang="en-US" sz="1400" b="1" i="0" u="none" strike="noStrike" kern="1200" cap="none" spc="0" normalizeH="0" baseline="0" noProof="0">
                <a:ln>
                  <a:noFill/>
                </a:ln>
                <a:solidFill>
                  <a:srgbClr val="2660AD"/>
                </a:solidFill>
                <a:effectLst/>
                <a:uLnTx/>
                <a:uFillTx/>
                <a:latin typeface="+mj-lt"/>
                <a:ea typeface="微软雅黑" panose="020B0503020204020204" pitchFamily="34" charset="-122"/>
                <a:cs typeface="+mn-cs"/>
              </a:rPr>
              <a:t>需要</a:t>
            </a:r>
            <a:r>
              <a:rPr kumimoji="0" lang="en-HK" altLang="zh-CN" sz="1400" b="1" i="0" u="none" strike="noStrike" kern="1200" cap="none" spc="0" normalizeH="0" baseline="0" noProof="0">
                <a:ln>
                  <a:noFill/>
                </a:ln>
                <a:solidFill>
                  <a:srgbClr val="2660AD"/>
                </a:solidFill>
                <a:effectLst/>
                <a:uLnTx/>
                <a:uFillTx/>
                <a:latin typeface="+mj-lt"/>
                <a:ea typeface="微软雅黑" panose="020B0503020204020204" pitchFamily="34" charset="-122"/>
                <a:cs typeface="+mn-cs"/>
              </a:rPr>
              <a:t>HBM</a:t>
            </a:r>
            <a:r>
              <a:rPr kumimoji="0" lang="zh-CN" altLang="en-US" sz="1400" b="1" i="0" u="none" strike="noStrike" kern="1200" cap="none" spc="0" normalizeH="0" baseline="0" noProof="0">
                <a:ln>
                  <a:noFill/>
                </a:ln>
                <a:solidFill>
                  <a:srgbClr val="2660AD"/>
                </a:solidFill>
                <a:effectLst/>
                <a:uLnTx/>
                <a:uFillTx/>
                <a:latin typeface="+mj-lt"/>
                <a:ea typeface="微软雅黑" panose="020B0503020204020204" pitchFamily="34" charset="-122"/>
                <a:cs typeface="+mn-cs"/>
              </a:rPr>
              <a:t>作爲內存支持</a:t>
            </a:r>
            <a:r>
              <a:rPr kumimoji="0" lang="zh-CN" altLang="en-US" sz="14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mn-cs"/>
              </a:rPr>
              <a:t>，高需求中短期難以撼動</a:t>
            </a:r>
            <a:endParaRPr kumimoji="0" lang="en-HK" altLang="zh-CN" sz="14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mn-cs"/>
            </a:endParaRPr>
          </a:p>
          <a:p>
            <a:pPr marR="0" lvl="0" indent="-171450" algn="l" defTabSz="914400" rtl="0" eaLnBrk="1" fontAlgn="auto" latinLnBrk="0" hangingPunct="1">
              <a:lnSpc>
                <a:spcPts val="1700"/>
              </a:lnSpc>
              <a:spcBef>
                <a:spcPts val="0"/>
              </a:spcBef>
              <a:spcAft>
                <a:spcPts val="600"/>
              </a:spcAft>
              <a:buClrTx/>
              <a:buSzTx/>
              <a:buFont typeface="Arial" panose="020B0604020202020204" pitchFamily="34" charset="0"/>
              <a:buChar char="•"/>
              <a:tabLst/>
              <a:defRPr/>
            </a:pPr>
            <a:r>
              <a:rPr kumimoji="0" lang="zh-CN" altLang="en-US" sz="1400" b="1" i="0" u="none" strike="noStrike" kern="1200" cap="none" spc="0" normalizeH="0" baseline="0" noProof="0">
                <a:ln>
                  <a:noFill/>
                </a:ln>
                <a:solidFill>
                  <a:srgbClr val="2660AD"/>
                </a:solidFill>
                <a:effectLst/>
                <a:uLnTx/>
                <a:uFillTx/>
                <a:latin typeface="+mj-lt"/>
                <a:ea typeface="微软雅黑" panose="020B0503020204020204" pitchFamily="34" charset="-122"/>
                <a:cs typeface="+mn-cs"/>
              </a:rPr>
              <a:t>各家</a:t>
            </a:r>
            <a:r>
              <a:rPr kumimoji="0" lang="en-HK" altLang="zh-CN" sz="1400" b="1" i="0" u="none" strike="noStrike" kern="1200" cap="none" spc="0" normalizeH="0" baseline="0" noProof="0">
                <a:ln>
                  <a:noFill/>
                </a:ln>
                <a:solidFill>
                  <a:srgbClr val="2660AD"/>
                </a:solidFill>
                <a:effectLst/>
                <a:uLnTx/>
                <a:uFillTx/>
                <a:latin typeface="+mj-lt"/>
                <a:ea typeface="微软雅黑" panose="020B0503020204020204" pitchFamily="34" charset="-122"/>
                <a:cs typeface="+mn-cs"/>
              </a:rPr>
              <a:t>TPU</a:t>
            </a:r>
            <a:r>
              <a:rPr kumimoji="0" lang="zh-CN" altLang="en-US" sz="1400" b="1" i="0" u="none" strike="noStrike" kern="1200" cap="none" spc="0" normalizeH="0" baseline="0" noProof="0">
                <a:ln>
                  <a:noFill/>
                </a:ln>
                <a:solidFill>
                  <a:srgbClr val="2660AD"/>
                </a:solidFill>
                <a:effectLst/>
                <a:uLnTx/>
                <a:uFillTx/>
                <a:latin typeface="+mj-lt"/>
                <a:ea typeface="微软雅黑" panose="020B0503020204020204" pitchFamily="34" charset="-122"/>
                <a:cs typeface="+mn-cs"/>
              </a:rPr>
              <a:t>的迭代，推動</a:t>
            </a:r>
            <a:r>
              <a:rPr kumimoji="0" lang="en-HK" altLang="zh-CN" sz="1400" b="1" i="0" u="none" strike="noStrike" kern="1200" cap="none" spc="0" normalizeH="0" baseline="0" noProof="0">
                <a:ln>
                  <a:noFill/>
                </a:ln>
                <a:solidFill>
                  <a:srgbClr val="2660AD"/>
                </a:solidFill>
                <a:effectLst/>
                <a:uLnTx/>
                <a:uFillTx/>
                <a:latin typeface="+mj-lt"/>
                <a:ea typeface="微软雅黑" panose="020B0503020204020204" pitchFamily="34" charset="-122"/>
                <a:cs typeface="+mn-cs"/>
              </a:rPr>
              <a:t>HBM</a:t>
            </a:r>
            <a:r>
              <a:rPr kumimoji="0" lang="zh-CN" altLang="en-US" sz="1400" b="1" i="0" u="none" strike="noStrike" kern="1200" cap="none" spc="0" normalizeH="0" baseline="0" noProof="0">
                <a:ln>
                  <a:noFill/>
                </a:ln>
                <a:solidFill>
                  <a:srgbClr val="2660AD"/>
                </a:solidFill>
                <a:effectLst/>
                <a:uLnTx/>
                <a:uFillTx/>
                <a:latin typeface="+mj-lt"/>
                <a:ea typeface="微软雅黑" panose="020B0503020204020204" pitchFamily="34" charset="-122"/>
                <a:cs typeface="+mn-cs"/>
              </a:rPr>
              <a:t>需求飈升</a:t>
            </a:r>
            <a:r>
              <a:rPr kumimoji="0" lang="zh-CN" altLang="en-US" sz="14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mn-cs"/>
              </a:rPr>
              <a:t>：</a:t>
            </a:r>
            <a:r>
              <a:rPr kumimoji="0" lang="en-HK" altLang="zh-CN" sz="14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mn-cs"/>
              </a:rPr>
              <a:t> </a:t>
            </a:r>
            <a:r>
              <a:rPr kumimoji="0" lang="en-HK" altLang="zh-CN" sz="14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mn-cs"/>
              </a:rPr>
              <a:t>Google TP</a:t>
            </a:r>
            <a:r>
              <a:rPr kumimoji="0" lang="en-US" altLang="zh-CN" sz="14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mn-cs"/>
              </a:rPr>
              <a:t>U </a:t>
            </a:r>
            <a:r>
              <a:rPr kumimoji="0" lang="en-HK" altLang="zh-CN" sz="14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mn-cs"/>
              </a:rPr>
              <a:t>V6-</a:t>
            </a:r>
            <a:r>
              <a:rPr kumimoji="0" lang="en-US" altLang="zh-CN" sz="14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mn-cs"/>
              </a:rPr>
              <a:t>&gt;</a:t>
            </a:r>
            <a:r>
              <a:rPr kumimoji="0" lang="en-HK" altLang="zh-CN" sz="14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mn-cs"/>
              </a:rPr>
              <a:t>7 </a:t>
            </a:r>
            <a:r>
              <a:rPr kumimoji="0" lang="zh-CN" altLang="en-US" sz="14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mn-cs"/>
              </a:rPr>
              <a:t>和 </a:t>
            </a:r>
            <a:r>
              <a:rPr kumimoji="0" lang="en-HK" altLang="zh-CN" sz="14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mn-cs"/>
              </a:rPr>
              <a:t>Trainium2-&gt;3 HBM </a:t>
            </a:r>
            <a:r>
              <a:rPr kumimoji="0" lang="zh-CN" altLang="en-US" sz="14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mn-cs"/>
              </a:rPr>
              <a:t>容量翻倍</a:t>
            </a:r>
            <a:r>
              <a:rPr kumimoji="0" lang="zh-CN" altLang="en-US" sz="14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mn-cs"/>
              </a:rPr>
              <a:t>，</a:t>
            </a:r>
            <a:r>
              <a:rPr kumimoji="0" lang="en-HK" altLang="zh-CN" sz="14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mn-cs"/>
              </a:rPr>
              <a:t>HBM3/4</a:t>
            </a:r>
            <a:r>
              <a:rPr kumimoji="0" lang="zh-CN" altLang="en-US" sz="14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mn-cs"/>
              </a:rPr>
              <a:t>依舊是核心稀缺品</a:t>
            </a:r>
            <a:endParaRPr kumimoji="0" lang="en-US" altLang="zh-CN" sz="14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mn-cs"/>
            </a:endParaRPr>
          </a:p>
        </p:txBody>
      </p:sp>
      <p:pic>
        <p:nvPicPr>
          <p:cNvPr id="7" name="Picture 6" descr="A pie chart with numbers and text&#10;&#10;AI-generated content may be incorrect.">
            <a:extLst>
              <a:ext uri="{FF2B5EF4-FFF2-40B4-BE49-F238E27FC236}">
                <a16:creationId xmlns:a16="http://schemas.microsoft.com/office/drawing/2014/main" id="{E4F80488-8A08-5726-380E-6CC8DB6322B4}"/>
              </a:ext>
            </a:extLst>
          </p:cNvPr>
          <p:cNvPicPr>
            <a:picLocks noChangeAspect="1"/>
          </p:cNvPicPr>
          <p:nvPr/>
        </p:nvPicPr>
        <p:blipFill>
          <a:blip r:embed="rId3"/>
          <a:stretch>
            <a:fillRect/>
          </a:stretch>
        </p:blipFill>
        <p:spPr>
          <a:xfrm>
            <a:off x="581165" y="2244323"/>
            <a:ext cx="4319499" cy="3639138"/>
          </a:xfrm>
          <a:prstGeom prst="rect">
            <a:avLst/>
          </a:prstGeom>
        </p:spPr>
      </p:pic>
      <p:pic>
        <p:nvPicPr>
          <p:cNvPr id="12" name="Picture 11">
            <a:extLst>
              <a:ext uri="{FF2B5EF4-FFF2-40B4-BE49-F238E27FC236}">
                <a16:creationId xmlns:a16="http://schemas.microsoft.com/office/drawing/2014/main" id="{CAE4F8CF-91E3-FDEE-AFF6-B4270E6C615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06702" y="1685877"/>
            <a:ext cx="5824175" cy="4514145"/>
          </a:xfrm>
          <a:prstGeom prst="rect">
            <a:avLst/>
          </a:prstGeom>
        </p:spPr>
      </p:pic>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15" name="LogoPic" descr="image.png"/>
          <p:cNvPicPr>
            <a:picLocks noChangeAspect="1"/>
          </p:cNvPicPr>
          <p:nvPr/>
        </p:nvPicPr>
        <p:blipFill rotWithShape="1">
          <a:blip r:embed="rId5"/>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EFFC37F3-2BF6-48BF-B280-BE24756546EC}" type="slidenum">
              <a:rPr lang="en-US" sz="1000" dirty="0">
                <a:solidFill>
                  <a:srgbClr val="FFFFFF"/>
                </a:solidFill>
                <a:latin typeface="Calibri"/>
                <a:ea typeface="微软雅黑"/>
              </a:rPr>
              <a:t>40</a:t>
            </a:fld>
            <a:endParaRPr lang="en-US" sz="1000" dirty="0">
              <a:solidFill>
                <a:srgbClr val="FFFFFF"/>
              </a:solidFill>
              <a:latin typeface="Calibri"/>
              <a:ea typeface="微软雅黑"/>
            </a:endParaRPr>
          </a:p>
        </p:txBody>
      </p:sp>
    </p:spTree>
    <p:extLst>
      <p:ext uri="{BB962C8B-B14F-4D97-AF65-F5344CB8AC3E}">
        <p14:creationId xmlns:p14="http://schemas.microsoft.com/office/powerpoint/2010/main" val="365183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txBox="1"/>
          <p:nvPr/>
        </p:nvSpPr>
        <p:spPr>
          <a:xfrm>
            <a:off x="722376" y="411480"/>
            <a:ext cx="10972800" cy="475488"/>
          </a:xfrm>
          <a:prstGeom prst="rect">
            <a:avLst/>
          </a:prstGeom>
        </p:spPr>
        <p:txBody>
          <a:bodyPr wrap="none" lIns="0" tIns="0" rIns="0" bIns="0">
            <a:noAutofit/>
          </a:bodyPr>
          <a:lstStyle>
            <a:defPPr>
              <a:defRPr lang="en-US"/>
            </a:defPPr>
            <a:lvl1pPr marR="0" lvl="0" indent="0" fontAlgn="auto">
              <a:lnSpc>
                <a:spcPts val="2800"/>
              </a:lnSpc>
              <a:spcBef>
                <a:spcPts val="0"/>
              </a:spcBef>
              <a:spcAft>
                <a:spcPts val="0"/>
              </a:spcAft>
              <a:buClrTx/>
              <a:buSzTx/>
              <a:buFontTx/>
              <a:buNone/>
              <a:defRPr kumimoji="0" sz="2800" b="1" i="0" u="none" strike="noStrike" cap="none" spc="0" normalizeH="0" baseline="0">
                <a:ln>
                  <a:noFill/>
                </a:ln>
                <a:solidFill>
                  <a:srgbClr val="3D6FB7"/>
                </a:solidFill>
                <a:effectLst/>
                <a:uLnTx/>
                <a:uFillTx/>
                <a:latin typeface="Calibri" panose="020F0502020204030204" pitchFamily="34" charset="0"/>
                <a:ea typeface="Microsoft YaHei" panose="020B0503020204020204" pitchFamily="34" charset="-122"/>
              </a:defRPr>
            </a:lvl1pPr>
          </a:lstStyle>
          <a:p>
            <a:pPr marL="0" marR="0" lvl="0" indent="0" algn="l" defTabSz="914400" rtl="0" eaLnBrk="1" fontAlgn="auto" latinLnBrk="0" hangingPunct="1">
              <a:lnSpc>
                <a:spcPts val="2800"/>
              </a:lnSpc>
              <a:spcBef>
                <a:spcPts val="0"/>
              </a:spcBef>
              <a:spcAft>
                <a:spcPts val="0"/>
              </a:spcAft>
              <a:buClrTx/>
              <a:buSzTx/>
              <a:buFontTx/>
              <a:buNone/>
              <a:defRPr/>
            </a:pPr>
            <a:r>
              <a:rPr kumimoji="1" lang="zh-CN" altLang="en-US" sz="2800">
                <a:latin typeface="Calibri"/>
                <a:cs typeface="Calibri"/>
                <a:sym typeface="+mn-lt"/>
              </a:rPr>
              <a:t>周期估值體系改變：長協戰略</a:t>
            </a:r>
            <a:r>
              <a:rPr kumimoji="1" lang="en-US" altLang="zh-CN" sz="2800">
                <a:latin typeface="Calibri"/>
                <a:cs typeface="Calibri"/>
                <a:sym typeface="+mn-lt"/>
              </a:rPr>
              <a:t>LTA</a:t>
            </a:r>
            <a:endParaRPr kumimoji="1" lang="zh-CN" altLang="en-US" sz="2400" b="1" i="0" u="none" strike="noStrike" kern="1200" cap="none" spc="0" normalizeH="0" baseline="0" noProof="0" dirty="0">
              <a:ln>
                <a:noFill/>
              </a:ln>
              <a:solidFill>
                <a:srgbClr val="3D6FB7"/>
              </a:solidFill>
              <a:effectLst/>
              <a:uLnTx/>
              <a:uFillTx/>
              <a:latin typeface="+mj-lt"/>
              <a:cs typeface="Calibri"/>
              <a:sym typeface="+mn-lt"/>
            </a:endParaRPr>
          </a:p>
        </p:txBody>
      </p:sp>
      <p:sp>
        <p:nvSpPr>
          <p:cNvPr id="18" name="Text Placeholder 15"/>
          <p:cNvSpPr txBox="1"/>
          <p:nvPr/>
        </p:nvSpPr>
        <p:spPr>
          <a:xfrm>
            <a:off x="362155" y="6212103"/>
            <a:ext cx="11145838" cy="389508"/>
          </a:xfrm>
          <a:prstGeom prst="rect">
            <a:avLst/>
          </a:prstGeom>
          <a:noFill/>
        </p:spPr>
        <p:txBody>
          <a:bodyPr lIns="0" tIns="0" rIns="0" bIns="0" anchor="ctr" anchorCtr="0"/>
          <a:lstStyle>
            <a:lvl1pPr marL="0" indent="0" algn="l" defTabSz="914400" rtl="0" eaLnBrk="1" latinLnBrk="0" hangingPunct="1">
              <a:lnSpc>
                <a:spcPct val="90000"/>
              </a:lnSpc>
              <a:spcBef>
                <a:spcPts val="1000"/>
              </a:spcBef>
              <a:buFont typeface="Arial" panose="020B0604020202090204" pitchFamily="34" charset="0"/>
              <a:buNone/>
              <a:defRPr sz="1000" kern="1200">
                <a:solidFill>
                  <a:srgbClr val="404F5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a:lnSpc>
                <a:spcPct val="100000"/>
              </a:lnSpc>
              <a:spcBef>
                <a:spcPts val="0"/>
              </a:spcBef>
              <a:defRPr/>
            </a:pPr>
            <a:r>
              <a:rPr kumimoji="0" lang="zh-TW" altLang="en-US" sz="800" b="0" i="0" u="none" strike="noStrike" kern="1200" cap="none" spc="0" normalizeH="0" baseline="0" noProof="0">
                <a:ln>
                  <a:noFill/>
                </a:ln>
                <a:solidFill>
                  <a:srgbClr val="404F56"/>
                </a:solidFill>
                <a:effectLst/>
                <a:uLnTx/>
                <a:uFillTx/>
                <a:latin typeface="Calibri"/>
                <a:ea typeface="微軟正黑體"/>
                <a:cs typeface="+mn-cs"/>
              </a:rPr>
              <a:t>資料來源：</a:t>
            </a:r>
            <a:r>
              <a:rPr kumimoji="0" lang="zh-CN" altLang="en-US" sz="800" b="0" i="0" u="none" strike="noStrike" kern="1200" cap="none" spc="0" normalizeH="0" baseline="0" noProof="0">
                <a:ln>
                  <a:noFill/>
                </a:ln>
                <a:solidFill>
                  <a:srgbClr val="404F56"/>
                </a:solidFill>
                <a:effectLst/>
                <a:uLnTx/>
                <a:uFillTx/>
                <a:latin typeface="Calibri"/>
                <a:ea typeface="微軟正黑體"/>
                <a:cs typeface="+mn-cs"/>
              </a:rPr>
              <a:t>野村，公司官網</a:t>
            </a:r>
            <a:endParaRPr kumimoji="0" lang="en-US" altLang="zh-HK" sz="800" b="0" i="0" u="none" strike="noStrike" kern="1200" cap="none" spc="0" normalizeH="0" baseline="0" noProof="0" dirty="0">
              <a:ln>
                <a:noFill/>
              </a:ln>
              <a:solidFill>
                <a:srgbClr val="404F56"/>
              </a:solidFill>
              <a:effectLst/>
              <a:uLnTx/>
              <a:uFillTx/>
              <a:latin typeface="Calibri"/>
              <a:ea typeface="微軟正黑體"/>
              <a:cs typeface="+mn-cs"/>
            </a:endParaRPr>
          </a:p>
        </p:txBody>
      </p:sp>
      <p:sp>
        <p:nvSpPr>
          <p:cNvPr id="12" name="TextBox 11"/>
          <p:cNvSpPr txBox="1"/>
          <p:nvPr/>
        </p:nvSpPr>
        <p:spPr>
          <a:xfrm>
            <a:off x="784119" y="936616"/>
            <a:ext cx="10674456" cy="1131079"/>
          </a:xfrm>
          <a:prstGeom prst="rect">
            <a:avLst/>
          </a:prstGeom>
          <a:noFill/>
        </p:spPr>
        <p:txBody>
          <a:bodyPr wrap="square">
            <a:spAutoFit/>
          </a:bodyPr>
          <a:lstStyle>
            <a:defPPr>
              <a:defRPr lang="en-US"/>
            </a:defPPr>
            <a:lvl1pPr marL="285750" indent="-285750">
              <a:spcAft>
                <a:spcPts val="600"/>
              </a:spcAft>
              <a:buClr>
                <a:schemeClr val="tx2">
                  <a:lumMod val="50000"/>
                </a:schemeClr>
              </a:buClr>
              <a:buFont typeface="Wingdings" panose="05000000000000000000" pitchFamily="2" charset="2"/>
              <a:buChar char="v"/>
              <a:defRPr sz="1400">
                <a:solidFill>
                  <a:schemeClr val="tx1">
                    <a:lumMod val="75000"/>
                  </a:schemeClr>
                </a:solidFill>
                <a:latin typeface="+mj-lt"/>
                <a:ea typeface="Microsoft YaHei" panose="020B0503020204020204" pitchFamily="34" charset="-122"/>
                <a:cs typeface="Times New Roman" panose="02020503050405090304" pitchFamily="18" charset="0"/>
              </a:defRPr>
            </a:lvl1pPr>
            <a:lvl2pPr marL="742950" lvl="1" indent="-285750">
              <a:spcAft>
                <a:spcPts val="600"/>
              </a:spcAft>
              <a:buClr>
                <a:schemeClr val="tx2">
                  <a:lumMod val="50000"/>
                </a:schemeClr>
              </a:buClr>
              <a:buFont typeface="Wingdings" panose="05000000000000000000" pitchFamily="2" charset="2"/>
              <a:buChar char="v"/>
              <a:defRPr sz="1200"/>
            </a:lvl2pPr>
          </a:lstStyle>
          <a:p>
            <a:pPr marL="285750" lvl="2" indent="-285750" fontAlgn="base">
              <a:lnSpc>
                <a:spcPts val="1500"/>
              </a:lnSpc>
              <a:spcAft>
                <a:spcPts val="300"/>
              </a:spcAft>
              <a:buClr>
                <a:srgbClr val="2660AD">
                  <a:lumMod val="50000"/>
                </a:srgbClr>
              </a:buClr>
              <a:buFont typeface="Arial" panose="020B0604020202090204" pitchFamily="34" charset="0"/>
              <a:buChar char="•"/>
              <a:defRPr/>
            </a:pPr>
            <a:r>
              <a:rPr lang="en-US" altLang="zh-CN" sz="1400">
                <a:solidFill>
                  <a:srgbClr val="515052">
                    <a:lumMod val="50000"/>
                  </a:srgbClr>
                </a:solidFill>
                <a:latin typeface="+mj-lt"/>
                <a:ea typeface="+mj-ea"/>
                <a:cs typeface="Calibri"/>
                <a:sym typeface="+mn-lt"/>
              </a:rPr>
              <a:t>LTA</a:t>
            </a:r>
            <a:r>
              <a:rPr lang="zh-CN" altLang="en-US" sz="1400">
                <a:solidFill>
                  <a:srgbClr val="515052">
                    <a:lumMod val="50000"/>
                  </a:srgbClr>
                </a:solidFill>
                <a:latin typeface="+mj-lt"/>
                <a:ea typeface="+mj-ea"/>
                <a:cs typeface="Calibri"/>
                <a:sym typeface="+mn-lt"/>
              </a:rPr>
              <a:t>長協正在顛覆存儲行業傳統的</a:t>
            </a:r>
            <a:r>
              <a:rPr lang="zh-CN" altLang="en-US" sz="1400" b="1">
                <a:solidFill>
                  <a:schemeClr val="accent1"/>
                </a:solidFill>
                <a:latin typeface="+mj-lt"/>
                <a:ea typeface="+mj-ea"/>
                <a:cs typeface="Calibri"/>
                <a:sym typeface="+mn-lt"/>
              </a:rPr>
              <a:t>短周期定價模式。</a:t>
            </a:r>
            <a:r>
              <a:rPr lang="zh-CN" altLang="en-US" sz="1400">
                <a:solidFill>
                  <a:srgbClr val="515052">
                    <a:lumMod val="50000"/>
                  </a:srgbClr>
                </a:solidFill>
                <a:latin typeface="+mj-lt"/>
                <a:ea typeface="+mj-ea"/>
                <a:cs typeface="Calibri"/>
                <a:sym typeface="+mn-lt"/>
              </a:rPr>
              <a:t>存儲廠商希望長協鎖定中長期盈利，下游客戶通過長協獲得穩定價和量供應，</a:t>
            </a:r>
            <a:r>
              <a:rPr lang="zh-CN" altLang="en-US" sz="1400" b="1">
                <a:solidFill>
                  <a:schemeClr val="accent1"/>
                </a:solidFill>
                <a:latin typeface="+mj-lt"/>
                <a:ea typeface="+mj-ea"/>
                <a:cs typeface="Calibri"/>
                <a:sym typeface="+mn-lt"/>
              </a:rPr>
              <a:t>雙方均有意願推進長協。</a:t>
            </a:r>
            <a:endParaRPr lang="en-US" altLang="zh-CN" sz="1400" dirty="0">
              <a:solidFill>
                <a:srgbClr val="515052">
                  <a:lumMod val="50000"/>
                </a:srgbClr>
              </a:solidFill>
              <a:latin typeface="+mj-lt"/>
              <a:ea typeface="+mj-ea"/>
              <a:cs typeface="Calibri"/>
              <a:sym typeface="+mn-lt"/>
            </a:endParaRPr>
          </a:p>
          <a:p>
            <a:pPr marL="285750" lvl="2" indent="-285750" fontAlgn="base">
              <a:lnSpc>
                <a:spcPts val="1500"/>
              </a:lnSpc>
              <a:spcAft>
                <a:spcPts val="300"/>
              </a:spcAft>
              <a:buClr>
                <a:srgbClr val="2660AD">
                  <a:lumMod val="50000"/>
                </a:srgbClr>
              </a:buClr>
              <a:buFont typeface="Arial" panose="020B0604020202090204" pitchFamily="34" charset="0"/>
              <a:buChar char="•"/>
              <a:defRPr/>
            </a:pPr>
            <a:r>
              <a:rPr lang="en-US" altLang="zh-CN" sz="1400" b="1" dirty="0">
                <a:solidFill>
                  <a:schemeClr val="accent1"/>
                </a:solidFill>
                <a:latin typeface="+mj-lt"/>
                <a:ea typeface="+mj-ea"/>
                <a:cs typeface="Calibri"/>
                <a:sym typeface="+mn-lt"/>
              </a:rPr>
              <a:t>Ca­p</a:t>
            </a:r>
            <a:r>
              <a:rPr lang="en-US" altLang="zh-CN" sz="1400" b="1">
                <a:solidFill>
                  <a:schemeClr val="accent1"/>
                </a:solidFill>
                <a:latin typeface="+mj-lt"/>
                <a:ea typeface="+mj-ea"/>
                <a:cs typeface="Calibri"/>
                <a:sym typeface="+mn-lt"/>
              </a:rPr>
              <a:t>­ex</a:t>
            </a:r>
            <a:r>
              <a:rPr lang="zh-CN" altLang="en-US" sz="1400" b="1">
                <a:solidFill>
                  <a:schemeClr val="accent1"/>
                </a:solidFill>
                <a:latin typeface="+mj-lt"/>
                <a:ea typeface="+mj-ea"/>
                <a:cs typeface="Calibri"/>
                <a:sym typeface="+mn-lt"/>
              </a:rPr>
              <a:t>邏輯也發生變化，</a:t>
            </a:r>
            <a:r>
              <a:rPr lang="zh-CN" altLang="en-US" sz="1400">
                <a:latin typeface="+mj-lt"/>
                <a:ea typeface="+mj-ea"/>
                <a:cs typeface="Calibri"/>
                <a:sym typeface="+mn-lt"/>
              </a:rPr>
              <a:t>存儲廠從先生産再等買家的現貨模式，變成了以銷定産的類代工模式</a:t>
            </a:r>
            <a:r>
              <a:rPr lang="en-US" altLang="zh-CN" sz="1400">
                <a:latin typeface="+mj-lt"/>
                <a:ea typeface="+mj-ea"/>
                <a:cs typeface="Calibri"/>
                <a:sym typeface="+mn-lt"/>
              </a:rPr>
              <a:t>—</a:t>
            </a:r>
            <a:r>
              <a:rPr lang="zh-CN" altLang="en-US" sz="1400">
                <a:latin typeface="+mj-lt"/>
                <a:ea typeface="+mj-ea"/>
                <a:cs typeface="Calibri"/>
                <a:sym typeface="+mn-lt"/>
              </a:rPr>
              <a:t>收入確定性大幅提升，周期性被大幅燙平。</a:t>
            </a:r>
            <a:endParaRPr lang="en-US" altLang="zh-CN" sz="1400" dirty="0">
              <a:latin typeface="+mj-lt"/>
              <a:ea typeface="+mj-ea"/>
              <a:cs typeface="Calibri"/>
              <a:sym typeface="+mn-lt"/>
            </a:endParaRPr>
          </a:p>
          <a:p>
            <a:pPr marL="285750" lvl="2" indent="-285750" fontAlgn="base">
              <a:lnSpc>
                <a:spcPts val="1500"/>
              </a:lnSpc>
              <a:spcAft>
                <a:spcPts val="300"/>
              </a:spcAft>
              <a:buClr>
                <a:srgbClr val="2660AD">
                  <a:lumMod val="50000"/>
                </a:srgbClr>
              </a:buClr>
              <a:buFont typeface="Arial" panose="020B0604020202090204" pitchFamily="34" charset="0"/>
              <a:buChar char="•"/>
              <a:defRPr/>
            </a:pPr>
            <a:r>
              <a:rPr lang="zh-CN" altLang="en-US" sz="1400" b="1">
                <a:solidFill>
                  <a:schemeClr val="accent1"/>
                </a:solidFill>
                <a:latin typeface="+mj-lt"/>
                <a:ea typeface="+mj-ea"/>
                <a:cs typeface="Calibri"/>
                <a:sym typeface="+mn-lt"/>
              </a:rPr>
              <a:t>進展：</a:t>
            </a:r>
            <a:r>
              <a:rPr lang="en-US" altLang="zh-CN" sz="1400">
                <a:solidFill>
                  <a:srgbClr val="515052">
                    <a:lumMod val="50000"/>
                  </a:srgbClr>
                </a:solidFill>
                <a:latin typeface="+mj-lt"/>
                <a:ea typeface="+mj-ea"/>
                <a:cs typeface="Calibri"/>
                <a:sym typeface="+mn-lt"/>
              </a:rPr>
              <a:t>SK Hynix</a:t>
            </a:r>
            <a:r>
              <a:rPr lang="zh-CN" altLang="en-US" sz="1400">
                <a:solidFill>
                  <a:srgbClr val="515052">
                    <a:lumMod val="50000"/>
                  </a:srgbClr>
                </a:solidFill>
                <a:latin typeface="+mj-lt"/>
                <a:ea typeface="+mj-ea"/>
                <a:cs typeface="Calibri"/>
                <a:sym typeface="+mn-lt"/>
              </a:rPr>
              <a:t>正與</a:t>
            </a:r>
            <a:r>
              <a:rPr lang="en-US" altLang="zh-CN" sz="1400">
                <a:solidFill>
                  <a:srgbClr val="515052">
                    <a:lumMod val="50000"/>
                  </a:srgbClr>
                </a:solidFill>
                <a:latin typeface="+mj-lt"/>
                <a:ea typeface="+mj-ea"/>
                <a:cs typeface="Calibri"/>
                <a:sym typeface="+mn-lt"/>
              </a:rPr>
              <a:t>MSFT</a:t>
            </a:r>
            <a:r>
              <a:rPr lang="zh-CN" altLang="en-US" sz="1400">
                <a:solidFill>
                  <a:srgbClr val="515052">
                    <a:lumMod val="50000"/>
                  </a:srgbClr>
                </a:solidFill>
                <a:latin typeface="+mj-lt"/>
                <a:ea typeface="+mj-ea"/>
                <a:cs typeface="Calibri"/>
                <a:sym typeface="+mn-lt"/>
              </a:rPr>
              <a:t>和</a:t>
            </a:r>
            <a:r>
              <a:rPr lang="en-US" altLang="zh-CN" sz="1400">
                <a:solidFill>
                  <a:srgbClr val="515052">
                    <a:lumMod val="50000"/>
                  </a:srgbClr>
                </a:solidFill>
                <a:latin typeface="+mj-lt"/>
                <a:ea typeface="+mj-ea"/>
                <a:cs typeface="Calibri"/>
                <a:sym typeface="+mn-lt"/>
              </a:rPr>
              <a:t>GOOG</a:t>
            </a:r>
            <a:r>
              <a:rPr lang="zh-CN" altLang="en-US" sz="1400">
                <a:solidFill>
                  <a:srgbClr val="515052">
                    <a:lumMod val="50000"/>
                  </a:srgbClr>
                </a:solidFill>
                <a:latin typeface="+mj-lt"/>
                <a:ea typeface="+mj-ea"/>
                <a:cs typeface="Calibri"/>
                <a:sym typeface="+mn-lt"/>
              </a:rPr>
              <a:t>等美國科技巨頭就鎖定</a:t>
            </a:r>
            <a:r>
              <a:rPr lang="en-US" altLang="zh-CN" sz="1400">
                <a:solidFill>
                  <a:srgbClr val="515052">
                    <a:lumMod val="50000"/>
                  </a:srgbClr>
                </a:solidFill>
                <a:latin typeface="+mj-lt"/>
                <a:ea typeface="+mj-ea"/>
                <a:cs typeface="Calibri"/>
                <a:sym typeface="+mn-lt"/>
              </a:rPr>
              <a:t>3</a:t>
            </a:r>
            <a:r>
              <a:rPr lang="zh-CN" altLang="en-US" sz="1400" dirty="0">
                <a:solidFill>
                  <a:srgbClr val="515052">
                    <a:lumMod val="50000"/>
                  </a:srgbClr>
                </a:solidFill>
                <a:latin typeface="+mj-lt"/>
                <a:ea typeface="+mj-ea"/>
                <a:cs typeface="Calibri"/>
                <a:sym typeface="+mn-lt"/>
              </a:rPr>
              <a:t>年</a:t>
            </a:r>
            <a:r>
              <a:rPr lang="en-US" altLang="zh-CN" sz="1400" dirty="0">
                <a:solidFill>
                  <a:srgbClr val="515052">
                    <a:lumMod val="50000"/>
                  </a:srgbClr>
                </a:solidFill>
                <a:latin typeface="+mj-lt"/>
                <a:ea typeface="+mj-ea"/>
                <a:cs typeface="Calibri"/>
                <a:sym typeface="+mn-lt"/>
              </a:rPr>
              <a:t>DDR5</a:t>
            </a:r>
            <a:r>
              <a:rPr lang="zh-CN" altLang="en-US" sz="1400">
                <a:solidFill>
                  <a:srgbClr val="515052">
                    <a:lumMod val="50000"/>
                  </a:srgbClr>
                </a:solidFill>
                <a:latin typeface="+mj-lt"/>
                <a:ea typeface="+mj-ea"/>
                <a:cs typeface="Calibri"/>
                <a:sym typeface="+mn-lt"/>
              </a:rPr>
              <a:t>和</a:t>
            </a:r>
            <a:r>
              <a:rPr lang="en-US" altLang="zh-CN" sz="1400">
                <a:solidFill>
                  <a:srgbClr val="515052">
                    <a:lumMod val="50000"/>
                  </a:srgbClr>
                </a:solidFill>
                <a:latin typeface="+mj-lt"/>
                <a:ea typeface="+mj-ea"/>
                <a:cs typeface="Calibri"/>
                <a:sym typeface="+mn-lt"/>
              </a:rPr>
              <a:t>HBM</a:t>
            </a:r>
            <a:r>
              <a:rPr lang="zh-CN" altLang="en-US" sz="1400">
                <a:solidFill>
                  <a:srgbClr val="515052">
                    <a:lumMod val="50000"/>
                  </a:srgbClr>
                </a:solidFill>
                <a:latin typeface="+mj-lt"/>
                <a:ea typeface="+mj-ea"/>
                <a:cs typeface="Calibri"/>
                <a:sym typeface="+mn-lt"/>
              </a:rPr>
              <a:t>供應的</a:t>
            </a:r>
            <a:r>
              <a:rPr lang="en-US" altLang="zh-CN" sz="1400">
                <a:solidFill>
                  <a:srgbClr val="515052">
                    <a:lumMod val="50000"/>
                  </a:srgbClr>
                </a:solidFill>
                <a:latin typeface="+mj-lt"/>
                <a:ea typeface="+mj-ea"/>
                <a:cs typeface="Calibri"/>
                <a:sym typeface="+mn-lt"/>
              </a:rPr>
              <a:t>DRAM</a:t>
            </a:r>
            <a:r>
              <a:rPr lang="zh-CN" altLang="en-US" sz="1400">
                <a:solidFill>
                  <a:srgbClr val="515052">
                    <a:lumMod val="50000"/>
                  </a:srgbClr>
                </a:solidFill>
                <a:latin typeface="+mj-lt"/>
                <a:ea typeface="+mj-ea"/>
                <a:cs typeface="Calibri"/>
                <a:sym typeface="+mn-lt"/>
              </a:rPr>
              <a:t>長協進行最後協商，合同期將從</a:t>
            </a:r>
            <a:r>
              <a:rPr lang="en-US" altLang="zh-CN" sz="1400">
                <a:solidFill>
                  <a:srgbClr val="515052">
                    <a:lumMod val="50000"/>
                  </a:srgbClr>
                </a:solidFill>
                <a:latin typeface="+mj-lt"/>
                <a:ea typeface="+mj-ea"/>
                <a:cs typeface="Calibri"/>
                <a:sym typeface="+mn-lt"/>
              </a:rPr>
              <a:t>2026</a:t>
            </a:r>
            <a:r>
              <a:rPr lang="zh-CN" altLang="en-US" sz="1400">
                <a:solidFill>
                  <a:srgbClr val="515052">
                    <a:lumMod val="50000"/>
                  </a:srgbClr>
                </a:solidFill>
                <a:latin typeface="+mj-lt"/>
                <a:ea typeface="+mj-ea"/>
                <a:cs typeface="Calibri"/>
                <a:sym typeface="+mn-lt"/>
              </a:rPr>
              <a:t>年開始</a:t>
            </a:r>
            <a:endParaRPr lang="en-US" altLang="zh-CN" sz="1400" dirty="0">
              <a:solidFill>
                <a:srgbClr val="515052">
                  <a:lumMod val="50000"/>
                </a:srgbClr>
              </a:solidFill>
              <a:latin typeface="+mj-lt"/>
              <a:ea typeface="+mj-ea"/>
              <a:cs typeface="Calibri"/>
              <a:sym typeface="+mn-lt"/>
            </a:endParaRPr>
          </a:p>
        </p:txBody>
      </p:sp>
      <p:pic>
        <p:nvPicPr>
          <p:cNvPr id="14" name="Picture 13"/>
          <p:cNvPicPr>
            <a:picLocks noChangeAspect="1"/>
          </p:cNvPicPr>
          <p:nvPr/>
        </p:nvPicPr>
        <p:blipFill>
          <a:blip r:embed="rId3"/>
          <a:stretch>
            <a:fillRect/>
          </a:stretch>
        </p:blipFill>
        <p:spPr>
          <a:xfrm>
            <a:off x="749528" y="2994294"/>
            <a:ext cx="4823895" cy="2678042"/>
          </a:xfrm>
          <a:prstGeom prst="rect">
            <a:avLst/>
          </a:prstGeom>
        </p:spPr>
      </p:pic>
      <p:sp>
        <p:nvSpPr>
          <p:cNvPr id="21" name="文本框 14"/>
          <p:cNvSpPr txBox="1"/>
          <p:nvPr/>
        </p:nvSpPr>
        <p:spPr>
          <a:xfrm>
            <a:off x="995278" y="2436679"/>
            <a:ext cx="4097778" cy="307777"/>
          </a:xfrm>
          <a:prstGeom prst="rect">
            <a:avLst/>
          </a:prstGeom>
          <a:noFill/>
        </p:spPr>
        <p:txBody>
          <a:bodyPr wrap="square">
            <a:spAutoFit/>
          </a:bodyPr>
          <a:lstStyle/>
          <a:p>
            <a:pPr algn="ctr">
              <a:buNone/>
            </a:pPr>
            <a:r>
              <a:rPr lang="en-US" altLang="zh-CN" sz="1400" b="1" dirty="0">
                <a:solidFill>
                  <a:schemeClr val="tx2"/>
                </a:solidFill>
                <a:effectLst/>
              </a:rPr>
              <a:t>DRAM Spot </a:t>
            </a:r>
            <a:r>
              <a:rPr lang="zh-CN" altLang="en-US" sz="1400" b="1" dirty="0">
                <a:solidFill>
                  <a:schemeClr val="tx2"/>
                </a:solidFill>
                <a:effectLst/>
              </a:rPr>
              <a:t>和 </a:t>
            </a:r>
            <a:r>
              <a:rPr lang="en-US" altLang="zh-CN" sz="1400" b="1">
                <a:solidFill>
                  <a:schemeClr val="tx2"/>
                </a:solidFill>
                <a:effectLst/>
              </a:rPr>
              <a:t>C</a:t>
            </a:r>
            <a:r>
              <a:rPr lang="en-US" altLang="zh-CN" sz="1400" b="1" err="1">
                <a:solidFill>
                  <a:schemeClr val="tx2"/>
                </a:solidFill>
                <a:effectLst/>
              </a:rPr>
              <a:t>ontract</a:t>
            </a:r>
            <a:r>
              <a:rPr lang="en-US" altLang="zh-CN" sz="1400" b="1">
                <a:solidFill>
                  <a:schemeClr val="tx2"/>
                </a:solidFill>
                <a:effectLst/>
              </a:rPr>
              <a:t> </a:t>
            </a:r>
            <a:r>
              <a:rPr lang="zh-CN" altLang="en-US" sz="1400" b="1">
                <a:solidFill>
                  <a:schemeClr val="tx2"/>
                </a:solidFill>
                <a:effectLst/>
              </a:rPr>
              <a:t>價格對比</a:t>
            </a:r>
            <a:endParaRPr lang="en-US" altLang="zh-CN" sz="1400" b="1" dirty="0">
              <a:solidFill>
                <a:schemeClr val="tx2"/>
              </a:solidFill>
              <a:effectLst/>
            </a:endParaRPr>
          </a:p>
        </p:txBody>
      </p:sp>
      <p:sp>
        <p:nvSpPr>
          <p:cNvPr id="9" name="文本框 14"/>
          <p:cNvSpPr txBox="1"/>
          <p:nvPr/>
        </p:nvSpPr>
        <p:spPr>
          <a:xfrm>
            <a:off x="6605503" y="2370004"/>
            <a:ext cx="4097778" cy="307777"/>
          </a:xfrm>
          <a:prstGeom prst="rect">
            <a:avLst/>
          </a:prstGeom>
          <a:noFill/>
        </p:spPr>
        <p:txBody>
          <a:bodyPr wrap="square">
            <a:spAutoFit/>
          </a:bodyPr>
          <a:lstStyle/>
          <a:p>
            <a:pPr algn="ctr">
              <a:buNone/>
            </a:pPr>
            <a:r>
              <a:rPr lang="zh-CN" altLang="en-US" sz="1400" b="1">
                <a:solidFill>
                  <a:schemeClr val="tx2"/>
                </a:solidFill>
                <a:effectLst/>
              </a:rPr>
              <a:t>長協</a:t>
            </a:r>
            <a:r>
              <a:rPr lang="en-US" altLang="zh-CN" sz="1400" b="1">
                <a:solidFill>
                  <a:schemeClr val="tx2"/>
                </a:solidFill>
                <a:effectLst/>
              </a:rPr>
              <a:t>LTA</a:t>
            </a:r>
            <a:r>
              <a:rPr lang="zh-CN" altLang="en-US" sz="1400" b="1" dirty="0">
                <a:solidFill>
                  <a:schemeClr val="tx2"/>
                </a:solidFill>
                <a:effectLst/>
              </a:rPr>
              <a:t>形成估值新模式</a:t>
            </a:r>
            <a:endParaRPr lang="en-US" altLang="zh-CN" sz="1400" b="1" dirty="0">
              <a:solidFill>
                <a:schemeClr val="tx2"/>
              </a:solidFill>
              <a:effectLst/>
            </a:endParaRPr>
          </a:p>
        </p:txBody>
      </p:sp>
      <p:graphicFrame>
        <p:nvGraphicFramePr>
          <p:cNvPr id="17" name="Table 16"/>
          <p:cNvGraphicFramePr>
            <a:graphicFrameLocks noGrp="1"/>
          </p:cNvGraphicFramePr>
          <p:nvPr>
            <p:extLst>
              <p:ext uri="{D42A27DB-BD31-4B8C-83A1-F6EECF244321}">
                <p14:modId xmlns:p14="http://schemas.microsoft.com/office/powerpoint/2010/main" val="2099689039"/>
              </p:ext>
            </p:extLst>
          </p:nvPr>
        </p:nvGraphicFramePr>
        <p:xfrm>
          <a:off x="5905257" y="2824171"/>
          <a:ext cx="5937172" cy="3122424"/>
        </p:xfrm>
        <a:graphic>
          <a:graphicData uri="http://schemas.openxmlformats.org/drawingml/2006/table">
            <a:tbl>
              <a:tblPr/>
              <a:tblGrid>
                <a:gridCol w="818473">
                  <a:extLst>
                    <a:ext uri="{9D8B030D-6E8A-4147-A177-3AD203B41FA5}">
                      <a16:colId xmlns:a16="http://schemas.microsoft.com/office/drawing/2014/main" val="20000"/>
                    </a:ext>
                  </a:extLst>
                </a:gridCol>
                <a:gridCol w="1773356">
                  <a:extLst>
                    <a:ext uri="{9D8B030D-6E8A-4147-A177-3AD203B41FA5}">
                      <a16:colId xmlns:a16="http://schemas.microsoft.com/office/drawing/2014/main" val="20001"/>
                    </a:ext>
                  </a:extLst>
                </a:gridCol>
                <a:gridCol w="1863446">
                  <a:extLst>
                    <a:ext uri="{9D8B030D-6E8A-4147-A177-3AD203B41FA5}">
                      <a16:colId xmlns:a16="http://schemas.microsoft.com/office/drawing/2014/main" val="20002"/>
                    </a:ext>
                  </a:extLst>
                </a:gridCol>
                <a:gridCol w="1481897">
                  <a:extLst>
                    <a:ext uri="{9D8B030D-6E8A-4147-A177-3AD203B41FA5}">
                      <a16:colId xmlns:a16="http://schemas.microsoft.com/office/drawing/2014/main" val="20003"/>
                    </a:ext>
                  </a:extLst>
                </a:gridCol>
              </a:tblGrid>
              <a:tr h="214930">
                <a:tc>
                  <a:txBody>
                    <a:bodyPr/>
                    <a:lstStyle/>
                    <a:p>
                      <a:pPr algn="ctr" fontAlgn="ctr">
                        <a:buNone/>
                      </a:pPr>
                      <a:r>
                        <a:rPr lang="zh-CN" altLang="en-US" sz="1200" b="1" i="0" u="none" strike="noStrike">
                          <a:solidFill>
                            <a:schemeClr val="bg1"/>
                          </a:solidFill>
                          <a:effectLst/>
                          <a:latin typeface="Noto Sans CJK SC"/>
                        </a:rPr>
                        <a:t>維度</a:t>
                      </a:r>
                      <a:endParaRPr lang="zh-CN" altLang="en-US" sz="1200" b="1" i="0" u="none" strike="noStrike" dirty="0">
                        <a:solidFill>
                          <a:schemeClr val="bg1"/>
                        </a:solidFill>
                        <a:effectLst/>
                        <a:latin typeface="Noto Sans CJK SC"/>
                      </a:endParaRPr>
                    </a:p>
                  </a:txBody>
                  <a:tcPr marL="4260" marR="4260" marT="4260" marB="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chemeClr val="accent1"/>
                    </a:solidFill>
                  </a:tcPr>
                </a:tc>
                <a:tc>
                  <a:txBody>
                    <a:bodyPr/>
                    <a:lstStyle/>
                    <a:p>
                      <a:pPr algn="ctr" fontAlgn="ctr">
                        <a:buNone/>
                      </a:pPr>
                      <a:r>
                        <a:rPr lang="zh-CN" altLang="en-US" sz="1200" b="1" i="0" u="none" strike="noStrike">
                          <a:solidFill>
                            <a:schemeClr val="bg1"/>
                          </a:solidFill>
                          <a:effectLst/>
                          <a:latin typeface="Noto Sans CJK SC"/>
                        </a:rPr>
                        <a:t>主要廠商</a:t>
                      </a:r>
                      <a:endParaRPr lang="zh-CN" altLang="en-US" sz="1200" b="1" i="0" u="none" strike="noStrike" dirty="0">
                        <a:solidFill>
                          <a:schemeClr val="bg1"/>
                        </a:solidFill>
                        <a:effectLst/>
                        <a:latin typeface="Noto Sans CJK SC"/>
                      </a:endParaRPr>
                    </a:p>
                  </a:txBody>
                  <a:tcPr marL="4260" marR="4260" marT="4260" marB="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chemeClr val="accent1"/>
                    </a:solidFill>
                  </a:tcPr>
                </a:tc>
                <a:tc>
                  <a:txBody>
                    <a:bodyPr/>
                    <a:lstStyle/>
                    <a:p>
                      <a:pPr algn="ctr" fontAlgn="ctr">
                        <a:buNone/>
                      </a:pPr>
                      <a:r>
                        <a:rPr lang="en-US" sz="1200" b="1" i="0" u="none" strike="noStrike">
                          <a:solidFill>
                            <a:schemeClr val="bg1"/>
                          </a:solidFill>
                          <a:effectLst/>
                          <a:latin typeface="Cambria" panose="02040503050406030204" pitchFamily="18" charset="0"/>
                        </a:rPr>
                        <a:t>LTA</a:t>
                      </a:r>
                      <a:r>
                        <a:rPr lang="zh-CN" altLang="en-US" sz="1200" b="1" i="0" u="none" strike="noStrike">
                          <a:solidFill>
                            <a:schemeClr val="bg1"/>
                          </a:solidFill>
                          <a:effectLst/>
                          <a:latin typeface="Noto Sans CJK SC"/>
                        </a:rPr>
                        <a:t>重點</a:t>
                      </a:r>
                      <a:endParaRPr lang="zh-CN" altLang="en-US" sz="1200" b="1" i="0" u="none" strike="noStrike" dirty="0">
                        <a:solidFill>
                          <a:schemeClr val="bg1"/>
                        </a:solidFill>
                        <a:effectLst/>
                        <a:latin typeface="Cambria" panose="02040503050406030204" pitchFamily="18" charset="0"/>
                      </a:endParaRPr>
                    </a:p>
                  </a:txBody>
                  <a:tcPr marL="4260" marR="4260" marT="4260" marB="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chemeClr val="accent1"/>
                    </a:solidFill>
                  </a:tcPr>
                </a:tc>
                <a:tc>
                  <a:txBody>
                    <a:bodyPr/>
                    <a:lstStyle/>
                    <a:p>
                      <a:pPr algn="ctr" fontAlgn="ctr">
                        <a:buNone/>
                      </a:pPr>
                      <a:r>
                        <a:rPr lang="zh-CN" altLang="en-US" sz="1200" b="1" i="0" u="none" strike="noStrike">
                          <a:solidFill>
                            <a:schemeClr val="bg1"/>
                          </a:solidFill>
                          <a:effectLst/>
                          <a:latin typeface="Noto Sans CJK SC"/>
                        </a:rPr>
                        <a:t>近期漲價情况</a:t>
                      </a:r>
                      <a:endParaRPr lang="zh-CN" altLang="en-US" sz="1200" b="1" i="0" u="none" strike="noStrike" dirty="0">
                        <a:solidFill>
                          <a:schemeClr val="bg1"/>
                        </a:solidFill>
                        <a:effectLst/>
                        <a:latin typeface="Noto Sans CJK SC"/>
                      </a:endParaRPr>
                    </a:p>
                  </a:txBody>
                  <a:tcPr marL="4260" marR="4260" marT="4260" marB="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752064">
                <a:tc rowSpan="3">
                  <a:txBody>
                    <a:bodyPr/>
                    <a:lstStyle/>
                    <a:p>
                      <a:pPr algn="ctr" fontAlgn="ctr">
                        <a:buNone/>
                      </a:pPr>
                      <a:r>
                        <a:rPr lang="zh-CN" altLang="en-US" sz="1200" b="1" i="0" u="none" strike="noStrike">
                          <a:solidFill>
                            <a:srgbClr val="000000"/>
                          </a:solidFill>
                          <a:effectLst/>
                          <a:latin typeface="Noto Sans CJK SC"/>
                        </a:rPr>
                        <a:t>戰略核心</a:t>
                      </a:r>
                    </a:p>
                  </a:txBody>
                  <a:tcPr marL="4260" marR="4260" marT="4260" marB="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pPr algn="l" fontAlgn="t">
                        <a:buNone/>
                      </a:pPr>
                      <a:r>
                        <a:rPr lang="zh-CN" altLang="en-US" sz="1200" b="0" i="0" u="none" strike="noStrike" dirty="0">
                          <a:solidFill>
                            <a:srgbClr val="000000"/>
                          </a:solidFill>
                          <a:effectLst/>
                          <a:latin typeface="Noto Sans CJK SC"/>
                        </a:rPr>
                        <a:t>三星 </a:t>
                      </a:r>
                      <a:r>
                        <a:rPr lang="en-US" altLang="zh-CN" sz="1200" b="0" i="0" u="none" strike="noStrike" dirty="0">
                          <a:solidFill>
                            <a:srgbClr val="000000"/>
                          </a:solidFill>
                          <a:effectLst/>
                          <a:latin typeface="Cambria" panose="02040503050406030204" pitchFamily="18" charset="0"/>
                        </a:rPr>
                        <a:t>(</a:t>
                      </a:r>
                      <a:r>
                        <a:rPr lang="en-US" sz="1200" b="0" i="0" u="none" strike="noStrike" dirty="0">
                          <a:solidFill>
                            <a:srgbClr val="000000"/>
                          </a:solidFill>
                          <a:effectLst/>
                          <a:latin typeface="Cambria" panose="02040503050406030204" pitchFamily="18" charset="0"/>
                        </a:rPr>
                        <a:t>Samsung)</a:t>
                      </a:r>
                      <a:endParaRPr lang="en-US" sz="1200" b="0" i="0" u="none" strike="noStrike" dirty="0">
                        <a:solidFill>
                          <a:srgbClr val="000000"/>
                        </a:solidFill>
                        <a:effectLst/>
                        <a:latin typeface="Noto Sans CJK SC"/>
                      </a:endParaRPr>
                    </a:p>
                  </a:txBody>
                  <a:tcPr marL="4260" marR="4260" marT="4260" marB="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pPr algn="l" fontAlgn="t">
                        <a:buNone/>
                      </a:pPr>
                      <a:r>
                        <a:rPr lang="zh-CN" altLang="en-US" sz="1200" b="0" i="0" u="none" strike="noStrike">
                          <a:solidFill>
                            <a:srgbClr val="000000"/>
                          </a:solidFill>
                          <a:effectLst/>
                          <a:latin typeface="Noto Sans CJK SC"/>
                        </a:rPr>
                        <a:t>要求主要新合同簽訂</a:t>
                      </a:r>
                      <a:r>
                        <a:rPr lang="en-US" altLang="zh-CN" sz="1200" b="0" i="0" u="none" strike="noStrike">
                          <a:solidFill>
                            <a:srgbClr val="000000"/>
                          </a:solidFill>
                          <a:effectLst/>
                          <a:latin typeface="Cambria" panose="02040503050406030204" pitchFamily="18" charset="0"/>
                        </a:rPr>
                        <a:t>3-5</a:t>
                      </a:r>
                      <a:r>
                        <a:rPr lang="zh-CN" altLang="en-US" sz="1200" b="0" i="0" u="none" strike="noStrike">
                          <a:solidFill>
                            <a:srgbClr val="000000"/>
                          </a:solidFill>
                          <a:effectLst/>
                          <a:latin typeface="Noto Sans CJK SC"/>
                        </a:rPr>
                        <a:t>年</a:t>
                      </a:r>
                      <a:r>
                        <a:rPr lang="en-US" altLang="zh-CN" sz="1200" b="0" i="0" u="none" strike="noStrike">
                          <a:solidFill>
                            <a:srgbClr val="000000"/>
                          </a:solidFill>
                          <a:effectLst/>
                          <a:latin typeface="Cambria" panose="02040503050406030204" pitchFamily="18" charset="0"/>
                        </a:rPr>
                        <a:t>LTA</a:t>
                      </a:r>
                      <a:r>
                        <a:rPr lang="zh-CN" altLang="en-US" sz="1200" b="0" i="0" u="none" strike="noStrike">
                          <a:solidFill>
                            <a:srgbClr val="000000"/>
                          </a:solidFill>
                          <a:effectLst/>
                          <a:latin typeface="Noto Sans CJK SC"/>
                        </a:rPr>
                        <a:t>；正與</a:t>
                      </a:r>
                      <a:r>
                        <a:rPr lang="en-US" altLang="zh-CN" sz="1200" b="0" i="0" u="none" strike="noStrike">
                          <a:solidFill>
                            <a:srgbClr val="000000"/>
                          </a:solidFill>
                          <a:effectLst/>
                          <a:latin typeface="Cambria" panose="02040503050406030204" pitchFamily="18" charset="0"/>
                        </a:rPr>
                        <a:t>AMD</a:t>
                      </a:r>
                      <a:r>
                        <a:rPr lang="zh-CN" altLang="en-US" sz="1200" b="0" i="0" u="none" strike="noStrike">
                          <a:solidFill>
                            <a:srgbClr val="000000"/>
                          </a:solidFill>
                          <a:effectLst/>
                          <a:latin typeface="Noto Sans CJK SC"/>
                        </a:rPr>
                        <a:t>、微軟、穀歌進行談判</a:t>
                      </a:r>
                      <a:endParaRPr lang="zh-CN" altLang="en-US" sz="1200" b="0" i="0" u="none" strike="noStrike" dirty="0">
                        <a:solidFill>
                          <a:srgbClr val="000000"/>
                        </a:solidFill>
                        <a:effectLst/>
                        <a:latin typeface="Noto Sans CJK SC"/>
                      </a:endParaRPr>
                    </a:p>
                  </a:txBody>
                  <a:tcPr marL="4260" marR="4260" marT="4260" marB="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pPr algn="l" fontAlgn="t">
                        <a:buNone/>
                      </a:pPr>
                      <a:r>
                        <a:rPr lang="en-US" altLang="zh-CN" sz="1200" b="0" i="0" u="none" strike="noStrike" dirty="0">
                          <a:solidFill>
                            <a:srgbClr val="000000"/>
                          </a:solidFill>
                          <a:effectLst/>
                          <a:latin typeface="Cambria" panose="02040503050406030204" pitchFamily="18" charset="0"/>
                        </a:rPr>
                        <a:t>2026</a:t>
                      </a:r>
                      <a:r>
                        <a:rPr lang="zh-CN" altLang="en-US" sz="1200" b="0" i="0" u="none" strike="noStrike" dirty="0">
                          <a:solidFill>
                            <a:srgbClr val="000000"/>
                          </a:solidFill>
                          <a:effectLst/>
                          <a:latin typeface="Noto Sans CJK SC"/>
                        </a:rPr>
                        <a:t>年</a:t>
                      </a:r>
                      <a:r>
                        <a:rPr lang="en-US" altLang="zh-CN" sz="1200" b="0" i="0" u="none" strike="noStrike" dirty="0">
                          <a:solidFill>
                            <a:srgbClr val="000000"/>
                          </a:solidFill>
                          <a:effectLst/>
                          <a:latin typeface="Cambria" panose="02040503050406030204" pitchFamily="18" charset="0"/>
                        </a:rPr>
                        <a:t>Q1</a:t>
                      </a:r>
                      <a:r>
                        <a:rPr lang="zh-CN" altLang="en-US" sz="1200" b="0" i="0" u="none" strike="noStrike">
                          <a:solidFill>
                            <a:srgbClr val="000000"/>
                          </a:solidFill>
                          <a:effectLst/>
                          <a:latin typeface="Noto Sans CJK SC"/>
                        </a:rPr>
                        <a:t>：</a:t>
                      </a:r>
                      <a:r>
                        <a:rPr lang="en-US" altLang="zh-CN" sz="1200" b="0" i="0" u="none" strike="noStrike">
                          <a:solidFill>
                            <a:srgbClr val="000000"/>
                          </a:solidFill>
                          <a:effectLst/>
                          <a:latin typeface="Cambria" panose="02040503050406030204" pitchFamily="18" charset="0"/>
                        </a:rPr>
                        <a:t>DRAM</a:t>
                      </a:r>
                      <a:r>
                        <a:rPr lang="zh-CN" altLang="en-US" sz="1200" b="0" i="0" u="none" strike="noStrike">
                          <a:solidFill>
                            <a:srgbClr val="000000"/>
                          </a:solidFill>
                          <a:effectLst/>
                          <a:latin typeface="Noto Sans CJK SC"/>
                        </a:rPr>
                        <a:t>合同價格暴漲</a:t>
                      </a:r>
                      <a:r>
                        <a:rPr lang="en-US" altLang="zh-CN" sz="1200" b="0" i="0" u="none" strike="noStrike">
                          <a:solidFill>
                            <a:srgbClr val="000000"/>
                          </a:solidFill>
                          <a:effectLst/>
                          <a:latin typeface="Cambria" panose="02040503050406030204" pitchFamily="18" charset="0"/>
                        </a:rPr>
                        <a:t>100</a:t>
                      </a:r>
                      <a:r>
                        <a:rPr lang="en-US" altLang="zh-CN" sz="1200" b="0" i="0" u="none" strike="noStrike" dirty="0">
                          <a:solidFill>
                            <a:srgbClr val="000000"/>
                          </a:solidFill>
                          <a:effectLst/>
                          <a:latin typeface="Cambria" panose="02040503050406030204" pitchFamily="18" charset="0"/>
                        </a:rPr>
                        <a:t>%</a:t>
                      </a:r>
                      <a:br>
                        <a:rPr lang="en-US" altLang="zh-CN" sz="1200" b="0" i="0" u="none" strike="noStrike" dirty="0">
                          <a:solidFill>
                            <a:srgbClr val="000000"/>
                          </a:solidFill>
                          <a:effectLst/>
                          <a:latin typeface="Cambria" panose="02040503050406030204" pitchFamily="18" charset="0"/>
                        </a:rPr>
                      </a:br>
                      <a:r>
                        <a:rPr lang="en-US" altLang="zh-CN" sz="1200" b="0" i="0" u="none" strike="noStrike" dirty="0">
                          <a:solidFill>
                            <a:srgbClr val="000000"/>
                          </a:solidFill>
                          <a:effectLst/>
                          <a:latin typeface="Cambria" panose="02040503050406030204" pitchFamily="18" charset="0"/>
                        </a:rPr>
                        <a:t>2026</a:t>
                      </a:r>
                      <a:r>
                        <a:rPr lang="zh-CN" altLang="en-US" sz="1200" b="0" i="0" u="none" strike="noStrike" dirty="0">
                          <a:solidFill>
                            <a:srgbClr val="000000"/>
                          </a:solidFill>
                          <a:effectLst/>
                          <a:latin typeface="Noto Sans CJK SC"/>
                        </a:rPr>
                        <a:t>年</a:t>
                      </a:r>
                      <a:r>
                        <a:rPr lang="en-US" altLang="zh-CN" sz="1200" b="0" i="0" u="none" strike="noStrike" dirty="0">
                          <a:solidFill>
                            <a:srgbClr val="000000"/>
                          </a:solidFill>
                          <a:effectLst/>
                          <a:latin typeface="Cambria" panose="02040503050406030204" pitchFamily="18" charset="0"/>
                        </a:rPr>
                        <a:t>Q2</a:t>
                      </a:r>
                      <a:r>
                        <a:rPr lang="zh-CN" altLang="en-US" sz="1200" b="0" i="0" u="none" strike="noStrike" dirty="0">
                          <a:solidFill>
                            <a:srgbClr val="000000"/>
                          </a:solidFill>
                          <a:effectLst/>
                          <a:latin typeface="Noto Sans CJK SC"/>
                        </a:rPr>
                        <a:t>：</a:t>
                      </a:r>
                      <a:r>
                        <a:rPr lang="zh-CN" altLang="en-US" sz="1200" b="0" i="0" u="none" strike="noStrike">
                          <a:solidFill>
                            <a:srgbClr val="000000"/>
                          </a:solidFill>
                          <a:effectLst/>
                          <a:latin typeface="Noto Sans CJK SC"/>
                        </a:rPr>
                        <a:t>在</a:t>
                      </a:r>
                      <a:r>
                        <a:rPr lang="en-US" altLang="zh-CN" sz="1200" b="0" i="0" u="none" strike="noStrike">
                          <a:solidFill>
                            <a:srgbClr val="000000"/>
                          </a:solidFill>
                          <a:effectLst/>
                          <a:latin typeface="Cambria" panose="02040503050406030204" pitchFamily="18" charset="0"/>
                        </a:rPr>
                        <a:t>Q1</a:t>
                      </a:r>
                      <a:r>
                        <a:rPr lang="zh-CN" altLang="en-US" sz="1200" b="0" i="0" u="none" strike="noStrike">
                          <a:solidFill>
                            <a:srgbClr val="000000"/>
                          </a:solidFill>
                          <a:effectLst/>
                          <a:latin typeface="Noto Sans CJK SC"/>
                        </a:rPr>
                        <a:t>基礎上再漲</a:t>
                      </a:r>
                      <a:r>
                        <a:rPr lang="en-US" altLang="zh-CN" sz="1200" b="0" i="0" u="none" strike="noStrike">
                          <a:solidFill>
                            <a:srgbClr val="000000"/>
                          </a:solidFill>
                          <a:effectLst/>
                          <a:latin typeface="Cambria" panose="02040503050406030204" pitchFamily="18" charset="0"/>
                        </a:rPr>
                        <a:t>30</a:t>
                      </a:r>
                      <a:r>
                        <a:rPr lang="en-US" altLang="zh-CN" sz="1200" b="0" i="0" u="none" strike="noStrike" dirty="0">
                          <a:solidFill>
                            <a:srgbClr val="000000"/>
                          </a:solidFill>
                          <a:effectLst/>
                          <a:latin typeface="Cambria" panose="02040503050406030204" pitchFamily="18" charset="0"/>
                        </a:rPr>
                        <a:t>%</a:t>
                      </a:r>
                    </a:p>
                  </a:txBody>
                  <a:tcPr marL="4260" marR="4260" marT="4260" marB="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extLst>
                  <a:ext uri="{0D108BD9-81ED-4DB2-BD59-A6C34878D82A}">
                    <a16:rowId xmlns:a16="http://schemas.microsoft.com/office/drawing/2014/main" val="10001"/>
                  </a:ext>
                </a:extLst>
              </a:tr>
              <a:tr h="651302">
                <a:tc vMerge="1">
                  <a:txBody>
                    <a:bodyPr/>
                    <a:lstStyle/>
                    <a:p>
                      <a:endParaRPr lang="en-US"/>
                    </a:p>
                  </a:txBody>
                  <a:tcPr/>
                </a:tc>
                <a:tc>
                  <a:txBody>
                    <a:bodyPr/>
                    <a:lstStyle/>
                    <a:p>
                      <a:pPr algn="l" fontAlgn="t">
                        <a:buNone/>
                      </a:pPr>
                      <a:r>
                        <a:rPr lang="en-US" sz="1200" b="0" i="0" u="none" strike="noStrike" dirty="0">
                          <a:solidFill>
                            <a:srgbClr val="000000"/>
                          </a:solidFill>
                          <a:effectLst/>
                          <a:latin typeface="Cambria" panose="02040503050406030204" pitchFamily="18" charset="0"/>
                        </a:rPr>
                        <a:t>SK</a:t>
                      </a:r>
                      <a:r>
                        <a:rPr lang="zh-CN" altLang="en-US" sz="1200" b="0" i="0" u="none" strike="noStrike" dirty="0">
                          <a:solidFill>
                            <a:srgbClr val="000000"/>
                          </a:solidFill>
                          <a:effectLst/>
                          <a:latin typeface="Noto Sans CJK SC"/>
                        </a:rPr>
                        <a:t>海力士 </a:t>
                      </a:r>
                      <a:r>
                        <a:rPr lang="en-US" altLang="zh-CN" sz="1200" b="0" i="0" u="none" strike="noStrike" dirty="0">
                          <a:solidFill>
                            <a:srgbClr val="000000"/>
                          </a:solidFill>
                          <a:effectLst/>
                          <a:latin typeface="Cambria" panose="02040503050406030204" pitchFamily="18" charset="0"/>
                        </a:rPr>
                        <a:t>(</a:t>
                      </a:r>
                      <a:r>
                        <a:rPr lang="en-US" sz="1200" b="0" i="0" u="none" strike="noStrike" dirty="0">
                          <a:solidFill>
                            <a:srgbClr val="000000"/>
                          </a:solidFill>
                          <a:effectLst/>
                          <a:latin typeface="Cambria" panose="02040503050406030204" pitchFamily="18" charset="0"/>
                        </a:rPr>
                        <a:t>SK </a:t>
                      </a:r>
                      <a:r>
                        <a:rPr lang="en-US" sz="1200" b="0" i="0" u="none" strike="noStrike" dirty="0" err="1">
                          <a:solidFill>
                            <a:srgbClr val="000000"/>
                          </a:solidFill>
                          <a:effectLst/>
                          <a:latin typeface="Cambria" panose="02040503050406030204" pitchFamily="18" charset="0"/>
                        </a:rPr>
                        <a:t>hynix</a:t>
                      </a:r>
                      <a:r>
                        <a:rPr lang="en-US" sz="1200" b="0" i="0" u="none" strike="noStrike" dirty="0">
                          <a:solidFill>
                            <a:srgbClr val="000000"/>
                          </a:solidFill>
                          <a:effectLst/>
                          <a:latin typeface="Cambria" panose="02040503050406030204" pitchFamily="18" charset="0"/>
                        </a:rPr>
                        <a:t>)</a:t>
                      </a:r>
                    </a:p>
                  </a:txBody>
                  <a:tcPr marL="4260" marR="4260" marT="4260" marB="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9F9F9"/>
                    </a:solidFill>
                  </a:tcPr>
                </a:tc>
                <a:tc>
                  <a:txBody>
                    <a:bodyPr/>
                    <a:lstStyle/>
                    <a:p>
                      <a:pPr algn="l" fontAlgn="t">
                        <a:buNone/>
                      </a:pPr>
                      <a:r>
                        <a:rPr lang="zh-CN" altLang="en-US" sz="1200" b="0" i="0" u="none" strike="noStrike">
                          <a:solidFill>
                            <a:srgbClr val="000000"/>
                          </a:solidFill>
                          <a:effectLst/>
                          <a:latin typeface="Noto Sans CJK SC"/>
                        </a:rPr>
                        <a:t>與穀歌進行</a:t>
                      </a:r>
                      <a:r>
                        <a:rPr lang="en-US" altLang="zh-CN" sz="1200" b="0" i="0" u="none" strike="noStrike">
                          <a:solidFill>
                            <a:srgbClr val="000000"/>
                          </a:solidFill>
                          <a:effectLst/>
                          <a:latin typeface="Cambria" panose="02040503050406030204" pitchFamily="18" charset="0"/>
                        </a:rPr>
                        <a:t>5</a:t>
                      </a:r>
                      <a:r>
                        <a:rPr lang="zh-CN" altLang="en-US" sz="1200" b="0" i="0" u="none" strike="noStrike">
                          <a:solidFill>
                            <a:srgbClr val="000000"/>
                          </a:solidFill>
                          <a:effectLst/>
                          <a:latin typeface="Noto Sans CJK SC"/>
                        </a:rPr>
                        <a:t>年</a:t>
                      </a:r>
                      <a:r>
                        <a:rPr lang="en-US" altLang="zh-CN" sz="1200" b="0" i="0" u="none" strike="noStrike">
                          <a:solidFill>
                            <a:srgbClr val="000000"/>
                          </a:solidFill>
                          <a:effectLst/>
                          <a:latin typeface="Cambria" panose="02040503050406030204" pitchFamily="18" charset="0"/>
                        </a:rPr>
                        <a:t>LTA</a:t>
                      </a:r>
                      <a:r>
                        <a:rPr lang="zh-CN" altLang="en-US" sz="1200" b="0" i="0" u="none" strike="noStrike">
                          <a:solidFill>
                            <a:srgbClr val="000000"/>
                          </a:solidFill>
                          <a:effectLst/>
                          <a:latin typeface="Noto Sans CJK SC"/>
                        </a:rPr>
                        <a:t>談判（通用</a:t>
                      </a:r>
                      <a:r>
                        <a:rPr lang="en-US" altLang="zh-CN" sz="1200" b="0" i="0" u="none" strike="noStrike">
                          <a:solidFill>
                            <a:srgbClr val="000000"/>
                          </a:solidFill>
                          <a:effectLst/>
                          <a:latin typeface="Cambria" panose="02040503050406030204" pitchFamily="18" charset="0"/>
                        </a:rPr>
                        <a:t>DRAM</a:t>
                      </a:r>
                      <a:r>
                        <a:rPr lang="zh-CN" altLang="en-US" sz="1200" b="0" i="0" u="none" strike="noStrike">
                          <a:solidFill>
                            <a:srgbClr val="000000"/>
                          </a:solidFill>
                          <a:effectLst/>
                          <a:latin typeface="Noto Sans CJK SC"/>
                        </a:rPr>
                        <a:t>）；正與微軟洽談</a:t>
                      </a:r>
                      <a:r>
                        <a:rPr lang="en-US" altLang="zh-CN" sz="1200" b="0" i="0" u="none" strike="noStrike">
                          <a:solidFill>
                            <a:srgbClr val="000000"/>
                          </a:solidFill>
                          <a:effectLst/>
                          <a:latin typeface="Cambria" panose="02040503050406030204" pitchFamily="18" charset="0"/>
                        </a:rPr>
                        <a:t>DDR5</a:t>
                      </a:r>
                      <a:r>
                        <a:rPr lang="zh-CN" altLang="en-US" sz="1200" b="0" i="0" u="none" strike="noStrike">
                          <a:solidFill>
                            <a:srgbClr val="000000"/>
                          </a:solidFill>
                          <a:effectLst/>
                          <a:latin typeface="Noto Sans CJK SC"/>
                        </a:rPr>
                        <a:t>多年期協議</a:t>
                      </a:r>
                      <a:endParaRPr lang="zh-CN" altLang="en-US" sz="1200" b="0" i="0" u="none" strike="noStrike" dirty="0">
                        <a:solidFill>
                          <a:srgbClr val="000000"/>
                        </a:solidFill>
                        <a:effectLst/>
                        <a:latin typeface="Noto Sans CJK SC"/>
                      </a:endParaRPr>
                    </a:p>
                  </a:txBody>
                  <a:tcPr marL="4260" marR="4260" marT="4260" marB="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pPr algn="l" fontAlgn="t">
                        <a:buNone/>
                      </a:pPr>
                      <a:r>
                        <a:rPr lang="zh-CN" altLang="en-US" sz="1200" b="0" i="0" u="none" strike="noStrike">
                          <a:solidFill>
                            <a:srgbClr val="000000"/>
                          </a:solidFill>
                          <a:effectLst/>
                          <a:latin typeface="Noto Sans CJK SC"/>
                        </a:rPr>
                        <a:t>據報道正在通知新的季度</a:t>
                      </a:r>
                      <a:r>
                        <a:rPr lang="en-US" altLang="zh-CN" sz="1200" b="0" i="0" u="none" strike="noStrike">
                          <a:solidFill>
                            <a:srgbClr val="000000"/>
                          </a:solidFill>
                          <a:effectLst/>
                          <a:latin typeface="Cambria" panose="02040503050406030204" pitchFamily="18" charset="0"/>
                        </a:rPr>
                        <a:t>/</a:t>
                      </a:r>
                      <a:r>
                        <a:rPr lang="zh-CN" altLang="en-US" sz="1200" b="0" i="0" u="none" strike="noStrike">
                          <a:solidFill>
                            <a:srgbClr val="000000"/>
                          </a:solidFill>
                          <a:effectLst/>
                          <a:latin typeface="Noto Sans CJK SC"/>
                        </a:rPr>
                        <a:t>半年度合同漲價</a:t>
                      </a:r>
                      <a:endParaRPr lang="zh-CN" altLang="en-US" sz="1200" b="0" i="0" u="none" strike="noStrike" dirty="0">
                        <a:solidFill>
                          <a:srgbClr val="000000"/>
                        </a:solidFill>
                        <a:effectLst/>
                        <a:latin typeface="Noto Sans CJK SC"/>
                      </a:endParaRPr>
                    </a:p>
                  </a:txBody>
                  <a:tcPr marL="4260" marR="4260" marT="4260" marB="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extLst>
                  <a:ext uri="{0D108BD9-81ED-4DB2-BD59-A6C34878D82A}">
                    <a16:rowId xmlns:a16="http://schemas.microsoft.com/office/drawing/2014/main" val="10002"/>
                  </a:ext>
                </a:extLst>
              </a:tr>
              <a:tr h="752064">
                <a:tc vMerge="1">
                  <a:txBody>
                    <a:bodyPr/>
                    <a:lstStyle/>
                    <a:p>
                      <a:endParaRPr lang="en-US"/>
                    </a:p>
                  </a:txBody>
                  <a:tcPr/>
                </a:tc>
                <a:tc>
                  <a:txBody>
                    <a:bodyPr/>
                    <a:lstStyle/>
                    <a:p>
                      <a:pPr algn="l" fontAlgn="t">
                        <a:buNone/>
                      </a:pPr>
                      <a:r>
                        <a:rPr lang="zh-CN" altLang="en-US" sz="1200" b="0" i="0" u="none" strike="noStrike" dirty="0">
                          <a:solidFill>
                            <a:srgbClr val="000000"/>
                          </a:solidFill>
                          <a:effectLst/>
                          <a:latin typeface="Noto Sans CJK SC"/>
                        </a:rPr>
                        <a:t>美光 </a:t>
                      </a:r>
                      <a:r>
                        <a:rPr lang="en-US" altLang="zh-CN" sz="1200" b="0" i="0" u="none" strike="noStrike" dirty="0">
                          <a:solidFill>
                            <a:srgbClr val="000000"/>
                          </a:solidFill>
                          <a:effectLst/>
                          <a:latin typeface="Cambria" panose="02040503050406030204" pitchFamily="18" charset="0"/>
                        </a:rPr>
                        <a:t>(</a:t>
                      </a:r>
                      <a:r>
                        <a:rPr lang="en-US" sz="1200" b="0" i="0" u="none" strike="noStrike" dirty="0">
                          <a:solidFill>
                            <a:srgbClr val="000000"/>
                          </a:solidFill>
                          <a:effectLst/>
                          <a:latin typeface="Cambria" panose="02040503050406030204" pitchFamily="18" charset="0"/>
                        </a:rPr>
                        <a:t>Micron)</a:t>
                      </a:r>
                      <a:endParaRPr lang="en-US" sz="1200" b="0" i="0" u="none" strike="noStrike" dirty="0">
                        <a:solidFill>
                          <a:srgbClr val="000000"/>
                        </a:solidFill>
                        <a:effectLst/>
                        <a:latin typeface="Noto Sans CJK SC"/>
                      </a:endParaRPr>
                    </a:p>
                  </a:txBody>
                  <a:tcPr marL="4260" marR="4260" marT="4260" marB="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pPr algn="l" fontAlgn="t">
                        <a:buNone/>
                      </a:pPr>
                      <a:r>
                        <a:rPr lang="ko-KR" altLang="en-US" sz="1200" b="0" i="0" u="none" strike="noStrike">
                          <a:solidFill>
                            <a:srgbClr val="000000"/>
                          </a:solidFill>
                          <a:effectLst/>
                          <a:latin typeface="Cambria" panose="02040503050406030204" pitchFamily="18" charset="0"/>
                        </a:rPr>
                        <a:t>已簽</a:t>
                      </a:r>
                      <a:r>
                        <a:rPr lang="en-US" altLang="ko-KR" sz="1200" b="1" i="0" u="none" strike="noStrike">
                          <a:solidFill>
                            <a:srgbClr val="000000"/>
                          </a:solidFill>
                          <a:effectLst/>
                          <a:latin typeface="Cambria" panose="02040503050406030204" pitchFamily="18" charset="0"/>
                        </a:rPr>
                        <a:t>16</a:t>
                      </a:r>
                      <a:r>
                        <a:rPr lang="ko-KR" altLang="en-US" sz="1200" b="1" i="0" u="none" strike="noStrike">
                          <a:solidFill>
                            <a:srgbClr val="000000"/>
                          </a:solidFill>
                          <a:effectLst/>
                          <a:latin typeface="Cambria" panose="02040503050406030204" pitchFamily="18" charset="0"/>
                        </a:rPr>
                        <a:t>份</a:t>
                      </a:r>
                      <a:r>
                        <a:rPr lang="en-US" altLang="zh-CN" sz="1200" b="1" i="0" u="none" strike="noStrike">
                          <a:solidFill>
                            <a:srgbClr val="000000"/>
                          </a:solidFill>
                          <a:effectLst/>
                          <a:latin typeface="Cambria" panose="02040503050406030204" pitchFamily="18" charset="0"/>
                        </a:rPr>
                        <a:t>SCA</a:t>
                      </a:r>
                      <a:r>
                        <a:rPr lang="en-US" altLang="zh-CN" sz="1200" b="0" i="0" u="none" strike="noStrike">
                          <a:solidFill>
                            <a:srgbClr val="000000"/>
                          </a:solidFill>
                          <a:effectLst/>
                          <a:latin typeface="Cambria" panose="02040503050406030204" pitchFamily="18" charset="0"/>
                        </a:rPr>
                        <a:t>: </a:t>
                      </a:r>
                      <a:r>
                        <a:rPr lang="ko-KR" altLang="en-US" sz="1200" b="0" i="0" u="none" strike="noStrike">
                          <a:solidFill>
                            <a:srgbClr val="000000"/>
                          </a:solidFill>
                          <a:effectLst/>
                          <a:latin typeface="Cambria" panose="02040503050406030204" pitchFamily="18" charset="0"/>
                        </a:rPr>
                        <a:t>其中</a:t>
                      </a:r>
                      <a:r>
                        <a:rPr lang="en-US" altLang="ko-KR" sz="1200" b="0" i="0" u="none" strike="noStrike">
                          <a:solidFill>
                            <a:srgbClr val="000000"/>
                          </a:solidFill>
                          <a:effectLst/>
                          <a:latin typeface="Cambria" panose="02040503050406030204" pitchFamily="18" charset="0"/>
                        </a:rPr>
                        <a:t>14</a:t>
                      </a:r>
                      <a:r>
                        <a:rPr lang="ko-KR" altLang="en-US" sz="1200" b="0" i="0" u="none" strike="noStrike">
                          <a:solidFill>
                            <a:srgbClr val="000000"/>
                          </a:solidFill>
                          <a:effectLst/>
                          <a:latin typeface="Cambria" panose="02040503050406030204" pitchFamily="18" charset="0"/>
                        </a:rPr>
                        <a:t>份對應約</a:t>
                      </a:r>
                      <a:r>
                        <a:rPr lang="en-US" altLang="ko-KR" sz="1200" b="0" i="0" u="none" strike="noStrike">
                          <a:solidFill>
                            <a:srgbClr val="000000"/>
                          </a:solidFill>
                          <a:effectLst/>
                          <a:latin typeface="Cambria" panose="02040503050406030204" pitchFamily="18" charset="0"/>
                        </a:rPr>
                        <a:t>1000</a:t>
                      </a:r>
                      <a:r>
                        <a:rPr lang="ko-KR" altLang="en-US" sz="1200" b="0" i="0" u="none" strike="noStrike">
                          <a:solidFill>
                            <a:srgbClr val="000000"/>
                          </a:solidFill>
                          <a:effectLst/>
                          <a:latin typeface="Cambria" panose="02040503050406030204" pitchFamily="18" charset="0"/>
                        </a:rPr>
                        <a:t>億美元</a:t>
                      </a:r>
                      <a:r>
                        <a:rPr lang="en-US" altLang="zh-CN" sz="1200" b="0" i="0" u="none" strike="noStrike">
                          <a:solidFill>
                            <a:srgbClr val="000000"/>
                          </a:solidFill>
                          <a:effectLst/>
                          <a:latin typeface="Cambria" panose="02040503050406030204" pitchFamily="18" charset="0"/>
                        </a:rPr>
                        <a:t>RPO; </a:t>
                      </a:r>
                      <a:r>
                        <a:rPr lang="ko-KR" altLang="en-US" sz="1200" b="0" i="0" u="none" strike="noStrike">
                          <a:solidFill>
                            <a:srgbClr val="000000"/>
                          </a:solidFill>
                          <a:effectLst/>
                          <a:latin typeface="Cambria" panose="02040503050406030204" pitchFamily="18" charset="0"/>
                        </a:rPr>
                        <a:t>覆蓋</a:t>
                      </a:r>
                      <a:r>
                        <a:rPr lang="en-US" altLang="ko-KR" sz="1200" b="0" i="0" u="none" strike="noStrike">
                          <a:solidFill>
                            <a:srgbClr val="000000"/>
                          </a:solidFill>
                          <a:effectLst/>
                          <a:latin typeface="Cambria" panose="02040503050406030204" pitchFamily="18" charset="0"/>
                        </a:rPr>
                        <a:t>3-5</a:t>
                      </a:r>
                      <a:r>
                        <a:rPr lang="ko-KR" altLang="en-US" sz="1200" b="0" i="0" u="none" strike="noStrike">
                          <a:solidFill>
                            <a:srgbClr val="000000"/>
                          </a:solidFill>
                          <a:effectLst/>
                          <a:latin typeface="Cambria" panose="02040503050406030204" pitchFamily="18" charset="0"/>
                        </a:rPr>
                        <a:t>年、含</a:t>
                      </a:r>
                      <a:r>
                        <a:rPr lang="en-US" altLang="zh-CN" sz="1200" b="0" i="0" u="none" strike="noStrike">
                          <a:solidFill>
                            <a:srgbClr val="000000"/>
                          </a:solidFill>
                          <a:effectLst/>
                          <a:latin typeface="Cambria" panose="02040503050406030204" pitchFamily="18" charset="0"/>
                        </a:rPr>
                        <a:t>take-or-pay/</a:t>
                      </a:r>
                      <a:r>
                        <a:rPr lang="ko-KR" altLang="en-US" sz="1200" b="0" i="0" u="none" strike="noStrike">
                          <a:solidFill>
                            <a:srgbClr val="000000"/>
                          </a:solidFill>
                          <a:effectLst/>
                          <a:latin typeface="Cambria" panose="02040503050406030204" pitchFamily="18" charset="0"/>
                        </a:rPr>
                        <a:t>預付款</a:t>
                      </a:r>
                      <a:endParaRPr lang="zh-CN" altLang="en-US" sz="1200" b="0" i="0" u="none" strike="noStrike">
                        <a:solidFill>
                          <a:srgbClr val="000000"/>
                        </a:solidFill>
                        <a:effectLst/>
                        <a:latin typeface="Cambria" panose="02040503050406030204" pitchFamily="18" charset="0"/>
                      </a:endParaRPr>
                    </a:p>
                  </a:txBody>
                  <a:tcPr marL="4260" marR="4260" marT="4260" marB="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pPr algn="l" fontAlgn="t">
                        <a:buNone/>
                      </a:pPr>
                      <a:r>
                        <a:rPr lang="zh-CN" altLang="en-US" sz="1200" b="0" i="0" u="none" strike="noStrike">
                          <a:solidFill>
                            <a:srgbClr val="000000"/>
                          </a:solidFill>
                          <a:effectLst/>
                          <a:latin typeface="Noto Sans CJK SC"/>
                        </a:rPr>
                        <a:t>確認</a:t>
                      </a:r>
                      <a:r>
                        <a:rPr lang="en-US" altLang="zh-CN" sz="1200" b="0" i="0" u="none" strike="noStrike">
                          <a:solidFill>
                            <a:srgbClr val="000000"/>
                          </a:solidFill>
                          <a:effectLst/>
                          <a:latin typeface="Cambria" panose="02040503050406030204" pitchFamily="18" charset="0"/>
                        </a:rPr>
                        <a:t>DRAM/NAND</a:t>
                      </a:r>
                      <a:r>
                        <a:rPr lang="zh-CN" altLang="en-US" sz="1200" b="0" i="0" u="none" strike="noStrike">
                          <a:solidFill>
                            <a:srgbClr val="000000"/>
                          </a:solidFill>
                          <a:effectLst/>
                          <a:latin typeface="Noto Sans CJK SC"/>
                        </a:rPr>
                        <a:t>定價持續强勁</a:t>
                      </a:r>
                      <a:endParaRPr lang="zh-CN" altLang="en-US" sz="1200" b="0" i="0" u="none" strike="noStrike" dirty="0">
                        <a:solidFill>
                          <a:srgbClr val="000000"/>
                        </a:solidFill>
                        <a:effectLst/>
                        <a:latin typeface="Noto Sans CJK SC"/>
                      </a:endParaRPr>
                    </a:p>
                  </a:txBody>
                  <a:tcPr marL="4260" marR="4260" marT="4260" marB="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extLst>
                  <a:ext uri="{0D108BD9-81ED-4DB2-BD59-A6C34878D82A}">
                    <a16:rowId xmlns:a16="http://schemas.microsoft.com/office/drawing/2014/main" val="10003"/>
                  </a:ext>
                </a:extLst>
              </a:tr>
              <a:tr h="752064">
                <a:tc>
                  <a:txBody>
                    <a:bodyPr/>
                    <a:lstStyle/>
                    <a:p>
                      <a:pPr algn="ctr" fontAlgn="t">
                        <a:buNone/>
                      </a:pPr>
                      <a:r>
                        <a:rPr lang="zh-CN" altLang="en-US" sz="1200" b="1" i="0" u="none" strike="noStrike" dirty="0">
                          <a:solidFill>
                            <a:srgbClr val="000000"/>
                          </a:solidFill>
                          <a:effectLst/>
                          <a:latin typeface="Noto Sans CJK SC"/>
                        </a:rPr>
                        <a:t>新合同</a:t>
                      </a:r>
                      <a:endParaRPr lang="en-US" altLang="zh-CN" sz="1200" b="1" i="0" u="none" strike="noStrike" dirty="0">
                        <a:solidFill>
                          <a:srgbClr val="000000"/>
                        </a:solidFill>
                        <a:effectLst/>
                        <a:latin typeface="Noto Sans CJK SC"/>
                      </a:endParaRPr>
                    </a:p>
                    <a:p>
                      <a:pPr algn="ctr" fontAlgn="t">
                        <a:buNone/>
                      </a:pPr>
                      <a:r>
                        <a:rPr lang="zh-CN" altLang="en-US" sz="1200" b="1" i="0" u="none" strike="noStrike" dirty="0">
                          <a:solidFill>
                            <a:srgbClr val="000000"/>
                          </a:solidFill>
                          <a:effectLst/>
                          <a:latin typeface="Noto Sans CJK SC"/>
                        </a:rPr>
                        <a:t>模式</a:t>
                      </a:r>
                    </a:p>
                  </a:txBody>
                  <a:tcPr marL="4260" marR="4260" marT="4260" marB="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9F9F9"/>
                    </a:solidFill>
                  </a:tcPr>
                </a:tc>
                <a:tc>
                  <a:txBody>
                    <a:bodyPr/>
                    <a:lstStyle/>
                    <a:p>
                      <a:pPr algn="l" fontAlgn="t">
                        <a:buNone/>
                      </a:pPr>
                      <a:r>
                        <a:rPr lang="zh-CN" altLang="en-US" sz="1200" b="0" i="0" u="none" strike="noStrike">
                          <a:solidFill>
                            <a:srgbClr val="000000"/>
                          </a:solidFill>
                          <a:effectLst/>
                          <a:latin typeface="Noto Sans CJK SC"/>
                        </a:rPr>
                        <a:t>存儲器廠商；超大規模雲服務商和大型科技公司</a:t>
                      </a:r>
                      <a:endParaRPr lang="zh-CN" altLang="en-US" sz="1200" b="0" i="0" u="none" strike="noStrike" dirty="0">
                        <a:solidFill>
                          <a:srgbClr val="000000"/>
                        </a:solidFill>
                        <a:effectLst/>
                        <a:latin typeface="Noto Sans CJK SC"/>
                      </a:endParaRPr>
                    </a:p>
                  </a:txBody>
                  <a:tcPr marL="4260" marR="4260" marT="4260" marB="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9F9F9"/>
                    </a:solidFill>
                  </a:tcPr>
                </a:tc>
                <a:tc>
                  <a:txBody>
                    <a:bodyPr/>
                    <a:lstStyle/>
                    <a:p>
                      <a:pPr algn="l" fontAlgn="t">
                        <a:buNone/>
                      </a:pPr>
                      <a:r>
                        <a:rPr lang="en-US" altLang="zh-CN" sz="1200" b="1" i="0" u="none" strike="noStrike">
                          <a:solidFill>
                            <a:srgbClr val="000000"/>
                          </a:solidFill>
                          <a:effectLst/>
                          <a:latin typeface="Noto Sans CJK SC"/>
                        </a:rPr>
                        <a:t>• </a:t>
                      </a:r>
                      <a:r>
                        <a:rPr lang="zh-CN" altLang="en-US" sz="1200" b="1" i="0" u="none" strike="noStrike">
                          <a:solidFill>
                            <a:srgbClr val="000000"/>
                          </a:solidFill>
                          <a:effectLst/>
                          <a:latin typeface="Noto Sans CJK SC"/>
                        </a:rPr>
                        <a:t>長期預先約定定價和數量</a:t>
                      </a:r>
                      <a:br>
                        <a:rPr lang="zh-CN" altLang="en-US" sz="1200" b="1" i="0" u="none" strike="noStrike">
                          <a:solidFill>
                            <a:srgbClr val="000000"/>
                          </a:solidFill>
                          <a:effectLst/>
                          <a:latin typeface="Noto Sans CJK SC"/>
                        </a:rPr>
                      </a:br>
                      <a:r>
                        <a:rPr lang="en-US" altLang="zh-CN" sz="1200" b="1" i="0" u="none" strike="noStrike">
                          <a:solidFill>
                            <a:srgbClr val="000000"/>
                          </a:solidFill>
                          <a:effectLst/>
                          <a:latin typeface="Noto Sans CJK SC"/>
                        </a:rPr>
                        <a:t>• </a:t>
                      </a:r>
                      <a:r>
                        <a:rPr lang="zh-CN" altLang="en-US" sz="1200" b="1" i="0" u="none" strike="noStrike">
                          <a:solidFill>
                            <a:srgbClr val="000000"/>
                          </a:solidFill>
                          <a:effectLst/>
                          <a:latin typeface="Noto Sans CJK SC"/>
                        </a:rPr>
                        <a:t>下行保護機制</a:t>
                      </a:r>
                      <a:br>
                        <a:rPr lang="zh-CN" altLang="en-US" sz="1200" b="1" i="0" u="none" strike="noStrike">
                          <a:solidFill>
                            <a:srgbClr val="000000"/>
                          </a:solidFill>
                          <a:effectLst/>
                          <a:latin typeface="Noto Sans CJK SC"/>
                        </a:rPr>
                      </a:br>
                      <a:r>
                        <a:rPr lang="en-US" altLang="zh-CN" sz="1200" b="1" i="0" u="none" strike="noStrike">
                          <a:solidFill>
                            <a:srgbClr val="000000"/>
                          </a:solidFill>
                          <a:effectLst/>
                          <a:latin typeface="Noto Sans CJK SC"/>
                        </a:rPr>
                        <a:t>• </a:t>
                      </a:r>
                      <a:r>
                        <a:rPr lang="zh-CN" altLang="en-US" sz="1200" b="1" i="0" u="none" strike="noStrike">
                          <a:solidFill>
                            <a:srgbClr val="000000"/>
                          </a:solidFill>
                          <a:effectLst/>
                          <a:latin typeface="Noto Sans CJK SC"/>
                        </a:rPr>
                        <a:t>預付款條款 </a:t>
                      </a:r>
                      <a:r>
                        <a:rPr lang="en-US" altLang="zh-CN" sz="1200" b="1" i="0" u="none" strike="noStrike">
                          <a:solidFill>
                            <a:srgbClr val="000000"/>
                          </a:solidFill>
                          <a:effectLst/>
                          <a:latin typeface="Noto Sans CJK SC"/>
                        </a:rPr>
                        <a:t>(</a:t>
                      </a:r>
                      <a:r>
                        <a:rPr lang="en-US" altLang="zh-CN" sz="1200" b="1" i="0" u="none" strike="noStrike" dirty="0">
                          <a:solidFill>
                            <a:srgbClr val="000000"/>
                          </a:solidFill>
                          <a:effectLst/>
                          <a:latin typeface="Noto Sans CJK SC"/>
                        </a:rPr>
                        <a:t>30%</a:t>
                      </a:r>
                      <a:r>
                        <a:rPr lang="zh-CN" altLang="en-US" sz="1200" b="1" i="0" u="none" strike="noStrike" dirty="0">
                          <a:solidFill>
                            <a:srgbClr val="000000"/>
                          </a:solidFill>
                          <a:effectLst/>
                          <a:latin typeface="Noto Sans CJK SC"/>
                        </a:rPr>
                        <a:t>或以上</a:t>
                      </a:r>
                      <a:r>
                        <a:rPr lang="en-US" altLang="zh-CN" sz="1200" b="1" i="0" u="none" strike="noStrike" dirty="0">
                          <a:solidFill>
                            <a:srgbClr val="000000"/>
                          </a:solidFill>
                          <a:effectLst/>
                          <a:latin typeface="Noto Sans CJK SC"/>
                        </a:rPr>
                        <a:t>)</a:t>
                      </a:r>
                      <a:endParaRPr lang="zh-CN" altLang="en-US" sz="1200" b="1" i="0" u="none" strike="noStrike" dirty="0">
                        <a:solidFill>
                          <a:srgbClr val="000000"/>
                        </a:solidFill>
                        <a:effectLst/>
                        <a:latin typeface="Noto Sans CJK SC"/>
                      </a:endParaRPr>
                    </a:p>
                  </a:txBody>
                  <a:tcPr marL="4260" marR="4260" marT="4260" marB="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tc>
                  <a:txBody>
                    <a:bodyPr/>
                    <a:lstStyle/>
                    <a:p>
                      <a:pPr algn="l" fontAlgn="t">
                        <a:buNone/>
                      </a:pPr>
                      <a:r>
                        <a:rPr lang="zh-CN" altLang="en-US" sz="1200" b="0" i="0" u="none" strike="noStrike">
                          <a:solidFill>
                            <a:srgbClr val="000000"/>
                          </a:solidFill>
                          <a:effectLst/>
                          <a:latin typeface="Noto Sans CJK SC"/>
                        </a:rPr>
                        <a:t>設立價格下限以避免下行波動，幷在供應過剩期間保護利潤率</a:t>
                      </a:r>
                      <a:endParaRPr lang="zh-CN" altLang="en-US" sz="1200" b="0" i="0" u="none" strike="noStrike" dirty="0">
                        <a:solidFill>
                          <a:srgbClr val="000000"/>
                        </a:solidFill>
                        <a:effectLst/>
                        <a:latin typeface="Noto Sans CJK SC"/>
                      </a:endParaRPr>
                    </a:p>
                  </a:txBody>
                  <a:tcPr marL="4260" marR="4260" marT="4260" marB="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2"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35" name="LogoPic" descr="image.png"/>
          <p:cNvPicPr>
            <a:picLocks noChangeAspect="1"/>
          </p:cNvPicPr>
          <p:nvPr/>
        </p:nvPicPr>
        <p:blipFill rotWithShape="1">
          <a:blip r:embed="rId4"/>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46055311-A8D7-4968-884B-83FC8144FE85}" type="slidenum">
              <a:rPr lang="en-US" sz="1000" dirty="0">
                <a:solidFill>
                  <a:srgbClr val="FFFFFF"/>
                </a:solidFill>
                <a:latin typeface="Calibri"/>
                <a:ea typeface="微软雅黑"/>
              </a:rPr>
              <a:t>41</a:t>
            </a:fld>
            <a:endParaRPr lang="en-US" sz="1000" dirty="0">
              <a:solidFill>
                <a:srgbClr val="FFFFFF"/>
              </a:solidFill>
              <a:latin typeface="Calibri"/>
              <a:ea typeface="微软雅黑"/>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2">
            <a:extLst>
              <a:ext uri="{FF2B5EF4-FFF2-40B4-BE49-F238E27FC236}">
                <a16:creationId xmlns:a16="http://schemas.microsoft.com/office/drawing/2014/main" id="{BDCBEB1B-7E1A-F3BA-5484-B14D28CD2564}"/>
              </a:ext>
            </a:extLst>
          </p:cNvPr>
          <p:cNvSpPr txBox="1">
            <a:spLocks/>
          </p:cNvSpPr>
          <p:nvPr/>
        </p:nvSpPr>
        <p:spPr>
          <a:xfrm>
            <a:off x="489085" y="6332467"/>
            <a:ext cx="5383509" cy="215444"/>
          </a:xfrm>
          <a:prstGeom prst="rect">
            <a:avLst/>
          </a:prstGeom>
        </p:spPr>
        <p:txBody>
          <a:bodyPr vert="horz" lIns="0" tIns="45720" rIns="0" bIns="45720" rtlCol="0" anchor="ctr">
            <a:spAutoFit/>
          </a:bodyP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Pts val="1100"/>
              <a:buFontTx/>
              <a:buNone/>
              <a:tabLst>
                <a:tab pos="687705" algn="l"/>
              </a:tabLst>
              <a:defRPr/>
            </a:pPr>
            <a:r>
              <a:rPr kumimoji="0" lang="zh-CN" altLang="en-US" sz="800" b="0" i="0" u="none" strike="noStrike" kern="1200" cap="none" spc="0" normalizeH="0" baseline="0" noProof="0" dirty="0">
                <a:ln>
                  <a:noFill/>
                </a:ln>
                <a:solidFill>
                  <a:srgbClr val="404F56"/>
                </a:solidFill>
                <a:effectLst/>
                <a:uLnTx/>
                <a:uFillTx/>
                <a:latin typeface="Calibri"/>
                <a:ea typeface="微软雅黑"/>
                <a:cs typeface="+mn-ea"/>
              </a:rPr>
              <a:t>數據來源：公司公告，</a:t>
            </a:r>
            <a:r>
              <a:rPr kumimoji="0" lang="en-US" altLang="zh-CN" sz="800" b="0" i="0" u="none" strike="noStrike" kern="1200" cap="none" spc="0" normalizeH="0" baseline="0" noProof="0" dirty="0">
                <a:ln>
                  <a:noFill/>
                </a:ln>
                <a:solidFill>
                  <a:srgbClr val="404F56"/>
                </a:solidFill>
                <a:effectLst/>
                <a:uLnTx/>
                <a:uFillTx/>
                <a:latin typeface="Calibri"/>
                <a:ea typeface="微软雅黑"/>
                <a:cs typeface="+mn-ea"/>
              </a:rPr>
              <a:t>Morgan Stanley</a:t>
            </a:r>
            <a:r>
              <a:rPr kumimoji="0" lang="zh-CN" altLang="en-US" sz="800" b="0" i="0" u="none" strike="noStrike" kern="1200" cap="none" spc="0" normalizeH="0" baseline="0" noProof="0" dirty="0">
                <a:ln>
                  <a:noFill/>
                </a:ln>
                <a:solidFill>
                  <a:srgbClr val="404F56"/>
                </a:solidFill>
                <a:effectLst/>
                <a:uLnTx/>
                <a:uFillTx/>
                <a:latin typeface="Calibri"/>
                <a:ea typeface="微软雅黑"/>
                <a:cs typeface="+mn-ea"/>
              </a:rPr>
              <a:t>，南方東英</a:t>
            </a:r>
          </a:p>
        </p:txBody>
      </p:sp>
      <p:graphicFrame>
        <p:nvGraphicFramePr>
          <p:cNvPr id="7" name="内容占位符 19">
            <a:extLst>
              <a:ext uri="{FF2B5EF4-FFF2-40B4-BE49-F238E27FC236}">
                <a16:creationId xmlns:a16="http://schemas.microsoft.com/office/drawing/2014/main" id="{73130009-71E4-AD6E-EB3B-624A8A575A49}"/>
              </a:ext>
            </a:extLst>
          </p:cNvPr>
          <p:cNvGraphicFramePr>
            <a:graphicFrameLocks/>
          </p:cNvGraphicFramePr>
          <p:nvPr>
            <p:extLst>
              <p:ext uri="{D42A27DB-BD31-4B8C-83A1-F6EECF244321}">
                <p14:modId xmlns:p14="http://schemas.microsoft.com/office/powerpoint/2010/main" val="3015372480"/>
              </p:ext>
            </p:extLst>
          </p:nvPr>
        </p:nvGraphicFramePr>
        <p:xfrm>
          <a:off x="1089499" y="2091345"/>
          <a:ext cx="10243223" cy="4100001"/>
        </p:xfrm>
        <a:graphic>
          <a:graphicData uri="http://schemas.openxmlformats.org/drawingml/2006/table">
            <a:tbl>
              <a:tblPr/>
              <a:tblGrid>
                <a:gridCol w="2322584">
                  <a:extLst>
                    <a:ext uri="{9D8B030D-6E8A-4147-A177-3AD203B41FA5}">
                      <a16:colId xmlns:a16="http://schemas.microsoft.com/office/drawing/2014/main" val="2371988693"/>
                    </a:ext>
                  </a:extLst>
                </a:gridCol>
                <a:gridCol w="3621609">
                  <a:extLst>
                    <a:ext uri="{9D8B030D-6E8A-4147-A177-3AD203B41FA5}">
                      <a16:colId xmlns:a16="http://schemas.microsoft.com/office/drawing/2014/main" val="957829999"/>
                    </a:ext>
                  </a:extLst>
                </a:gridCol>
                <a:gridCol w="4299030">
                  <a:extLst>
                    <a:ext uri="{9D8B030D-6E8A-4147-A177-3AD203B41FA5}">
                      <a16:colId xmlns:a16="http://schemas.microsoft.com/office/drawing/2014/main" val="3237454005"/>
                    </a:ext>
                  </a:extLst>
                </a:gridCol>
              </a:tblGrid>
              <a:tr h="388421">
                <a:tc>
                  <a:txBody>
                    <a:bodyPr/>
                    <a:lstStyle/>
                    <a:p>
                      <a:endParaRPr lang="zh-CN" altLang="en-US" sz="1300" b="1" dirty="0">
                        <a:solidFill>
                          <a:srgbClr val="FFFFFF"/>
                        </a:solidFill>
                        <a:latin typeface="+mj-ea"/>
                        <a:ea typeface="+mj-ea"/>
                      </a:endParaRPr>
                    </a:p>
                  </a:txBody>
                  <a:tcPr anchor="ctr">
                    <a:lnL w="12700" cmpd="sng">
                      <a:solidFill>
                        <a:srgbClr val="FFFFFF"/>
                      </a:solidFill>
                    </a:lnL>
                    <a:lnR w="12700" cmpd="sng">
                      <a:solidFill>
                        <a:srgbClr val="FFFFFF"/>
                      </a:solidFill>
                    </a:lnR>
                    <a:lnT w="12700" cmpd="sng">
                      <a:solidFill>
                        <a:srgbClr val="FFFFFF"/>
                      </a:solidFill>
                    </a:lnT>
                    <a:lnB w="19050" cmpd="sng">
                      <a:solidFill>
                        <a:srgbClr val="FFFFFF"/>
                      </a:solidFill>
                    </a:lnB>
                    <a:solidFill>
                      <a:srgbClr val="0E2841"/>
                    </a:solidFill>
                  </a:tcPr>
                </a:tc>
                <a:tc>
                  <a:txBody>
                    <a:bodyPr/>
                    <a:lstStyle/>
                    <a:p>
                      <a:pPr algn="ctr"/>
                      <a:r>
                        <a:rPr lang="zh-CN" altLang="en-US" sz="1300" b="1" dirty="0">
                          <a:solidFill>
                            <a:srgbClr val="FFFFFF"/>
                          </a:solidFill>
                          <a:latin typeface="+mj-ea"/>
                          <a:ea typeface="+mj-ea"/>
                        </a:rPr>
                        <a:t>傳統長協框架</a:t>
                      </a:r>
                    </a:p>
                  </a:txBody>
                  <a:tcPr anchor="ctr">
                    <a:lnL w="12700" cmpd="sng">
                      <a:solidFill>
                        <a:srgbClr val="FFFFFF"/>
                      </a:solidFill>
                    </a:lnL>
                    <a:lnR w="12700" cmpd="sng">
                      <a:solidFill>
                        <a:srgbClr val="FFFFFF"/>
                      </a:solidFill>
                    </a:lnR>
                    <a:lnT w="12700" cmpd="sng">
                      <a:solidFill>
                        <a:srgbClr val="FFFFFF"/>
                      </a:solidFill>
                    </a:lnT>
                    <a:lnB w="19050" cmpd="sng">
                      <a:solidFill>
                        <a:srgbClr val="FFFFFF"/>
                      </a:solidFill>
                    </a:lnB>
                    <a:solidFill>
                      <a:srgbClr val="0E2841"/>
                    </a:solidFill>
                  </a:tcPr>
                </a:tc>
                <a:tc>
                  <a:txBody>
                    <a:bodyPr/>
                    <a:lstStyle/>
                    <a:p>
                      <a:pPr algn="ctr"/>
                      <a:r>
                        <a:rPr lang="zh-CN" altLang="en-US" sz="1300" b="1">
                          <a:solidFill>
                            <a:srgbClr val="FFFFFF"/>
                          </a:solidFill>
                          <a:latin typeface="+mj-ea"/>
                          <a:ea typeface="+mj-ea"/>
                        </a:rPr>
                        <a:t>“增强”長協框架</a:t>
                      </a:r>
                      <a:endParaRPr lang="zh-CN" altLang="en-US" sz="1300" b="1" dirty="0">
                        <a:solidFill>
                          <a:srgbClr val="FFFFFF"/>
                        </a:solidFill>
                        <a:latin typeface="+mj-ea"/>
                        <a:ea typeface="+mj-ea"/>
                      </a:endParaRPr>
                    </a:p>
                  </a:txBody>
                  <a:tcPr anchor="ctr">
                    <a:lnL w="12700" cmpd="sng">
                      <a:solidFill>
                        <a:srgbClr val="FFFFFF"/>
                      </a:solidFill>
                    </a:lnL>
                    <a:lnR w="12700" cmpd="sng">
                      <a:solidFill>
                        <a:srgbClr val="FFFFFF"/>
                      </a:solidFill>
                    </a:lnR>
                    <a:lnT w="12700" cmpd="sng">
                      <a:solidFill>
                        <a:srgbClr val="FFFFFF"/>
                      </a:solidFill>
                    </a:lnT>
                    <a:lnB w="19050" cmpd="sng">
                      <a:solidFill>
                        <a:srgbClr val="FFFFFF"/>
                      </a:solidFill>
                    </a:lnB>
                    <a:solidFill>
                      <a:srgbClr val="0E2841"/>
                    </a:solidFill>
                  </a:tcPr>
                </a:tc>
                <a:extLst>
                  <a:ext uri="{0D108BD9-81ED-4DB2-BD59-A6C34878D82A}">
                    <a16:rowId xmlns:a16="http://schemas.microsoft.com/office/drawing/2014/main" val="1350425821"/>
                  </a:ext>
                </a:extLst>
              </a:tr>
              <a:tr h="906316">
                <a:tc>
                  <a:txBody>
                    <a:bodyPr/>
                    <a:lstStyle/>
                    <a:p>
                      <a:r>
                        <a:rPr lang="zh-CN" altLang="en-US" sz="1300" b="1">
                          <a:solidFill>
                            <a:srgbClr val="FFFFFF"/>
                          </a:solidFill>
                          <a:latin typeface="+mj-ea"/>
                          <a:ea typeface="+mj-ea"/>
                        </a:rPr>
                        <a:t>時長</a:t>
                      </a:r>
                      <a:endParaRPr lang="zh-CN" altLang="en-US" sz="1300" b="1" dirty="0">
                        <a:solidFill>
                          <a:srgbClr val="FFFFFF"/>
                        </a:solidFill>
                        <a:latin typeface="+mj-ea"/>
                        <a:ea typeface="+mj-ea"/>
                      </a:endParaRPr>
                    </a:p>
                  </a:txBody>
                  <a:tcPr anchor="ctr">
                    <a:lnL w="12700" cmpd="sng">
                      <a:solidFill>
                        <a:srgbClr val="FFFFFF"/>
                      </a:solidFill>
                    </a:lnL>
                    <a:lnR w="12700" cmpd="sng">
                      <a:solidFill>
                        <a:srgbClr val="FFFFFF"/>
                      </a:solidFill>
                    </a:lnR>
                    <a:lnT w="19050" cap="flat" cmpd="sng" algn="ctr">
                      <a:solidFill>
                        <a:srgbClr val="FFFFFF"/>
                      </a:solidFill>
                      <a:prstDash val="solid"/>
                      <a:round/>
                      <a:headEnd type="none" w="med" len="med"/>
                      <a:tailEnd type="none" w="med" len="med"/>
                    </a:lnT>
                    <a:lnB w="12700" cmpd="sng">
                      <a:solidFill>
                        <a:srgbClr val="FFFFFF"/>
                      </a:solidFill>
                    </a:lnB>
                    <a:solidFill>
                      <a:srgbClr val="156082"/>
                    </a:solidFill>
                  </a:tcPr>
                </a:tc>
                <a:tc>
                  <a:txBody>
                    <a:bodyPr/>
                    <a:lstStyle/>
                    <a:p>
                      <a:r>
                        <a:rPr lang="zh-CN" altLang="en-US" sz="1200" b="0" dirty="0">
                          <a:solidFill>
                            <a:schemeClr val="tx1"/>
                          </a:solidFill>
                          <a:latin typeface="+mj-ea"/>
                          <a:ea typeface="+mj-ea"/>
                        </a:rPr>
                        <a:t>季度、年度</a:t>
                      </a:r>
                    </a:p>
                  </a:txBody>
                  <a:tcPr anchor="ctr">
                    <a:lnL w="12700" cmpd="sng">
                      <a:solidFill>
                        <a:srgbClr val="FFFFFF"/>
                      </a:solidFill>
                    </a:lnL>
                    <a:lnR w="12700" cmpd="sng">
                      <a:solidFill>
                        <a:srgbClr val="FFFFFF"/>
                      </a:solidFill>
                    </a:lnR>
                    <a:lnT w="19050" cap="flat" cmpd="sng" algn="ctr">
                      <a:solidFill>
                        <a:srgbClr val="FFFFFF"/>
                      </a:solidFill>
                      <a:prstDash val="solid"/>
                      <a:round/>
                      <a:headEnd type="none" w="med" len="med"/>
                      <a:tailEnd type="none" w="med" len="med"/>
                    </a:lnT>
                    <a:lnB w="12700" cmpd="sng">
                      <a:solidFill>
                        <a:srgbClr val="FFFFFF"/>
                      </a:solidFill>
                    </a:lnB>
                    <a:solidFill>
                      <a:srgbClr val="F2F2F2"/>
                    </a:solidFill>
                  </a:tcPr>
                </a:tc>
                <a:tc>
                  <a:txBody>
                    <a:bodyPr/>
                    <a:lstStyle/>
                    <a:p>
                      <a:r>
                        <a:rPr lang="zh-CN" altLang="en-US" sz="1200" b="0" dirty="0">
                          <a:solidFill>
                            <a:schemeClr val="tx1"/>
                          </a:solidFill>
                          <a:latin typeface="+mj-ea"/>
                          <a:ea typeface="+mj-ea"/>
                        </a:rPr>
                        <a:t>通常</a:t>
                      </a:r>
                      <a:r>
                        <a:rPr lang="en-US" altLang="zh-CN" sz="1200" b="0" dirty="0">
                          <a:solidFill>
                            <a:schemeClr val="tx1"/>
                          </a:solidFill>
                          <a:latin typeface="+mj-ea"/>
                          <a:ea typeface="+mj-ea"/>
                        </a:rPr>
                        <a:t>3-5</a:t>
                      </a:r>
                      <a:r>
                        <a:rPr lang="zh-CN" altLang="en-US" sz="1200" b="0" dirty="0">
                          <a:solidFill>
                            <a:schemeClr val="tx1"/>
                          </a:solidFill>
                          <a:latin typeface="+mj-ea"/>
                          <a:ea typeface="+mj-ea"/>
                        </a:rPr>
                        <a:t>年</a:t>
                      </a:r>
                      <a:endParaRPr lang="en-US" altLang="zh-CN" sz="1200" b="0" dirty="0">
                        <a:solidFill>
                          <a:schemeClr val="tx1"/>
                        </a:solidFill>
                        <a:latin typeface="+mj-ea"/>
                        <a:ea typeface="+mj-ea"/>
                      </a:endParaRPr>
                    </a:p>
                    <a:p>
                      <a:r>
                        <a:rPr lang="zh-CN" altLang="en-US" sz="1200" b="0" dirty="0">
                          <a:solidFill>
                            <a:schemeClr val="tx1"/>
                          </a:solidFill>
                          <a:latin typeface="+mj-ea"/>
                          <a:ea typeface="+mj-ea"/>
                        </a:rPr>
                        <a:t>（</a:t>
                      </a:r>
                      <a:r>
                        <a:rPr lang="en-US" altLang="zh-CN" sz="1200" b="0" dirty="0">
                          <a:solidFill>
                            <a:schemeClr val="tx1"/>
                          </a:solidFill>
                          <a:latin typeface="+mj-ea"/>
                          <a:ea typeface="+mj-ea"/>
                        </a:rPr>
                        <a:t>2</a:t>
                      </a:r>
                      <a:r>
                        <a:rPr lang="zh-CN" altLang="en-US" sz="1200" b="0" dirty="0">
                          <a:solidFill>
                            <a:schemeClr val="tx1"/>
                          </a:solidFill>
                          <a:latin typeface="+mj-ea"/>
                          <a:ea typeface="+mj-ea"/>
                        </a:rPr>
                        <a:t>（</a:t>
                      </a:r>
                      <a:r>
                        <a:rPr lang="en-US" altLang="zh-CN" sz="1200" b="0" dirty="0">
                          <a:solidFill>
                            <a:schemeClr val="tx1"/>
                          </a:solidFill>
                          <a:latin typeface="+mj-ea"/>
                          <a:ea typeface="+mj-ea"/>
                        </a:rPr>
                        <a:t>3</a:t>
                      </a:r>
                      <a:r>
                        <a:rPr lang="zh-CN" altLang="en-US" sz="1200" b="0" dirty="0">
                          <a:solidFill>
                            <a:schemeClr val="tx1"/>
                          </a:solidFill>
                          <a:latin typeface="+mj-ea"/>
                          <a:ea typeface="+mj-ea"/>
                        </a:rPr>
                        <a:t>）年固定</a:t>
                      </a:r>
                      <a:r>
                        <a:rPr lang="en-US" altLang="zh-CN" sz="1200" b="0" dirty="0">
                          <a:solidFill>
                            <a:schemeClr val="tx1"/>
                          </a:solidFill>
                          <a:latin typeface="+mj-ea"/>
                          <a:ea typeface="+mj-ea"/>
                        </a:rPr>
                        <a:t>+3</a:t>
                      </a:r>
                      <a:r>
                        <a:rPr lang="zh-CN" altLang="en-US" sz="1200" b="0">
                          <a:solidFill>
                            <a:schemeClr val="tx1"/>
                          </a:solidFill>
                          <a:latin typeface="+mj-ea"/>
                          <a:ea typeface="+mj-ea"/>
                        </a:rPr>
                        <a:t>（</a:t>
                      </a:r>
                      <a:r>
                        <a:rPr lang="en-US" altLang="zh-CN" sz="1200" b="0">
                          <a:solidFill>
                            <a:schemeClr val="tx1"/>
                          </a:solidFill>
                          <a:latin typeface="+mj-ea"/>
                          <a:ea typeface="+mj-ea"/>
                        </a:rPr>
                        <a:t>2</a:t>
                      </a:r>
                      <a:r>
                        <a:rPr lang="zh-CN" altLang="en-US" sz="1200" b="0">
                          <a:solidFill>
                            <a:schemeClr val="tx1"/>
                          </a:solidFill>
                          <a:latin typeface="+mj-ea"/>
                          <a:ea typeface="+mj-ea"/>
                        </a:rPr>
                        <a:t>）年浮動）</a:t>
                      </a:r>
                      <a:endParaRPr lang="zh-CN" altLang="en-US" sz="1200" b="0" dirty="0">
                        <a:solidFill>
                          <a:schemeClr val="tx1"/>
                        </a:solidFill>
                        <a:latin typeface="+mj-ea"/>
                        <a:ea typeface="+mj-ea"/>
                      </a:endParaRPr>
                    </a:p>
                  </a:txBody>
                  <a:tcPr anchor="ctr">
                    <a:lnL w="12700" cmpd="sng">
                      <a:solidFill>
                        <a:srgbClr val="FFFFFF"/>
                      </a:solidFill>
                    </a:lnL>
                    <a:lnR w="12700" cmpd="sng">
                      <a:solidFill>
                        <a:srgbClr val="FFFFFF"/>
                      </a:solidFill>
                    </a:lnR>
                    <a:lnT w="19050" cap="flat" cmpd="sng" algn="ctr">
                      <a:solidFill>
                        <a:srgbClr val="FFFFFF"/>
                      </a:solidFill>
                      <a:prstDash val="solid"/>
                      <a:round/>
                      <a:headEnd type="none" w="med" len="med"/>
                      <a:tailEnd type="none" w="med" len="med"/>
                    </a:lnT>
                    <a:lnB w="12700" cmpd="sng">
                      <a:solidFill>
                        <a:srgbClr val="FFFFFF"/>
                      </a:solidFill>
                    </a:lnB>
                    <a:solidFill>
                      <a:srgbClr val="DAEEF7"/>
                    </a:solidFill>
                  </a:tcPr>
                </a:tc>
                <a:extLst>
                  <a:ext uri="{0D108BD9-81ED-4DB2-BD59-A6C34878D82A}">
                    <a16:rowId xmlns:a16="http://schemas.microsoft.com/office/drawing/2014/main" val="187881647"/>
                  </a:ext>
                </a:extLst>
              </a:tr>
              <a:tr h="431579">
                <a:tc>
                  <a:txBody>
                    <a:bodyPr/>
                    <a:lstStyle/>
                    <a:p>
                      <a:r>
                        <a:rPr lang="zh-CN" altLang="en-US" sz="1300" b="1" dirty="0">
                          <a:solidFill>
                            <a:srgbClr val="FFFFFF"/>
                          </a:solidFill>
                          <a:latin typeface="+mj-ea"/>
                          <a:ea typeface="+mj-ea"/>
                        </a:rPr>
                        <a:t>量</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56082"/>
                    </a:solidFill>
                  </a:tcPr>
                </a:tc>
                <a:tc>
                  <a:txBody>
                    <a:bodyPr/>
                    <a:lstStyle/>
                    <a:p>
                      <a:r>
                        <a:rPr lang="zh-CN" altLang="en-US" sz="1200" b="0">
                          <a:solidFill>
                            <a:schemeClr val="tx1"/>
                          </a:solidFill>
                          <a:latin typeface="+mj-ea"/>
                          <a:ea typeface="+mj-ea"/>
                        </a:rPr>
                        <a:t>靈活調整</a:t>
                      </a:r>
                      <a:endParaRPr lang="zh-CN" altLang="en-US" sz="1200" b="0" dirty="0">
                        <a:solidFill>
                          <a:schemeClr val="tx1"/>
                        </a:solidFill>
                        <a:latin typeface="+mj-ea"/>
                        <a:ea typeface="+mj-ea"/>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2F2F2"/>
                    </a:solidFill>
                  </a:tcPr>
                </a:tc>
                <a:tc>
                  <a:txBody>
                    <a:bodyPr/>
                    <a:lstStyle/>
                    <a:p>
                      <a:r>
                        <a:rPr lang="zh-CN" altLang="en-US" sz="1200" b="0">
                          <a:solidFill>
                            <a:schemeClr val="tx1"/>
                          </a:solidFill>
                          <a:latin typeface="+mj-ea"/>
                          <a:ea typeface="+mj-ea"/>
                        </a:rPr>
                        <a:t>承諾分配</a:t>
                      </a:r>
                      <a:endParaRPr lang="zh-CN" altLang="en-US" sz="1200" b="0" dirty="0">
                        <a:solidFill>
                          <a:schemeClr val="tx1"/>
                        </a:solidFill>
                        <a:latin typeface="+mj-ea"/>
                        <a:ea typeface="+mj-ea"/>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DAEEF7"/>
                    </a:solidFill>
                  </a:tcPr>
                </a:tc>
                <a:extLst>
                  <a:ext uri="{0D108BD9-81ED-4DB2-BD59-A6C34878D82A}">
                    <a16:rowId xmlns:a16="http://schemas.microsoft.com/office/drawing/2014/main" val="2885690811"/>
                  </a:ext>
                </a:extLst>
              </a:tr>
              <a:tr h="776842">
                <a:tc>
                  <a:txBody>
                    <a:bodyPr/>
                    <a:lstStyle/>
                    <a:p>
                      <a:r>
                        <a:rPr lang="zh-CN" altLang="en-US" sz="1300" b="1">
                          <a:solidFill>
                            <a:srgbClr val="FFFFFF"/>
                          </a:solidFill>
                          <a:latin typeface="+mj-ea"/>
                          <a:ea typeface="+mj-ea"/>
                        </a:rPr>
                        <a:t>價格</a:t>
                      </a:r>
                      <a:endParaRPr lang="zh-CN" altLang="en-US" sz="1300" b="1" dirty="0">
                        <a:solidFill>
                          <a:srgbClr val="FFFFFF"/>
                        </a:solidFill>
                        <a:latin typeface="+mj-ea"/>
                        <a:ea typeface="+mj-ea"/>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56082"/>
                    </a:solidFill>
                  </a:tcPr>
                </a:tc>
                <a:tc>
                  <a:txBody>
                    <a:bodyPr/>
                    <a:lstStyle/>
                    <a:p>
                      <a:r>
                        <a:rPr lang="zh-CN" altLang="en-US" sz="1200" b="0">
                          <a:solidFill>
                            <a:schemeClr val="tx1"/>
                          </a:solidFill>
                          <a:latin typeface="+mj-ea"/>
                          <a:ea typeface="+mj-ea"/>
                        </a:rPr>
                        <a:t>靈活調整</a:t>
                      </a:r>
                      <a:endParaRPr lang="zh-CN" altLang="en-US" sz="1200" b="0" dirty="0">
                        <a:solidFill>
                          <a:schemeClr val="tx1"/>
                        </a:solidFill>
                        <a:latin typeface="+mj-ea"/>
                        <a:ea typeface="+mj-ea"/>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2F2F2"/>
                    </a:solidFill>
                  </a:tcPr>
                </a:tc>
                <a:tc>
                  <a:txBody>
                    <a:bodyPr/>
                    <a:lstStyle/>
                    <a:p>
                      <a:r>
                        <a:rPr lang="zh-CN" altLang="en-US" sz="1200" b="0">
                          <a:solidFill>
                            <a:schemeClr val="tx1"/>
                          </a:solidFill>
                          <a:latin typeface="+mj-ea"/>
                          <a:ea typeface="+mj-ea"/>
                        </a:rPr>
                        <a:t>固定公式，重要參數包括價格範圍、最少價格、領口價格等</a:t>
                      </a:r>
                      <a:r>
                        <a:rPr lang="en-US" altLang="zh-CN" sz="1200" b="0">
                          <a:solidFill>
                            <a:schemeClr val="tx1"/>
                          </a:solidFill>
                          <a:latin typeface="+mj-ea"/>
                          <a:ea typeface="+mj-ea"/>
                        </a:rPr>
                        <a:t>.</a:t>
                      </a:r>
                      <a:endParaRPr lang="zh-CN" altLang="en-US" sz="1200" b="0" dirty="0">
                        <a:solidFill>
                          <a:schemeClr val="tx1"/>
                        </a:solidFill>
                        <a:latin typeface="+mj-ea"/>
                        <a:ea typeface="+mj-ea"/>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DAEEF7"/>
                    </a:solidFill>
                  </a:tcPr>
                </a:tc>
                <a:extLst>
                  <a:ext uri="{0D108BD9-81ED-4DB2-BD59-A6C34878D82A}">
                    <a16:rowId xmlns:a16="http://schemas.microsoft.com/office/drawing/2014/main" val="3579157537"/>
                  </a:ext>
                </a:extLst>
              </a:tr>
              <a:tr h="755264">
                <a:tc>
                  <a:txBody>
                    <a:bodyPr/>
                    <a:lstStyle/>
                    <a:p>
                      <a:r>
                        <a:rPr lang="zh-CN" altLang="en-US" sz="1300" b="1">
                          <a:solidFill>
                            <a:srgbClr val="FFFFFF"/>
                          </a:solidFill>
                          <a:latin typeface="+mj-ea"/>
                          <a:ea typeface="+mj-ea"/>
                        </a:rPr>
                        <a:t>客戶承諾</a:t>
                      </a:r>
                      <a:endParaRPr lang="zh-CN" altLang="en-US" sz="1300" b="1" dirty="0">
                        <a:solidFill>
                          <a:srgbClr val="FFFFFF"/>
                        </a:solidFill>
                        <a:latin typeface="+mj-ea"/>
                        <a:ea typeface="+mj-ea"/>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56082"/>
                    </a:solidFill>
                  </a:tcPr>
                </a:tc>
                <a:tc>
                  <a:txBody>
                    <a:bodyPr/>
                    <a:lstStyle/>
                    <a:p>
                      <a:r>
                        <a:rPr lang="zh-CN" altLang="en-US" sz="1200" b="0">
                          <a:solidFill>
                            <a:schemeClr val="tx1"/>
                          </a:solidFill>
                          <a:latin typeface="+mj-ea"/>
                          <a:ea typeface="+mj-ea"/>
                        </a:rPr>
                        <a:t>限額罰款，綁定相對較弱</a:t>
                      </a:r>
                      <a:endParaRPr lang="zh-CN" altLang="en-US" sz="1200" b="0" dirty="0">
                        <a:solidFill>
                          <a:schemeClr val="tx1"/>
                        </a:solidFill>
                        <a:latin typeface="+mj-ea"/>
                        <a:ea typeface="+mj-ea"/>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2F2F2"/>
                    </a:solidFill>
                  </a:tcPr>
                </a:tc>
                <a:tc>
                  <a:txBody>
                    <a:bodyPr/>
                    <a:lstStyle/>
                    <a:p>
                      <a:r>
                        <a:rPr lang="zh-CN" altLang="en-US" sz="1200" b="0">
                          <a:solidFill>
                            <a:schemeClr val="tx1"/>
                          </a:solidFill>
                          <a:latin typeface="+mj-ea"/>
                          <a:ea typeface="+mj-ea"/>
                        </a:rPr>
                        <a:t>預付款、抵押、財務投資承諾、産能共建等</a:t>
                      </a:r>
                      <a:endParaRPr lang="zh-CN" altLang="en-US" sz="1200" b="0" dirty="0">
                        <a:solidFill>
                          <a:schemeClr val="tx1"/>
                        </a:solidFill>
                        <a:latin typeface="+mj-ea"/>
                        <a:ea typeface="+mj-ea"/>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DAEEF7"/>
                    </a:solidFill>
                  </a:tcPr>
                </a:tc>
                <a:extLst>
                  <a:ext uri="{0D108BD9-81ED-4DB2-BD59-A6C34878D82A}">
                    <a16:rowId xmlns:a16="http://schemas.microsoft.com/office/drawing/2014/main" val="1204737094"/>
                  </a:ext>
                </a:extLst>
              </a:tr>
              <a:tr h="841579">
                <a:tc>
                  <a:txBody>
                    <a:bodyPr/>
                    <a:lstStyle/>
                    <a:p>
                      <a:r>
                        <a:rPr lang="zh-CN" altLang="en-US" sz="1300" b="1">
                          <a:solidFill>
                            <a:srgbClr val="FFFFFF"/>
                          </a:solidFill>
                          <a:latin typeface="+mj-ea"/>
                          <a:ea typeface="+mj-ea"/>
                        </a:rPr>
                        <a:t>對供應商益處</a:t>
                      </a:r>
                      <a:endParaRPr lang="zh-CN" altLang="en-US" sz="1300" b="1" dirty="0">
                        <a:solidFill>
                          <a:srgbClr val="FFFFFF"/>
                        </a:solidFill>
                        <a:latin typeface="+mj-ea"/>
                        <a:ea typeface="+mj-ea"/>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56082"/>
                    </a:solidFill>
                  </a:tcPr>
                </a:tc>
                <a:tc>
                  <a:txBody>
                    <a:bodyPr/>
                    <a:lstStyle/>
                    <a:p>
                      <a:r>
                        <a:rPr lang="zh-CN" altLang="en-US" sz="1200" b="0">
                          <a:solidFill>
                            <a:schemeClr val="tx1"/>
                          </a:solidFill>
                          <a:latin typeface="+mj-ea"/>
                          <a:ea typeface="+mj-ea"/>
                        </a:rPr>
                        <a:t>部分需求能見度</a:t>
                      </a:r>
                      <a:endParaRPr lang="zh-CN" altLang="en-US" sz="1200" b="0" dirty="0">
                        <a:solidFill>
                          <a:schemeClr val="tx1"/>
                        </a:solidFill>
                        <a:latin typeface="+mj-ea"/>
                        <a:ea typeface="+mj-ea"/>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2F2F2"/>
                    </a:solidFill>
                  </a:tcPr>
                </a:tc>
                <a:tc>
                  <a:txBody>
                    <a:bodyPr/>
                    <a:lstStyle/>
                    <a:p>
                      <a:r>
                        <a:rPr lang="zh-CN" altLang="en-US" sz="1200" b="0" dirty="0">
                          <a:solidFill>
                            <a:schemeClr val="tx1"/>
                          </a:solidFill>
                          <a:latin typeface="+mj-ea"/>
                          <a:ea typeface="+mj-ea"/>
                        </a:rPr>
                        <a:t>收入能見度、盈利保護、前置現金流入，增强産能規劃</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DAEEF7"/>
                    </a:solidFill>
                  </a:tcPr>
                </a:tc>
                <a:extLst>
                  <a:ext uri="{0D108BD9-81ED-4DB2-BD59-A6C34878D82A}">
                    <a16:rowId xmlns:a16="http://schemas.microsoft.com/office/drawing/2014/main" val="3884489787"/>
                  </a:ext>
                </a:extLst>
              </a:tr>
            </a:tbl>
          </a:graphicData>
        </a:graphic>
      </p:graphicFrame>
      <p:sp>
        <p:nvSpPr>
          <p:cNvPr id="8" name="文本占位符 6">
            <a:extLst>
              <a:ext uri="{FF2B5EF4-FFF2-40B4-BE49-F238E27FC236}">
                <a16:creationId xmlns:a16="http://schemas.microsoft.com/office/drawing/2014/main" id="{3E2686E7-1960-AD9B-ADF7-6D32749E55F4}"/>
              </a:ext>
            </a:extLst>
          </p:cNvPr>
          <p:cNvSpPr txBox="1">
            <a:spLocks/>
          </p:cNvSpPr>
          <p:nvPr/>
        </p:nvSpPr>
        <p:spPr>
          <a:xfrm>
            <a:off x="3472605" y="1661099"/>
            <a:ext cx="5384800" cy="3524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zh-CN" altLang="en-US" sz="1400" b="1" i="0" u="none" strike="noStrike" kern="1200" cap="none" spc="0" normalizeH="0" baseline="0" noProof="0">
                <a:ln>
                  <a:noFill/>
                </a:ln>
                <a:solidFill>
                  <a:srgbClr val="2660AD"/>
                </a:solidFill>
                <a:effectLst/>
                <a:uLnTx/>
                <a:uFillTx/>
                <a:latin typeface="Calibri"/>
                <a:ea typeface="微软雅黑"/>
                <a:cs typeface="Arial" charset="0"/>
              </a:rPr>
              <a:t>本輪存儲長協框架與傳統框架顯著不同</a:t>
            </a:r>
            <a:endParaRPr kumimoji="0" lang="zh-CN" altLang="en-US" sz="1400" b="1" i="0" u="none" strike="noStrike" kern="1200" cap="none" spc="0" normalizeH="0" baseline="0" noProof="0" dirty="0">
              <a:ln>
                <a:noFill/>
              </a:ln>
              <a:solidFill>
                <a:srgbClr val="2660AD"/>
              </a:solidFill>
              <a:effectLst/>
              <a:uLnTx/>
              <a:uFillTx/>
              <a:latin typeface="Calibri"/>
              <a:ea typeface="微软雅黑"/>
              <a:cs typeface="Arial" charset="0"/>
            </a:endParaRPr>
          </a:p>
        </p:txBody>
      </p:sp>
      <p:sp>
        <p:nvSpPr>
          <p:cNvPr id="3" name="文本框 6">
            <a:extLst>
              <a:ext uri="{FF2B5EF4-FFF2-40B4-BE49-F238E27FC236}">
                <a16:creationId xmlns:a16="http://schemas.microsoft.com/office/drawing/2014/main" id="{482B3F19-153E-9C09-880E-CD4FCFA5B59C}"/>
              </a:ext>
            </a:extLst>
          </p:cNvPr>
          <p:cNvSpPr txBox="1"/>
          <p:nvPr/>
        </p:nvSpPr>
        <p:spPr>
          <a:xfrm>
            <a:off x="633709" y="909805"/>
            <a:ext cx="11062592" cy="477054"/>
          </a:xfrm>
          <a:prstGeom prst="rect">
            <a:avLst/>
          </a:prstGeom>
          <a:noFill/>
        </p:spPr>
        <p:txBody>
          <a:bodyPr wrap="square" rtlCol="0">
            <a:spAutoFit/>
          </a:bodyPr>
          <a:lstStyle/>
          <a:p>
            <a:pPr marL="285750" lvl="2" indent="-285750" fontAlgn="base">
              <a:lnSpc>
                <a:spcPts val="1500"/>
              </a:lnSpc>
              <a:spcAft>
                <a:spcPts val="300"/>
              </a:spcAft>
              <a:buClr>
                <a:srgbClr val="2660AD">
                  <a:lumMod val="50000"/>
                </a:srgbClr>
              </a:buClr>
              <a:buFont typeface="Arial" panose="020B0604020202090204" pitchFamily="34" charset="0"/>
              <a:buChar char="•"/>
              <a:defRPr/>
            </a:pPr>
            <a:r>
              <a:rPr lang="zh-CN" altLang="en-US" sz="1400" b="1">
                <a:solidFill>
                  <a:srgbClr val="515052">
                    <a:lumMod val="50000"/>
                  </a:srgbClr>
                </a:solidFill>
                <a:latin typeface="+mj-lt"/>
                <a:ea typeface="+mj-ea"/>
                <a:cs typeface="Calibri"/>
                <a:sym typeface="+mn-lt"/>
              </a:rPr>
              <a:t>台積電：</a:t>
            </a:r>
            <a:r>
              <a:rPr lang="en-US" altLang="zh-CN" sz="1400">
                <a:solidFill>
                  <a:srgbClr val="515052">
                    <a:lumMod val="50000"/>
                  </a:srgbClr>
                </a:solidFill>
                <a:latin typeface="+mj-lt"/>
                <a:ea typeface="+mj-ea"/>
                <a:cs typeface="Calibri"/>
                <a:sym typeface="+mn-lt"/>
              </a:rPr>
              <a:t>2015</a:t>
            </a:r>
            <a:r>
              <a:rPr lang="zh-CN" altLang="en-US" sz="1400">
                <a:solidFill>
                  <a:srgbClr val="515052">
                    <a:lumMod val="50000"/>
                  </a:srgbClr>
                </a:solidFill>
                <a:latin typeface="+mj-lt"/>
                <a:ea typeface="+mj-ea"/>
                <a:cs typeface="Calibri"/>
                <a:sym typeface="+mn-lt"/>
              </a:rPr>
              <a:t>年之前，台積電也被當作重資産周期股，用</a:t>
            </a:r>
            <a:r>
              <a:rPr lang="en-US" altLang="zh-CN" sz="1400">
                <a:solidFill>
                  <a:srgbClr val="515052">
                    <a:lumMod val="50000"/>
                  </a:srgbClr>
                </a:solidFill>
                <a:latin typeface="+mj-lt"/>
                <a:ea typeface="+mj-ea"/>
                <a:cs typeface="Calibri"/>
                <a:sym typeface="+mn-lt"/>
              </a:rPr>
              <a:t>P</a:t>
            </a:r>
            <a:r>
              <a:rPr lang="en-US" altLang="zh-CN" sz="1400" dirty="0">
                <a:solidFill>
                  <a:srgbClr val="515052">
                    <a:lumMod val="50000"/>
                  </a:srgbClr>
                </a:solidFill>
                <a:latin typeface="+mj-lt"/>
                <a:ea typeface="+mj-ea"/>
                <a:cs typeface="Calibri"/>
                <a:sym typeface="+mn-lt"/>
              </a:rPr>
              <a:t>/B</a:t>
            </a:r>
            <a:r>
              <a:rPr lang="zh-CN" altLang="en-US" sz="1400" dirty="0">
                <a:solidFill>
                  <a:srgbClr val="515052">
                    <a:lumMod val="50000"/>
                  </a:srgbClr>
                </a:solidFill>
                <a:latin typeface="+mj-lt"/>
                <a:ea typeface="+mj-ea"/>
                <a:cs typeface="Calibri"/>
                <a:sym typeface="+mn-lt"/>
              </a:rPr>
              <a:t>估值</a:t>
            </a:r>
            <a:r>
              <a:rPr lang="zh-CN" altLang="en-US" sz="1400">
                <a:solidFill>
                  <a:srgbClr val="515052">
                    <a:lumMod val="50000"/>
                  </a:srgbClr>
                </a:solidFill>
                <a:latin typeface="+mj-lt"/>
                <a:ea typeface="+mj-ea"/>
                <a:cs typeface="Calibri"/>
                <a:sym typeface="+mn-lt"/>
              </a:rPr>
              <a:t>。</a:t>
            </a:r>
            <a:r>
              <a:rPr lang="en-US" altLang="zh-CN" sz="1400">
                <a:solidFill>
                  <a:srgbClr val="515052">
                    <a:lumMod val="50000"/>
                  </a:srgbClr>
                </a:solidFill>
                <a:latin typeface="+mj-lt"/>
                <a:ea typeface="+mj-ea"/>
                <a:cs typeface="Calibri"/>
                <a:sym typeface="+mn-lt"/>
              </a:rPr>
              <a:t>2014</a:t>
            </a:r>
            <a:r>
              <a:rPr lang="zh-CN" altLang="en-US" sz="1400">
                <a:solidFill>
                  <a:srgbClr val="515052">
                    <a:lumMod val="50000"/>
                  </a:srgbClr>
                </a:solidFill>
                <a:latin typeface="+mj-lt"/>
                <a:ea typeface="+mj-ea"/>
                <a:cs typeface="Calibri"/>
                <a:sym typeface="+mn-lt"/>
              </a:rPr>
              <a:t>年台積電拿下蘋果獨供合同之後，需求能見度提升，</a:t>
            </a:r>
            <a:r>
              <a:rPr lang="zh-CN" altLang="en-US" sz="1400" b="1">
                <a:solidFill>
                  <a:srgbClr val="515052">
                    <a:lumMod val="50000"/>
                  </a:srgbClr>
                </a:solidFill>
                <a:latin typeface="+mj-lt"/>
                <a:ea typeface="+mj-ea"/>
                <a:cs typeface="Calibri"/>
                <a:sym typeface="+mn-lt"/>
              </a:rPr>
              <a:t>機構投資者開始切換到</a:t>
            </a:r>
            <a:r>
              <a:rPr lang="en-US" altLang="zh-CN" sz="1400" b="1">
                <a:solidFill>
                  <a:srgbClr val="515052">
                    <a:lumMod val="50000"/>
                  </a:srgbClr>
                </a:solidFill>
                <a:latin typeface="+mj-lt"/>
                <a:ea typeface="+mj-ea"/>
                <a:cs typeface="Calibri"/>
                <a:sym typeface="+mn-lt"/>
              </a:rPr>
              <a:t>P/E</a:t>
            </a:r>
            <a:r>
              <a:rPr lang="zh-CN" altLang="en-US" sz="1400" b="1">
                <a:solidFill>
                  <a:srgbClr val="515052">
                    <a:lumMod val="50000"/>
                  </a:srgbClr>
                </a:solidFill>
                <a:latin typeface="+mj-lt"/>
                <a:ea typeface="+mj-ea"/>
                <a:cs typeface="Calibri"/>
                <a:sym typeface="+mn-lt"/>
              </a:rPr>
              <a:t>框架。此後台積電的市盈率在</a:t>
            </a:r>
            <a:r>
              <a:rPr lang="en-US" altLang="zh-CN" sz="1400" b="1">
                <a:solidFill>
                  <a:srgbClr val="515052">
                    <a:lumMod val="50000"/>
                  </a:srgbClr>
                </a:solidFill>
                <a:latin typeface="+mj-lt"/>
                <a:ea typeface="+mj-ea"/>
                <a:cs typeface="Calibri"/>
                <a:sym typeface="+mn-lt"/>
              </a:rPr>
              <a:t>10-30</a:t>
            </a:r>
            <a:r>
              <a:rPr lang="zh-CN" altLang="en-US" sz="1400" b="1">
                <a:solidFill>
                  <a:srgbClr val="515052">
                    <a:lumMod val="50000"/>
                  </a:srgbClr>
                </a:solidFill>
                <a:latin typeface="+mj-lt"/>
                <a:ea typeface="+mj-ea"/>
                <a:cs typeface="Calibri"/>
                <a:sym typeface="+mn-lt"/>
              </a:rPr>
              <a:t>倍區間運行，均值約</a:t>
            </a:r>
            <a:r>
              <a:rPr lang="en-US" altLang="zh-CN" sz="1400" b="1">
                <a:solidFill>
                  <a:srgbClr val="515052">
                    <a:lumMod val="50000"/>
                  </a:srgbClr>
                </a:solidFill>
                <a:latin typeface="+mj-lt"/>
                <a:ea typeface="+mj-ea"/>
                <a:cs typeface="Calibri"/>
                <a:sym typeface="+mn-lt"/>
              </a:rPr>
              <a:t>17</a:t>
            </a:r>
            <a:r>
              <a:rPr lang="zh-CN" altLang="en-US" sz="1400" b="1" dirty="0">
                <a:solidFill>
                  <a:srgbClr val="515052">
                    <a:lumMod val="50000"/>
                  </a:srgbClr>
                </a:solidFill>
                <a:latin typeface="+mj-lt"/>
                <a:ea typeface="+mj-ea"/>
                <a:cs typeface="Calibri"/>
                <a:sym typeface="+mn-lt"/>
              </a:rPr>
              <a:t>倍。</a:t>
            </a:r>
            <a:endParaRPr lang="en-US" altLang="zh-CN" sz="1400" b="1" dirty="0">
              <a:solidFill>
                <a:srgbClr val="515052">
                  <a:lumMod val="50000"/>
                </a:srgbClr>
              </a:solidFill>
              <a:latin typeface="+mj-lt"/>
              <a:ea typeface="+mj-ea"/>
              <a:cs typeface="Calibri"/>
              <a:sym typeface="+mn-lt"/>
            </a:endParaRPr>
          </a:p>
        </p:txBody>
      </p:sp>
      <p:sp>
        <p:nvSpPr>
          <p:cNvPr id="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16" name="LogoPic" descr="image.png"/>
          <p:cNvPicPr>
            <a:picLocks noChangeAspect="1"/>
          </p:cNvPicPr>
          <p:nvPr/>
        </p:nvPicPr>
        <p:blipFill rotWithShape="1">
          <a:blip r:embed="rId2"/>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2BECC7E2-25B8-4DCC-887D-61E61EE8A9AF}" type="slidenum">
              <a:rPr lang="en-US" sz="1000" dirty="0">
                <a:solidFill>
                  <a:srgbClr val="FFFFFF"/>
                </a:solidFill>
                <a:latin typeface="Calibri"/>
                <a:ea typeface="微软雅黑"/>
              </a:rPr>
              <a:t>42</a:t>
            </a:fld>
            <a:endParaRPr lang="en-US" sz="1000" dirty="0">
              <a:solidFill>
                <a:srgbClr val="FFFFFF"/>
              </a:solidFill>
              <a:latin typeface="Calibri"/>
              <a:ea typeface="微软雅黑"/>
            </a:endParaRPr>
          </a:p>
        </p:txBody>
      </p:sp>
      <p:sp>
        <p:nvSpPr>
          <p:cNvPr id="19" name="Title 1">
            <a:extLst>
              <a:ext uri="{FF2B5EF4-FFF2-40B4-BE49-F238E27FC236}">
                <a16:creationId xmlns:a16="http://schemas.microsoft.com/office/drawing/2014/main" id="{74812BCF-043F-E31F-9C56-90E8BA45F74D}"/>
              </a:ext>
            </a:extLst>
          </p:cNvPr>
          <p:cNvSpPr txBox="1"/>
          <p:nvPr/>
        </p:nvSpPr>
        <p:spPr>
          <a:xfrm>
            <a:off x="722376" y="411480"/>
            <a:ext cx="10972800" cy="475488"/>
          </a:xfrm>
          <a:prstGeom prst="rect">
            <a:avLst/>
          </a:prstGeom>
        </p:spPr>
        <p:txBody>
          <a:bodyPr wrap="none" lIns="0" tIns="0" rIns="0" bIns="0">
            <a:noAutofit/>
          </a:bodyPr>
          <a:lstStyle>
            <a:defPPr>
              <a:defRPr lang="en-US"/>
            </a:defPPr>
            <a:lvl1pPr marR="0" lvl="0" indent="0" fontAlgn="auto">
              <a:lnSpc>
                <a:spcPts val="2800"/>
              </a:lnSpc>
              <a:spcBef>
                <a:spcPts val="0"/>
              </a:spcBef>
              <a:spcAft>
                <a:spcPts val="0"/>
              </a:spcAft>
              <a:buClrTx/>
              <a:buSzTx/>
              <a:buFontTx/>
              <a:buNone/>
              <a:defRPr kumimoji="0" sz="2800" b="1" i="0" u="none" strike="noStrike" cap="none" spc="0" normalizeH="0" baseline="0">
                <a:ln>
                  <a:noFill/>
                </a:ln>
                <a:solidFill>
                  <a:srgbClr val="3D6FB7"/>
                </a:solidFill>
                <a:effectLst/>
                <a:uLnTx/>
                <a:uFillTx/>
                <a:latin typeface="Calibri" panose="020F0502020204030204" pitchFamily="34" charset="0"/>
                <a:ea typeface="Microsoft YaHei" panose="020B0503020204020204" pitchFamily="34" charset="-122"/>
              </a:defRPr>
            </a:lvl1pPr>
          </a:lstStyle>
          <a:p>
            <a:pPr marL="0" marR="0" lvl="0" indent="0" algn="l" defTabSz="914400" rtl="0" eaLnBrk="1" fontAlgn="auto" latinLnBrk="0" hangingPunct="1">
              <a:lnSpc>
                <a:spcPts val="2800"/>
              </a:lnSpc>
              <a:spcBef>
                <a:spcPts val="0"/>
              </a:spcBef>
              <a:spcAft>
                <a:spcPts val="0"/>
              </a:spcAft>
              <a:buClrTx/>
              <a:buSzTx/>
              <a:buFontTx/>
              <a:buNone/>
              <a:defRPr/>
            </a:pPr>
            <a:r>
              <a:rPr kumimoji="1" lang="zh-CN" altLang="en-US" sz="2800">
                <a:latin typeface="Calibri"/>
                <a:cs typeface="Calibri"/>
                <a:sym typeface="+mn-lt"/>
              </a:rPr>
              <a:t>周期估值體系改變：長協戰略</a:t>
            </a:r>
            <a:r>
              <a:rPr kumimoji="1" lang="en-US" altLang="zh-CN" sz="2800">
                <a:latin typeface="Calibri"/>
                <a:cs typeface="Calibri"/>
                <a:sym typeface="+mn-lt"/>
              </a:rPr>
              <a:t>LTA</a:t>
            </a:r>
            <a:endParaRPr kumimoji="1" lang="zh-CN" altLang="en-US" sz="2400" b="1" i="0" u="none" strike="noStrike" kern="1200" cap="none" spc="0" normalizeH="0" baseline="0" noProof="0" dirty="0">
              <a:ln>
                <a:noFill/>
              </a:ln>
              <a:solidFill>
                <a:srgbClr val="3D6FB7"/>
              </a:solidFill>
              <a:effectLst/>
              <a:uLnTx/>
              <a:uFillTx/>
              <a:latin typeface="+mj-lt"/>
              <a:cs typeface="Calibri"/>
              <a:sym typeface="+mn-lt"/>
            </a:endParaRPr>
          </a:p>
        </p:txBody>
      </p:sp>
    </p:spTree>
    <p:extLst>
      <p:ext uri="{BB962C8B-B14F-4D97-AF65-F5344CB8AC3E}">
        <p14:creationId xmlns:p14="http://schemas.microsoft.com/office/powerpoint/2010/main" val="41540407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txBox="1"/>
          <p:nvPr/>
        </p:nvSpPr>
        <p:spPr>
          <a:xfrm>
            <a:off x="722376" y="411480"/>
            <a:ext cx="10972800" cy="475488"/>
          </a:xfrm>
          <a:prstGeom prst="rect">
            <a:avLst/>
          </a:prstGeom>
        </p:spPr>
        <p:txBody>
          <a:bodyPr wrap="none" lIns="0" tIns="0" rIns="0" bIns="0">
            <a:noAutofit/>
          </a:bodyPr>
          <a:lstStyle>
            <a:defPPr>
              <a:defRPr lang="en-US"/>
            </a:defPPr>
            <a:lvl1pPr marR="0" lvl="0" indent="0" fontAlgn="auto">
              <a:lnSpc>
                <a:spcPts val="2800"/>
              </a:lnSpc>
              <a:spcBef>
                <a:spcPts val="0"/>
              </a:spcBef>
              <a:spcAft>
                <a:spcPts val="0"/>
              </a:spcAft>
              <a:buClrTx/>
              <a:buSzTx/>
              <a:buFontTx/>
              <a:buNone/>
              <a:defRPr kumimoji="0" sz="2800" b="1" i="0" u="none" strike="noStrike" cap="none" spc="0" normalizeH="0" baseline="0">
                <a:ln>
                  <a:noFill/>
                </a:ln>
                <a:solidFill>
                  <a:srgbClr val="3D6FB7"/>
                </a:solidFill>
                <a:effectLst/>
                <a:uLnTx/>
                <a:uFillTx/>
                <a:latin typeface="Calibri" panose="020F0502020204030204" pitchFamily="34" charset="0"/>
                <a:ea typeface="Microsoft YaHei" panose="020B0503020204020204" pitchFamily="34" charset="-122"/>
              </a:defRPr>
            </a:lvl1pPr>
          </a:lstStyle>
          <a:p>
            <a:r>
              <a:rPr kumimoji="1" lang="zh-CN" altLang="en-US" sz="2800">
                <a:latin typeface="Calibri"/>
                <a:cs typeface="Calibri"/>
                <a:sym typeface="+mn-lt"/>
              </a:rPr>
              <a:t>産能受限：</a:t>
            </a:r>
            <a:r>
              <a:rPr lang="zh-CN" altLang="en-US" sz="2800">
                <a:solidFill>
                  <a:schemeClr val="tx2"/>
                </a:solidFill>
                <a:latin typeface="Calibri"/>
                <a:ea typeface="微软雅黑"/>
              </a:rPr>
              <a:t>潔淨室與擴産落地瓶頸</a:t>
            </a:r>
            <a:endParaRPr lang="zh-CN" altLang="en-US" sz="2800" dirty="0">
              <a:solidFill>
                <a:schemeClr val="tx2"/>
              </a:solidFill>
              <a:latin typeface="Calibri"/>
              <a:ea typeface="微软雅黑"/>
            </a:endParaRPr>
          </a:p>
        </p:txBody>
      </p:sp>
      <p:sp>
        <p:nvSpPr>
          <p:cNvPr id="18" name="Text Placeholder 15"/>
          <p:cNvSpPr txBox="1"/>
          <p:nvPr/>
        </p:nvSpPr>
        <p:spPr>
          <a:xfrm>
            <a:off x="362155" y="6212103"/>
            <a:ext cx="11145838" cy="389508"/>
          </a:xfrm>
          <a:prstGeom prst="rect">
            <a:avLst/>
          </a:prstGeom>
          <a:noFill/>
        </p:spPr>
        <p:txBody>
          <a:bodyPr lIns="0" tIns="0" rIns="0" bIns="0" anchor="ctr" anchorCtr="0"/>
          <a:lstStyle>
            <a:lvl1pPr marL="0" indent="0" algn="l" defTabSz="914400" rtl="0" eaLnBrk="1" latinLnBrk="0" hangingPunct="1">
              <a:lnSpc>
                <a:spcPct val="90000"/>
              </a:lnSpc>
              <a:spcBef>
                <a:spcPts val="1000"/>
              </a:spcBef>
              <a:buFont typeface="Arial" panose="020B0604020202090204" pitchFamily="34" charset="0"/>
              <a:buNone/>
              <a:defRPr sz="1000" kern="1200">
                <a:solidFill>
                  <a:srgbClr val="404F5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a:lnSpc>
                <a:spcPct val="100000"/>
              </a:lnSpc>
              <a:spcBef>
                <a:spcPts val="0"/>
              </a:spcBef>
              <a:defRPr/>
            </a:pPr>
            <a:r>
              <a:rPr kumimoji="0" lang="zh-TW" altLang="en-US" sz="800" b="0" i="0" u="none" strike="noStrike" kern="1200" cap="none" spc="0" normalizeH="0" baseline="0" noProof="0">
                <a:ln>
                  <a:noFill/>
                </a:ln>
                <a:solidFill>
                  <a:srgbClr val="404F56"/>
                </a:solidFill>
                <a:effectLst/>
                <a:uLnTx/>
                <a:uFillTx/>
                <a:latin typeface="Calibri"/>
                <a:ea typeface="微軟正黑體"/>
                <a:cs typeface="+mn-cs"/>
              </a:rPr>
              <a:t>資料來源：</a:t>
            </a:r>
            <a:r>
              <a:rPr kumimoji="0" lang="zh-CN" altLang="en-US" sz="800" b="0" i="0" u="none" strike="noStrike" kern="1200" cap="none" spc="0" normalizeH="0" baseline="0" noProof="0">
                <a:ln>
                  <a:noFill/>
                </a:ln>
                <a:solidFill>
                  <a:srgbClr val="404F56"/>
                </a:solidFill>
                <a:effectLst/>
                <a:uLnTx/>
                <a:uFillTx/>
                <a:latin typeface="Calibri"/>
                <a:ea typeface="微軟正黑體"/>
                <a:cs typeface="+mn-cs"/>
              </a:rPr>
              <a:t>公司官網，産能預測數據來自高盛</a:t>
            </a:r>
            <a:endParaRPr kumimoji="0" lang="en-US" altLang="zh-HK" sz="800" b="0" i="0" u="none" strike="noStrike" kern="1200" cap="none" spc="0" normalizeH="0" baseline="0" noProof="0" dirty="0">
              <a:ln>
                <a:noFill/>
              </a:ln>
              <a:solidFill>
                <a:srgbClr val="404F56"/>
              </a:solidFill>
              <a:effectLst/>
              <a:uLnTx/>
              <a:uFillTx/>
              <a:latin typeface="Calibri"/>
              <a:ea typeface="微軟正黑體"/>
              <a:cs typeface="+mn-cs"/>
            </a:endParaRPr>
          </a:p>
        </p:txBody>
      </p:sp>
      <p:sp>
        <p:nvSpPr>
          <p:cNvPr id="22" name="TextBox 21"/>
          <p:cNvSpPr txBox="1"/>
          <p:nvPr/>
        </p:nvSpPr>
        <p:spPr>
          <a:xfrm>
            <a:off x="666291" y="1097131"/>
            <a:ext cx="10868484" cy="515526"/>
          </a:xfrm>
          <a:prstGeom prst="rect">
            <a:avLst/>
          </a:prstGeom>
          <a:noFill/>
        </p:spPr>
        <p:txBody>
          <a:bodyPr wrap="square">
            <a:spAutoFit/>
          </a:bodyPr>
          <a:lstStyle>
            <a:defPPr>
              <a:defRPr lang="en-US"/>
            </a:defPPr>
            <a:lvl1pPr marL="285750" indent="-285750">
              <a:spcAft>
                <a:spcPts val="600"/>
              </a:spcAft>
              <a:buClr>
                <a:schemeClr val="tx2">
                  <a:lumMod val="50000"/>
                </a:schemeClr>
              </a:buClr>
              <a:buFont typeface="Wingdings" panose="05000000000000000000" pitchFamily="2" charset="2"/>
              <a:buChar char="v"/>
              <a:defRPr sz="1400">
                <a:solidFill>
                  <a:schemeClr val="tx1">
                    <a:lumMod val="75000"/>
                  </a:schemeClr>
                </a:solidFill>
                <a:latin typeface="+mj-lt"/>
                <a:ea typeface="Microsoft YaHei" panose="020B0503020204020204" pitchFamily="34" charset="-122"/>
                <a:cs typeface="Times New Roman" panose="02020503050405090304" pitchFamily="18" charset="0"/>
              </a:defRPr>
            </a:lvl1pPr>
            <a:lvl2pPr marL="742950" lvl="1" indent="-285750">
              <a:spcAft>
                <a:spcPts val="600"/>
              </a:spcAft>
              <a:buClr>
                <a:schemeClr val="tx2">
                  <a:lumMod val="50000"/>
                </a:schemeClr>
              </a:buClr>
              <a:buFont typeface="Wingdings" panose="05000000000000000000" pitchFamily="2" charset="2"/>
              <a:buChar char="v"/>
              <a:defRPr sz="1200"/>
            </a:lvl2pPr>
          </a:lstStyle>
          <a:p>
            <a:pPr marL="285750" lvl="2" indent="-285750" fontAlgn="base">
              <a:lnSpc>
                <a:spcPts val="1500"/>
              </a:lnSpc>
              <a:spcAft>
                <a:spcPts val="300"/>
              </a:spcAft>
              <a:buClr>
                <a:srgbClr val="2660AD">
                  <a:lumMod val="50000"/>
                </a:srgbClr>
              </a:buClr>
              <a:buFont typeface="Arial" panose="020B0604020202090204" pitchFamily="34" charset="0"/>
              <a:buChar char="•"/>
              <a:defRPr/>
            </a:pPr>
            <a:r>
              <a:rPr lang="zh-CN" altLang="en-US" sz="1400">
                <a:solidFill>
                  <a:srgbClr val="515052">
                    <a:lumMod val="50000"/>
                  </a:srgbClr>
                </a:solidFill>
                <a:cs typeface="Calibri"/>
                <a:sym typeface="+mn-lt"/>
              </a:rPr>
              <a:t>目前供給瓶頸的核心卡點在潔淨室（建設周期</a:t>
            </a:r>
            <a:r>
              <a:rPr lang="en-US" altLang="zh-CN" sz="1400">
                <a:solidFill>
                  <a:srgbClr val="515052">
                    <a:lumMod val="50000"/>
                  </a:srgbClr>
                </a:solidFill>
                <a:cs typeface="Calibri"/>
                <a:sym typeface="+mn-lt"/>
              </a:rPr>
              <a:t>1</a:t>
            </a:r>
            <a:r>
              <a:rPr lang="zh-CN" altLang="en-US" sz="1400">
                <a:solidFill>
                  <a:srgbClr val="515052">
                    <a:lumMod val="50000"/>
                  </a:srgbClr>
                </a:solidFill>
                <a:cs typeface="Calibri"/>
                <a:sym typeface="+mn-lt"/>
              </a:rPr>
              <a:t>年半以上），其重投資、長周期的屬性决定了</a:t>
            </a:r>
            <a:r>
              <a:rPr lang="zh-CN" altLang="en-US" sz="1400" b="1">
                <a:solidFill>
                  <a:schemeClr val="accent1"/>
                </a:solidFill>
                <a:cs typeface="Calibri"/>
                <a:sym typeface="+mn-lt"/>
              </a:rPr>
              <a:t>短期內無法彎道超車</a:t>
            </a:r>
            <a:endParaRPr lang="en-US" altLang="zh-CN" sz="1400" b="1" dirty="0">
              <a:solidFill>
                <a:schemeClr val="accent1"/>
              </a:solidFill>
              <a:cs typeface="Calibri"/>
              <a:sym typeface="+mn-lt"/>
            </a:endParaRPr>
          </a:p>
          <a:p>
            <a:pPr marL="285750" lvl="2" indent="-285750" fontAlgn="base">
              <a:lnSpc>
                <a:spcPts val="1500"/>
              </a:lnSpc>
              <a:spcAft>
                <a:spcPts val="300"/>
              </a:spcAft>
              <a:buClr>
                <a:srgbClr val="2660AD">
                  <a:lumMod val="50000"/>
                </a:srgbClr>
              </a:buClr>
              <a:buFont typeface="Arial" panose="020B0604020202090204" pitchFamily="34" charset="0"/>
              <a:buChar char="•"/>
              <a:defRPr/>
            </a:pPr>
            <a:r>
              <a:rPr lang="zh-CN" altLang="en-US" sz="1400">
                <a:cs typeface="Calibri"/>
                <a:sym typeface="+mn-lt"/>
              </a:rPr>
              <a:t>擴産落地提前，底層邏輯清晰：在簽署長單成爲標配的當下，誰先把潔淨室跑通投産，誰就鎖定未來</a:t>
            </a:r>
            <a:r>
              <a:rPr lang="zh-CN" altLang="en-US" sz="1400" b="1">
                <a:solidFill>
                  <a:schemeClr val="accent1"/>
                </a:solidFill>
                <a:cs typeface="Calibri"/>
                <a:sym typeface="+mn-lt"/>
              </a:rPr>
              <a:t>短中期的訂單和定價權。</a:t>
            </a:r>
            <a:endParaRPr lang="en-US" altLang="zh-CN" sz="1400" b="1" dirty="0">
              <a:solidFill>
                <a:schemeClr val="accent1"/>
              </a:solidFill>
              <a:latin typeface="Calibri"/>
              <a:ea typeface="Calibri"/>
              <a:cs typeface="Calibri"/>
              <a:sym typeface="+mn-lt"/>
            </a:endParaRPr>
          </a:p>
        </p:txBody>
      </p:sp>
      <p:grpSp>
        <p:nvGrpSpPr>
          <p:cNvPr id="32" name="Group 31"/>
          <p:cNvGrpSpPr/>
          <p:nvPr/>
        </p:nvGrpSpPr>
        <p:grpSpPr>
          <a:xfrm>
            <a:off x="694054" y="2319441"/>
            <a:ext cx="4759693" cy="1438977"/>
            <a:chOff x="6736079" y="3070859"/>
            <a:chExt cx="4759693" cy="1438977"/>
          </a:xfrm>
        </p:grpSpPr>
        <p:sp>
          <p:nvSpPr>
            <p:cNvPr id="28" name="Shape 8"/>
            <p:cNvSpPr/>
            <p:nvPr/>
          </p:nvSpPr>
          <p:spPr>
            <a:xfrm>
              <a:off x="6736079" y="3070859"/>
              <a:ext cx="4759693" cy="1438977"/>
            </a:xfrm>
            <a:prstGeom prst="roundRect">
              <a:avLst>
                <a:gd name="adj" fmla="val 3846"/>
              </a:avLst>
            </a:prstGeom>
            <a:solidFill>
              <a:srgbClr val="F5F7FA"/>
            </a:solidFill>
            <a:ln w="6350">
              <a:solidFill>
                <a:srgbClr val="D8DEE6"/>
              </a:solidFill>
              <a:prstDash val="solid"/>
            </a:ln>
          </p:spPr>
          <p:txBody>
            <a:bodyPr/>
            <a:lstStyle/>
            <a:p>
              <a:endParaRPr lang="en-US"/>
            </a:p>
          </p:txBody>
        </p:sp>
        <p:sp>
          <p:nvSpPr>
            <p:cNvPr id="29" name="Text 9"/>
            <p:cNvSpPr/>
            <p:nvPr/>
          </p:nvSpPr>
          <p:spPr>
            <a:xfrm>
              <a:off x="6918960" y="3134867"/>
              <a:ext cx="4316930" cy="1272941"/>
            </a:xfrm>
            <a:prstGeom prst="rect">
              <a:avLst/>
            </a:prstGeom>
            <a:noFill/>
          </p:spPr>
          <p:txBody>
            <a:bodyPr wrap="square" lIns="0" tIns="0" rIns="0" bIns="0" rtlCol="0" anchor="ctr"/>
            <a:lstStyle/>
            <a:p>
              <a:pPr marL="0" indent="0">
                <a:lnSpc>
                  <a:spcPts val="1400"/>
                </a:lnSpc>
                <a:buNone/>
              </a:pPr>
              <a:r>
                <a:rPr lang="en-US" sz="1400" b="1" dirty="0">
                  <a:solidFill>
                    <a:srgbClr val="1A5CA8"/>
                  </a:solidFill>
                  <a:latin typeface="Trebuchet MS" panose="020B0703020202090204" pitchFamily="34" charset="0"/>
                  <a:ea typeface="Trebuchet MS" panose="020B0703020202090204" pitchFamily="34" charset="-122"/>
                  <a:cs typeface="Trebuchet MS" panose="020B0703020202090204" pitchFamily="34" charset="-120"/>
                </a:rPr>
                <a:t>M15X（清州）</a:t>
              </a:r>
            </a:p>
            <a:p>
              <a:pPr marL="0" indent="0">
                <a:lnSpc>
                  <a:spcPts val="1400"/>
                </a:lnSpc>
                <a:buNone/>
              </a:pPr>
              <a:endParaRPr lang="en-US" sz="1400" dirty="0"/>
            </a:p>
            <a:p>
              <a:pPr>
                <a:lnSpc>
                  <a:spcPts val="1400"/>
                </a:lnSpc>
                <a:spcAft>
                  <a:spcPts val="300"/>
                </a:spcAft>
              </a:pPr>
              <a:r>
                <a:rPr lang="zh-CN" altLang="en-US" sz="1400">
                  <a:solidFill>
                    <a:srgbClr val="333333"/>
                  </a:solidFill>
                  <a:latin typeface="Calibri" panose="020F0502020204030204" pitchFamily="34" charset="0"/>
                  <a:ea typeface="Calibri" pitchFamily="34" charset="-122"/>
                  <a:cs typeface="Calibri" pitchFamily="34" charset="-120"/>
                </a:rPr>
                <a:t>第二潔淨室設備導入提前</a:t>
              </a:r>
              <a:endParaRPr lang="en-US" altLang="zh-CN" sz="1400" dirty="0">
                <a:solidFill>
                  <a:srgbClr val="333333"/>
                </a:solidFill>
                <a:latin typeface="Calibri" panose="020F0502020204030204" pitchFamily="34" charset="0"/>
                <a:ea typeface="Calibri" pitchFamily="34" charset="-122"/>
                <a:cs typeface="Calibri" pitchFamily="34" charset="-120"/>
              </a:endParaRPr>
            </a:p>
            <a:p>
              <a:pPr>
                <a:lnSpc>
                  <a:spcPts val="1400"/>
                </a:lnSpc>
                <a:spcAft>
                  <a:spcPts val="300"/>
                </a:spcAft>
              </a:pPr>
              <a:r>
                <a:rPr lang="en-US" sz="1400" b="1">
                  <a:solidFill>
                    <a:srgbClr val="2E8B57"/>
                  </a:solidFill>
                  <a:latin typeface="Calibri" panose="020F0502020204030204" pitchFamily="34" charset="0"/>
                  <a:ea typeface="Calibri" pitchFamily="34" charset="-122"/>
                  <a:cs typeface="Calibri" pitchFamily="34" charset="-120"/>
                </a:rPr>
                <a:t>提前2個月（從</a:t>
              </a:r>
              <a:r>
                <a:rPr lang="en-US" altLang="zh-CN" sz="1400" b="1">
                  <a:solidFill>
                    <a:srgbClr val="2E8B57"/>
                  </a:solidFill>
                  <a:latin typeface="Calibri" panose="020F0502020204030204" pitchFamily="34" charset="0"/>
                  <a:ea typeface="Calibri" pitchFamily="34" charset="-122"/>
                  <a:cs typeface="Calibri" pitchFamily="34" charset="-120"/>
                </a:rPr>
                <a:t>27</a:t>
              </a:r>
              <a:r>
                <a:rPr lang="zh-CN" altLang="en-US" sz="1400" b="1" dirty="0">
                  <a:solidFill>
                    <a:srgbClr val="2E8B57"/>
                  </a:solidFill>
                  <a:latin typeface="Calibri" panose="020F0502020204030204" pitchFamily="34" charset="0"/>
                  <a:ea typeface="Calibri" pitchFamily="34" charset="-122"/>
                  <a:cs typeface="Calibri" pitchFamily="34" charset="-120"/>
                </a:rPr>
                <a:t>年</a:t>
              </a:r>
              <a:r>
                <a:rPr lang="en-US" sz="1400" b="1" dirty="0">
                  <a:solidFill>
                    <a:srgbClr val="2E8B57"/>
                  </a:solidFill>
                  <a:latin typeface="Calibri" panose="020F0502020204030204" pitchFamily="34" charset="0"/>
                  <a:ea typeface="Calibri" pitchFamily="34" charset="-122"/>
                  <a:cs typeface="Calibri" pitchFamily="34" charset="-120"/>
                </a:rPr>
                <a:t>5月提前至3月）</a:t>
              </a:r>
              <a:endParaRPr lang="en-US" sz="1400" dirty="0"/>
            </a:p>
            <a:p>
              <a:pPr marL="0" indent="0">
                <a:lnSpc>
                  <a:spcPts val="1400"/>
                </a:lnSpc>
                <a:spcAft>
                  <a:spcPts val="300"/>
                </a:spcAft>
                <a:buNone/>
              </a:pPr>
              <a:r>
                <a:rPr lang="en-US" sz="1400">
                  <a:solidFill>
                    <a:srgbClr val="333333"/>
                  </a:solidFill>
                  <a:latin typeface="Calibri" panose="020F0502020204030204" pitchFamily="34" charset="0"/>
                  <a:ea typeface="Calibri" pitchFamily="34" charset="-122"/>
                  <a:cs typeface="Calibri" pitchFamily="34" charset="-120"/>
                </a:rPr>
                <a:t>滿産增加9萬片DRAM/月</a:t>
              </a:r>
              <a:endParaRPr lang="en-US" sz="1400" dirty="0"/>
            </a:p>
            <a:p>
              <a:pPr marL="0" indent="0">
                <a:lnSpc>
                  <a:spcPts val="1400"/>
                </a:lnSpc>
                <a:buNone/>
              </a:pPr>
              <a:r>
                <a:rPr lang="en-US" sz="1400">
                  <a:solidFill>
                    <a:srgbClr val="333333"/>
                  </a:solidFill>
                  <a:latin typeface="Calibri" panose="020F0502020204030204" pitchFamily="34" charset="0"/>
                  <a:ea typeface="Calibri" pitchFamily="34" charset="-122"/>
                  <a:cs typeface="Calibri" pitchFamily="34" charset="-120"/>
                </a:rPr>
                <a:t>生産的DRAM主要用于HBM製造</a:t>
              </a:r>
              <a:endParaRPr lang="en-US" sz="1400" dirty="0"/>
            </a:p>
          </p:txBody>
        </p:sp>
      </p:grpSp>
      <p:sp>
        <p:nvSpPr>
          <p:cNvPr id="30" name="Shape 10"/>
          <p:cNvSpPr/>
          <p:nvPr/>
        </p:nvSpPr>
        <p:spPr>
          <a:xfrm>
            <a:off x="694054" y="4212590"/>
            <a:ext cx="4759693" cy="1051560"/>
          </a:xfrm>
          <a:prstGeom prst="roundRect">
            <a:avLst>
              <a:gd name="adj" fmla="val 5263"/>
            </a:avLst>
          </a:prstGeom>
          <a:solidFill>
            <a:srgbClr val="F5F7FA"/>
          </a:solidFill>
          <a:ln w="6350">
            <a:solidFill>
              <a:srgbClr val="D8DEE6"/>
            </a:solidFill>
            <a:prstDash val="solid"/>
          </a:ln>
        </p:spPr>
        <p:txBody>
          <a:bodyPr/>
          <a:lstStyle/>
          <a:p>
            <a:endParaRPr lang="en-US"/>
          </a:p>
        </p:txBody>
      </p:sp>
      <p:sp>
        <p:nvSpPr>
          <p:cNvPr id="31" name="Text 11"/>
          <p:cNvSpPr/>
          <p:nvPr/>
        </p:nvSpPr>
        <p:spPr>
          <a:xfrm>
            <a:off x="876935" y="4289298"/>
            <a:ext cx="4316930" cy="885524"/>
          </a:xfrm>
          <a:prstGeom prst="rect">
            <a:avLst/>
          </a:prstGeom>
          <a:noFill/>
        </p:spPr>
        <p:txBody>
          <a:bodyPr wrap="square" lIns="0" tIns="0" rIns="0" bIns="0" rtlCol="0" anchor="ctr"/>
          <a:lstStyle/>
          <a:p>
            <a:pPr marL="0" indent="0">
              <a:lnSpc>
                <a:spcPts val="1400"/>
              </a:lnSpc>
              <a:buNone/>
            </a:pPr>
            <a:r>
              <a:rPr lang="en-US" sz="1400" b="1">
                <a:solidFill>
                  <a:srgbClr val="1A5CA8"/>
                </a:solidFill>
                <a:latin typeface="Trebuchet MS" panose="020B0703020202090204" pitchFamily="34" charset="0"/>
                <a:ea typeface="Trebuchet MS" panose="020B0703020202090204" pitchFamily="34" charset="-122"/>
                <a:cs typeface="Trebuchet MS" panose="020B0703020202090204" pitchFamily="34" charset="-120"/>
              </a:rPr>
              <a:t>龍仁半導體集群</a:t>
            </a:r>
            <a:endParaRPr lang="en-US" sz="1400" b="1" dirty="0">
              <a:solidFill>
                <a:srgbClr val="1A5CA8"/>
              </a:solidFill>
              <a:latin typeface="Trebuchet MS" panose="020B0703020202090204" pitchFamily="34" charset="0"/>
              <a:ea typeface="Trebuchet MS" panose="020B0703020202090204" pitchFamily="34" charset="-122"/>
              <a:cs typeface="Trebuchet MS" panose="020B0703020202090204" pitchFamily="34" charset="-120"/>
            </a:endParaRPr>
          </a:p>
          <a:p>
            <a:pPr marL="0" indent="0">
              <a:lnSpc>
                <a:spcPts val="1400"/>
              </a:lnSpc>
              <a:buNone/>
            </a:pPr>
            <a:endParaRPr lang="en-US" sz="1400" dirty="0"/>
          </a:p>
          <a:p>
            <a:pPr marL="0" indent="0">
              <a:lnSpc>
                <a:spcPts val="1400"/>
              </a:lnSpc>
              <a:spcAft>
                <a:spcPts val="300"/>
              </a:spcAft>
              <a:buNone/>
            </a:pPr>
            <a:r>
              <a:rPr lang="en-US" sz="1400" b="1">
                <a:solidFill>
                  <a:srgbClr val="2E8B57"/>
                </a:solidFill>
                <a:latin typeface="Calibri" panose="020F0502020204030204" pitchFamily="34" charset="0"/>
                <a:ea typeface="Calibri" pitchFamily="34" charset="-122"/>
                <a:cs typeface="Calibri" pitchFamily="34" charset="-120"/>
              </a:rPr>
              <a:t>1號廠潔淨室: 2027年5月 → </a:t>
            </a:r>
            <a:r>
              <a:rPr lang="en-US" altLang="zh-CN" sz="1400" b="1">
                <a:solidFill>
                  <a:srgbClr val="2E8B57"/>
                </a:solidFill>
                <a:latin typeface="Calibri" panose="020F0502020204030204" pitchFamily="34" charset="0"/>
                <a:ea typeface="Calibri" pitchFamily="34" charset="-122"/>
                <a:cs typeface="Calibri" pitchFamily="34" charset="-120"/>
              </a:rPr>
              <a:t>3</a:t>
            </a:r>
            <a:r>
              <a:rPr lang="en-US" sz="1400" b="1" dirty="0">
                <a:solidFill>
                  <a:srgbClr val="2E8B57"/>
                </a:solidFill>
                <a:latin typeface="Calibri" panose="020F0502020204030204" pitchFamily="34" charset="0"/>
                <a:ea typeface="Calibri" pitchFamily="34" charset="-122"/>
                <a:cs typeface="Calibri" pitchFamily="34" charset="-120"/>
              </a:rPr>
              <a:t>月</a:t>
            </a:r>
          </a:p>
          <a:p>
            <a:pPr marL="0" indent="0">
              <a:lnSpc>
                <a:spcPts val="1400"/>
              </a:lnSpc>
              <a:buNone/>
            </a:pPr>
            <a:r>
              <a:rPr lang="zh-CN" altLang="en-US" sz="1400">
                <a:solidFill>
                  <a:srgbClr val="333333"/>
                </a:solidFill>
                <a:latin typeface="Calibri" panose="020F0502020204030204" pitchFamily="34" charset="0"/>
                <a:ea typeface="Calibri" pitchFamily="34" charset="-122"/>
                <a:cs typeface="Calibri" pitchFamily="34" charset="-120"/>
              </a:rPr>
              <a:t>次代半導體生産集群，</a:t>
            </a:r>
            <a:r>
              <a:rPr lang="en-US" sz="1400">
                <a:solidFill>
                  <a:srgbClr val="333333"/>
                </a:solidFill>
                <a:latin typeface="Calibri" panose="020F0502020204030204" pitchFamily="34" charset="0"/>
                <a:ea typeface="Calibri" pitchFamily="34" charset="-122"/>
                <a:cs typeface="Calibri" pitchFamily="34" charset="-120"/>
              </a:rPr>
              <a:t>應對存儲需求增長</a:t>
            </a:r>
            <a:endParaRPr lang="en-US" sz="1400" dirty="0"/>
          </a:p>
        </p:txBody>
      </p:sp>
      <p:graphicFrame>
        <p:nvGraphicFramePr>
          <p:cNvPr id="13" name="Table 12"/>
          <p:cNvGraphicFramePr>
            <a:graphicFrameLocks noGrp="1"/>
          </p:cNvGraphicFramePr>
          <p:nvPr/>
        </p:nvGraphicFramePr>
        <p:xfrm>
          <a:off x="5905500" y="2492375"/>
          <a:ext cx="5638791" cy="2876074"/>
        </p:xfrm>
        <a:graphic>
          <a:graphicData uri="http://schemas.openxmlformats.org/drawingml/2006/table">
            <a:tbl>
              <a:tblPr/>
              <a:tblGrid>
                <a:gridCol w="465655">
                  <a:extLst>
                    <a:ext uri="{9D8B030D-6E8A-4147-A177-3AD203B41FA5}">
                      <a16:colId xmlns:a16="http://schemas.microsoft.com/office/drawing/2014/main" val="20000"/>
                    </a:ext>
                  </a:extLst>
                </a:gridCol>
                <a:gridCol w="982241">
                  <a:extLst>
                    <a:ext uri="{9D8B030D-6E8A-4147-A177-3AD203B41FA5}">
                      <a16:colId xmlns:a16="http://schemas.microsoft.com/office/drawing/2014/main" val="20001"/>
                    </a:ext>
                  </a:extLst>
                </a:gridCol>
                <a:gridCol w="465655">
                  <a:extLst>
                    <a:ext uri="{9D8B030D-6E8A-4147-A177-3AD203B41FA5}">
                      <a16:colId xmlns:a16="http://schemas.microsoft.com/office/drawing/2014/main" val="20002"/>
                    </a:ext>
                  </a:extLst>
                </a:gridCol>
                <a:gridCol w="465655">
                  <a:extLst>
                    <a:ext uri="{9D8B030D-6E8A-4147-A177-3AD203B41FA5}">
                      <a16:colId xmlns:a16="http://schemas.microsoft.com/office/drawing/2014/main" val="20003"/>
                    </a:ext>
                  </a:extLst>
                </a:gridCol>
                <a:gridCol w="465655">
                  <a:extLst>
                    <a:ext uri="{9D8B030D-6E8A-4147-A177-3AD203B41FA5}">
                      <a16:colId xmlns:a16="http://schemas.microsoft.com/office/drawing/2014/main" val="20004"/>
                    </a:ext>
                  </a:extLst>
                </a:gridCol>
                <a:gridCol w="465655">
                  <a:extLst>
                    <a:ext uri="{9D8B030D-6E8A-4147-A177-3AD203B41FA5}">
                      <a16:colId xmlns:a16="http://schemas.microsoft.com/office/drawing/2014/main" val="20005"/>
                    </a:ext>
                  </a:extLst>
                </a:gridCol>
                <a:gridCol w="465655">
                  <a:extLst>
                    <a:ext uri="{9D8B030D-6E8A-4147-A177-3AD203B41FA5}">
                      <a16:colId xmlns:a16="http://schemas.microsoft.com/office/drawing/2014/main" val="20006"/>
                    </a:ext>
                  </a:extLst>
                </a:gridCol>
                <a:gridCol w="465655">
                  <a:extLst>
                    <a:ext uri="{9D8B030D-6E8A-4147-A177-3AD203B41FA5}">
                      <a16:colId xmlns:a16="http://schemas.microsoft.com/office/drawing/2014/main" val="20007"/>
                    </a:ext>
                  </a:extLst>
                </a:gridCol>
                <a:gridCol w="465655">
                  <a:extLst>
                    <a:ext uri="{9D8B030D-6E8A-4147-A177-3AD203B41FA5}">
                      <a16:colId xmlns:a16="http://schemas.microsoft.com/office/drawing/2014/main" val="20008"/>
                    </a:ext>
                  </a:extLst>
                </a:gridCol>
                <a:gridCol w="465655">
                  <a:extLst>
                    <a:ext uri="{9D8B030D-6E8A-4147-A177-3AD203B41FA5}">
                      <a16:colId xmlns:a16="http://schemas.microsoft.com/office/drawing/2014/main" val="20009"/>
                    </a:ext>
                  </a:extLst>
                </a:gridCol>
                <a:gridCol w="465655">
                  <a:extLst>
                    <a:ext uri="{9D8B030D-6E8A-4147-A177-3AD203B41FA5}">
                      <a16:colId xmlns:a16="http://schemas.microsoft.com/office/drawing/2014/main" val="20010"/>
                    </a:ext>
                  </a:extLst>
                </a:gridCol>
              </a:tblGrid>
              <a:tr h="196085">
                <a:tc gridSpan="3">
                  <a:txBody>
                    <a:bodyPr/>
                    <a:lstStyle/>
                    <a:p>
                      <a:pPr algn="l" fontAlgn="b">
                        <a:buNone/>
                      </a:pPr>
                      <a:r>
                        <a:rPr lang="en-US" sz="700" b="0" i="0" u="none" strike="noStrike" dirty="0">
                          <a:solidFill>
                            <a:srgbClr val="000000"/>
                          </a:solidFill>
                          <a:effectLst/>
                          <a:latin typeface="Arial" panose="020B0604020202090204" pitchFamily="34" charset="0"/>
                        </a:rPr>
                        <a:t>(Monthly average wafer starts, 000' units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lnL w="12700" cmpd="sng">
                      <a:noFill/>
                      <a:prstDash val="solid"/>
                    </a:lnL>
                  </a:tcPr>
                </a:tc>
                <a:tc>
                  <a:txBody>
                    <a:bodyPr/>
                    <a:lstStyle/>
                    <a:p>
                      <a:pPr algn="l" fontAlgn="b">
                        <a:buNone/>
                      </a:pPr>
                      <a:r>
                        <a:rPr lang="en-US" sz="800" b="0" i="0" u="none" strike="noStrike">
                          <a:solidFill>
                            <a:srgbClr val="000000"/>
                          </a:solidFill>
                          <a:effectLst/>
                          <a:latin typeface="Aptos Narrow" panose="020B000402020202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00" b="0" i="0" u="none" strike="noStrike">
                          <a:solidFill>
                            <a:srgbClr val="000000"/>
                          </a:solidFill>
                          <a:effectLst/>
                          <a:latin typeface="Aptos Narrow" panose="020B000402020202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00" b="0" i="0" u="none" strike="noStrike">
                          <a:solidFill>
                            <a:srgbClr val="000000"/>
                          </a:solidFill>
                          <a:effectLst/>
                          <a:latin typeface="Aptos Narrow" panose="020B000402020202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00" b="0" i="0" u="none" strike="noStrike">
                          <a:solidFill>
                            <a:srgbClr val="000000"/>
                          </a:solidFill>
                          <a:effectLst/>
                          <a:latin typeface="Aptos Narrow" panose="020B000402020202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00" b="0" i="0" u="none" strike="noStrike">
                          <a:solidFill>
                            <a:srgbClr val="000000"/>
                          </a:solidFill>
                          <a:effectLst/>
                          <a:latin typeface="Aptos Narrow" panose="020B000402020202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00" b="0" i="0" u="none" strike="noStrike">
                          <a:solidFill>
                            <a:srgbClr val="000000"/>
                          </a:solidFill>
                          <a:effectLst/>
                          <a:latin typeface="Aptos Narrow" panose="020B000402020202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00" b="0" i="0" u="none" strike="noStrike">
                          <a:solidFill>
                            <a:srgbClr val="000000"/>
                          </a:solidFill>
                          <a:effectLst/>
                          <a:latin typeface="Aptos Narrow" panose="020B000402020202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800" b="0" i="0" u="none" strike="noStrike">
                          <a:solidFill>
                            <a:srgbClr val="000000"/>
                          </a:solidFill>
                          <a:effectLst/>
                          <a:latin typeface="Aptos Narrow" panose="020B000402020202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317517">
                <a:tc>
                  <a:txBody>
                    <a:bodyPr/>
                    <a:lstStyle/>
                    <a:p>
                      <a:pPr algn="l" fontAlgn="b">
                        <a:buNone/>
                      </a:pPr>
                      <a:r>
                        <a:rPr lang="en-US" sz="700" b="0" i="0" u="none" strike="noStrike" dirty="0">
                          <a:solidFill>
                            <a:srgbClr val="000000"/>
                          </a:solidFill>
                          <a:effectLst/>
                          <a:latin typeface="Arial" panose="020B0604020202090204" pitchFamily="34" charset="0"/>
                        </a:rPr>
                        <a:t>Fab Name</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Location</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dirty="0">
                          <a:solidFill>
                            <a:srgbClr val="000000"/>
                          </a:solidFill>
                          <a:effectLst/>
                          <a:latin typeface="Arial" panose="020B0604020202090204" pitchFamily="34" charset="0"/>
                        </a:rPr>
                        <a:t>Production</a:t>
                      </a:r>
                    </a:p>
                  </a:txBody>
                  <a:tcPr marL="0" marR="0" marT="0" marB="0" anchor="b">
                    <a:lnL>
                      <a:noFill/>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1Q26</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800" b="0" i="0" u="none" strike="noStrike">
                          <a:solidFill>
                            <a:srgbClr val="000000"/>
                          </a:solidFill>
                          <a:effectLst/>
                          <a:latin typeface="Aptos Narrow" panose="020B0004020202020204" pitchFamily="34" charset="0"/>
                        </a:rPr>
                        <a:t>2Q26E</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700" b="0" i="0" u="none" strike="noStrike">
                          <a:solidFill>
                            <a:srgbClr val="000000"/>
                          </a:solidFill>
                          <a:effectLst/>
                          <a:latin typeface="Arial" panose="020B0604020202090204" pitchFamily="34" charset="0"/>
                        </a:rPr>
                        <a:t>3Q26E</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4Q26E</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1Q27E</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2Q27E</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3Q27E</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4Q27E</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96085">
                <a:tc gridSpan="2">
                  <a:txBody>
                    <a:bodyPr/>
                    <a:lstStyle/>
                    <a:p>
                      <a:pPr algn="l" fontAlgn="b">
                        <a:buNone/>
                      </a:pPr>
                      <a:r>
                        <a:rPr lang="en-US" sz="700" b="1" i="0" u="none" strike="noStrike" dirty="0">
                          <a:solidFill>
                            <a:srgbClr val="000000"/>
                          </a:solidFill>
                          <a:effectLst/>
                          <a:latin typeface="Arial" panose="020B0604020202090204" pitchFamily="34" charset="0"/>
                        </a:rPr>
                        <a:t>DRAM Capacity-by factories</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hMerge="1">
                  <a:txBody>
                    <a:bodyPr/>
                    <a:lstStyle/>
                    <a:p>
                      <a:endParaRPr lang="en-US"/>
                    </a:p>
                  </a:txBody>
                  <a:tcPr/>
                </a:tc>
                <a:tc>
                  <a:txBody>
                    <a:bodyPr/>
                    <a:lstStyle/>
                    <a:p>
                      <a:pPr algn="l" fontAlgn="b">
                        <a:buNone/>
                      </a:pPr>
                      <a:r>
                        <a:rPr lang="en-US" sz="700" b="0" i="0" u="none" strike="noStrike">
                          <a:solidFill>
                            <a:srgbClr val="000000"/>
                          </a:solidFill>
                          <a:effectLst/>
                          <a:latin typeface="Arial" panose="020B060402020209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l" fontAlgn="b">
                        <a:buNone/>
                      </a:pPr>
                      <a:r>
                        <a:rPr lang="en-US" sz="700" b="0" i="0" u="none" strike="noStrike">
                          <a:solidFill>
                            <a:srgbClr val="000000"/>
                          </a:solidFill>
                          <a:effectLst/>
                          <a:latin typeface="Arial" panose="020B0604020202090204" pitchFamily="34" charset="0"/>
                        </a:rPr>
                        <a:t> </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l" fontAlgn="b">
                        <a:buNone/>
                      </a:pPr>
                      <a:r>
                        <a:rPr lang="en-US" sz="700" b="0" i="0" u="none" strike="noStrike">
                          <a:solidFill>
                            <a:srgbClr val="000000"/>
                          </a:solidFill>
                          <a:effectLst/>
                          <a:latin typeface="Arial" panose="020B060402020209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l" fontAlgn="b">
                        <a:buNone/>
                      </a:pPr>
                      <a:r>
                        <a:rPr lang="en-US" sz="700" b="0" i="0" u="none" strike="noStrike">
                          <a:solidFill>
                            <a:srgbClr val="000000"/>
                          </a:solidFill>
                          <a:effectLst/>
                          <a:latin typeface="Arial" panose="020B060402020209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l" fontAlgn="b">
                        <a:buNone/>
                      </a:pPr>
                      <a:r>
                        <a:rPr lang="en-US" sz="700" b="0" i="0" u="none" strike="noStrike">
                          <a:solidFill>
                            <a:srgbClr val="000000"/>
                          </a:solidFill>
                          <a:effectLst/>
                          <a:latin typeface="Arial" panose="020B060402020209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l" fontAlgn="b">
                        <a:buNone/>
                      </a:pPr>
                      <a:r>
                        <a:rPr lang="en-US" sz="700" b="0" i="0" u="none" strike="noStrike">
                          <a:solidFill>
                            <a:srgbClr val="000000"/>
                          </a:solidFill>
                          <a:effectLst/>
                          <a:latin typeface="Arial" panose="020B0604020202090204" pitchFamily="34" charset="0"/>
                        </a:rPr>
                        <a:t> </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l" fontAlgn="b">
                        <a:buNone/>
                      </a:pPr>
                      <a:r>
                        <a:rPr lang="en-US" sz="700" b="0" i="0" u="none" strike="noStrike">
                          <a:solidFill>
                            <a:srgbClr val="000000"/>
                          </a:solidFill>
                          <a:effectLst/>
                          <a:latin typeface="Arial" panose="020B060402020209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l" fontAlgn="b">
                        <a:buNone/>
                      </a:pPr>
                      <a:r>
                        <a:rPr lang="en-US" sz="700" b="0" i="0" u="none" strike="noStrike">
                          <a:solidFill>
                            <a:srgbClr val="000000"/>
                          </a:solidFill>
                          <a:effectLst/>
                          <a:latin typeface="Arial" panose="020B060402020209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l" fontAlgn="b">
                        <a:buNone/>
                      </a:pPr>
                      <a:r>
                        <a:rPr lang="en-US" sz="700" b="0" i="0" u="none" strike="noStrike">
                          <a:solidFill>
                            <a:srgbClr val="000000"/>
                          </a:solidFill>
                          <a:effectLst/>
                          <a:latin typeface="Arial" panose="020B060402020209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extLst>
                  <a:ext uri="{0D108BD9-81ED-4DB2-BD59-A6C34878D82A}">
                    <a16:rowId xmlns:a16="http://schemas.microsoft.com/office/drawing/2014/main" val="10002"/>
                  </a:ext>
                </a:extLst>
              </a:tr>
              <a:tr h="196085">
                <a:tc>
                  <a:txBody>
                    <a:bodyPr/>
                    <a:lstStyle/>
                    <a:p>
                      <a:pPr algn="l" fontAlgn="b">
                        <a:buNone/>
                      </a:pPr>
                      <a:r>
                        <a:rPr lang="en-US" sz="700" b="1" i="0" u="none" strike="noStrike">
                          <a:solidFill>
                            <a:srgbClr val="000000"/>
                          </a:solidFill>
                          <a:effectLst/>
                          <a:latin typeface="Arial" panose="020B0604020202090204" pitchFamily="34" charset="0"/>
                        </a:rPr>
                        <a:t>M8</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Chengju, Korea</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1" i="0" u="none" strike="noStrike">
                          <a:solidFill>
                            <a:srgbClr val="000000"/>
                          </a:solidFill>
                          <a:effectLst/>
                          <a:latin typeface="Arial" panose="020B0604020202090204" pitchFamily="34" charset="0"/>
                        </a:rPr>
                        <a:t>DRAM</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10 </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10 </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10 </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96085">
                <a:tc>
                  <a:txBody>
                    <a:bodyPr/>
                    <a:lstStyle/>
                    <a:p>
                      <a:pPr algn="l" fontAlgn="b">
                        <a:buNone/>
                      </a:pPr>
                      <a:r>
                        <a:rPr lang="en-US" sz="700" b="1" i="0" u="none" strike="noStrike">
                          <a:solidFill>
                            <a:srgbClr val="000000"/>
                          </a:solidFill>
                          <a:effectLst/>
                          <a:latin typeface="Arial" panose="020B0604020202090204" pitchFamily="34" charset="0"/>
                        </a:rPr>
                        <a:t>M14</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Icheon, Korea</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1" i="0" u="none" strike="noStrike">
                          <a:solidFill>
                            <a:srgbClr val="000000"/>
                          </a:solidFill>
                          <a:effectLst/>
                          <a:latin typeface="Arial" panose="020B0604020202090204" pitchFamily="34" charset="0"/>
                        </a:rPr>
                        <a:t>DRAM</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170 </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160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160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160 </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160 </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160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160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160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96085">
                <a:tc>
                  <a:txBody>
                    <a:bodyPr/>
                    <a:lstStyle/>
                    <a:p>
                      <a:pPr algn="l" fontAlgn="b">
                        <a:buNone/>
                      </a:pPr>
                      <a:r>
                        <a:rPr lang="en-US" sz="700" b="1" i="0" u="none" strike="noStrike" dirty="0">
                          <a:solidFill>
                            <a:srgbClr val="000000"/>
                          </a:solidFill>
                          <a:effectLst/>
                          <a:latin typeface="Arial" panose="020B0604020202090204" pitchFamily="34" charset="0"/>
                        </a:rPr>
                        <a:t>M15X</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Chengju, Korea</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1" i="0" u="none" strike="noStrike">
                          <a:solidFill>
                            <a:srgbClr val="000000"/>
                          </a:solidFill>
                          <a:effectLst/>
                          <a:latin typeface="Arial" panose="020B0604020202090204" pitchFamily="34" charset="0"/>
                        </a:rPr>
                        <a:t>DRAM</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dirty="0">
                          <a:solidFill>
                            <a:srgbClr val="000000"/>
                          </a:solidFill>
                          <a:effectLst/>
                          <a:latin typeface="Arial" panose="020B0604020202090204" pitchFamily="34" charset="0"/>
                        </a:rPr>
                        <a:t>          10 </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30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50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80 </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90 </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90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90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90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96085">
                <a:tc>
                  <a:txBody>
                    <a:bodyPr/>
                    <a:lstStyle/>
                    <a:p>
                      <a:pPr algn="l" fontAlgn="b">
                        <a:buNone/>
                      </a:pPr>
                      <a:r>
                        <a:rPr lang="en-US" sz="700" b="1" i="0" u="none" strike="noStrike">
                          <a:solidFill>
                            <a:srgbClr val="000000"/>
                          </a:solidFill>
                          <a:effectLst/>
                          <a:latin typeface="Arial" panose="020B0604020202090204" pitchFamily="34" charset="0"/>
                        </a:rPr>
                        <a:t>M16</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Icheon, Korea</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1" i="0" u="none" strike="noStrike">
                          <a:solidFill>
                            <a:srgbClr val="000000"/>
                          </a:solidFill>
                          <a:effectLst/>
                          <a:latin typeface="Arial" panose="020B0604020202090204" pitchFamily="34" charset="0"/>
                        </a:rPr>
                        <a:t>DRAM</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200 </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210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210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210 </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210 </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210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210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210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196085">
                <a:tc>
                  <a:txBody>
                    <a:bodyPr/>
                    <a:lstStyle/>
                    <a:p>
                      <a:pPr algn="l" fontAlgn="b">
                        <a:buNone/>
                      </a:pPr>
                      <a:r>
                        <a:rPr lang="en-US" sz="700" b="1" i="0" u="none" strike="noStrike" dirty="0">
                          <a:solidFill>
                            <a:srgbClr val="000000"/>
                          </a:solidFill>
                          <a:effectLst/>
                          <a:latin typeface="Arial" panose="020B0604020202090204" pitchFamily="34" charset="0"/>
                        </a:rPr>
                        <a:t>C2</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Wuxi, China</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1" i="0" u="none" strike="noStrike">
                          <a:solidFill>
                            <a:srgbClr val="000000"/>
                          </a:solidFill>
                          <a:effectLst/>
                          <a:latin typeface="Arial" panose="020B0604020202090204" pitchFamily="34" charset="0"/>
                        </a:rPr>
                        <a:t>DRAM</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100 </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100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100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100 </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100 </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100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100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100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76275">
                <a:tc>
                  <a:txBody>
                    <a:bodyPr/>
                    <a:lstStyle/>
                    <a:p>
                      <a:pPr algn="l" fontAlgn="b">
                        <a:buNone/>
                      </a:pPr>
                      <a:r>
                        <a:rPr lang="en-US" sz="700" b="1" i="0" u="none" strike="noStrike" dirty="0">
                          <a:solidFill>
                            <a:srgbClr val="000000"/>
                          </a:solidFill>
                          <a:effectLst/>
                          <a:latin typeface="Arial" panose="020B0604020202090204" pitchFamily="34" charset="0"/>
                        </a:rPr>
                        <a:t>C2 expansion fab</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Wuxi, China</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1" i="0" u="none" strike="noStrike">
                          <a:solidFill>
                            <a:srgbClr val="000000"/>
                          </a:solidFill>
                          <a:effectLst/>
                          <a:latin typeface="Arial" panose="020B0604020202090204" pitchFamily="34" charset="0"/>
                        </a:rPr>
                        <a:t>DRAM</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90 </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90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100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100 </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100 </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100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100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100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17517">
                <a:tc>
                  <a:txBody>
                    <a:bodyPr/>
                    <a:lstStyle/>
                    <a:p>
                      <a:pPr algn="l" fontAlgn="b">
                        <a:buNone/>
                      </a:pPr>
                      <a:r>
                        <a:rPr lang="en-US" sz="700" b="1" i="0" u="none" strike="noStrike" dirty="0" err="1">
                          <a:solidFill>
                            <a:srgbClr val="000000"/>
                          </a:solidFill>
                          <a:effectLst/>
                          <a:latin typeface="Arial" panose="020B0604020202090204" pitchFamily="34" charset="0"/>
                        </a:rPr>
                        <a:t>Yongin</a:t>
                      </a:r>
                      <a:r>
                        <a:rPr lang="en-US" sz="700" b="1" i="0" u="none" strike="noStrike" dirty="0">
                          <a:solidFill>
                            <a:srgbClr val="000000"/>
                          </a:solidFill>
                          <a:effectLst/>
                          <a:latin typeface="Arial" panose="020B0604020202090204" pitchFamily="34" charset="0"/>
                        </a:rPr>
                        <a:t> fab</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Yongin, Korea</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1" i="0" u="none" strike="noStrike" dirty="0">
                          <a:solidFill>
                            <a:srgbClr val="000000"/>
                          </a:solidFill>
                          <a:effectLst/>
                          <a:latin typeface="Arial" panose="020B0604020202090204" pitchFamily="34" charset="0"/>
                        </a:rPr>
                        <a:t>DRAM</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   </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   </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   </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5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          10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196085">
                <a:tc gridSpan="2">
                  <a:txBody>
                    <a:bodyPr/>
                    <a:lstStyle/>
                    <a:p>
                      <a:pPr algn="l" fontAlgn="b">
                        <a:buNone/>
                      </a:pPr>
                      <a:r>
                        <a:rPr lang="en-US" sz="700" b="1" i="0" u="none" strike="noStrike" dirty="0">
                          <a:solidFill>
                            <a:srgbClr val="000000"/>
                          </a:solidFill>
                          <a:effectLst/>
                          <a:latin typeface="Arial" panose="020B0604020202090204" pitchFamily="34" charset="0"/>
                        </a:rPr>
                        <a:t>DRAM Capacity-Total</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hMerge="1">
                  <a:txBody>
                    <a:bodyPr/>
                    <a:lstStyle/>
                    <a:p>
                      <a:endParaRPr lang="en-US"/>
                    </a:p>
                  </a:txBody>
                  <a:tcPr/>
                </a:tc>
                <a:tc>
                  <a:txBody>
                    <a:bodyPr/>
                    <a:lstStyle/>
                    <a:p>
                      <a:pPr algn="l" fontAlgn="b">
                        <a:buNone/>
                      </a:pPr>
                      <a:r>
                        <a:rPr lang="en-US" sz="700" b="0" i="0" u="none" strike="noStrike">
                          <a:solidFill>
                            <a:srgbClr val="000000"/>
                          </a:solidFill>
                          <a:effectLst/>
                          <a:latin typeface="Arial" panose="020B060402020209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l" fontAlgn="b">
                        <a:buNone/>
                      </a:pPr>
                      <a:r>
                        <a:rPr lang="en-US" sz="700" b="0" i="0" u="none" strike="noStrike">
                          <a:solidFill>
                            <a:srgbClr val="000000"/>
                          </a:solidFill>
                          <a:effectLst/>
                          <a:latin typeface="Arial" panose="020B0604020202090204" pitchFamily="34" charset="0"/>
                        </a:rPr>
                        <a:t> </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l" fontAlgn="b">
                        <a:buNone/>
                      </a:pPr>
                      <a:r>
                        <a:rPr lang="en-US" sz="700" b="0" i="0" u="none" strike="noStrike">
                          <a:solidFill>
                            <a:srgbClr val="000000"/>
                          </a:solidFill>
                          <a:effectLst/>
                          <a:latin typeface="Arial" panose="020B060402020209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l" fontAlgn="b">
                        <a:buNone/>
                      </a:pPr>
                      <a:r>
                        <a:rPr lang="en-US" sz="700" b="0" i="0" u="none" strike="noStrike">
                          <a:solidFill>
                            <a:srgbClr val="000000"/>
                          </a:solidFill>
                          <a:effectLst/>
                          <a:latin typeface="Arial" panose="020B060402020209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l" fontAlgn="b">
                        <a:buNone/>
                      </a:pPr>
                      <a:r>
                        <a:rPr lang="en-US" sz="700" b="0" i="0" u="none" strike="noStrike">
                          <a:solidFill>
                            <a:srgbClr val="000000"/>
                          </a:solidFill>
                          <a:effectLst/>
                          <a:latin typeface="Arial" panose="020B060402020209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l" fontAlgn="b">
                        <a:buNone/>
                      </a:pPr>
                      <a:r>
                        <a:rPr lang="en-US" sz="700" b="0" i="0" u="none" strike="noStrike">
                          <a:solidFill>
                            <a:srgbClr val="000000"/>
                          </a:solidFill>
                          <a:effectLst/>
                          <a:latin typeface="Arial" panose="020B0604020202090204" pitchFamily="34" charset="0"/>
                        </a:rPr>
                        <a:t> </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l" fontAlgn="b">
                        <a:buNone/>
                      </a:pPr>
                      <a:r>
                        <a:rPr lang="en-US" sz="700" b="0" i="0" u="none" strike="noStrike">
                          <a:solidFill>
                            <a:srgbClr val="000000"/>
                          </a:solidFill>
                          <a:effectLst/>
                          <a:latin typeface="Arial" panose="020B060402020209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l" fontAlgn="b">
                        <a:buNone/>
                      </a:pPr>
                      <a:r>
                        <a:rPr lang="en-US" sz="700" b="0" i="0" u="none" strike="noStrike">
                          <a:solidFill>
                            <a:srgbClr val="000000"/>
                          </a:solidFill>
                          <a:effectLst/>
                          <a:latin typeface="Arial" panose="020B060402020209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l" fontAlgn="b">
                        <a:buNone/>
                      </a:pPr>
                      <a:r>
                        <a:rPr lang="en-US" sz="700" b="0" i="0" u="none" strike="noStrike">
                          <a:solidFill>
                            <a:srgbClr val="000000"/>
                          </a:solidFill>
                          <a:effectLst/>
                          <a:latin typeface="Arial" panose="020B060402020209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extLst>
                  <a:ext uri="{0D108BD9-81ED-4DB2-BD59-A6C34878D82A}">
                    <a16:rowId xmlns:a16="http://schemas.microsoft.com/office/drawing/2014/main" val="10010"/>
                  </a:ext>
                </a:extLst>
              </a:tr>
              <a:tr h="196085">
                <a:tc>
                  <a:txBody>
                    <a:bodyPr/>
                    <a:lstStyle/>
                    <a:p>
                      <a:pPr algn="l" fontAlgn="b">
                        <a:buNone/>
                      </a:pPr>
                      <a:r>
                        <a:rPr lang="en-US" sz="700" b="1" i="0" u="none" strike="noStrike" dirty="0">
                          <a:solidFill>
                            <a:srgbClr val="000000"/>
                          </a:solidFill>
                          <a:effectLst/>
                          <a:latin typeface="Arial" panose="020B0604020202090204" pitchFamily="34" charset="0"/>
                        </a:rPr>
                        <a:t>Total</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0" i="0" u="none" strike="noStrike">
                          <a:solidFill>
                            <a:srgbClr val="000000"/>
                          </a:solidFill>
                          <a:effectLst/>
                          <a:latin typeface="Arial" panose="020B0604020202090204" pitchFamily="34" charset="0"/>
                        </a:rPr>
                        <a:t>-</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1" i="0" u="none" strike="noStrike">
                          <a:solidFill>
                            <a:srgbClr val="000000"/>
                          </a:solidFill>
                          <a:effectLst/>
                          <a:latin typeface="Arial" panose="020B0604020202090204" pitchFamily="34" charset="0"/>
                        </a:rPr>
                        <a:t>DRAM</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1" i="0" u="none" strike="noStrike">
                          <a:solidFill>
                            <a:srgbClr val="000000"/>
                          </a:solidFill>
                          <a:effectLst/>
                          <a:latin typeface="Arial" panose="020B0604020202090204" pitchFamily="34" charset="0"/>
                        </a:rPr>
                        <a:t>        580 </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1" i="0" u="none" strike="noStrike">
                          <a:solidFill>
                            <a:srgbClr val="000000"/>
                          </a:solidFill>
                          <a:effectLst/>
                          <a:latin typeface="Arial" panose="020B0604020202090204" pitchFamily="34" charset="0"/>
                        </a:rPr>
                        <a:t>        600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1" i="0" u="none" strike="noStrike">
                          <a:solidFill>
                            <a:srgbClr val="000000"/>
                          </a:solidFill>
                          <a:effectLst/>
                          <a:latin typeface="Arial" panose="020B0604020202090204" pitchFamily="34" charset="0"/>
                        </a:rPr>
                        <a:t>        630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1" i="0" u="none" strike="noStrike">
                          <a:solidFill>
                            <a:srgbClr val="000000"/>
                          </a:solidFill>
                          <a:effectLst/>
                          <a:latin typeface="Arial" panose="020B0604020202090204" pitchFamily="34" charset="0"/>
                        </a:rPr>
                        <a:t>        660 </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1" i="0" u="none" strike="noStrike">
                          <a:solidFill>
                            <a:srgbClr val="000000"/>
                          </a:solidFill>
                          <a:effectLst/>
                          <a:latin typeface="Arial" panose="020B0604020202090204" pitchFamily="34" charset="0"/>
                        </a:rPr>
                        <a:t>        670 </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1" i="0" u="none" strike="noStrike">
                          <a:solidFill>
                            <a:srgbClr val="000000"/>
                          </a:solidFill>
                          <a:effectLst/>
                          <a:latin typeface="Arial" panose="020B0604020202090204" pitchFamily="34" charset="0"/>
                        </a:rPr>
                        <a:t>        670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1" i="0" u="none" strike="noStrike">
                          <a:solidFill>
                            <a:srgbClr val="000000"/>
                          </a:solidFill>
                          <a:effectLst/>
                          <a:latin typeface="Arial" panose="020B0604020202090204" pitchFamily="34" charset="0"/>
                        </a:rPr>
                        <a:t>        675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700" b="1" i="0" u="none" strike="noStrike" dirty="0">
                          <a:solidFill>
                            <a:srgbClr val="000000"/>
                          </a:solidFill>
                          <a:effectLst/>
                          <a:latin typeface="Arial" panose="020B0604020202090204" pitchFamily="34" charset="0"/>
                        </a:rPr>
                        <a:t>        680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17" name="Rectangle 16"/>
          <p:cNvSpPr/>
          <p:nvPr/>
        </p:nvSpPr>
        <p:spPr>
          <a:xfrm>
            <a:off x="9410700" y="3628056"/>
            <a:ext cx="686201" cy="159719"/>
          </a:xfrm>
          <a:prstGeom prst="rect">
            <a:avLst/>
          </a:prstGeom>
          <a:noFill/>
          <a:ln w="190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10334625" y="4806949"/>
            <a:ext cx="1209675" cy="180975"/>
          </a:xfrm>
          <a:prstGeom prst="rect">
            <a:avLst/>
          </a:prstGeom>
          <a:noFill/>
          <a:ln w="190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文本框 14"/>
          <p:cNvSpPr txBox="1"/>
          <p:nvPr/>
        </p:nvSpPr>
        <p:spPr>
          <a:xfrm>
            <a:off x="6711520" y="2113689"/>
            <a:ext cx="4097778" cy="307777"/>
          </a:xfrm>
          <a:prstGeom prst="rect">
            <a:avLst/>
          </a:prstGeom>
          <a:noFill/>
        </p:spPr>
        <p:txBody>
          <a:bodyPr wrap="square">
            <a:spAutoFit/>
          </a:bodyPr>
          <a:lstStyle/>
          <a:p>
            <a:pPr algn="ctr">
              <a:buNone/>
            </a:pPr>
            <a:r>
              <a:rPr lang="zh-CN" altLang="en-US" sz="1400" b="1">
                <a:solidFill>
                  <a:schemeClr val="tx2"/>
                </a:solidFill>
                <a:effectLst/>
              </a:rPr>
              <a:t>各工廠 </a:t>
            </a:r>
            <a:r>
              <a:rPr lang="en-US" altLang="zh-CN" sz="1400" b="1">
                <a:solidFill>
                  <a:schemeClr val="tx2"/>
                </a:solidFill>
                <a:effectLst/>
              </a:rPr>
              <a:t>DRAM </a:t>
            </a:r>
            <a:r>
              <a:rPr lang="zh-CN" altLang="en-US" sz="1400" b="1">
                <a:solidFill>
                  <a:schemeClr val="tx2"/>
                </a:solidFill>
                <a:effectLst/>
              </a:rPr>
              <a:t>月産能規劃（</a:t>
            </a:r>
            <a:r>
              <a:rPr lang="en-US" altLang="zh-CN" sz="1400" b="1">
                <a:solidFill>
                  <a:schemeClr val="tx2"/>
                </a:solidFill>
                <a:effectLst/>
              </a:rPr>
              <a:t>2026-2027E</a:t>
            </a:r>
            <a:r>
              <a:rPr lang="zh-CN" altLang="en-US" sz="1400" b="1" dirty="0">
                <a:solidFill>
                  <a:schemeClr val="tx2"/>
                </a:solidFill>
                <a:effectLst/>
              </a:rPr>
              <a:t>）</a:t>
            </a:r>
            <a:endParaRPr lang="en-US" altLang="zh-CN" sz="1400" b="1" dirty="0">
              <a:solidFill>
                <a:schemeClr val="tx2"/>
              </a:solidFill>
              <a:effectLst/>
            </a:endParaRPr>
          </a:p>
        </p:txBody>
      </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35" name="LogoPic" descr="image.png"/>
          <p:cNvPicPr>
            <a:picLocks noChangeAspect="1"/>
          </p:cNvPicPr>
          <p:nvPr/>
        </p:nvPicPr>
        <p:blipFill rotWithShape="1">
          <a:blip r:embed="rId3"/>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B0648ABD-CCD8-49DB-936C-CDF2C290A1FF}" type="slidenum">
              <a:rPr lang="en-US" sz="1000" dirty="0">
                <a:solidFill>
                  <a:srgbClr val="FFFFFF"/>
                </a:solidFill>
                <a:latin typeface="Calibri"/>
                <a:ea typeface="微软雅黑"/>
              </a:rPr>
              <a:t>43</a:t>
            </a:fld>
            <a:endParaRPr lang="en-US" sz="1000" dirty="0">
              <a:solidFill>
                <a:srgbClr val="FFFFFF"/>
              </a:solidFill>
              <a:latin typeface="Calibri"/>
              <a:ea typeface="微软雅黑"/>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txBox="1"/>
          <p:nvPr/>
        </p:nvSpPr>
        <p:spPr>
          <a:xfrm>
            <a:off x="722376" y="411480"/>
            <a:ext cx="10972800" cy="475488"/>
          </a:xfrm>
          <a:prstGeom prst="rect">
            <a:avLst/>
          </a:prstGeom>
        </p:spPr>
        <p:txBody>
          <a:bodyPr wrap="none" lIns="0" tIns="0" rIns="0" bIns="0">
            <a:noAutofit/>
          </a:bodyPr>
          <a:lstStyle>
            <a:defPPr>
              <a:defRPr lang="en-US"/>
            </a:defPPr>
            <a:lvl1pPr marR="0" lvl="0" indent="0" fontAlgn="auto">
              <a:lnSpc>
                <a:spcPts val="2800"/>
              </a:lnSpc>
              <a:spcBef>
                <a:spcPts val="0"/>
              </a:spcBef>
              <a:spcAft>
                <a:spcPts val="0"/>
              </a:spcAft>
              <a:buClrTx/>
              <a:buSzTx/>
              <a:buFontTx/>
              <a:buNone/>
              <a:defRPr kumimoji="0" sz="2800" b="1" i="0" u="none" strike="noStrike" cap="none" spc="0" normalizeH="0" baseline="0">
                <a:ln>
                  <a:noFill/>
                </a:ln>
                <a:solidFill>
                  <a:srgbClr val="3D6FB7"/>
                </a:solidFill>
                <a:effectLst/>
                <a:uLnTx/>
                <a:uFillTx/>
                <a:latin typeface="Calibri" panose="020F0502020204030204" pitchFamily="34" charset="0"/>
                <a:ea typeface="Microsoft YaHei" panose="020B0503020204020204" pitchFamily="34" charset="-122"/>
              </a:defRPr>
            </a:lvl1pPr>
          </a:lstStyle>
          <a:p>
            <a:pPr marL="0" marR="0" lvl="0" indent="0" algn="l" defTabSz="914400" rtl="0" eaLnBrk="1" fontAlgn="auto" latinLnBrk="0" hangingPunct="1">
              <a:lnSpc>
                <a:spcPts val="2800"/>
              </a:lnSpc>
              <a:spcBef>
                <a:spcPts val="0"/>
              </a:spcBef>
              <a:spcAft>
                <a:spcPts val="0"/>
              </a:spcAft>
              <a:buClrTx/>
              <a:buSzTx/>
              <a:buFontTx/>
              <a:buNone/>
              <a:defRPr/>
            </a:pPr>
            <a:r>
              <a:rPr kumimoji="1" lang="zh-CN" altLang="en-US" sz="2800" b="1" i="0" u="none" strike="noStrike" kern="1200" cap="none" spc="0" normalizeH="0" baseline="0" noProof="0" dirty="0">
                <a:ln>
                  <a:noFill/>
                </a:ln>
                <a:solidFill>
                  <a:srgbClr val="3D6FB7"/>
                </a:solidFill>
                <a:effectLst/>
                <a:uLnTx/>
                <a:uFillTx/>
                <a:latin typeface="Calibri"/>
                <a:cs typeface="Calibri"/>
                <a:sym typeface="+mn-lt"/>
              </a:rPr>
              <a:t>近期催化：</a:t>
            </a:r>
            <a:r>
              <a:rPr kumimoji="1" lang="en-US" altLang="zh-CN" sz="2800" b="1" i="0" u="none" strike="noStrike" kern="1200" cap="none" spc="0" normalizeH="0" baseline="0" noProof="0">
                <a:ln>
                  <a:noFill/>
                </a:ln>
                <a:solidFill>
                  <a:srgbClr val="3D6FB7"/>
                </a:solidFill>
                <a:effectLst/>
                <a:uLnTx/>
                <a:uFillTx/>
                <a:latin typeface="Calibri"/>
                <a:cs typeface="Calibri"/>
                <a:sym typeface="+mn-lt"/>
              </a:rPr>
              <a:t>SK </a:t>
            </a:r>
            <a:r>
              <a:rPr kumimoji="1" lang="zh-CN" altLang="en-US" sz="2800" b="1" i="0" u="none" strike="noStrike" kern="1200" cap="none" spc="0" normalizeH="0" baseline="0" noProof="0">
                <a:ln>
                  <a:noFill/>
                </a:ln>
                <a:solidFill>
                  <a:srgbClr val="3D6FB7"/>
                </a:solidFill>
                <a:effectLst/>
                <a:uLnTx/>
                <a:uFillTx/>
                <a:latin typeface="Calibri"/>
                <a:cs typeface="Calibri"/>
                <a:sym typeface="+mn-lt"/>
              </a:rPr>
              <a:t>海力士美國</a:t>
            </a:r>
            <a:r>
              <a:rPr kumimoji="1" lang="en-US" altLang="zh-CN" sz="2800" b="1" i="0" u="none" strike="noStrike" kern="1200" cap="none" spc="0" normalizeH="0" baseline="0" noProof="0">
                <a:ln>
                  <a:noFill/>
                </a:ln>
                <a:solidFill>
                  <a:srgbClr val="3D6FB7"/>
                </a:solidFill>
                <a:effectLst/>
                <a:uLnTx/>
                <a:uFillTx/>
                <a:latin typeface="Calibri"/>
                <a:cs typeface="Calibri"/>
                <a:sym typeface="+mn-lt"/>
              </a:rPr>
              <a:t>ADR</a:t>
            </a:r>
            <a:r>
              <a:rPr kumimoji="1" lang="zh-CN" altLang="en-US" sz="2800" b="1" i="0" u="none" strike="noStrike" kern="1200" cap="none" spc="0" normalizeH="0" baseline="0" noProof="0">
                <a:ln>
                  <a:noFill/>
                </a:ln>
                <a:solidFill>
                  <a:srgbClr val="3D6FB7"/>
                </a:solidFill>
                <a:effectLst/>
                <a:uLnTx/>
                <a:uFillTx/>
                <a:latin typeface="Calibri"/>
                <a:cs typeface="Calibri"/>
                <a:sym typeface="+mn-lt"/>
              </a:rPr>
              <a:t>上市有望實現估值重構</a:t>
            </a:r>
            <a:endParaRPr kumimoji="0" lang="en-US" sz="2400" b="0" i="0" u="none" strike="noStrike" kern="1200" cap="none" spc="0" normalizeH="0" baseline="0" noProof="0" dirty="0">
              <a:ln>
                <a:noFill/>
              </a:ln>
              <a:solidFill>
                <a:srgbClr val="3D6FB7"/>
              </a:solidFill>
              <a:effectLst/>
              <a:uLnTx/>
              <a:uFillTx/>
              <a:latin typeface="+mj-lt"/>
              <a:cs typeface="Calibri"/>
              <a:sym typeface="+mn-lt"/>
            </a:endParaRPr>
          </a:p>
        </p:txBody>
      </p:sp>
      <p:sp>
        <p:nvSpPr>
          <p:cNvPr id="2" name="TextBox 1"/>
          <p:cNvSpPr txBox="1"/>
          <p:nvPr/>
        </p:nvSpPr>
        <p:spPr>
          <a:xfrm>
            <a:off x="580919" y="927798"/>
            <a:ext cx="11419169" cy="977191"/>
          </a:xfrm>
          <a:prstGeom prst="rect">
            <a:avLst/>
          </a:prstGeom>
          <a:noFill/>
        </p:spPr>
        <p:txBody>
          <a:bodyPr wrap="square">
            <a:spAutoFit/>
          </a:bodyPr>
          <a:lstStyle>
            <a:defPPr>
              <a:defRPr lang="en-US"/>
            </a:defPPr>
            <a:lvl1pPr marL="285750" indent="-285750">
              <a:spcAft>
                <a:spcPts val="600"/>
              </a:spcAft>
              <a:buClr>
                <a:schemeClr val="tx2">
                  <a:lumMod val="50000"/>
                </a:schemeClr>
              </a:buClr>
              <a:buFont typeface="Wingdings" panose="05000000000000000000" pitchFamily="2" charset="2"/>
              <a:buChar char="v"/>
              <a:defRPr sz="1400">
                <a:solidFill>
                  <a:schemeClr val="tx1">
                    <a:lumMod val="75000"/>
                  </a:schemeClr>
                </a:solidFill>
                <a:latin typeface="+mj-lt"/>
                <a:ea typeface="Microsoft YaHei" panose="020B0503020204020204" pitchFamily="34" charset="-122"/>
                <a:cs typeface="Times New Roman" panose="02020503050405090304" pitchFamily="18" charset="0"/>
              </a:defRPr>
            </a:lvl1pPr>
            <a:lvl2pPr marL="742950" lvl="1" indent="-285750">
              <a:spcAft>
                <a:spcPts val="600"/>
              </a:spcAft>
              <a:buClr>
                <a:schemeClr val="tx2">
                  <a:lumMod val="50000"/>
                </a:schemeClr>
              </a:buClr>
              <a:buFont typeface="Wingdings" panose="05000000000000000000" pitchFamily="2" charset="2"/>
              <a:buChar char="v"/>
              <a:defRPr sz="1200"/>
            </a:lvl2pPr>
          </a:lstStyle>
          <a:p>
            <a:pPr marL="285750" lvl="2" indent="-285750" fontAlgn="base">
              <a:lnSpc>
                <a:spcPts val="1500"/>
              </a:lnSpc>
              <a:spcAft>
                <a:spcPts val="300"/>
              </a:spcAft>
              <a:buClr>
                <a:srgbClr val="2660AD">
                  <a:lumMod val="50000"/>
                </a:srgbClr>
              </a:buClr>
              <a:buFont typeface="Arial" panose="020B0604020202090204" pitchFamily="34" charset="0"/>
              <a:buChar char="•"/>
              <a:defRPr/>
            </a:pPr>
            <a:r>
              <a:rPr lang="zh-CN" altLang="en-US" sz="1300" dirty="0">
                <a:solidFill>
                  <a:srgbClr val="515052">
                    <a:lumMod val="50000"/>
                  </a:srgbClr>
                </a:solidFill>
                <a:cs typeface="Calibri"/>
                <a:sym typeface="+mn-lt"/>
              </a:rPr>
              <a:t>時間綫：</a:t>
            </a:r>
            <a:r>
              <a:rPr lang="en-US" altLang="zh-CN" sz="1300" b="1" dirty="0">
                <a:solidFill>
                  <a:schemeClr val="tx2"/>
                </a:solidFill>
                <a:cs typeface="Calibri"/>
                <a:sym typeface="+mn-lt"/>
              </a:rPr>
              <a:t>7</a:t>
            </a:r>
            <a:r>
              <a:rPr lang="zh-CN" altLang="en-US" sz="1300" b="1" dirty="0">
                <a:solidFill>
                  <a:schemeClr val="tx2"/>
                </a:solidFill>
                <a:cs typeface="Calibri"/>
                <a:sym typeface="+mn-lt"/>
              </a:rPr>
              <a:t>月</a:t>
            </a:r>
            <a:r>
              <a:rPr lang="en-US" altLang="zh-CN" sz="1300" b="1" dirty="0">
                <a:solidFill>
                  <a:schemeClr val="tx2"/>
                </a:solidFill>
                <a:cs typeface="Calibri"/>
                <a:sym typeface="+mn-lt"/>
              </a:rPr>
              <a:t>10</a:t>
            </a:r>
            <a:r>
              <a:rPr lang="zh-CN" altLang="en-US" sz="1300" b="1" dirty="0">
                <a:solidFill>
                  <a:schemeClr val="tx2"/>
                </a:solidFill>
                <a:cs typeface="Calibri"/>
                <a:sym typeface="+mn-lt"/>
              </a:rPr>
              <a:t>日</a:t>
            </a:r>
            <a:r>
              <a:rPr lang="en-US" altLang="zh-CN" sz="1300" b="1" dirty="0">
                <a:solidFill>
                  <a:schemeClr val="tx2"/>
                </a:solidFill>
                <a:cs typeface="Calibri"/>
                <a:sym typeface="+mn-lt"/>
              </a:rPr>
              <a:t>ADR</a:t>
            </a:r>
            <a:r>
              <a:rPr lang="zh-CN" altLang="en-US" sz="1300" b="1" dirty="0">
                <a:solidFill>
                  <a:schemeClr val="tx2"/>
                </a:solidFill>
                <a:cs typeface="Calibri"/>
                <a:sym typeface="+mn-lt"/>
              </a:rPr>
              <a:t>在納斯達克挂牌交易</a:t>
            </a:r>
            <a:r>
              <a:rPr lang="zh-CN" altLang="en-US" sz="1300" dirty="0">
                <a:solidFill>
                  <a:srgbClr val="515052">
                    <a:lumMod val="50000"/>
                  </a:srgbClr>
                </a:solidFill>
                <a:cs typeface="Calibri"/>
                <a:sym typeface="+mn-lt"/>
              </a:rPr>
              <a:t>；</a:t>
            </a:r>
            <a:r>
              <a:rPr lang="en-US" altLang="zh-CN" sz="1300" dirty="0">
                <a:solidFill>
                  <a:srgbClr val="515052">
                    <a:lumMod val="50000"/>
                  </a:srgbClr>
                </a:solidFill>
                <a:cs typeface="Calibri"/>
                <a:sym typeface="+mn-lt"/>
              </a:rPr>
              <a:t>7</a:t>
            </a:r>
            <a:r>
              <a:rPr lang="zh-CN" altLang="en-US" sz="1300" dirty="0">
                <a:solidFill>
                  <a:srgbClr val="515052">
                    <a:lumMod val="50000"/>
                  </a:srgbClr>
                </a:solidFill>
                <a:cs typeface="Calibri"/>
                <a:sym typeface="+mn-lt"/>
              </a:rPr>
              <a:t>月</a:t>
            </a:r>
            <a:r>
              <a:rPr lang="en-US" altLang="zh-CN" sz="1300" dirty="0">
                <a:solidFill>
                  <a:srgbClr val="515052">
                    <a:lumMod val="50000"/>
                  </a:srgbClr>
                </a:solidFill>
                <a:cs typeface="Calibri"/>
                <a:sym typeface="+mn-lt"/>
              </a:rPr>
              <a:t>14</a:t>
            </a:r>
            <a:r>
              <a:rPr lang="zh-CN" altLang="en-US" sz="1300" dirty="0">
                <a:solidFill>
                  <a:srgbClr val="515052">
                    <a:lumMod val="50000"/>
                  </a:srgbClr>
                </a:solidFill>
                <a:cs typeface="Calibri"/>
                <a:sym typeface="+mn-lt"/>
              </a:rPr>
              <a:t>日完成投資者認購繳款；</a:t>
            </a:r>
            <a:r>
              <a:rPr lang="en-US" altLang="zh-CN" sz="1300" b="1" dirty="0">
                <a:solidFill>
                  <a:schemeClr val="tx2"/>
                </a:solidFill>
                <a:cs typeface="Calibri"/>
                <a:sym typeface="+mn-lt"/>
              </a:rPr>
              <a:t>7</a:t>
            </a:r>
            <a:r>
              <a:rPr lang="zh-CN" altLang="en-US" sz="1300" b="1" dirty="0">
                <a:solidFill>
                  <a:schemeClr val="tx2"/>
                </a:solidFill>
                <a:cs typeface="Calibri"/>
                <a:sym typeface="+mn-lt"/>
              </a:rPr>
              <a:t>月</a:t>
            </a:r>
            <a:r>
              <a:rPr lang="en-US" altLang="zh-CN" sz="1300" b="1" dirty="0">
                <a:solidFill>
                  <a:schemeClr val="tx2"/>
                </a:solidFill>
                <a:cs typeface="Calibri"/>
                <a:sym typeface="+mn-lt"/>
              </a:rPr>
              <a:t>29</a:t>
            </a:r>
            <a:r>
              <a:rPr lang="zh-CN" altLang="en-US" sz="1300" b="1" dirty="0">
                <a:solidFill>
                  <a:schemeClr val="tx2"/>
                </a:solidFill>
                <a:cs typeface="Calibri"/>
                <a:sym typeface="+mn-lt"/>
              </a:rPr>
              <a:t>日</a:t>
            </a:r>
            <a:r>
              <a:rPr lang="en-US" altLang="zh-CN" sz="1300" b="1" dirty="0">
                <a:solidFill>
                  <a:schemeClr val="tx2"/>
                </a:solidFill>
                <a:cs typeface="Calibri"/>
                <a:sym typeface="+mn-lt"/>
              </a:rPr>
              <a:t>ADR</a:t>
            </a:r>
            <a:r>
              <a:rPr lang="zh-CN" altLang="en-US" sz="1300" b="1" dirty="0">
                <a:solidFill>
                  <a:schemeClr val="tx2"/>
                </a:solidFill>
                <a:cs typeface="Calibri"/>
                <a:sym typeface="+mn-lt"/>
              </a:rPr>
              <a:t>對應的底層普通股正式上市流通。</a:t>
            </a:r>
            <a:endParaRPr lang="en-US" altLang="zh-CN" sz="1300" b="1" dirty="0">
              <a:solidFill>
                <a:schemeClr val="tx2"/>
              </a:solidFill>
              <a:cs typeface="Calibri"/>
              <a:sym typeface="+mn-lt"/>
            </a:endParaRPr>
          </a:p>
          <a:p>
            <a:pPr marL="285750" marR="0" lvl="2" indent="-285750" algn="l" defTabSz="914400" rtl="0" eaLnBrk="1" fontAlgn="base" latinLnBrk="0" hangingPunct="1">
              <a:lnSpc>
                <a:spcPts val="1500"/>
              </a:lnSpc>
              <a:spcBef>
                <a:spcPts val="0"/>
              </a:spcBef>
              <a:spcAft>
                <a:spcPts val="300"/>
              </a:spcAft>
              <a:buClr>
                <a:srgbClr val="2660AD">
                  <a:lumMod val="50000"/>
                </a:srgbClr>
              </a:buClr>
              <a:buSzTx/>
              <a:buFont typeface="Arial" panose="020B0604020202090204" pitchFamily="34" charset="0"/>
              <a:buChar char="•"/>
              <a:defRPr/>
            </a:pPr>
            <a:r>
              <a:rPr kumimoji="0" lang="zh-CN" altLang="en-US" sz="1300" b="0" i="0" u="none" strike="noStrike" kern="1200" cap="none" spc="0" normalizeH="0" baseline="0" noProof="0" dirty="0">
                <a:ln>
                  <a:noFill/>
                </a:ln>
                <a:solidFill>
                  <a:srgbClr val="515052">
                    <a:lumMod val="50000"/>
                  </a:srgbClr>
                </a:solidFill>
                <a:effectLst/>
                <a:uLnTx/>
                <a:uFillTx/>
                <a:latin typeface="+mj-lt"/>
                <a:ea typeface="+mj-ea"/>
                <a:cs typeface="Calibri"/>
                <a:sym typeface="+mn-lt"/>
              </a:rPr>
              <a:t>本次新股</a:t>
            </a:r>
            <a:r>
              <a:rPr kumimoji="0" lang="en-US" altLang="zh-CN" sz="1300" b="0" i="0" u="none" strike="noStrike" kern="1200" cap="none" spc="0" normalizeH="0" baseline="0" noProof="0" dirty="0">
                <a:ln>
                  <a:noFill/>
                </a:ln>
                <a:solidFill>
                  <a:srgbClr val="515052">
                    <a:lumMod val="50000"/>
                  </a:srgbClr>
                </a:solidFill>
                <a:effectLst/>
                <a:uLnTx/>
                <a:uFillTx/>
                <a:latin typeface="+mj-lt"/>
                <a:ea typeface="+mj-ea"/>
                <a:cs typeface="Calibri"/>
                <a:sym typeface="+mn-lt"/>
              </a:rPr>
              <a:t>DR</a:t>
            </a:r>
            <a:r>
              <a:rPr kumimoji="0" lang="zh-CN" altLang="en-US" sz="1300" b="0" i="0" u="none" strike="noStrike" kern="1200" cap="none" spc="0" normalizeH="0" baseline="0" noProof="0" dirty="0">
                <a:ln>
                  <a:noFill/>
                </a:ln>
                <a:solidFill>
                  <a:srgbClr val="515052">
                    <a:lumMod val="50000"/>
                  </a:srgbClr>
                </a:solidFill>
                <a:effectLst/>
                <a:uLnTx/>
                <a:uFillTx/>
                <a:latin typeface="+mj-lt"/>
                <a:ea typeface="+mj-ea"/>
                <a:cs typeface="Calibri"/>
                <a:sym typeface="+mn-lt"/>
              </a:rPr>
              <a:t>對應普通股上限</a:t>
            </a:r>
            <a:r>
              <a:rPr kumimoji="0" lang="en-US" altLang="zh-CN" sz="1300" b="0" i="0" u="none" strike="noStrike" kern="1200" cap="none" spc="0" normalizeH="0" baseline="0" noProof="0" dirty="0">
                <a:ln>
                  <a:noFill/>
                </a:ln>
                <a:solidFill>
                  <a:srgbClr val="515052">
                    <a:lumMod val="50000"/>
                  </a:srgbClr>
                </a:solidFill>
                <a:effectLst/>
                <a:uLnTx/>
                <a:uFillTx/>
                <a:latin typeface="+mj-lt"/>
                <a:ea typeface="+mj-ea"/>
                <a:cs typeface="Calibri"/>
                <a:sym typeface="+mn-lt"/>
              </a:rPr>
              <a:t>255.5</a:t>
            </a:r>
            <a:r>
              <a:rPr kumimoji="0" lang="zh-CN" altLang="en-US" sz="1300" b="0" i="0" u="none" strike="noStrike" kern="1200" cap="none" spc="0" normalizeH="0" baseline="0" noProof="0" dirty="0">
                <a:ln>
                  <a:noFill/>
                </a:ln>
                <a:solidFill>
                  <a:srgbClr val="515052">
                    <a:lumMod val="50000"/>
                  </a:srgbClr>
                </a:solidFill>
                <a:effectLst/>
                <a:uLnTx/>
                <a:uFillTx/>
                <a:latin typeface="+mj-lt"/>
                <a:ea typeface="+mj-ea"/>
                <a:cs typeface="Calibri"/>
                <a:sym typeface="+mn-lt"/>
              </a:rPr>
              <a:t>萬股，總募資</a:t>
            </a:r>
            <a:r>
              <a:rPr kumimoji="0" lang="en-US" altLang="zh-CN" sz="1300" b="0" i="0" u="none" strike="noStrike" kern="1200" cap="none" spc="0" normalizeH="0" baseline="0" noProof="0" dirty="0">
                <a:ln>
                  <a:noFill/>
                </a:ln>
                <a:solidFill>
                  <a:srgbClr val="515052">
                    <a:lumMod val="50000"/>
                  </a:srgbClr>
                </a:solidFill>
                <a:effectLst/>
                <a:uLnTx/>
                <a:uFillTx/>
                <a:latin typeface="+mj-lt"/>
                <a:ea typeface="+mj-ea"/>
                <a:cs typeface="Calibri"/>
                <a:sym typeface="+mn-lt"/>
              </a:rPr>
              <a:t>45.45</a:t>
            </a:r>
            <a:r>
              <a:rPr kumimoji="0" lang="zh-CN" altLang="en-US" sz="1300" b="0" i="0" u="none" strike="noStrike" kern="1200" cap="none" spc="0" normalizeH="0" baseline="0" noProof="0" dirty="0">
                <a:ln>
                  <a:noFill/>
                </a:ln>
                <a:solidFill>
                  <a:srgbClr val="515052">
                    <a:lumMod val="50000"/>
                  </a:srgbClr>
                </a:solidFill>
                <a:effectLst/>
                <a:uLnTx/>
                <a:uFillTx/>
                <a:latin typeface="+mj-lt"/>
                <a:ea typeface="+mj-ea"/>
                <a:cs typeface="Calibri"/>
                <a:sym typeface="+mn-lt"/>
              </a:rPr>
              <a:t>萬億韓元（約</a:t>
            </a:r>
            <a:r>
              <a:rPr kumimoji="0" lang="en-US" altLang="zh-CN" sz="1300" b="0" i="0" u="none" strike="noStrike" kern="1200" cap="none" spc="0" normalizeH="0" baseline="0" noProof="0" dirty="0">
                <a:ln>
                  <a:noFill/>
                </a:ln>
                <a:solidFill>
                  <a:srgbClr val="515052">
                    <a:lumMod val="50000"/>
                  </a:srgbClr>
                </a:solidFill>
                <a:effectLst/>
                <a:uLnTx/>
                <a:uFillTx/>
                <a:latin typeface="+mj-lt"/>
                <a:ea typeface="+mj-ea"/>
                <a:cs typeface="Calibri"/>
                <a:sym typeface="+mn-lt"/>
              </a:rPr>
              <a:t>294</a:t>
            </a:r>
            <a:r>
              <a:rPr kumimoji="0" lang="zh-CN" altLang="en-US" sz="1300" b="0" i="0" u="none" strike="noStrike" kern="1200" cap="none" spc="0" normalizeH="0" baseline="0" noProof="0" dirty="0">
                <a:ln>
                  <a:noFill/>
                </a:ln>
                <a:solidFill>
                  <a:srgbClr val="515052">
                    <a:lumMod val="50000"/>
                  </a:srgbClr>
                </a:solidFill>
                <a:effectLst/>
                <a:uLnTx/>
                <a:uFillTx/>
                <a:latin typeface="+mj-lt"/>
                <a:ea typeface="+mj-ea"/>
                <a:cs typeface="Calibri"/>
                <a:sym typeface="+mn-lt"/>
              </a:rPr>
              <a:t>億美元 ）。</a:t>
            </a:r>
            <a:r>
              <a:rPr kumimoji="0" lang="en-US" altLang="zh-CN" sz="1300" b="0" i="0" u="none" strike="noStrike" kern="1200" cap="none" spc="0" normalizeH="0" baseline="0" noProof="0" dirty="0">
                <a:ln>
                  <a:noFill/>
                </a:ln>
                <a:solidFill>
                  <a:srgbClr val="515052">
                    <a:lumMod val="50000"/>
                  </a:srgbClr>
                </a:solidFill>
                <a:effectLst/>
                <a:uLnTx/>
                <a:uFillTx/>
                <a:latin typeface="+mj-lt"/>
                <a:ea typeface="+mj-ea"/>
                <a:cs typeface="Calibri"/>
                <a:sym typeface="+mn-lt"/>
              </a:rPr>
              <a:t>1</a:t>
            </a:r>
            <a:r>
              <a:rPr kumimoji="0" lang="zh-CN" altLang="en-US" sz="1300" b="0" i="0" u="none" strike="noStrike" kern="1200" cap="none" spc="0" normalizeH="0" baseline="0" noProof="0" dirty="0">
                <a:ln>
                  <a:noFill/>
                </a:ln>
                <a:solidFill>
                  <a:srgbClr val="515052">
                    <a:lumMod val="50000"/>
                  </a:srgbClr>
                </a:solidFill>
                <a:effectLst/>
                <a:uLnTx/>
                <a:uFillTx/>
                <a:latin typeface="+mj-lt"/>
                <a:ea typeface="+mj-ea"/>
                <a:cs typeface="Calibri"/>
                <a:sym typeface="+mn-lt"/>
              </a:rPr>
              <a:t>份</a:t>
            </a:r>
            <a:r>
              <a:rPr kumimoji="0" lang="en-US" altLang="zh-CN" sz="1300" b="0" i="0" u="none" strike="noStrike" kern="1200" cap="none" spc="0" normalizeH="0" baseline="0" noProof="0" dirty="0">
                <a:ln>
                  <a:noFill/>
                </a:ln>
                <a:solidFill>
                  <a:srgbClr val="515052">
                    <a:lumMod val="50000"/>
                  </a:srgbClr>
                </a:solidFill>
                <a:effectLst/>
                <a:uLnTx/>
                <a:uFillTx/>
                <a:latin typeface="+mj-lt"/>
                <a:ea typeface="+mj-ea"/>
                <a:cs typeface="Calibri"/>
                <a:sym typeface="+mn-lt"/>
              </a:rPr>
              <a:t>ADR</a:t>
            </a:r>
            <a:r>
              <a:rPr kumimoji="0" lang="zh-CN" altLang="en-US" sz="1300" b="0" i="0" u="none" strike="noStrike" kern="1200" cap="none" spc="0" normalizeH="0" baseline="0" noProof="0" dirty="0">
                <a:ln>
                  <a:noFill/>
                </a:ln>
                <a:solidFill>
                  <a:srgbClr val="515052">
                    <a:lumMod val="50000"/>
                  </a:srgbClr>
                </a:solidFill>
                <a:effectLst/>
                <a:uLnTx/>
                <a:uFillTx/>
                <a:latin typeface="+mj-lt"/>
                <a:ea typeface="+mj-ea"/>
                <a:cs typeface="Calibri"/>
                <a:sym typeface="+mn-lt"/>
              </a:rPr>
              <a:t>兌換</a:t>
            </a:r>
            <a:r>
              <a:rPr kumimoji="0" lang="en-US" altLang="zh-CN" sz="1300" b="0" i="0" u="none" strike="noStrike" kern="1200" cap="none" spc="0" normalizeH="0" baseline="0" noProof="0" dirty="0">
                <a:ln>
                  <a:noFill/>
                </a:ln>
                <a:solidFill>
                  <a:srgbClr val="515052">
                    <a:lumMod val="50000"/>
                  </a:srgbClr>
                </a:solidFill>
                <a:effectLst/>
                <a:uLnTx/>
                <a:uFillTx/>
                <a:latin typeface="+mj-lt"/>
                <a:ea typeface="+mj-ea"/>
                <a:cs typeface="Calibri"/>
                <a:sym typeface="+mn-lt"/>
              </a:rPr>
              <a:t>0.1</a:t>
            </a:r>
            <a:r>
              <a:rPr kumimoji="0" lang="zh-CN" altLang="en-US" sz="1300" b="0" i="0" u="none" strike="noStrike" kern="1200" cap="none" spc="0" normalizeH="0" baseline="0" noProof="0" dirty="0">
                <a:ln>
                  <a:noFill/>
                </a:ln>
                <a:solidFill>
                  <a:srgbClr val="515052">
                    <a:lumMod val="50000"/>
                  </a:srgbClr>
                </a:solidFill>
                <a:effectLst/>
                <a:uLnTx/>
                <a:uFillTx/>
                <a:latin typeface="+mj-lt"/>
                <a:ea typeface="+mj-ea"/>
                <a:cs typeface="Calibri"/>
                <a:sym typeface="+mn-lt"/>
              </a:rPr>
              <a:t>股</a:t>
            </a:r>
            <a:r>
              <a:rPr kumimoji="0" lang="en-US" altLang="zh-CN" sz="1300" b="0" i="0" u="none" strike="noStrike" kern="1200" cap="none" spc="0" normalizeH="0" baseline="0" noProof="0" dirty="0">
                <a:ln>
                  <a:noFill/>
                </a:ln>
                <a:solidFill>
                  <a:srgbClr val="515052">
                    <a:lumMod val="50000"/>
                  </a:srgbClr>
                </a:solidFill>
                <a:effectLst/>
                <a:uLnTx/>
                <a:uFillTx/>
                <a:latin typeface="+mj-lt"/>
                <a:ea typeface="+mj-ea"/>
                <a:cs typeface="Calibri"/>
                <a:sym typeface="+mn-lt"/>
              </a:rPr>
              <a:t>SK</a:t>
            </a:r>
            <a:r>
              <a:rPr kumimoji="0" lang="zh-CN" altLang="en-US" sz="1300" b="0" i="0" u="none" strike="noStrike" kern="1200" cap="none" spc="0" normalizeH="0" baseline="0" noProof="0" dirty="0">
                <a:ln>
                  <a:noFill/>
                </a:ln>
                <a:solidFill>
                  <a:srgbClr val="515052">
                    <a:lumMod val="50000"/>
                  </a:srgbClr>
                </a:solidFill>
                <a:effectLst/>
                <a:uLnTx/>
                <a:uFillTx/>
                <a:latin typeface="+mj-lt"/>
                <a:ea typeface="+mj-ea"/>
                <a:cs typeface="Calibri"/>
                <a:sym typeface="+mn-lt"/>
              </a:rPr>
              <a:t>海力士普通股。</a:t>
            </a:r>
            <a:endParaRPr kumimoji="0" lang="en-US" altLang="zh-CN" sz="1300" b="0" i="0" u="none" strike="noStrike" kern="1200" cap="none" spc="0" normalizeH="0" baseline="0" noProof="0" dirty="0">
              <a:ln>
                <a:noFill/>
              </a:ln>
              <a:solidFill>
                <a:srgbClr val="515052">
                  <a:lumMod val="50000"/>
                </a:srgbClr>
              </a:solidFill>
              <a:effectLst/>
              <a:uLnTx/>
              <a:uFillTx/>
              <a:latin typeface="+mj-lt"/>
              <a:ea typeface="+mj-ea"/>
              <a:cs typeface="Calibri"/>
              <a:sym typeface="+mn-lt"/>
            </a:endParaRPr>
          </a:p>
          <a:p>
            <a:pPr marL="285750" marR="0" lvl="2" indent="-285750" algn="l" defTabSz="914400" rtl="0" eaLnBrk="1" fontAlgn="base" latinLnBrk="0" hangingPunct="1">
              <a:lnSpc>
                <a:spcPts val="1500"/>
              </a:lnSpc>
              <a:spcBef>
                <a:spcPts val="0"/>
              </a:spcBef>
              <a:spcAft>
                <a:spcPts val="300"/>
              </a:spcAft>
              <a:buClr>
                <a:srgbClr val="2660AD">
                  <a:lumMod val="50000"/>
                </a:srgbClr>
              </a:buClr>
              <a:buSzTx/>
              <a:buFont typeface="Arial" panose="020B0604020202090204" pitchFamily="34" charset="0"/>
              <a:buChar char="•"/>
              <a:defRPr/>
            </a:pPr>
            <a:r>
              <a:rPr kumimoji="0" lang="zh-CN" altLang="en-US" sz="1300" b="1" i="0" u="none" strike="noStrike" kern="1200" cap="none" spc="0" normalizeH="0" baseline="0" noProof="0" dirty="0">
                <a:ln>
                  <a:noFill/>
                </a:ln>
                <a:solidFill>
                  <a:schemeClr val="tx2"/>
                </a:solidFill>
                <a:effectLst/>
                <a:uLnTx/>
                <a:uFillTx/>
                <a:latin typeface="+mj-lt"/>
                <a:ea typeface="+mj-ea"/>
                <a:cs typeface="Calibri"/>
                <a:sym typeface="+mn-lt"/>
              </a:rPr>
              <a:t>全部募集資金僅用于産能擴産，分別爲韓國龍仁半導體園區</a:t>
            </a:r>
            <a:r>
              <a:rPr kumimoji="0" lang="en-US" altLang="zh-CN" sz="1300" b="1" i="0" u="none" strike="noStrike" kern="1200" cap="none" spc="0" normalizeH="0" baseline="0" noProof="0" dirty="0">
                <a:ln>
                  <a:noFill/>
                </a:ln>
                <a:solidFill>
                  <a:schemeClr val="tx2"/>
                </a:solidFill>
                <a:effectLst/>
                <a:uLnTx/>
                <a:uFillTx/>
                <a:latin typeface="+mj-lt"/>
                <a:ea typeface="+mj-ea"/>
                <a:cs typeface="Calibri"/>
                <a:sym typeface="+mn-lt"/>
              </a:rPr>
              <a:t>Y1</a:t>
            </a:r>
            <a:r>
              <a:rPr kumimoji="0" lang="zh-CN" altLang="en-US" sz="1300" b="1" i="0" u="none" strike="noStrike" kern="1200" cap="none" spc="0" normalizeH="0" baseline="0" noProof="0" dirty="0">
                <a:ln>
                  <a:noFill/>
                </a:ln>
                <a:solidFill>
                  <a:schemeClr val="tx2"/>
                </a:solidFill>
                <a:effectLst/>
                <a:uLnTx/>
                <a:uFillTx/>
                <a:latin typeface="+mj-lt"/>
                <a:ea typeface="+mj-ea"/>
                <a:cs typeface="Calibri"/>
                <a:sym typeface="+mn-lt"/>
              </a:rPr>
              <a:t>晶圓廠新建、清州</a:t>
            </a:r>
            <a:r>
              <a:rPr kumimoji="0" lang="en-US" altLang="zh-CN" sz="1300" b="1" i="0" u="none" strike="noStrike" kern="1200" cap="none" spc="0" normalizeH="0" baseline="0" noProof="0" dirty="0">
                <a:ln>
                  <a:noFill/>
                </a:ln>
                <a:solidFill>
                  <a:schemeClr val="tx2"/>
                </a:solidFill>
                <a:effectLst/>
                <a:uLnTx/>
                <a:uFillTx/>
                <a:latin typeface="+mj-lt"/>
                <a:ea typeface="+mj-ea"/>
                <a:cs typeface="Calibri"/>
                <a:sym typeface="+mn-lt"/>
              </a:rPr>
              <a:t>P&amp;T7</a:t>
            </a:r>
            <a:r>
              <a:rPr kumimoji="0" lang="zh-CN" altLang="en-US" sz="1300" b="1" i="0" u="none" strike="noStrike" kern="1200" cap="none" spc="0" normalizeH="0" baseline="0" noProof="0" dirty="0">
                <a:ln>
                  <a:noFill/>
                </a:ln>
                <a:solidFill>
                  <a:schemeClr val="tx2"/>
                </a:solidFill>
                <a:effectLst/>
                <a:uLnTx/>
                <a:uFillTx/>
                <a:latin typeface="+mj-lt"/>
                <a:ea typeface="+mj-ea"/>
                <a:cs typeface="Calibri"/>
                <a:sym typeface="+mn-lt"/>
              </a:rPr>
              <a:t>先進封測廠房與設備配套、</a:t>
            </a:r>
            <a:r>
              <a:rPr kumimoji="0" lang="en-US" altLang="zh-CN" sz="1300" b="1" i="0" u="none" strike="noStrike" kern="1200" cap="none" spc="0" normalizeH="0" baseline="0" noProof="0" dirty="0">
                <a:ln>
                  <a:noFill/>
                </a:ln>
                <a:solidFill>
                  <a:schemeClr val="tx2"/>
                </a:solidFill>
                <a:effectLst/>
                <a:uLnTx/>
                <a:uFillTx/>
                <a:latin typeface="+mj-lt"/>
                <a:ea typeface="+mj-ea"/>
                <a:cs typeface="Calibri"/>
                <a:sym typeface="+mn-lt"/>
              </a:rPr>
              <a:t>EUV</a:t>
            </a:r>
            <a:r>
              <a:rPr kumimoji="0" lang="zh-CN" altLang="en-US" sz="1300" b="1" i="0" u="none" strike="noStrike" kern="1200" cap="none" spc="0" normalizeH="0" baseline="0" noProof="0" dirty="0">
                <a:ln>
                  <a:noFill/>
                </a:ln>
                <a:solidFill>
                  <a:schemeClr val="tx2"/>
                </a:solidFill>
                <a:effectLst/>
                <a:uLnTx/>
                <a:uFillTx/>
                <a:latin typeface="+mj-lt"/>
                <a:ea typeface="+mj-ea"/>
                <a:cs typeface="Calibri"/>
                <a:sym typeface="+mn-lt"/>
              </a:rPr>
              <a:t>光刻機相關産綫及配套設施建設。</a:t>
            </a:r>
            <a:endParaRPr kumimoji="0" lang="en-US" altLang="zh-CN" sz="1300" b="1" i="0" u="none" strike="noStrike" kern="1200" cap="none" spc="0" normalizeH="0" baseline="0" noProof="0" dirty="0">
              <a:ln>
                <a:noFill/>
              </a:ln>
              <a:solidFill>
                <a:schemeClr val="tx2"/>
              </a:solidFill>
              <a:effectLst/>
              <a:uLnTx/>
              <a:uFillTx/>
              <a:latin typeface="+mj-lt"/>
              <a:ea typeface="+mj-ea"/>
              <a:cs typeface="Calibri"/>
              <a:sym typeface="+mn-lt"/>
            </a:endParaRPr>
          </a:p>
          <a:p>
            <a:pPr marL="285750" lvl="2" indent="-285750" fontAlgn="base">
              <a:lnSpc>
                <a:spcPts val="1500"/>
              </a:lnSpc>
              <a:spcAft>
                <a:spcPts val="300"/>
              </a:spcAft>
              <a:buClr>
                <a:srgbClr val="2660AD">
                  <a:lumMod val="50000"/>
                </a:srgbClr>
              </a:buClr>
              <a:buFont typeface="Arial" panose="020B0604020202090204" pitchFamily="34" charset="0"/>
              <a:buChar char="•"/>
              <a:defRPr/>
            </a:pPr>
            <a:r>
              <a:rPr kumimoji="0" lang="zh-CN" altLang="en-US" sz="1300" b="0" i="0" u="none" strike="noStrike" kern="1200" cap="none" spc="0" normalizeH="0" baseline="0" noProof="0" dirty="0">
                <a:ln>
                  <a:noFill/>
                </a:ln>
                <a:solidFill>
                  <a:srgbClr val="515052">
                    <a:lumMod val="50000"/>
                  </a:srgbClr>
                </a:solidFill>
                <a:effectLst/>
                <a:uLnTx/>
                <a:uFillTx/>
                <a:latin typeface="+mj-lt"/>
                <a:ea typeface="+mj-ea"/>
                <a:cs typeface="Calibri"/>
                <a:sym typeface="+mn-lt"/>
              </a:rPr>
              <a:t>完成</a:t>
            </a:r>
            <a:r>
              <a:rPr kumimoji="0" lang="en-US" altLang="zh-CN" sz="1300" b="0" i="0" u="none" strike="noStrike" kern="1200" cap="none" spc="0" normalizeH="0" baseline="0" noProof="0" dirty="0">
                <a:ln>
                  <a:noFill/>
                </a:ln>
                <a:solidFill>
                  <a:srgbClr val="515052">
                    <a:lumMod val="50000"/>
                  </a:srgbClr>
                </a:solidFill>
                <a:effectLst/>
                <a:uLnTx/>
                <a:uFillTx/>
                <a:latin typeface="+mj-lt"/>
                <a:ea typeface="+mj-ea"/>
                <a:cs typeface="Calibri"/>
                <a:sym typeface="+mn-lt"/>
              </a:rPr>
              <a:t>ADR</a:t>
            </a:r>
            <a:r>
              <a:rPr kumimoji="0" lang="zh-CN" altLang="en-US" sz="1300" b="0" i="0" u="none" strike="noStrike" kern="1200" cap="none" spc="0" normalizeH="0" baseline="0" noProof="0" dirty="0">
                <a:ln>
                  <a:noFill/>
                </a:ln>
                <a:solidFill>
                  <a:srgbClr val="515052">
                    <a:lumMod val="50000"/>
                  </a:srgbClr>
                </a:solidFill>
                <a:effectLst/>
                <a:uLnTx/>
                <a:uFillTx/>
                <a:latin typeface="+mj-lt"/>
                <a:ea typeface="+mj-ea"/>
                <a:cs typeface="Calibri"/>
                <a:sym typeface="+mn-lt"/>
              </a:rPr>
              <a:t>上市，</a:t>
            </a:r>
            <a:r>
              <a:rPr lang="zh-CN" altLang="en-US" sz="1300" dirty="0">
                <a:solidFill>
                  <a:srgbClr val="515052">
                    <a:lumMod val="50000"/>
                  </a:srgbClr>
                </a:solidFill>
                <a:latin typeface="+mj-lt"/>
                <a:ea typeface="+mj-ea"/>
                <a:cs typeface="Calibri"/>
                <a:sym typeface="+mn-lt"/>
              </a:rPr>
              <a:t>有望納入納斯達克</a:t>
            </a:r>
            <a:r>
              <a:rPr lang="en-US" altLang="zh-CN" sz="1300" dirty="0">
                <a:solidFill>
                  <a:srgbClr val="515052">
                    <a:lumMod val="50000"/>
                  </a:srgbClr>
                </a:solidFill>
                <a:latin typeface="+mj-lt"/>
                <a:ea typeface="+mj-ea"/>
                <a:cs typeface="Calibri"/>
                <a:sym typeface="+mn-lt"/>
              </a:rPr>
              <a:t>100</a:t>
            </a:r>
            <a:r>
              <a:rPr lang="zh-CN" altLang="en-US" sz="1300" dirty="0">
                <a:solidFill>
                  <a:srgbClr val="515052">
                    <a:lumMod val="50000"/>
                  </a:srgbClr>
                </a:solidFill>
                <a:latin typeface="+mj-lt"/>
                <a:ea typeface="+mj-ea"/>
                <a:cs typeface="Calibri"/>
                <a:sym typeface="+mn-lt"/>
              </a:rPr>
              <a:t>與費城半導體指數，縮小與美國龍頭美光的估值差距，實現</a:t>
            </a:r>
            <a:r>
              <a:rPr lang="zh-CN" altLang="en-US" sz="1300" b="1" dirty="0">
                <a:solidFill>
                  <a:schemeClr val="accent1"/>
                </a:solidFill>
                <a:latin typeface="+mj-lt"/>
                <a:ea typeface="+mj-ea"/>
                <a:cs typeface="Calibri"/>
                <a:sym typeface="+mn-lt"/>
              </a:rPr>
              <a:t>現有估值重塑。</a:t>
            </a:r>
            <a:endParaRPr kumimoji="0" lang="zh-CN" altLang="en-US" sz="1300" b="1" i="0" u="none" strike="noStrike" kern="1200" cap="none" spc="0" normalizeH="0" baseline="0" noProof="0" dirty="0">
              <a:ln>
                <a:noFill/>
              </a:ln>
              <a:solidFill>
                <a:schemeClr val="accent1"/>
              </a:solidFill>
              <a:effectLst/>
              <a:uLnTx/>
              <a:uFillTx/>
              <a:latin typeface="+mj-lt"/>
              <a:ea typeface="+mj-ea"/>
              <a:cs typeface="Calibri"/>
              <a:sym typeface="+mn-lt"/>
            </a:endParaRPr>
          </a:p>
        </p:txBody>
      </p:sp>
      <p:sp>
        <p:nvSpPr>
          <p:cNvPr id="15" name="文本框 14"/>
          <p:cNvSpPr txBox="1"/>
          <p:nvPr/>
        </p:nvSpPr>
        <p:spPr>
          <a:xfrm>
            <a:off x="1074297" y="2405471"/>
            <a:ext cx="4097778" cy="307777"/>
          </a:xfrm>
          <a:prstGeom prst="rect">
            <a:avLst/>
          </a:prstGeom>
          <a:noFill/>
        </p:spPr>
        <p:txBody>
          <a:bodyPr wrap="square">
            <a:spAutoFit/>
          </a:bodyPr>
          <a:lstStyle/>
          <a:p>
            <a:pPr algn="ctr">
              <a:buNone/>
            </a:pPr>
            <a:r>
              <a:rPr lang="en-US" altLang="zh-CN" sz="1400" b="1" dirty="0">
                <a:solidFill>
                  <a:schemeClr val="tx2"/>
                </a:solidFill>
                <a:effectLst/>
              </a:rPr>
              <a:t>SKH vs. Micron FWD P/</a:t>
            </a:r>
            <a:r>
              <a:rPr lang="en-US" altLang="zh-CN" sz="1400" b="1">
                <a:solidFill>
                  <a:schemeClr val="tx2"/>
                </a:solidFill>
                <a:effectLst/>
              </a:rPr>
              <a:t>E </a:t>
            </a:r>
            <a:r>
              <a:rPr lang="zh-CN" altLang="en-US" sz="1400" b="1">
                <a:solidFill>
                  <a:schemeClr val="tx2"/>
                </a:solidFill>
                <a:effectLst/>
              </a:rPr>
              <a:t>估值對比</a:t>
            </a:r>
            <a:endParaRPr lang="en-US" altLang="zh-CN" sz="1400" b="1" dirty="0">
              <a:solidFill>
                <a:schemeClr val="tx2"/>
              </a:solidFill>
              <a:effectLst/>
            </a:endParaRPr>
          </a:p>
        </p:txBody>
      </p:sp>
      <p:sp>
        <p:nvSpPr>
          <p:cNvPr id="17" name="文本框 16"/>
          <p:cNvSpPr txBox="1"/>
          <p:nvPr/>
        </p:nvSpPr>
        <p:spPr>
          <a:xfrm>
            <a:off x="6254397" y="2374030"/>
            <a:ext cx="5162948" cy="307777"/>
          </a:xfrm>
          <a:prstGeom prst="rect">
            <a:avLst/>
          </a:prstGeom>
          <a:noFill/>
        </p:spPr>
        <p:txBody>
          <a:bodyPr wrap="square">
            <a:spAutoFit/>
          </a:bodyPr>
          <a:lstStyle/>
          <a:p>
            <a:pPr algn="ctr">
              <a:buNone/>
            </a:pPr>
            <a:r>
              <a:rPr lang="zh-CN" altLang="en-US" sz="1400" b="1">
                <a:solidFill>
                  <a:schemeClr val="tx2"/>
                </a:solidFill>
              </a:rPr>
              <a:t>參考</a:t>
            </a:r>
            <a:r>
              <a:rPr lang="en-US" altLang="zh-CN" sz="1400" b="1">
                <a:solidFill>
                  <a:schemeClr val="tx2"/>
                </a:solidFill>
              </a:rPr>
              <a:t>TSMC, </a:t>
            </a:r>
            <a:r>
              <a:rPr lang="zh-CN" altLang="en-US" sz="1400" b="1">
                <a:solidFill>
                  <a:schemeClr val="tx2"/>
                </a:solidFill>
              </a:rPr>
              <a:t>美股流動性將帶來正股</a:t>
            </a:r>
            <a:r>
              <a:rPr lang="en-US" altLang="zh-CN" sz="1400" b="1">
                <a:solidFill>
                  <a:schemeClr val="tx2"/>
                </a:solidFill>
              </a:rPr>
              <a:t>Premium</a:t>
            </a:r>
            <a:endParaRPr lang="zh-CN" altLang="en-US" sz="1400" dirty="0">
              <a:solidFill>
                <a:schemeClr val="tx2"/>
              </a:solidFill>
              <a:effectLst/>
            </a:endParaRPr>
          </a:p>
        </p:txBody>
      </p:sp>
      <p:sp>
        <p:nvSpPr>
          <p:cNvPr id="18" name="Text Placeholder 15"/>
          <p:cNvSpPr txBox="1"/>
          <p:nvPr/>
        </p:nvSpPr>
        <p:spPr>
          <a:xfrm>
            <a:off x="362155" y="6212103"/>
            <a:ext cx="11145838" cy="389508"/>
          </a:xfrm>
          <a:prstGeom prst="rect">
            <a:avLst/>
          </a:prstGeom>
          <a:noFill/>
        </p:spPr>
        <p:txBody>
          <a:bodyPr lIns="0" tIns="0" rIns="0" bIns="0" anchor="ctr" anchorCtr="0"/>
          <a:lstStyle>
            <a:lvl1pPr marL="0" indent="0" algn="l" defTabSz="914400" rtl="0" eaLnBrk="1" latinLnBrk="0" hangingPunct="1">
              <a:lnSpc>
                <a:spcPct val="90000"/>
              </a:lnSpc>
              <a:spcBef>
                <a:spcPts val="1000"/>
              </a:spcBef>
              <a:buFont typeface="Arial" panose="020B0604020202090204" pitchFamily="34" charset="0"/>
              <a:buNone/>
              <a:defRPr sz="1000" kern="1200">
                <a:solidFill>
                  <a:srgbClr val="404F5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a:lnSpc>
                <a:spcPct val="100000"/>
              </a:lnSpc>
              <a:spcBef>
                <a:spcPts val="0"/>
              </a:spcBef>
              <a:defRPr/>
            </a:pPr>
            <a:r>
              <a:rPr kumimoji="0" lang="zh-TW" altLang="en-US" sz="800" b="0" i="0" u="none" strike="noStrike" kern="1200" cap="none" spc="0" normalizeH="0" baseline="0" noProof="0">
                <a:ln>
                  <a:noFill/>
                </a:ln>
                <a:solidFill>
                  <a:srgbClr val="404F56"/>
                </a:solidFill>
                <a:effectLst/>
                <a:uLnTx/>
                <a:uFillTx/>
                <a:latin typeface="Calibri"/>
                <a:ea typeface="微軟正黑體"/>
                <a:cs typeface="+mn-cs"/>
              </a:rPr>
              <a:t>資料來源：</a:t>
            </a:r>
            <a:r>
              <a:rPr kumimoji="0" lang="en-US" altLang="zh-TW" sz="800" b="0" i="0" u="none" strike="noStrike" kern="1200" cap="none" spc="0" normalizeH="0" baseline="0" noProof="0">
                <a:ln>
                  <a:noFill/>
                </a:ln>
                <a:solidFill>
                  <a:srgbClr val="404F56"/>
                </a:solidFill>
                <a:effectLst/>
                <a:uLnTx/>
                <a:uFillTx/>
                <a:latin typeface="Calibri"/>
                <a:ea typeface="微軟正黑體"/>
                <a:cs typeface="+mn-cs"/>
              </a:rPr>
              <a:t>Bloomberg</a:t>
            </a:r>
            <a:endParaRPr kumimoji="0" lang="en-US" altLang="zh-HK" sz="800" b="0" i="0" u="none" strike="noStrike" kern="1200" cap="none" spc="0" normalizeH="0" baseline="0" noProof="0" dirty="0">
              <a:ln>
                <a:noFill/>
              </a:ln>
              <a:solidFill>
                <a:srgbClr val="404F56"/>
              </a:solidFill>
              <a:effectLst/>
              <a:uLnTx/>
              <a:uFillTx/>
              <a:latin typeface="Calibri"/>
              <a:ea typeface="微軟正黑體"/>
              <a:cs typeface="+mn-cs"/>
            </a:endParaRPr>
          </a:p>
        </p:txBody>
      </p:sp>
      <p:pic>
        <p:nvPicPr>
          <p:cNvPr id="25" name="Picture 24"/>
          <p:cNvPicPr>
            <a:picLocks noChangeAspect="1"/>
          </p:cNvPicPr>
          <p:nvPr/>
        </p:nvPicPr>
        <p:blipFill>
          <a:blip r:embed="rId3"/>
          <a:stretch>
            <a:fillRect/>
          </a:stretch>
        </p:blipFill>
        <p:spPr>
          <a:xfrm>
            <a:off x="6520190" y="2718204"/>
            <a:ext cx="4643110" cy="3429665"/>
          </a:xfrm>
          <a:prstGeom prst="rect">
            <a:avLst/>
          </a:prstGeom>
        </p:spPr>
      </p:pic>
      <p:grpSp>
        <p:nvGrpSpPr>
          <p:cNvPr id="31" name="Group 30"/>
          <p:cNvGrpSpPr/>
          <p:nvPr/>
        </p:nvGrpSpPr>
        <p:grpSpPr>
          <a:xfrm>
            <a:off x="1075071" y="2802004"/>
            <a:ext cx="4627229" cy="3373506"/>
            <a:chOff x="846471" y="2633041"/>
            <a:chExt cx="4627229" cy="3373506"/>
          </a:xfrm>
        </p:grpSpPr>
        <p:pic>
          <p:nvPicPr>
            <p:cNvPr id="23" name="Picture 22"/>
            <p:cNvPicPr>
              <a:picLocks noChangeAspect="1"/>
            </p:cNvPicPr>
            <p:nvPr/>
          </p:nvPicPr>
          <p:blipFill>
            <a:blip r:embed="rId4"/>
            <a:stretch>
              <a:fillRect/>
            </a:stretch>
          </p:blipFill>
          <p:spPr>
            <a:xfrm>
              <a:off x="846471" y="2633041"/>
              <a:ext cx="4627229" cy="3373506"/>
            </a:xfrm>
            <a:prstGeom prst="rect">
              <a:avLst/>
            </a:prstGeom>
          </p:spPr>
        </p:pic>
        <p:cxnSp>
          <p:nvCxnSpPr>
            <p:cNvPr id="27" name="Straight Connector 26"/>
            <p:cNvCxnSpPr/>
            <p:nvPr/>
          </p:nvCxnSpPr>
          <p:spPr>
            <a:xfrm flipH="1">
              <a:off x="3479800" y="4857750"/>
              <a:ext cx="1463675" cy="0"/>
            </a:xfrm>
            <a:prstGeom prst="line">
              <a:avLst/>
            </a:prstGeom>
            <a:ln w="19050">
              <a:solidFill>
                <a:srgbClr val="C00000"/>
              </a:solidFill>
              <a:prstDash val="lgDash"/>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3406775" y="4590534"/>
              <a:ext cx="1622425" cy="276999"/>
            </a:xfrm>
            <a:prstGeom prst="rect">
              <a:avLst/>
            </a:prstGeom>
            <a:noFill/>
          </p:spPr>
          <p:txBody>
            <a:bodyPr wrap="square">
              <a:spAutoFit/>
            </a:bodyPr>
            <a:lstStyle/>
            <a:p>
              <a:pPr algn="ctr"/>
              <a:r>
                <a:rPr lang="zh-CN" altLang="en-US" sz="1200" b="0" i="0" u="none" strike="noStrike" baseline="0">
                  <a:solidFill>
                    <a:srgbClr val="C00000"/>
                  </a:solidFill>
                  <a:latin typeface="TimesNewRomanPSMT" panose="02020503050405090304"/>
                </a:rPr>
                <a:t>過去</a:t>
              </a:r>
              <a:r>
                <a:rPr lang="en-US" altLang="zh-CN" sz="1200" b="0" i="0" u="none" strike="noStrike" baseline="0">
                  <a:solidFill>
                    <a:srgbClr val="C00000"/>
                  </a:solidFill>
                  <a:latin typeface="TimesNewRomanPSMT" panose="02020503050405090304"/>
                </a:rPr>
                <a:t>5</a:t>
              </a:r>
              <a:r>
                <a:rPr lang="zh-CN" altLang="en-US" sz="1200" b="0" i="0" u="none" strike="noStrike" baseline="0" dirty="0">
                  <a:solidFill>
                    <a:srgbClr val="C00000"/>
                  </a:solidFill>
                  <a:latin typeface="TimesNewRomanPSMT" panose="02020503050405090304"/>
                </a:rPr>
                <a:t>年平均值在</a:t>
              </a:r>
              <a:r>
                <a:rPr lang="en-US" altLang="zh-CN" sz="1200" b="0" i="0" u="none" strike="noStrike" baseline="0" dirty="0">
                  <a:solidFill>
                    <a:srgbClr val="C00000"/>
                  </a:solidFill>
                  <a:latin typeface="TimesNewRomanPSMT" panose="02020503050405090304"/>
                </a:rPr>
                <a:t>25%</a:t>
              </a:r>
              <a:endParaRPr lang="en-US" sz="1200" dirty="0">
                <a:solidFill>
                  <a:srgbClr val="C00000"/>
                </a:solidFill>
              </a:endParaRPr>
            </a:p>
          </p:txBody>
        </p:sp>
      </p:gr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35" name="LogoPic" descr="image.png"/>
          <p:cNvPicPr>
            <a:picLocks noChangeAspect="1"/>
          </p:cNvPicPr>
          <p:nvPr/>
        </p:nvPicPr>
        <p:blipFill rotWithShape="1">
          <a:blip r:embed="rId5"/>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C82C1990-17D4-4E53-B3EB-8F5C52FECA4D}" type="slidenum">
              <a:rPr lang="en-US" sz="1000" dirty="0">
                <a:solidFill>
                  <a:srgbClr val="FFFFFF"/>
                </a:solidFill>
                <a:latin typeface="Calibri"/>
                <a:ea typeface="微软雅黑"/>
              </a:rPr>
              <a:t>44</a:t>
            </a:fld>
            <a:endParaRPr lang="en-US" sz="1000" dirty="0">
              <a:solidFill>
                <a:srgbClr val="FFFFFF"/>
              </a:solidFill>
              <a:latin typeface="Calibri"/>
              <a:ea typeface="微软雅黑"/>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Table 24"/>
          <p:cNvGraphicFramePr>
            <a:graphicFrameLocks noGrp="1"/>
          </p:cNvGraphicFramePr>
          <p:nvPr/>
        </p:nvGraphicFramePr>
        <p:xfrm>
          <a:off x="5988956" y="4651825"/>
          <a:ext cx="5689601" cy="1587500"/>
        </p:xfrm>
        <a:graphic>
          <a:graphicData uri="http://schemas.openxmlformats.org/drawingml/2006/table">
            <a:tbl>
              <a:tblPr firstRow="1" bandRow="1">
                <a:tableStyleId>{5C22544A-7EE6-4342-B048-85BDC9FD1C3A}</a:tableStyleId>
              </a:tblPr>
              <a:tblGrid>
                <a:gridCol w="2119087">
                  <a:extLst>
                    <a:ext uri="{9D8B030D-6E8A-4147-A177-3AD203B41FA5}">
                      <a16:colId xmlns:a16="http://schemas.microsoft.com/office/drawing/2014/main" val="20000"/>
                    </a:ext>
                  </a:extLst>
                </a:gridCol>
                <a:gridCol w="3570514">
                  <a:extLst>
                    <a:ext uri="{9D8B030D-6E8A-4147-A177-3AD203B41FA5}">
                      <a16:colId xmlns:a16="http://schemas.microsoft.com/office/drawing/2014/main" val="20001"/>
                    </a:ext>
                  </a:extLst>
                </a:gridCol>
              </a:tblGrid>
              <a:tr h="320598">
                <a:tc>
                  <a:txBody>
                    <a:bodyPr/>
                    <a:lstStyle/>
                    <a:p>
                      <a:pPr algn="ctr"/>
                      <a:r>
                        <a:rPr lang="zh-CN" altLang="en-US" sz="1400" b="0" dirty="0">
                          <a:solidFill>
                            <a:schemeClr val="tx1">
                              <a:lumMod val="50000"/>
                            </a:schemeClr>
                          </a:solidFill>
                          <a:latin typeface="Calibri (Body)"/>
                        </a:rPr>
                        <a:t>厂商</a:t>
                      </a:r>
                      <a:endParaRPr lang="en-US" sz="1400" b="0" dirty="0">
                        <a:solidFill>
                          <a:schemeClr val="tx1">
                            <a:lumMod val="50000"/>
                          </a:schemeClr>
                        </a:solidFill>
                        <a:latin typeface="Calibri (Body)"/>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b="0" dirty="0">
                          <a:solidFill>
                            <a:schemeClr val="tx1">
                              <a:lumMod val="50000"/>
                            </a:schemeClr>
                          </a:solidFill>
                          <a:latin typeface="Calibri (Body)"/>
                        </a:rPr>
                        <a:t>主要客户</a:t>
                      </a:r>
                      <a:endParaRPr lang="en-US" sz="1400" b="0" dirty="0">
                        <a:solidFill>
                          <a:schemeClr val="tx1">
                            <a:lumMod val="50000"/>
                          </a:schemeClr>
                        </a:solidFill>
                        <a:latin typeface="Calibri (Body)"/>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633451">
                <a:tc>
                  <a:txBody>
                    <a:bodyPr/>
                    <a:lstStyle/>
                    <a:p>
                      <a:endParaRPr lang="en-US" dirty="0">
                        <a:latin typeface="+mn-lt"/>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633451">
                <a:tc>
                  <a:txBody>
                    <a:bodyPr/>
                    <a:lstStyle/>
                    <a:p>
                      <a:endParaRPr lang="en-US" dirty="0">
                        <a:latin typeface="+mn-lt"/>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sp>
        <p:nvSpPr>
          <p:cNvPr id="10" name="Title 1"/>
          <p:cNvSpPr txBox="1"/>
          <p:nvPr/>
        </p:nvSpPr>
        <p:spPr>
          <a:xfrm>
            <a:off x="722376" y="411480"/>
            <a:ext cx="10972800" cy="475488"/>
          </a:xfrm>
          <a:prstGeom prst="rect">
            <a:avLst/>
          </a:prstGeom>
        </p:spPr>
        <p:txBody>
          <a:bodyPr wrap="none" lIns="0" tIns="0" rIns="0" bIns="0">
            <a:noAutofit/>
          </a:bodyPr>
          <a:lstStyle>
            <a:defPPr>
              <a:defRPr lang="en-US"/>
            </a:defPPr>
            <a:lvl1pPr marR="0" lvl="0" indent="0" fontAlgn="auto">
              <a:lnSpc>
                <a:spcPts val="2800"/>
              </a:lnSpc>
              <a:spcBef>
                <a:spcPts val="0"/>
              </a:spcBef>
              <a:spcAft>
                <a:spcPts val="0"/>
              </a:spcAft>
              <a:buClrTx/>
              <a:buSzTx/>
              <a:buFontTx/>
              <a:buNone/>
              <a:defRPr kumimoji="0" sz="2800" b="1" i="0" u="none" strike="noStrike" cap="none" spc="0" normalizeH="0" baseline="0">
                <a:ln>
                  <a:noFill/>
                </a:ln>
                <a:solidFill>
                  <a:srgbClr val="3D6FB7"/>
                </a:solidFill>
                <a:effectLst/>
                <a:uLnTx/>
                <a:uFillTx/>
                <a:latin typeface="Calibri" panose="020F0502020204030204" pitchFamily="34" charset="0"/>
                <a:ea typeface="Microsoft YaHei" panose="020B0503020204020204" pitchFamily="34" charset="-122"/>
              </a:defRPr>
            </a:lvl1pPr>
          </a:lstStyle>
          <a:p>
            <a:r>
              <a:rPr kumimoji="1" lang="zh-CN" altLang="en-US" sz="2800">
                <a:latin typeface="Calibri"/>
                <a:cs typeface="Calibri"/>
                <a:sym typeface="+mn-lt"/>
              </a:rPr>
              <a:t>長鑫存儲，不同路徑下的競爭格局</a:t>
            </a:r>
            <a:endParaRPr lang="zh-CN" altLang="en-US" sz="2400" dirty="0">
              <a:solidFill>
                <a:schemeClr val="tx2"/>
              </a:solidFill>
            </a:endParaRPr>
          </a:p>
        </p:txBody>
      </p:sp>
      <p:sp>
        <p:nvSpPr>
          <p:cNvPr id="18" name="Text Placeholder 15"/>
          <p:cNvSpPr txBox="1"/>
          <p:nvPr/>
        </p:nvSpPr>
        <p:spPr>
          <a:xfrm>
            <a:off x="362155" y="6212103"/>
            <a:ext cx="11145838" cy="389508"/>
          </a:xfrm>
          <a:prstGeom prst="rect">
            <a:avLst/>
          </a:prstGeom>
          <a:noFill/>
        </p:spPr>
        <p:txBody>
          <a:bodyPr lIns="0" tIns="0" rIns="0" bIns="0" anchor="ctr" anchorCtr="0"/>
          <a:lstStyle>
            <a:lvl1pPr marL="0" indent="0" algn="l" defTabSz="914400" rtl="0" eaLnBrk="1" latinLnBrk="0" hangingPunct="1">
              <a:lnSpc>
                <a:spcPct val="90000"/>
              </a:lnSpc>
              <a:spcBef>
                <a:spcPts val="1000"/>
              </a:spcBef>
              <a:buFont typeface="Arial" panose="020B0604020202090204" pitchFamily="34" charset="0"/>
              <a:buNone/>
              <a:defRPr sz="1000" kern="1200">
                <a:solidFill>
                  <a:srgbClr val="404F5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a:lnSpc>
                <a:spcPct val="100000"/>
              </a:lnSpc>
              <a:spcBef>
                <a:spcPts val="0"/>
              </a:spcBef>
              <a:defRPr/>
            </a:pPr>
            <a:r>
              <a:rPr kumimoji="0" lang="zh-TW" altLang="en-US" sz="800" b="0" i="0" u="none" strike="noStrike" kern="1200" cap="none" spc="0" normalizeH="0" baseline="0" noProof="0">
                <a:ln>
                  <a:noFill/>
                </a:ln>
                <a:solidFill>
                  <a:srgbClr val="404F56"/>
                </a:solidFill>
                <a:effectLst/>
                <a:uLnTx/>
                <a:uFillTx/>
                <a:latin typeface="Calibri"/>
                <a:ea typeface="微軟正黑體"/>
                <a:cs typeface="+mn-cs"/>
              </a:rPr>
              <a:t>資料來源：</a:t>
            </a:r>
            <a:r>
              <a:rPr kumimoji="0" lang="en-US" altLang="zh-CN" sz="800" b="0" i="0" u="none" strike="noStrike" kern="1200" cap="none" spc="0" normalizeH="0" baseline="0" noProof="0">
                <a:ln>
                  <a:noFill/>
                </a:ln>
                <a:solidFill>
                  <a:srgbClr val="404F56"/>
                </a:solidFill>
                <a:effectLst/>
                <a:uLnTx/>
                <a:uFillTx/>
                <a:latin typeface="Calibri"/>
                <a:ea typeface="微軟正黑體"/>
                <a:cs typeface="+mn-cs"/>
              </a:rPr>
              <a:t>UBS</a:t>
            </a:r>
            <a:r>
              <a:rPr kumimoji="0" lang="en-US" altLang="zh-CN" sz="800" b="0" i="0" u="none" strike="noStrike" kern="1200" cap="none" spc="0" normalizeH="0" baseline="0" noProof="0" dirty="0">
                <a:ln>
                  <a:noFill/>
                </a:ln>
                <a:solidFill>
                  <a:srgbClr val="404F56"/>
                </a:solidFill>
                <a:effectLst/>
                <a:uLnTx/>
                <a:uFillTx/>
                <a:latin typeface="Calibri"/>
                <a:ea typeface="微軟正黑體"/>
                <a:cs typeface="+mn-cs"/>
              </a:rPr>
              <a:t>, </a:t>
            </a:r>
            <a:r>
              <a:rPr lang="en-US" altLang="zh-CN" sz="800" dirty="0">
                <a:latin typeface="Calibri"/>
                <a:ea typeface="微軟正黑體"/>
              </a:rPr>
              <a:t>Di</a:t>
            </a:r>
            <a:r>
              <a:rPr kumimoji="0" lang="en-US" altLang="zh-CN" sz="800" b="0" i="0" u="none" strike="noStrike" kern="1200" cap="none" spc="0" normalizeH="0" baseline="0" noProof="0" dirty="0" err="1">
                <a:ln>
                  <a:noFill/>
                </a:ln>
                <a:solidFill>
                  <a:srgbClr val="404F56"/>
                </a:solidFill>
                <a:effectLst/>
                <a:uLnTx/>
                <a:uFillTx/>
                <a:latin typeface="Calibri"/>
                <a:ea typeface="微軟正黑體"/>
                <a:cs typeface="+mn-cs"/>
              </a:rPr>
              <a:t>gitimes</a:t>
            </a:r>
            <a:endParaRPr kumimoji="0" lang="en-US" altLang="zh-HK" sz="800" b="0" i="0" u="none" strike="noStrike" kern="1200" cap="none" spc="0" normalizeH="0" baseline="0" noProof="0" dirty="0">
              <a:ln>
                <a:noFill/>
              </a:ln>
              <a:solidFill>
                <a:srgbClr val="404F56"/>
              </a:solidFill>
              <a:effectLst/>
              <a:uLnTx/>
              <a:uFillTx/>
              <a:latin typeface="Calibri"/>
              <a:ea typeface="微軟正黑體"/>
              <a:cs typeface="+mn-cs"/>
            </a:endParaRPr>
          </a:p>
        </p:txBody>
      </p:sp>
      <p:sp>
        <p:nvSpPr>
          <p:cNvPr id="22" name="TextBox 21"/>
          <p:cNvSpPr txBox="1"/>
          <p:nvPr/>
        </p:nvSpPr>
        <p:spPr>
          <a:xfrm>
            <a:off x="666291" y="1053589"/>
            <a:ext cx="10868484" cy="900246"/>
          </a:xfrm>
          <a:prstGeom prst="rect">
            <a:avLst/>
          </a:prstGeom>
          <a:noFill/>
        </p:spPr>
        <p:txBody>
          <a:bodyPr wrap="square">
            <a:spAutoFit/>
          </a:bodyPr>
          <a:lstStyle>
            <a:defPPr>
              <a:defRPr lang="en-US"/>
            </a:defPPr>
            <a:lvl1pPr marL="285750" indent="-285750">
              <a:spcAft>
                <a:spcPts val="600"/>
              </a:spcAft>
              <a:buClr>
                <a:schemeClr val="tx2">
                  <a:lumMod val="50000"/>
                </a:schemeClr>
              </a:buClr>
              <a:buFont typeface="Wingdings" panose="05000000000000000000" pitchFamily="2" charset="2"/>
              <a:buChar char="v"/>
              <a:defRPr sz="1400">
                <a:solidFill>
                  <a:schemeClr val="tx1">
                    <a:lumMod val="75000"/>
                  </a:schemeClr>
                </a:solidFill>
                <a:latin typeface="+mj-lt"/>
                <a:ea typeface="Microsoft YaHei" panose="020B0503020204020204" pitchFamily="34" charset="-122"/>
                <a:cs typeface="Times New Roman" panose="02020503050405090304" pitchFamily="18" charset="0"/>
              </a:defRPr>
            </a:lvl1pPr>
            <a:lvl2pPr marL="742950" lvl="1" indent="-285750">
              <a:spcAft>
                <a:spcPts val="600"/>
              </a:spcAft>
              <a:buClr>
                <a:schemeClr val="tx2">
                  <a:lumMod val="50000"/>
                </a:schemeClr>
              </a:buClr>
              <a:buFont typeface="Wingdings" panose="05000000000000000000" pitchFamily="2" charset="2"/>
              <a:buChar char="v"/>
              <a:defRPr sz="1200"/>
            </a:lvl2pPr>
          </a:lstStyle>
          <a:p>
            <a:pPr marL="285750" lvl="2" indent="-285750" fontAlgn="base">
              <a:lnSpc>
                <a:spcPts val="1500"/>
              </a:lnSpc>
              <a:spcAft>
                <a:spcPts val="300"/>
              </a:spcAft>
              <a:buClr>
                <a:srgbClr val="2660AD">
                  <a:lumMod val="50000"/>
                </a:srgbClr>
              </a:buClr>
              <a:buFont typeface="Arial" panose="020B0604020202090204" pitchFamily="34" charset="0"/>
              <a:buChar char="•"/>
              <a:defRPr/>
            </a:pPr>
            <a:r>
              <a:rPr lang="en-US" altLang="zh-CN" sz="1400">
                <a:solidFill>
                  <a:schemeClr val="tx1">
                    <a:lumMod val="50000"/>
                  </a:schemeClr>
                </a:solidFill>
                <a:cs typeface="Calibri"/>
                <a:sym typeface="+mn-lt"/>
              </a:rPr>
              <a:t>SK</a:t>
            </a:r>
            <a:r>
              <a:rPr lang="zh-CN" altLang="en-US" sz="1400">
                <a:solidFill>
                  <a:schemeClr val="tx1">
                    <a:lumMod val="50000"/>
                  </a:schemeClr>
                </a:solidFill>
                <a:cs typeface="Calibri"/>
                <a:sym typeface="+mn-lt"/>
              </a:rPr>
              <a:t>海力士、三星、美光運用</a:t>
            </a:r>
            <a:r>
              <a:rPr lang="en-US" altLang="zh-CN" sz="1400">
                <a:solidFill>
                  <a:schemeClr val="tx1">
                    <a:lumMod val="50000"/>
                  </a:schemeClr>
                </a:solidFill>
                <a:cs typeface="Calibri"/>
                <a:sym typeface="+mn-lt"/>
              </a:rPr>
              <a:t>EUV</a:t>
            </a:r>
            <a:r>
              <a:rPr lang="zh-CN" altLang="en-US" sz="1400">
                <a:solidFill>
                  <a:schemeClr val="tx1">
                    <a:lumMod val="50000"/>
                  </a:schemeClr>
                </a:solidFill>
                <a:cs typeface="Calibri"/>
                <a:sym typeface="+mn-lt"/>
              </a:rPr>
              <a:t>推進至</a:t>
            </a:r>
            <a:r>
              <a:rPr lang="en-US" altLang="zh-CN" sz="1400">
                <a:solidFill>
                  <a:schemeClr val="tx1">
                    <a:lumMod val="50000"/>
                  </a:schemeClr>
                </a:solidFill>
                <a:cs typeface="Calibri"/>
                <a:sym typeface="+mn-lt"/>
              </a:rPr>
              <a:t>1c</a:t>
            </a:r>
            <a:r>
              <a:rPr lang="en-US" altLang="zh-CN" sz="1400" dirty="0">
                <a:solidFill>
                  <a:schemeClr val="tx1">
                    <a:lumMod val="50000"/>
                  </a:schemeClr>
                </a:solidFill>
                <a:cs typeface="Calibri"/>
                <a:sym typeface="+mn-lt"/>
              </a:rPr>
              <a:t>/1d</a:t>
            </a:r>
            <a:r>
              <a:rPr lang="zh-CN" altLang="en-US" sz="1400" dirty="0">
                <a:solidFill>
                  <a:schemeClr val="tx1">
                    <a:lumMod val="50000"/>
                  </a:schemeClr>
                </a:solidFill>
                <a:cs typeface="Calibri"/>
                <a:sym typeface="+mn-lt"/>
              </a:rPr>
              <a:t>、主攻</a:t>
            </a:r>
            <a:r>
              <a:rPr lang="en-US" altLang="zh-CN" sz="1400" dirty="0">
                <a:solidFill>
                  <a:schemeClr val="tx1">
                    <a:lumMod val="50000"/>
                  </a:schemeClr>
                </a:solidFill>
                <a:cs typeface="Calibri"/>
                <a:sym typeface="+mn-lt"/>
              </a:rPr>
              <a:t>HBM3E/</a:t>
            </a:r>
            <a:r>
              <a:rPr lang="en-US" altLang="zh-CN" sz="1400">
                <a:solidFill>
                  <a:schemeClr val="tx1">
                    <a:lumMod val="50000"/>
                  </a:schemeClr>
                </a:solidFill>
                <a:cs typeface="Calibri"/>
                <a:sym typeface="+mn-lt"/>
              </a:rPr>
              <a:t>4/4E </a:t>
            </a:r>
            <a:r>
              <a:rPr lang="zh-CN" altLang="en-US" sz="1400">
                <a:solidFill>
                  <a:schemeClr val="tx1">
                    <a:lumMod val="50000"/>
                  </a:schemeClr>
                </a:solidFill>
                <a:cs typeface="Calibri"/>
                <a:sym typeface="+mn-lt"/>
              </a:rPr>
              <a:t>與</a:t>
            </a:r>
            <a:r>
              <a:rPr lang="en-US" altLang="zh-CN" sz="1400">
                <a:solidFill>
                  <a:schemeClr val="tx1">
                    <a:lumMod val="50000"/>
                  </a:schemeClr>
                </a:solidFill>
                <a:cs typeface="Calibri"/>
                <a:sym typeface="+mn-lt"/>
              </a:rPr>
              <a:t>DDR5</a:t>
            </a:r>
            <a:r>
              <a:rPr lang="zh-CN" altLang="en-US" sz="1400">
                <a:solidFill>
                  <a:schemeClr val="tx1">
                    <a:lumMod val="50000"/>
                  </a:schemeClr>
                </a:solidFill>
                <a:cs typeface="Calibri"/>
                <a:sym typeface="+mn-lt"/>
              </a:rPr>
              <a:t>高端市場，長鑫依托</a:t>
            </a:r>
            <a:r>
              <a:rPr lang="en-US" altLang="zh-CN" sz="1400">
                <a:solidFill>
                  <a:schemeClr val="tx1">
                    <a:lumMod val="50000"/>
                  </a:schemeClr>
                </a:solidFill>
                <a:cs typeface="Calibri"/>
                <a:sym typeface="+mn-lt"/>
              </a:rPr>
              <a:t>DUV</a:t>
            </a:r>
            <a:r>
              <a:rPr lang="zh-CN" altLang="en-US" sz="1400">
                <a:solidFill>
                  <a:schemeClr val="tx1">
                    <a:lumMod val="50000"/>
                  </a:schemeClr>
                </a:solidFill>
                <a:cs typeface="Calibri"/>
                <a:sym typeface="+mn-lt"/>
              </a:rPr>
              <a:t>量産</a:t>
            </a:r>
            <a:r>
              <a:rPr lang="en-US" altLang="zh-CN" sz="1400">
                <a:solidFill>
                  <a:schemeClr val="tx1">
                    <a:lumMod val="50000"/>
                  </a:schemeClr>
                </a:solidFill>
                <a:cs typeface="Calibri"/>
                <a:sym typeface="+mn-lt"/>
              </a:rPr>
              <a:t>DDR4</a:t>
            </a:r>
            <a:r>
              <a:rPr lang="en-US" altLang="zh-CN" sz="1400" dirty="0">
                <a:solidFill>
                  <a:schemeClr val="tx1">
                    <a:lumMod val="50000"/>
                  </a:schemeClr>
                </a:solidFill>
                <a:cs typeface="Calibri"/>
                <a:sym typeface="+mn-lt"/>
              </a:rPr>
              <a:t>/</a:t>
            </a:r>
            <a:r>
              <a:rPr lang="zh-CN" altLang="en-US" sz="1400" dirty="0">
                <a:solidFill>
                  <a:schemeClr val="tx1">
                    <a:lumMod val="50000"/>
                  </a:schemeClr>
                </a:solidFill>
                <a:cs typeface="Calibri"/>
                <a:sym typeface="+mn-lt"/>
              </a:rPr>
              <a:t>部分</a:t>
            </a:r>
            <a:r>
              <a:rPr lang="en-US" altLang="zh-CN" sz="1400" dirty="0">
                <a:solidFill>
                  <a:schemeClr val="tx1">
                    <a:lumMod val="50000"/>
                  </a:schemeClr>
                </a:solidFill>
                <a:cs typeface="Calibri"/>
                <a:sym typeface="+mn-lt"/>
              </a:rPr>
              <a:t>DDR5</a:t>
            </a:r>
            <a:r>
              <a:rPr lang="zh-CN" altLang="en-US" sz="1400" dirty="0">
                <a:solidFill>
                  <a:schemeClr val="tx1">
                    <a:lumMod val="50000"/>
                  </a:schemeClr>
                </a:solidFill>
                <a:cs typeface="Calibri"/>
                <a:sym typeface="+mn-lt"/>
              </a:rPr>
              <a:t>，初</a:t>
            </a:r>
            <a:r>
              <a:rPr lang="zh-CN" altLang="en-US" sz="1400">
                <a:solidFill>
                  <a:schemeClr val="tx1">
                    <a:lumMod val="50000"/>
                  </a:schemeClr>
                </a:solidFill>
                <a:cs typeface="Calibri"/>
                <a:sym typeface="+mn-lt"/>
              </a:rPr>
              <a:t>涉</a:t>
            </a:r>
            <a:r>
              <a:rPr lang="en-US" altLang="zh-CN" sz="1400">
                <a:solidFill>
                  <a:schemeClr val="tx1">
                    <a:lumMod val="50000"/>
                  </a:schemeClr>
                </a:solidFill>
                <a:cs typeface="Calibri"/>
                <a:sym typeface="+mn-lt"/>
              </a:rPr>
              <a:t>HBM</a:t>
            </a:r>
            <a:r>
              <a:rPr lang="zh-CN" altLang="en-US" sz="1400">
                <a:solidFill>
                  <a:schemeClr val="tx1">
                    <a:lumMod val="50000"/>
                  </a:schemeClr>
                </a:solidFill>
                <a:cs typeface="Calibri"/>
                <a:sym typeface="+mn-lt"/>
              </a:rPr>
              <a:t>，整體工藝仍落後</a:t>
            </a:r>
            <a:r>
              <a:rPr lang="en-US" altLang="zh-CN" sz="1400">
                <a:solidFill>
                  <a:schemeClr val="tx1">
                    <a:lumMod val="50000"/>
                  </a:schemeClr>
                </a:solidFill>
                <a:cs typeface="Calibri"/>
                <a:sym typeface="+mn-lt"/>
              </a:rPr>
              <a:t>1–2</a:t>
            </a:r>
            <a:r>
              <a:rPr lang="zh-CN" altLang="en-US" sz="1400">
                <a:solidFill>
                  <a:schemeClr val="tx1">
                    <a:lumMod val="50000"/>
                  </a:schemeClr>
                </a:solidFill>
                <a:cs typeface="Calibri"/>
                <a:sym typeface="+mn-lt"/>
              </a:rPr>
              <a:t>代、以低價通用內存爲主。</a:t>
            </a:r>
            <a:endParaRPr lang="en-US" altLang="zh-CN" sz="1400" dirty="0">
              <a:solidFill>
                <a:schemeClr val="tx1">
                  <a:lumMod val="50000"/>
                </a:schemeClr>
              </a:solidFill>
              <a:cs typeface="Calibri"/>
              <a:sym typeface="+mn-lt"/>
            </a:endParaRPr>
          </a:p>
          <a:p>
            <a:pPr marL="285750" lvl="2" indent="-285750" fontAlgn="base">
              <a:lnSpc>
                <a:spcPts val="1500"/>
              </a:lnSpc>
              <a:spcAft>
                <a:spcPts val="300"/>
              </a:spcAft>
              <a:buClr>
                <a:srgbClr val="2660AD">
                  <a:lumMod val="50000"/>
                </a:srgbClr>
              </a:buClr>
              <a:buFont typeface="Arial" panose="020B0604020202090204" pitchFamily="34" charset="0"/>
              <a:buChar char="•"/>
              <a:defRPr/>
            </a:pPr>
            <a:r>
              <a:rPr lang="en-US" altLang="zh-CN" sz="1400">
                <a:solidFill>
                  <a:schemeClr val="tx1">
                    <a:lumMod val="50000"/>
                  </a:schemeClr>
                </a:solidFill>
                <a:cs typeface="Calibri"/>
                <a:sym typeface="+mn-lt"/>
              </a:rPr>
              <a:t>SK</a:t>
            </a:r>
            <a:r>
              <a:rPr lang="zh-CN" altLang="en-US" sz="1400">
                <a:solidFill>
                  <a:schemeClr val="tx1">
                    <a:lumMod val="50000"/>
                  </a:schemeClr>
                </a:solidFill>
                <a:cs typeface="Calibri"/>
                <a:sym typeface="+mn-lt"/>
              </a:rPr>
              <a:t>海力士、三星、美光憑藉</a:t>
            </a:r>
            <a:r>
              <a:rPr lang="en-US" altLang="zh-CN" sz="1400">
                <a:solidFill>
                  <a:schemeClr val="tx1">
                    <a:lumMod val="50000"/>
                  </a:schemeClr>
                </a:solidFill>
                <a:cs typeface="Calibri"/>
                <a:sym typeface="+mn-lt"/>
              </a:rPr>
              <a:t>HBM</a:t>
            </a:r>
            <a:r>
              <a:rPr lang="zh-CN" altLang="en-US" sz="1400">
                <a:solidFill>
                  <a:schemeClr val="tx1">
                    <a:lumMod val="50000"/>
                  </a:schemeClr>
                </a:solidFill>
                <a:cs typeface="Calibri"/>
                <a:sym typeface="+mn-lt"/>
              </a:rPr>
              <a:t>深度綁定英偉達及全球雲廠商，掌握高端內存定價權，成爲</a:t>
            </a:r>
            <a:r>
              <a:rPr lang="en-US" altLang="zh-CN" sz="1400">
                <a:solidFill>
                  <a:schemeClr val="tx1">
                    <a:lumMod val="50000"/>
                  </a:schemeClr>
                </a:solidFill>
                <a:cs typeface="Calibri"/>
                <a:sym typeface="+mn-lt"/>
              </a:rPr>
              <a:t>AI</a:t>
            </a:r>
            <a:r>
              <a:rPr lang="zh-CN" altLang="en-US" sz="1400">
                <a:solidFill>
                  <a:schemeClr val="tx1">
                    <a:lumMod val="50000"/>
                  </a:schemeClr>
                </a:solidFill>
                <a:cs typeface="Calibri"/>
                <a:sym typeface="+mn-lt"/>
              </a:rPr>
              <a:t>超級周期的確定性受益者；</a:t>
            </a:r>
            <a:r>
              <a:rPr lang="zh-CN" altLang="en-US" sz="1400" b="1">
                <a:solidFill>
                  <a:schemeClr val="tx1">
                    <a:lumMod val="50000"/>
                  </a:schemeClr>
                </a:solidFill>
                <a:cs typeface="Calibri"/>
                <a:sym typeface="+mn-lt"/>
              </a:rPr>
              <a:t>長鑫則專注“國産替代</a:t>
            </a:r>
            <a:r>
              <a:rPr lang="en-US" altLang="zh-CN" sz="1400" b="1">
                <a:solidFill>
                  <a:schemeClr val="tx1">
                    <a:lumMod val="50000"/>
                  </a:schemeClr>
                </a:solidFill>
                <a:cs typeface="Calibri"/>
                <a:sym typeface="+mn-lt"/>
              </a:rPr>
              <a:t>+</a:t>
            </a:r>
            <a:r>
              <a:rPr lang="zh-CN" altLang="en-US" sz="1400" b="1">
                <a:solidFill>
                  <a:schemeClr val="tx1">
                    <a:lumMod val="50000"/>
                  </a:schemeClr>
                </a:solidFill>
                <a:cs typeface="Calibri"/>
                <a:sym typeface="+mn-lt"/>
              </a:rPr>
              <a:t>內需驅動”，服務本土中端消費與通用</a:t>
            </a:r>
            <a:r>
              <a:rPr lang="en-US" altLang="zh-CN" sz="1400" b="1">
                <a:solidFill>
                  <a:schemeClr val="tx1">
                    <a:lumMod val="50000"/>
                  </a:schemeClr>
                </a:solidFill>
                <a:cs typeface="Calibri"/>
                <a:sym typeface="+mn-lt"/>
              </a:rPr>
              <a:t>DRAM</a:t>
            </a:r>
            <a:r>
              <a:rPr lang="zh-CN" altLang="en-US" sz="1400" b="1">
                <a:solidFill>
                  <a:schemeClr val="tx1">
                    <a:lumMod val="50000"/>
                  </a:schemeClr>
                </a:solidFill>
                <a:cs typeface="Calibri"/>
                <a:sym typeface="+mn-lt"/>
              </a:rPr>
              <a:t>市場，著眼于國內供應主導權，在競爭維度上形成錯位。</a:t>
            </a:r>
            <a:endParaRPr lang="zh-CN" altLang="en-US" sz="1400" b="1" dirty="0">
              <a:solidFill>
                <a:schemeClr val="tx1">
                  <a:lumMod val="50000"/>
                </a:schemeClr>
              </a:solidFill>
              <a:cs typeface="Calibri"/>
              <a:sym typeface="+mn-lt"/>
            </a:endParaRPr>
          </a:p>
        </p:txBody>
      </p:sp>
      <p:sp>
        <p:nvSpPr>
          <p:cNvPr id="23" name="文本框 14"/>
          <p:cNvSpPr txBox="1"/>
          <p:nvPr/>
        </p:nvSpPr>
        <p:spPr>
          <a:xfrm>
            <a:off x="806020" y="2056539"/>
            <a:ext cx="4553380" cy="292388"/>
          </a:xfrm>
          <a:prstGeom prst="rect">
            <a:avLst/>
          </a:prstGeom>
          <a:noFill/>
        </p:spPr>
        <p:txBody>
          <a:bodyPr wrap="square">
            <a:spAutoFit/>
          </a:bodyPr>
          <a:lstStyle/>
          <a:p>
            <a:pPr algn="ctr">
              <a:buNone/>
            </a:pPr>
            <a:r>
              <a:rPr lang="zh-CN" altLang="en-US" sz="1300" b="1" dirty="0">
                <a:solidFill>
                  <a:schemeClr val="tx2"/>
                </a:solidFill>
                <a:effectLst/>
              </a:rPr>
              <a:t>全球</a:t>
            </a:r>
            <a:r>
              <a:rPr lang="en-US" altLang="zh-CN" sz="1300" b="1" dirty="0">
                <a:solidFill>
                  <a:schemeClr val="tx2"/>
                </a:solidFill>
                <a:effectLst/>
              </a:rPr>
              <a:t>DRAM</a:t>
            </a:r>
            <a:r>
              <a:rPr lang="zh-CN" altLang="en-US" sz="1300" b="1" dirty="0">
                <a:solidFill>
                  <a:schemeClr val="tx2"/>
                </a:solidFill>
                <a:effectLst/>
              </a:rPr>
              <a:t>市占排名</a:t>
            </a:r>
            <a:r>
              <a:rPr lang="en-US" altLang="zh-CN" sz="1300" b="1">
                <a:solidFill>
                  <a:schemeClr val="tx2"/>
                </a:solidFill>
                <a:effectLst/>
              </a:rPr>
              <a:t>,</a:t>
            </a:r>
            <a:r>
              <a:rPr lang="zh-CN" altLang="en-US" sz="1300" b="1">
                <a:solidFill>
                  <a:schemeClr val="tx2"/>
                </a:solidFill>
                <a:effectLst/>
              </a:rPr>
              <a:t> </a:t>
            </a:r>
            <a:r>
              <a:rPr lang="en-US" altLang="zh-CN" sz="1300" b="1">
                <a:solidFill>
                  <a:schemeClr val="tx2"/>
                </a:solidFill>
                <a:effectLst/>
              </a:rPr>
              <a:t>3</a:t>
            </a:r>
            <a:r>
              <a:rPr lang="zh-CN" altLang="en-US" sz="1300" b="1">
                <a:solidFill>
                  <a:schemeClr val="tx2"/>
                </a:solidFill>
                <a:effectLst/>
              </a:rPr>
              <a:t>家存儲巨頭合計占約</a:t>
            </a:r>
            <a:r>
              <a:rPr lang="en-US" altLang="zh-CN" sz="1300" b="1">
                <a:solidFill>
                  <a:schemeClr val="tx2"/>
                </a:solidFill>
                <a:effectLst/>
              </a:rPr>
              <a:t>90%</a:t>
            </a:r>
            <a:r>
              <a:rPr lang="zh-CN" altLang="en-US" sz="1300" b="1">
                <a:solidFill>
                  <a:schemeClr val="tx2"/>
                </a:solidFill>
                <a:effectLst/>
              </a:rPr>
              <a:t>市場份額 </a:t>
            </a:r>
            <a:endParaRPr lang="en-US" altLang="zh-CN" sz="1300" b="1" dirty="0">
              <a:solidFill>
                <a:schemeClr val="tx2"/>
              </a:solidFill>
              <a:effectLst/>
            </a:endParaRPr>
          </a:p>
        </p:txBody>
      </p:sp>
      <p:sp>
        <p:nvSpPr>
          <p:cNvPr id="9" name="文本框 14"/>
          <p:cNvSpPr txBox="1"/>
          <p:nvPr/>
        </p:nvSpPr>
        <p:spPr>
          <a:xfrm>
            <a:off x="6648020" y="2056539"/>
            <a:ext cx="4097778" cy="292388"/>
          </a:xfrm>
          <a:prstGeom prst="rect">
            <a:avLst/>
          </a:prstGeom>
          <a:noFill/>
        </p:spPr>
        <p:txBody>
          <a:bodyPr wrap="square">
            <a:spAutoFit/>
          </a:bodyPr>
          <a:lstStyle/>
          <a:p>
            <a:pPr algn="ctr">
              <a:buNone/>
            </a:pPr>
            <a:r>
              <a:rPr lang="zh-CN" altLang="en-US" sz="1300" b="1">
                <a:solidFill>
                  <a:schemeClr val="tx2"/>
                </a:solidFill>
                <a:effectLst/>
              </a:rPr>
              <a:t>長鑫存儲</a:t>
            </a:r>
            <a:r>
              <a:rPr lang="en-US" altLang="zh-CN" sz="1300" b="1">
                <a:solidFill>
                  <a:schemeClr val="tx2"/>
                </a:solidFill>
                <a:effectLst/>
              </a:rPr>
              <a:t>HBM</a:t>
            </a:r>
            <a:r>
              <a:rPr lang="zh-CN" altLang="en-US" sz="1300" b="1">
                <a:solidFill>
                  <a:schemeClr val="tx2"/>
                </a:solidFill>
                <a:effectLst/>
              </a:rPr>
              <a:t>落後</a:t>
            </a:r>
            <a:r>
              <a:rPr lang="en-US" altLang="zh-CN" sz="1300" b="1">
                <a:solidFill>
                  <a:schemeClr val="tx2"/>
                </a:solidFill>
                <a:effectLst/>
              </a:rPr>
              <a:t>1-2</a:t>
            </a:r>
            <a:r>
              <a:rPr lang="zh-CN" altLang="en-US" sz="1300" b="1" dirty="0">
                <a:solidFill>
                  <a:schemeClr val="tx2"/>
                </a:solidFill>
                <a:effectLst/>
              </a:rPr>
              <a:t>代</a:t>
            </a:r>
            <a:endParaRPr lang="en-US" altLang="zh-CN" sz="1300" b="1" dirty="0">
              <a:solidFill>
                <a:schemeClr val="tx2"/>
              </a:solidFill>
              <a:effectLst/>
            </a:endParaRPr>
          </a:p>
        </p:txBody>
      </p:sp>
      <p:pic>
        <p:nvPicPr>
          <p:cNvPr id="16" name="Picture 15"/>
          <p:cNvPicPr>
            <a:picLocks noChangeAspect="1"/>
          </p:cNvPicPr>
          <p:nvPr/>
        </p:nvPicPr>
        <p:blipFill>
          <a:blip r:embed="rId3">
            <a:clrChange>
              <a:clrFrom>
                <a:srgbClr val="FFFFFF"/>
              </a:clrFrom>
              <a:clrTo>
                <a:srgbClr val="FFFFFF">
                  <a:alpha val="0"/>
                </a:srgbClr>
              </a:clrTo>
            </a:clrChange>
          </a:blip>
          <a:stretch>
            <a:fillRect/>
          </a:stretch>
        </p:blipFill>
        <p:spPr>
          <a:xfrm>
            <a:off x="6413824" y="5641500"/>
            <a:ext cx="1186220" cy="480310"/>
          </a:xfrm>
          <a:prstGeom prst="rect">
            <a:avLst/>
          </a:prstGeom>
        </p:spPr>
      </p:pic>
      <p:pic>
        <p:nvPicPr>
          <p:cNvPr id="19" name="Picture 40" descr="Samsung Logo Meaning, Symbolism, Design, and History | HipFonts"/>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093529" y="5002843"/>
            <a:ext cx="621953" cy="329805"/>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48" descr="SK Hynix - Wikipedia"/>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76816" y="5092748"/>
            <a:ext cx="646713" cy="342050"/>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52"/>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118568" y="5366277"/>
            <a:ext cx="699190" cy="193219"/>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11253" y="2465408"/>
            <a:ext cx="5723547" cy="1781155"/>
          </a:xfrm>
          <a:prstGeom prst="rect">
            <a:avLst/>
          </a:prstGeom>
          <a:noFill/>
          <a:extLst>
            <a:ext uri="{909E8E84-426E-40DD-AFC4-6F175D3DCCD1}">
              <a14:hiddenFill xmlns:a14="http://schemas.microsoft.com/office/drawing/2010/main">
                <a:solidFill>
                  <a:srgbClr val="FFFFFF"/>
                </a:solidFill>
              </a14:hiddenFill>
            </a:ext>
          </a:extLst>
        </p:spPr>
      </p:pic>
      <p:sp>
        <p:nvSpPr>
          <p:cNvPr id="37" name="文本框 14"/>
          <p:cNvSpPr txBox="1"/>
          <p:nvPr/>
        </p:nvSpPr>
        <p:spPr>
          <a:xfrm>
            <a:off x="6063916" y="4231935"/>
            <a:ext cx="5611527" cy="292388"/>
          </a:xfrm>
          <a:prstGeom prst="rect">
            <a:avLst/>
          </a:prstGeom>
          <a:noFill/>
        </p:spPr>
        <p:txBody>
          <a:bodyPr wrap="square">
            <a:spAutoFit/>
          </a:bodyPr>
          <a:lstStyle/>
          <a:p>
            <a:pPr algn="ctr">
              <a:buNone/>
            </a:pPr>
            <a:r>
              <a:rPr lang="zh-CN" altLang="en-US" sz="1300" b="1">
                <a:solidFill>
                  <a:schemeClr val="tx2"/>
                </a:solidFill>
              </a:rPr>
              <a:t>客戶結構存在分化：長鑫聚焦國産內需消費，</a:t>
            </a:r>
            <a:r>
              <a:rPr lang="en-US" altLang="zh-CN" sz="1300" b="1">
                <a:solidFill>
                  <a:schemeClr val="tx2"/>
                </a:solidFill>
              </a:rPr>
              <a:t> 3</a:t>
            </a:r>
            <a:r>
              <a:rPr lang="zh-CN" altLang="en-US" sz="1300" b="1">
                <a:solidFill>
                  <a:schemeClr val="tx2"/>
                </a:solidFill>
              </a:rPr>
              <a:t>家存儲巨頭專注</a:t>
            </a:r>
            <a:r>
              <a:rPr lang="en-US" altLang="zh-CN" sz="1300" b="1">
                <a:solidFill>
                  <a:schemeClr val="tx2"/>
                </a:solidFill>
              </a:rPr>
              <a:t>AI</a:t>
            </a:r>
            <a:r>
              <a:rPr lang="zh-CN" altLang="en-US" sz="1300" b="1">
                <a:solidFill>
                  <a:schemeClr val="tx2"/>
                </a:solidFill>
              </a:rPr>
              <a:t>産業鏈</a:t>
            </a:r>
            <a:endParaRPr lang="en-US" altLang="zh-CN" sz="1300" b="1" dirty="0">
              <a:solidFill>
                <a:schemeClr val="tx2"/>
              </a:solidFill>
            </a:endParaRPr>
          </a:p>
        </p:txBody>
      </p:sp>
      <p:pic>
        <p:nvPicPr>
          <p:cNvPr id="38" name="Image 4" descr="https://kimi-img.moonshot.cn/pub/slides/okc/wp4a2b5k732io/mnt/agents/output/tech_logos/images/2_File_Logo_nvidia_transparent_PNG.png"/>
          <p:cNvPicPr>
            <a:picLocks noChangeAspect="1"/>
          </p:cNvPicPr>
          <p:nvPr/>
        </p:nvPicPr>
        <p:blipFill>
          <a:blip r:embed="rId8">
            <a:clrChange>
              <a:clrFrom>
                <a:srgbClr val="EEEEEE"/>
              </a:clrFrom>
              <a:clrTo>
                <a:srgbClr val="EEEEEE">
                  <a:alpha val="0"/>
                </a:srgbClr>
              </a:clrTo>
            </a:clrChange>
          </a:blip>
          <a:srcRect l="-21429" r="-21429"/>
          <a:stretch>
            <a:fillRect/>
          </a:stretch>
        </p:blipFill>
        <p:spPr>
          <a:xfrm>
            <a:off x="8148645" y="5155911"/>
            <a:ext cx="596183" cy="255507"/>
          </a:xfrm>
          <a:prstGeom prst="rect">
            <a:avLst/>
          </a:prstGeom>
        </p:spPr>
      </p:pic>
      <p:pic>
        <p:nvPicPr>
          <p:cNvPr id="40" name="Image 5" descr="https://kimi-img.moonshot.cn/pub/slides/okc/wp4a2b5k732io/mnt/agents/output/tech_logos/images/1_File_AMD_Logo_png_Wikimedia_Common.png"/>
          <p:cNvPicPr>
            <a:picLocks noChangeAspect="1"/>
          </p:cNvPicPr>
          <p:nvPr/>
        </p:nvPicPr>
        <p:blipFill>
          <a:blip r:embed="rId9"/>
          <a:srcRect t="-39753" b="-39753"/>
          <a:stretch>
            <a:fillRect/>
          </a:stretch>
        </p:blipFill>
        <p:spPr>
          <a:xfrm>
            <a:off x="8776950" y="5192659"/>
            <a:ext cx="424692" cy="182011"/>
          </a:xfrm>
          <a:prstGeom prst="rect">
            <a:avLst/>
          </a:prstGeom>
        </p:spPr>
      </p:pic>
      <p:pic>
        <p:nvPicPr>
          <p:cNvPr id="55" name="Picture 2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355684" y="5169806"/>
            <a:ext cx="379527" cy="227716"/>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28" descr="Microsoft Azure Logo and symbol, meaning, history, PNG, brand"/>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919733" y="5135103"/>
            <a:ext cx="528217" cy="297122"/>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30" descr="Google Cloud｜Google 雲端平台"/>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411492" y="5114471"/>
            <a:ext cx="601577" cy="338387"/>
          </a:xfrm>
          <a:prstGeom prst="rect">
            <a:avLst/>
          </a:prstGeom>
          <a:noFill/>
          <a:extLst>
            <a:ext uri="{909E8E84-426E-40DD-AFC4-6F175D3DCCD1}">
              <a14:hiddenFill xmlns:a14="http://schemas.microsoft.com/office/drawing/2010/main">
                <a:solidFill>
                  <a:srgbClr val="FFFFFF"/>
                </a:solidFill>
              </a14:hiddenFill>
            </a:ext>
          </a:extLst>
        </p:spPr>
      </p:pic>
      <p:pic>
        <p:nvPicPr>
          <p:cNvPr id="58" name="Image 5" descr="https://kimi-img.moonshot.cn/pub/slides/okc/wp4a2b5k732io/mnt/agents/output/tech_logos/images/3_File_Meta_Logo_png_Wikimedia_Common.png"/>
          <p:cNvPicPr>
            <a:picLocks noChangeAspect="1"/>
          </p:cNvPicPr>
          <p:nvPr/>
        </p:nvPicPr>
        <p:blipFill>
          <a:blip r:embed="rId13"/>
          <a:srcRect l="-18254" r="-18254"/>
          <a:stretch>
            <a:fillRect/>
          </a:stretch>
        </p:blipFill>
        <p:spPr>
          <a:xfrm>
            <a:off x="10839450" y="5102236"/>
            <a:ext cx="1016000" cy="362857"/>
          </a:xfrm>
          <a:prstGeom prst="rect">
            <a:avLst/>
          </a:prstGeom>
        </p:spPr>
      </p:pic>
      <p:pic>
        <p:nvPicPr>
          <p:cNvPr id="60" name="Image 0" descr="https://kimi-img.moonshot.cn/pub/slides/okc/wp4a2b5k732io/mnt/agents/output/tech_logos/images/5_Alibaba_Cloud_Nexus_IN_Groupe.png"/>
          <p:cNvPicPr>
            <a:picLocks noChangeAspect="1"/>
          </p:cNvPicPr>
          <p:nvPr/>
        </p:nvPicPr>
        <p:blipFill>
          <a:blip r:embed="rId14"/>
          <a:srcRect l="-20154" r="-20154"/>
          <a:stretch>
            <a:fillRect/>
          </a:stretch>
        </p:blipFill>
        <p:spPr>
          <a:xfrm>
            <a:off x="8902700" y="5810250"/>
            <a:ext cx="871220" cy="311150"/>
          </a:xfrm>
          <a:prstGeom prst="rect">
            <a:avLst/>
          </a:prstGeom>
        </p:spPr>
      </p:pic>
      <p:pic>
        <p:nvPicPr>
          <p:cNvPr id="61" name="Image 6" descr="https://kimi-img.moonshot.cn/pub/slides/okc/wp4a2b5k732io/mnt/agents/output/tech_logos/images/4_File_ByteDance_logo_English_svg_Wikimedia.png"/>
          <p:cNvPicPr>
            <a:picLocks noChangeAspect="1"/>
          </p:cNvPicPr>
          <p:nvPr/>
        </p:nvPicPr>
        <p:blipFill>
          <a:blip r:embed="rId15"/>
          <a:srcRect t="-53426" b="-53426"/>
          <a:stretch>
            <a:fillRect/>
          </a:stretch>
        </p:blipFill>
        <p:spPr>
          <a:xfrm>
            <a:off x="9794875" y="5648324"/>
            <a:ext cx="897890" cy="320675"/>
          </a:xfrm>
          <a:prstGeom prst="rect">
            <a:avLst/>
          </a:prstGeom>
        </p:spPr>
      </p:pic>
      <p:pic>
        <p:nvPicPr>
          <p:cNvPr id="3073" name="Picture 3072"/>
          <p:cNvPicPr>
            <a:picLocks noChangeAspect="1"/>
          </p:cNvPicPr>
          <p:nvPr/>
        </p:nvPicPr>
        <p:blipFill>
          <a:blip r:embed="rId16">
            <a:clrChange>
              <a:clrFrom>
                <a:srgbClr val="F1F3F5"/>
              </a:clrFrom>
              <a:clrTo>
                <a:srgbClr val="F1F3F5">
                  <a:alpha val="0"/>
                </a:srgbClr>
              </a:clrTo>
            </a:clrChange>
          </a:blip>
          <a:stretch>
            <a:fillRect/>
          </a:stretch>
        </p:blipFill>
        <p:spPr>
          <a:xfrm>
            <a:off x="8228053" y="5824653"/>
            <a:ext cx="742692" cy="177937"/>
          </a:xfrm>
          <a:prstGeom prst="rect">
            <a:avLst/>
          </a:prstGeom>
        </p:spPr>
      </p:pic>
      <p:pic>
        <p:nvPicPr>
          <p:cNvPr id="3074" name="Image 1" descr="https://kimi-img.moonshot.cn/pub/slides/okc/wp4a2b5k732io/mnt/agents/output/tech_logos/images/2_Lenovo_Company_Logo_Image_PNG_Citypn.png"/>
          <p:cNvPicPr>
            <a:picLocks noChangeAspect="1"/>
          </p:cNvPicPr>
          <p:nvPr/>
        </p:nvPicPr>
        <p:blipFill>
          <a:blip r:embed="rId17">
            <a:clrChange>
              <a:clrFrom>
                <a:srgbClr val="EBEBEB"/>
              </a:clrFrom>
              <a:clrTo>
                <a:srgbClr val="EBEBEB">
                  <a:alpha val="0"/>
                </a:srgbClr>
              </a:clrTo>
            </a:clrChange>
          </a:blip>
          <a:srcRect l="-32143" r="-32143"/>
          <a:stretch>
            <a:fillRect/>
          </a:stretch>
        </p:blipFill>
        <p:spPr>
          <a:xfrm>
            <a:off x="10655300" y="5622470"/>
            <a:ext cx="1041400" cy="371929"/>
          </a:xfrm>
          <a:prstGeom prst="rect">
            <a:avLst/>
          </a:prstGeom>
        </p:spPr>
      </p:pic>
      <p:pic>
        <p:nvPicPr>
          <p:cNvPr id="3076" name="Image 3" descr="https://kimi-img.moonshot.cn/pub/slides/okc/wp4a2b5k732io/mnt/agents/output/tech_logos/images/1_Download_Vivo_Electronics_Logo_in.png"/>
          <p:cNvPicPr>
            <a:picLocks noChangeAspect="1"/>
          </p:cNvPicPr>
          <p:nvPr/>
        </p:nvPicPr>
        <p:blipFill>
          <a:blip r:embed="rId18"/>
          <a:srcRect l="-23214" r="-23214"/>
          <a:stretch>
            <a:fillRect/>
          </a:stretch>
        </p:blipFill>
        <p:spPr>
          <a:xfrm>
            <a:off x="10934700" y="5903686"/>
            <a:ext cx="965200" cy="344714"/>
          </a:xfrm>
          <a:prstGeom prst="rect">
            <a:avLst/>
          </a:prstGeom>
        </p:spPr>
      </p:pic>
      <p:graphicFrame>
        <p:nvGraphicFramePr>
          <p:cNvPr id="3077" name="Chart 3076"/>
          <p:cNvGraphicFramePr/>
          <p:nvPr/>
        </p:nvGraphicFramePr>
        <p:xfrm>
          <a:off x="790575" y="2809875"/>
          <a:ext cx="4572000" cy="3638550"/>
        </p:xfrm>
        <a:graphic>
          <a:graphicData uri="http://schemas.openxmlformats.org/drawingml/2006/chart">
            <c:chart xmlns:c="http://schemas.openxmlformats.org/drawingml/2006/chart" xmlns:r="http://schemas.openxmlformats.org/officeDocument/2006/relationships" r:id="rId19"/>
          </a:graphicData>
        </a:graphic>
      </p:graphicFrame>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3079" name="LogoPic" descr="image.png"/>
          <p:cNvPicPr>
            <a:picLocks noChangeAspect="1"/>
          </p:cNvPicPr>
          <p:nvPr/>
        </p:nvPicPr>
        <p:blipFill rotWithShape="1">
          <a:blip r:embed="rId20"/>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9D0A4121-C5B6-46D1-A6DA-178901DEDB03}" type="slidenum">
              <a:rPr lang="en-US" sz="1000" dirty="0">
                <a:solidFill>
                  <a:srgbClr val="FFFFFF"/>
                </a:solidFill>
                <a:latin typeface="Calibri"/>
                <a:ea typeface="微软雅黑"/>
              </a:rPr>
              <a:t>45</a:t>
            </a:fld>
            <a:endParaRPr lang="en-US" sz="1000" dirty="0">
              <a:solidFill>
                <a:srgbClr val="FFFFFF"/>
              </a:solidFill>
              <a:latin typeface="Calibri"/>
              <a:ea typeface="微软雅黑"/>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1DEE6-9023-1DC8-075A-0BAB33058CA9}"/>
            </a:ext>
          </a:extLst>
        </p:cNvPr>
        <p:cNvGrpSpPr/>
        <p:nvPr/>
      </p:nvGrpSpPr>
      <p:grpSpPr>
        <a:xfrm>
          <a:off x="0" y="0"/>
          <a:ext cx="0" cy="0"/>
          <a:chOff x="0" y="0"/>
          <a:chExt cx="0" cy="0"/>
        </a:xfrm>
      </p:grpSpPr>
      <p:sp>
        <p:nvSpPr>
          <p:cNvPr id="24" name="TextBox 23">
            <a:extLst>
              <a:ext uri="{FF2B5EF4-FFF2-40B4-BE49-F238E27FC236}">
                <a16:creationId xmlns:a16="http://schemas.microsoft.com/office/drawing/2014/main" id="{B78B52A7-079A-4FFF-B3A5-7C6C75277AB6}"/>
              </a:ext>
            </a:extLst>
          </p:cNvPr>
          <p:cNvSpPr txBox="1"/>
          <p:nvPr/>
        </p:nvSpPr>
        <p:spPr>
          <a:xfrm>
            <a:off x="699958" y="1222892"/>
            <a:ext cx="11229813" cy="1007327"/>
          </a:xfrm>
          <a:prstGeom prst="rect">
            <a:avLst/>
          </a:prstGeom>
          <a:noFill/>
        </p:spPr>
        <p:txBody>
          <a:bodyPr wrap="square">
            <a:spAutoFit/>
          </a:bodyPr>
          <a:lstStyle>
            <a:defPPr>
              <a:defRPr lang="en-US"/>
            </a:defPPr>
            <a:lvl1pPr marL="285750" indent="-285750">
              <a:spcAft>
                <a:spcPts val="600"/>
              </a:spcAft>
              <a:buClr>
                <a:schemeClr val="tx2">
                  <a:lumMod val="50000"/>
                </a:schemeClr>
              </a:buClr>
              <a:buFont typeface="Wingdings" panose="05000000000000000000" pitchFamily="2" charset="2"/>
              <a:buChar char="v"/>
              <a:defRPr sz="1400">
                <a:solidFill>
                  <a:schemeClr val="tx1">
                    <a:lumMod val="75000"/>
                  </a:schemeClr>
                </a:solidFill>
                <a:latin typeface="+mj-lt"/>
                <a:ea typeface="微软雅黑" panose="020B0503020204020204" pitchFamily="34" charset="-122"/>
                <a:cs typeface="Times New Roman" panose="02020603050405020304" pitchFamily="18" charset="0"/>
              </a:defRPr>
            </a:lvl1pPr>
            <a:lvl2pPr marL="742950" lvl="1" indent="-285750">
              <a:spcAft>
                <a:spcPts val="600"/>
              </a:spcAft>
              <a:buClr>
                <a:schemeClr val="tx2">
                  <a:lumMod val="50000"/>
                </a:schemeClr>
              </a:buClr>
              <a:buFont typeface="Wingdings" panose="05000000000000000000" pitchFamily="2" charset="2"/>
              <a:buChar char="v"/>
              <a:defRPr sz="1200"/>
            </a:lvl2pPr>
          </a:lstStyle>
          <a:p>
            <a:pPr marL="171450" marR="0" lvl="2" indent="-171450" algn="l" defTabSz="914400" rtl="0" eaLnBrk="1" fontAlgn="base" latinLnBrk="0" hangingPunct="1">
              <a:lnSpc>
                <a:spcPts val="1500"/>
              </a:lnSpc>
              <a:spcBef>
                <a:spcPts val="0"/>
              </a:spcBef>
              <a:spcAft>
                <a:spcPts val="600"/>
              </a:spcAft>
              <a:buClr>
                <a:srgbClr val="2660AD">
                  <a:lumMod val="50000"/>
                </a:srgbClr>
              </a:buClr>
              <a:buSzTx/>
              <a:buFont typeface="Wingdings" panose="05000000000000000000" pitchFamily="2" charset="2"/>
              <a:buChar char="§"/>
              <a:tabLst/>
              <a:defRPr/>
            </a:pPr>
            <a:r>
              <a:rPr kumimoji="0" lang="zh-CN" altLang="en-US"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除了存儲芯片業務，韓國在</a:t>
            </a:r>
            <a:r>
              <a:rPr kumimoji="0" lang="en-US" altLang="zh-CN"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AI</a:t>
            </a:r>
            <a:r>
              <a:rPr kumimoji="0" lang="zh-CN" altLang="en-US"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硬件産業鏈的其他關鍵節點也占據領先地位，受益于本次</a:t>
            </a:r>
            <a:r>
              <a:rPr kumimoji="0" lang="en-US" altLang="zh-CN"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AI</a:t>
            </a:r>
            <a:r>
              <a:rPr kumimoji="0" lang="zh-CN" altLang="en-US"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浪潮</a:t>
            </a:r>
            <a:endParaRPr lang="en-US" altLang="zh-CN" sz="1200" dirty="0">
              <a:solidFill>
                <a:srgbClr val="515052">
                  <a:lumMod val="50000"/>
                </a:srgbClr>
              </a:solidFill>
              <a:latin typeface="+mj-lt"/>
              <a:ea typeface="微软雅黑" panose="020B0503020204020204" pitchFamily="34" charset="-122"/>
              <a:cs typeface="Calibri"/>
              <a:sym typeface="+mn-lt"/>
            </a:endParaRPr>
          </a:p>
          <a:p>
            <a:pPr marL="171450" marR="0" lvl="2" indent="-171450" algn="l" defTabSz="914400" rtl="0" eaLnBrk="1" fontAlgn="base" latinLnBrk="0" hangingPunct="1">
              <a:lnSpc>
                <a:spcPts val="1500"/>
              </a:lnSpc>
              <a:spcBef>
                <a:spcPts val="0"/>
              </a:spcBef>
              <a:spcAft>
                <a:spcPts val="600"/>
              </a:spcAft>
              <a:buClr>
                <a:srgbClr val="2660AD">
                  <a:lumMod val="50000"/>
                </a:srgbClr>
              </a:buClr>
              <a:buSzTx/>
              <a:buFont typeface="Wingdings" panose="05000000000000000000" pitchFamily="2" charset="2"/>
              <a:buChar char="§"/>
              <a:tabLst/>
              <a:defRPr/>
            </a:pPr>
            <a:r>
              <a:rPr kumimoji="0" lang="zh-CN" altLang="en-US"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韓美半導體是全球</a:t>
            </a:r>
            <a:r>
              <a:rPr kumimoji="0" lang="en-US" altLang="zh-CN"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HBM</a:t>
            </a:r>
            <a:r>
              <a:rPr kumimoji="0" lang="zh-CN" altLang="en-US"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熱壓鍵合設備（</a:t>
            </a:r>
            <a:r>
              <a:rPr kumimoji="0" lang="en-US" altLang="zh-CN"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TC Bonder</a:t>
            </a:r>
            <a:r>
              <a:rPr kumimoji="0" lang="zh-CN" altLang="en-US"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）龍頭，市占率</a:t>
            </a:r>
            <a:r>
              <a:rPr kumimoji="0" lang="en-US" altLang="zh-CN"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71.2%</a:t>
            </a:r>
            <a:r>
              <a:rPr kumimoji="0" lang="zh-CN" altLang="en-US"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。作爲</a:t>
            </a:r>
            <a:r>
              <a:rPr kumimoji="0" lang="en-US" altLang="zh-CN"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SK</a:t>
            </a:r>
            <a:r>
              <a:rPr kumimoji="0" lang="zh-CN" altLang="en-US"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海力士與三星電子</a:t>
            </a:r>
            <a:r>
              <a:rPr kumimoji="0" lang="en-US" altLang="zh-CN"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HBM</a:t>
            </a:r>
            <a:r>
              <a:rPr kumimoji="0" lang="zh-CN" altLang="en-US"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産綫的核心設備供應商，直接受益于</a:t>
            </a:r>
            <a:r>
              <a:rPr kumimoji="0" lang="en-US" altLang="zh-CN"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AI</a:t>
            </a:r>
            <a:r>
              <a:rPr kumimoji="0" lang="zh-CN" altLang="en-US"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算力需求驅動的</a:t>
            </a:r>
            <a:r>
              <a:rPr kumimoji="0" lang="en-US" altLang="zh-CN"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HBM</a:t>
            </a:r>
            <a:r>
              <a:rPr kumimoji="0" lang="zh-CN" altLang="en-US"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擴産周期。</a:t>
            </a:r>
            <a:endParaRPr lang="en-US" altLang="zh-CN" sz="1200" dirty="0">
              <a:solidFill>
                <a:srgbClr val="515052">
                  <a:lumMod val="50000"/>
                </a:srgbClr>
              </a:solidFill>
              <a:latin typeface="+mj-lt"/>
              <a:ea typeface="微软雅黑" panose="020B0503020204020204" pitchFamily="34" charset="-122"/>
              <a:cs typeface="Calibri"/>
              <a:sym typeface="+mn-lt"/>
            </a:endParaRPr>
          </a:p>
          <a:p>
            <a:pPr marL="171450" marR="0" lvl="2" indent="-171450" algn="l" defTabSz="914400" rtl="0" eaLnBrk="1" fontAlgn="base" latinLnBrk="0" hangingPunct="1">
              <a:lnSpc>
                <a:spcPts val="1500"/>
              </a:lnSpc>
              <a:spcBef>
                <a:spcPts val="0"/>
              </a:spcBef>
              <a:spcAft>
                <a:spcPts val="600"/>
              </a:spcAft>
              <a:buClr>
                <a:srgbClr val="2660AD">
                  <a:lumMod val="50000"/>
                </a:srgbClr>
              </a:buClr>
              <a:buSzTx/>
              <a:buFont typeface="Wingdings" panose="05000000000000000000" pitchFamily="2" charset="2"/>
              <a:buChar char="§"/>
              <a:tabLst/>
              <a:defRPr/>
            </a:pPr>
            <a:r>
              <a:rPr kumimoji="0" lang="en-US" altLang="zh-CN"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MLCC</a:t>
            </a:r>
            <a:r>
              <a:rPr kumimoji="0" lang="zh-CN" altLang="en-US"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市場由日韓廠商主導，三星電機作爲全球第二大供應商，直接受益于</a:t>
            </a:r>
            <a:r>
              <a:rPr kumimoji="0" lang="en-US" altLang="zh-CN"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AI</a:t>
            </a:r>
            <a:r>
              <a:rPr kumimoji="0" lang="zh-CN" altLang="en-US"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服務器對</a:t>
            </a:r>
            <a:r>
              <a:rPr kumimoji="0" lang="en-US" altLang="zh-CN"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MLCC</a:t>
            </a:r>
            <a:r>
              <a:rPr kumimoji="0" lang="zh-CN" altLang="en-US"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需求量</a:t>
            </a:r>
            <a:r>
              <a:rPr kumimoji="0" lang="en-US" altLang="zh-CN"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80-440</a:t>
            </a:r>
            <a:r>
              <a:rPr kumimoji="0" lang="zh-CN" altLang="en-US" sz="1200" b="0" i="0" u="none" strike="noStrike" kern="1200" cap="none" spc="0" normalizeH="0" baseline="0" noProof="0">
                <a:ln>
                  <a:noFill/>
                </a:ln>
                <a:solidFill>
                  <a:srgbClr val="515052">
                    <a:lumMod val="50000"/>
                  </a:srgbClr>
                </a:solidFill>
                <a:effectLst/>
                <a:uLnTx/>
                <a:uFillTx/>
                <a:latin typeface="+mj-lt"/>
                <a:ea typeface="微软雅黑" panose="020B0503020204020204" pitchFamily="34" charset="-122"/>
                <a:cs typeface="Calibri"/>
                <a:sym typeface="+mn-lt"/>
              </a:rPr>
              <a:t>倍的爆發式增長。</a:t>
            </a:r>
            <a:endParaRPr kumimoji="0" lang="zh-CN" altLang="en-US" sz="1200" b="0" i="0" u="none" strike="noStrike" kern="1200" cap="none" spc="0" normalizeH="0" baseline="0" noProof="0" dirty="0">
              <a:ln>
                <a:noFill/>
              </a:ln>
              <a:solidFill>
                <a:srgbClr val="515052">
                  <a:lumMod val="50000"/>
                </a:srgbClr>
              </a:solidFill>
              <a:effectLst/>
              <a:uLnTx/>
              <a:uFillTx/>
              <a:latin typeface="+mj-lt"/>
              <a:ea typeface="微软雅黑" panose="020B0503020204020204" pitchFamily="34" charset="-122"/>
              <a:cs typeface="Calibri"/>
              <a:sym typeface="+mn-lt"/>
            </a:endParaRPr>
          </a:p>
        </p:txBody>
      </p:sp>
      <p:sp>
        <p:nvSpPr>
          <p:cNvPr id="25" name="文本框 162">
            <a:extLst>
              <a:ext uri="{FF2B5EF4-FFF2-40B4-BE49-F238E27FC236}">
                <a16:creationId xmlns:a16="http://schemas.microsoft.com/office/drawing/2014/main" id="{2AA14C8A-19A1-4357-AC3E-C219AC2BEAA8}"/>
              </a:ext>
            </a:extLst>
          </p:cNvPr>
          <p:cNvSpPr txBox="1"/>
          <p:nvPr/>
        </p:nvSpPr>
        <p:spPr>
          <a:xfrm>
            <a:off x="714125" y="2475414"/>
            <a:ext cx="2715979"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rPr>
              <a:t>TCB</a:t>
            </a:r>
            <a:r>
              <a:rPr kumimoji="0" lang="zh-CN" altLang="en-US" sz="1400" b="1" i="0" u="none" strike="noStrike" kern="0" cap="none" spc="0" normalizeH="0" baseline="0" noProof="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rPr>
              <a:t>市場占比拆分</a:t>
            </a:r>
            <a:endParaRPr kumimoji="0" lang="en-US" sz="1400" b="1" i="0" u="none" strike="noStrike" kern="0" cap="none" spc="0" normalizeH="0" baseline="0" noProof="0" dirty="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endParaRPr>
          </a:p>
        </p:txBody>
      </p:sp>
      <p:sp>
        <p:nvSpPr>
          <p:cNvPr id="28" name="文本框 162">
            <a:extLst>
              <a:ext uri="{FF2B5EF4-FFF2-40B4-BE49-F238E27FC236}">
                <a16:creationId xmlns:a16="http://schemas.microsoft.com/office/drawing/2014/main" id="{D0F10043-D9AA-8A98-2DCF-22D99D4218D8}"/>
              </a:ext>
            </a:extLst>
          </p:cNvPr>
          <p:cNvSpPr txBox="1"/>
          <p:nvPr/>
        </p:nvSpPr>
        <p:spPr>
          <a:xfrm>
            <a:off x="4124166" y="2468300"/>
            <a:ext cx="3364170"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rPr>
              <a:t>AI</a:t>
            </a:r>
            <a:r>
              <a:rPr kumimoji="0" lang="zh-CN" altLang="en-US" sz="1400" b="1" i="0" u="none" strike="noStrike" kern="0" cap="none" spc="0" normalizeH="0" baseline="0" noProof="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rPr>
              <a:t>服務器對</a:t>
            </a:r>
            <a:r>
              <a:rPr kumimoji="0" lang="en-US" altLang="zh-CN" sz="1400" b="1" i="0" u="none" strike="noStrike" kern="0" cap="none" spc="0" normalizeH="0" baseline="0" noProof="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rPr>
              <a:t>MLCC</a:t>
            </a:r>
            <a:r>
              <a:rPr kumimoji="0" lang="zh-CN" altLang="en-US" sz="1400" b="1" i="0" u="none" strike="noStrike" kern="0" cap="none" spc="0" normalizeH="0" baseline="0" noProof="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rPr>
              <a:t>的需求呈現倍數上升</a:t>
            </a:r>
            <a:endParaRPr kumimoji="0" lang="en-US" sz="1400" b="1" i="0" u="none" strike="noStrike" kern="0" cap="none" spc="0" normalizeH="0" baseline="0" noProof="0" dirty="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endParaRPr>
          </a:p>
        </p:txBody>
      </p:sp>
      <p:sp>
        <p:nvSpPr>
          <p:cNvPr id="4" name="TextBox 3">
            <a:extLst>
              <a:ext uri="{FF2B5EF4-FFF2-40B4-BE49-F238E27FC236}">
                <a16:creationId xmlns:a16="http://schemas.microsoft.com/office/drawing/2014/main" id="{505665E2-914C-86C9-51CD-65529AA7E86E}"/>
              </a:ext>
            </a:extLst>
          </p:cNvPr>
          <p:cNvSpPr txBox="1"/>
          <p:nvPr/>
        </p:nvSpPr>
        <p:spPr>
          <a:xfrm>
            <a:off x="722312" y="859272"/>
            <a:ext cx="6397806"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與三星</a:t>
            </a:r>
            <a:r>
              <a:rPr kumimoji="0" lang="en-US" altLang="zh-CN" sz="1400" b="1" i="0" u="none" strike="noStrike" kern="1200" cap="none" spc="0" normalizeH="0" baseline="0" noProof="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a:t>
            </a:r>
            <a:r>
              <a:rPr kumimoji="0" lang="zh-CN" altLang="en-US" sz="1400" b="1" i="0" u="none" strike="noStrike" kern="1200" cap="none" spc="0" normalizeH="0" baseline="0" noProof="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海力士共享半導體景氣周期</a:t>
            </a:r>
            <a:endParaRPr kumimoji="0" lang="en-US" altLang="zh-CN" sz="1400" b="1" i="0" u="none" strike="noStrike" kern="1200" cap="none" spc="0" normalizeH="0" baseline="0" noProof="0" dirty="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5" name="Chart 4">
            <a:extLst>
              <a:ext uri="{FF2B5EF4-FFF2-40B4-BE49-F238E27FC236}">
                <a16:creationId xmlns:a16="http://schemas.microsoft.com/office/drawing/2014/main" id="{3164CDE1-C484-4DC5-3834-4F5CF87E0861}"/>
              </a:ext>
            </a:extLst>
          </p:cNvPr>
          <p:cNvGraphicFramePr>
            <a:graphicFrameLocks/>
          </p:cNvGraphicFramePr>
          <p:nvPr/>
        </p:nvGraphicFramePr>
        <p:xfrm>
          <a:off x="123210" y="2865098"/>
          <a:ext cx="3799796" cy="311766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Table 6">
            <a:extLst>
              <a:ext uri="{FF2B5EF4-FFF2-40B4-BE49-F238E27FC236}">
                <a16:creationId xmlns:a16="http://schemas.microsoft.com/office/drawing/2014/main" id="{14A1C4CF-C2BD-F9EB-FE59-01F871ECD7C5}"/>
              </a:ext>
            </a:extLst>
          </p:cNvPr>
          <p:cNvGraphicFramePr>
            <a:graphicFrameLocks noGrp="1"/>
          </p:cNvGraphicFramePr>
          <p:nvPr/>
        </p:nvGraphicFramePr>
        <p:xfrm>
          <a:off x="4171157" y="3064924"/>
          <a:ext cx="3227294" cy="2847838"/>
        </p:xfrm>
        <a:graphic>
          <a:graphicData uri="http://schemas.openxmlformats.org/drawingml/2006/table">
            <a:tbl>
              <a:tblPr>
                <a:tableStyleId>{5C22544A-7EE6-4342-B048-85BDC9FD1C3A}</a:tableStyleId>
              </a:tblPr>
              <a:tblGrid>
                <a:gridCol w="1221985">
                  <a:extLst>
                    <a:ext uri="{9D8B030D-6E8A-4147-A177-3AD203B41FA5}">
                      <a16:colId xmlns:a16="http://schemas.microsoft.com/office/drawing/2014/main" val="4284682353"/>
                    </a:ext>
                  </a:extLst>
                </a:gridCol>
                <a:gridCol w="1253318">
                  <a:extLst>
                    <a:ext uri="{9D8B030D-6E8A-4147-A177-3AD203B41FA5}">
                      <a16:colId xmlns:a16="http://schemas.microsoft.com/office/drawing/2014/main" val="3517261804"/>
                    </a:ext>
                  </a:extLst>
                </a:gridCol>
                <a:gridCol w="751991">
                  <a:extLst>
                    <a:ext uri="{9D8B030D-6E8A-4147-A177-3AD203B41FA5}">
                      <a16:colId xmlns:a16="http://schemas.microsoft.com/office/drawing/2014/main" val="1749095949"/>
                    </a:ext>
                  </a:extLst>
                </a:gridCol>
              </a:tblGrid>
              <a:tr h="406834">
                <a:tc>
                  <a:txBody>
                    <a:bodyPr/>
                    <a:lstStyle/>
                    <a:p>
                      <a:pPr algn="ctr" fontAlgn="ctr">
                        <a:buNone/>
                      </a:pPr>
                      <a:r>
                        <a:rPr lang="zh-TW" altLang="en-US" sz="1100" b="1" u="none" strike="noStrike">
                          <a:solidFill>
                            <a:schemeClr val="bg1"/>
                          </a:solidFill>
                          <a:effectLst/>
                          <a:latin typeface="微软雅黑" panose="020B0503020204020204" pitchFamily="34" charset="-122"/>
                          <a:ea typeface="微软雅黑" panose="020B0503020204020204" pitchFamily="34" charset="-122"/>
                        </a:rPr>
                        <a:t>設備類型</a:t>
                      </a:r>
                      <a:endParaRPr lang="zh-TW" altLang="en-US" sz="1100" b="1" i="0" u="none" strike="noStrike" dirty="0">
                        <a:solidFill>
                          <a:schemeClr val="bg1"/>
                        </a:solidFill>
                        <a:effectLst/>
                        <a:latin typeface="微软雅黑" panose="020B0503020204020204" pitchFamily="34" charset="-122"/>
                        <a:ea typeface="微软雅黑" panose="020B0503020204020204" pitchFamily="34" charset="-122"/>
                      </a:endParaRPr>
                    </a:p>
                  </a:txBody>
                  <a:tcPr marL="4763" marR="4763" marT="4763"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fontAlgn="ctr">
                        <a:buNone/>
                      </a:pPr>
                      <a:r>
                        <a:rPr lang="en-US" sz="1100" b="1" u="none" strike="noStrike" dirty="0">
                          <a:solidFill>
                            <a:schemeClr val="bg1"/>
                          </a:solidFill>
                          <a:effectLst/>
                          <a:latin typeface="微软雅黑" panose="020B0503020204020204" pitchFamily="34" charset="-122"/>
                          <a:ea typeface="微软雅黑" panose="020B0503020204020204" pitchFamily="34" charset="-122"/>
                        </a:rPr>
                        <a:t>MLCC</a:t>
                      </a:r>
                      <a:r>
                        <a:rPr lang="zh-TW" altLang="en-US" sz="1100" b="1" u="none" strike="noStrike" dirty="0">
                          <a:solidFill>
                            <a:schemeClr val="bg1"/>
                          </a:solidFill>
                          <a:effectLst/>
                          <a:latin typeface="微软雅黑" panose="020B0503020204020204" pitchFamily="34" charset="-122"/>
                          <a:ea typeface="微软雅黑" panose="020B0503020204020204" pitchFamily="34" charset="-122"/>
                        </a:rPr>
                        <a:t>用</a:t>
                      </a:r>
                      <a:r>
                        <a:rPr lang="zh-TW" altLang="en-US" sz="1100" b="1" u="none" strike="noStrike">
                          <a:solidFill>
                            <a:schemeClr val="bg1"/>
                          </a:solidFill>
                          <a:effectLst/>
                          <a:latin typeface="微软雅黑" panose="020B0503020204020204" pitchFamily="34" charset="-122"/>
                          <a:ea typeface="微软雅黑" panose="020B0503020204020204" pitchFamily="34" charset="-122"/>
                        </a:rPr>
                        <a:t>量</a:t>
                      </a:r>
                      <a:r>
                        <a:rPr lang="en-US" altLang="zh-TW" sz="1100" b="1" u="none" strike="noStrike">
                          <a:solidFill>
                            <a:schemeClr val="bg1"/>
                          </a:solidFill>
                          <a:effectLst/>
                          <a:latin typeface="微软雅黑" panose="020B0503020204020204" pitchFamily="34" charset="-122"/>
                          <a:ea typeface="微软雅黑" panose="020B0503020204020204" pitchFamily="34" charset="-122"/>
                        </a:rPr>
                        <a:t>(</a:t>
                      </a:r>
                      <a:r>
                        <a:rPr lang="zh-TW" altLang="en-US" sz="1100" b="1" u="none" strike="noStrike">
                          <a:solidFill>
                            <a:schemeClr val="bg1"/>
                          </a:solidFill>
                          <a:effectLst/>
                          <a:latin typeface="微软雅黑" panose="020B0503020204020204" pitchFamily="34" charset="-122"/>
                          <a:ea typeface="微软雅黑" panose="020B0503020204020204" pitchFamily="34" charset="-122"/>
                        </a:rPr>
                        <a:t>顆</a:t>
                      </a:r>
                      <a:r>
                        <a:rPr lang="en-US" altLang="zh-TW" sz="1100" b="1" u="none" strike="noStrike">
                          <a:solidFill>
                            <a:schemeClr val="bg1"/>
                          </a:solidFill>
                          <a:effectLst/>
                          <a:latin typeface="微软雅黑" panose="020B0503020204020204" pitchFamily="34" charset="-122"/>
                          <a:ea typeface="微软雅黑" panose="020B0503020204020204" pitchFamily="34" charset="-122"/>
                        </a:rPr>
                        <a:t>)</a:t>
                      </a:r>
                      <a:endParaRPr lang="en-US" altLang="zh-TW" sz="1100" b="1" i="0" u="none" strike="noStrike" dirty="0">
                        <a:solidFill>
                          <a:schemeClr val="bg1"/>
                        </a:solidFill>
                        <a:effectLst/>
                        <a:latin typeface="微软雅黑" panose="020B0503020204020204" pitchFamily="34" charset="-122"/>
                        <a:ea typeface="微软雅黑" panose="020B0503020204020204" pitchFamily="34" charset="-122"/>
                      </a:endParaRPr>
                    </a:p>
                  </a:txBody>
                  <a:tcPr marL="4763" marR="4763" marT="4763"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fontAlgn="ctr">
                        <a:buNone/>
                      </a:pPr>
                      <a:r>
                        <a:rPr lang="zh-TW" altLang="en-US" sz="1100" b="1" u="none" strike="noStrike">
                          <a:solidFill>
                            <a:schemeClr val="bg1"/>
                          </a:solidFill>
                          <a:effectLst/>
                          <a:latin typeface="微软雅黑" panose="020B0503020204020204" pitchFamily="34" charset="-122"/>
                          <a:ea typeface="微软雅黑" panose="020B0503020204020204" pitchFamily="34" charset="-122"/>
                        </a:rPr>
                        <a:t>對比倍數</a:t>
                      </a:r>
                      <a:endParaRPr lang="zh-TW" altLang="en-US" sz="1100" b="1" i="0" u="none" strike="noStrike" dirty="0">
                        <a:solidFill>
                          <a:schemeClr val="bg1"/>
                        </a:solidFill>
                        <a:effectLst/>
                        <a:latin typeface="微软雅黑" panose="020B0503020204020204" pitchFamily="34" charset="-122"/>
                        <a:ea typeface="微软雅黑" panose="020B0503020204020204" pitchFamily="34" charset="-122"/>
                      </a:endParaRPr>
                    </a:p>
                  </a:txBody>
                  <a:tcPr marL="4763" marR="4763" marT="4763"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extLst>
                  <a:ext uri="{0D108BD9-81ED-4DB2-BD59-A6C34878D82A}">
                    <a16:rowId xmlns:a16="http://schemas.microsoft.com/office/drawing/2014/main" val="3416952079"/>
                  </a:ext>
                </a:extLst>
              </a:tr>
              <a:tr h="406834">
                <a:tc>
                  <a:txBody>
                    <a:bodyPr/>
                    <a:lstStyle/>
                    <a:p>
                      <a:pPr algn="ctr" fontAlgn="ctr">
                        <a:buNone/>
                      </a:pPr>
                      <a:r>
                        <a:rPr lang="zh-TW" altLang="en-US" sz="1100" u="none" strike="noStrike">
                          <a:solidFill>
                            <a:schemeClr val="tx1">
                              <a:lumMod val="50000"/>
                            </a:schemeClr>
                          </a:solidFill>
                          <a:effectLst/>
                          <a:latin typeface="微软雅黑" panose="020B0503020204020204" pitchFamily="34" charset="-122"/>
                          <a:ea typeface="微软雅黑" panose="020B0503020204020204" pitchFamily="34" charset="-122"/>
                        </a:rPr>
                        <a:t>普通智能手機</a:t>
                      </a:r>
                      <a:endParaRPr lang="zh-TW" altLang="en-US" sz="1100" b="0" i="0" u="none" strike="noStrike">
                        <a:solidFill>
                          <a:schemeClr val="tx1">
                            <a:lumMod val="50000"/>
                          </a:schemeClr>
                        </a:solidFill>
                        <a:effectLst/>
                        <a:latin typeface="微软雅黑" panose="020B0503020204020204" pitchFamily="34" charset="-122"/>
                        <a:ea typeface="微软雅黑" panose="020B0503020204020204" pitchFamily="34" charset="-122"/>
                      </a:endParaRPr>
                    </a:p>
                  </a:txBody>
                  <a:tcPr marL="4763" marR="4763" marT="4763"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algn="ctr" fontAlgn="ctr">
                        <a:buNone/>
                      </a:pPr>
                      <a:r>
                        <a:rPr lang="zh-TW" altLang="en-US" sz="1100" u="none" strike="noStrike">
                          <a:solidFill>
                            <a:schemeClr val="tx1">
                              <a:lumMod val="50000"/>
                            </a:schemeClr>
                          </a:solidFill>
                          <a:effectLst/>
                          <a:latin typeface="微软雅黑" panose="020B0503020204020204" pitchFamily="34" charset="-122"/>
                          <a:ea typeface="微软雅黑" panose="020B0503020204020204" pitchFamily="34" charset="-122"/>
                        </a:rPr>
                        <a:t>約</a:t>
                      </a:r>
                      <a:r>
                        <a:rPr lang="en-US" altLang="zh-TW" sz="1100" u="none" strike="noStrike">
                          <a:solidFill>
                            <a:schemeClr val="tx1">
                              <a:lumMod val="50000"/>
                            </a:schemeClr>
                          </a:solidFill>
                          <a:effectLst/>
                          <a:latin typeface="微软雅黑" panose="020B0503020204020204" pitchFamily="34" charset="-122"/>
                          <a:ea typeface="微软雅黑" panose="020B0503020204020204" pitchFamily="34" charset="-122"/>
                        </a:rPr>
                        <a:t>1,000</a:t>
                      </a:r>
                      <a:endParaRPr lang="en-US" altLang="zh-TW" sz="1100" b="0" i="0" u="none" strike="noStrike" dirty="0">
                        <a:solidFill>
                          <a:schemeClr val="tx1">
                            <a:lumMod val="50000"/>
                          </a:schemeClr>
                        </a:solidFill>
                        <a:effectLst/>
                        <a:latin typeface="微软雅黑" panose="020B0503020204020204" pitchFamily="34" charset="-122"/>
                        <a:ea typeface="微软雅黑" panose="020B0503020204020204" pitchFamily="34" charset="-122"/>
                      </a:endParaRPr>
                    </a:p>
                  </a:txBody>
                  <a:tcPr marL="4763" marR="4763" marT="4763"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algn="ctr" fontAlgn="ctr">
                        <a:buNone/>
                      </a:pPr>
                      <a:r>
                        <a:rPr lang="en-US" sz="1100" u="none" strike="noStrike">
                          <a:solidFill>
                            <a:schemeClr val="tx1">
                              <a:lumMod val="50000"/>
                            </a:schemeClr>
                          </a:solidFill>
                          <a:effectLst/>
                          <a:latin typeface="微软雅黑" panose="020B0503020204020204" pitchFamily="34" charset="-122"/>
                          <a:ea typeface="微软雅黑" panose="020B0503020204020204" pitchFamily="34" charset="-122"/>
                        </a:rPr>
                        <a:t>1x(</a:t>
                      </a:r>
                      <a:r>
                        <a:rPr lang="zh-TW" altLang="en-US" sz="1100" u="none" strike="noStrike">
                          <a:solidFill>
                            <a:schemeClr val="tx1">
                              <a:lumMod val="50000"/>
                            </a:schemeClr>
                          </a:solidFill>
                          <a:effectLst/>
                          <a:latin typeface="微软雅黑" panose="020B0503020204020204" pitchFamily="34" charset="-122"/>
                          <a:ea typeface="微软雅黑" panose="020B0503020204020204" pitchFamily="34" charset="-122"/>
                        </a:rPr>
                        <a:t>基準</a:t>
                      </a:r>
                      <a:r>
                        <a:rPr lang="en-US" altLang="zh-TW" sz="1100" u="none" strike="noStrike">
                          <a:solidFill>
                            <a:schemeClr val="tx1">
                              <a:lumMod val="50000"/>
                            </a:schemeClr>
                          </a:solidFill>
                          <a:effectLst/>
                          <a:latin typeface="微软雅黑" panose="020B0503020204020204" pitchFamily="34" charset="-122"/>
                          <a:ea typeface="微软雅黑" panose="020B0503020204020204" pitchFamily="34" charset="-122"/>
                        </a:rPr>
                        <a:t>)</a:t>
                      </a:r>
                      <a:endParaRPr lang="en-US" altLang="zh-TW" sz="1100" b="0" i="0" u="none" strike="noStrike">
                        <a:solidFill>
                          <a:schemeClr val="tx1">
                            <a:lumMod val="50000"/>
                          </a:schemeClr>
                        </a:solidFill>
                        <a:effectLst/>
                        <a:latin typeface="微软雅黑" panose="020B0503020204020204" pitchFamily="34" charset="-122"/>
                        <a:ea typeface="微软雅黑" panose="020B0503020204020204" pitchFamily="34" charset="-122"/>
                      </a:endParaRPr>
                    </a:p>
                  </a:txBody>
                  <a:tcPr marL="4763" marR="4763" marT="4763"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4174218410"/>
                  </a:ext>
                </a:extLst>
              </a:tr>
              <a:tr h="406834">
                <a:tc>
                  <a:txBody>
                    <a:bodyPr/>
                    <a:lstStyle/>
                    <a:p>
                      <a:pPr algn="ctr" fontAlgn="ctr">
                        <a:buNone/>
                      </a:pPr>
                      <a:r>
                        <a:rPr lang="en-US" sz="1100" u="none" strike="noStrike">
                          <a:solidFill>
                            <a:schemeClr val="tx1">
                              <a:lumMod val="50000"/>
                            </a:schemeClr>
                          </a:solidFill>
                          <a:effectLst/>
                          <a:latin typeface="微软雅黑" panose="020B0503020204020204" pitchFamily="34" charset="-122"/>
                          <a:ea typeface="微软雅黑" panose="020B0503020204020204" pitchFamily="34" charset="-122"/>
                        </a:rPr>
                        <a:t>5G</a:t>
                      </a:r>
                      <a:r>
                        <a:rPr lang="zh-TW" altLang="en-US" sz="1100" u="none" strike="noStrike">
                          <a:solidFill>
                            <a:schemeClr val="tx1">
                              <a:lumMod val="50000"/>
                            </a:schemeClr>
                          </a:solidFill>
                          <a:effectLst/>
                          <a:latin typeface="微软雅黑" panose="020B0503020204020204" pitchFamily="34" charset="-122"/>
                          <a:ea typeface="微软雅黑" panose="020B0503020204020204" pitchFamily="34" charset="-122"/>
                        </a:rPr>
                        <a:t>智能手機</a:t>
                      </a:r>
                      <a:endParaRPr lang="zh-TW" altLang="en-US" sz="1100" b="0" i="0" u="none" strike="noStrike">
                        <a:solidFill>
                          <a:schemeClr val="tx1">
                            <a:lumMod val="50000"/>
                          </a:schemeClr>
                        </a:solidFill>
                        <a:effectLst/>
                        <a:latin typeface="微软雅黑" panose="020B0503020204020204" pitchFamily="34" charset="-122"/>
                        <a:ea typeface="微软雅黑" panose="020B0503020204020204" pitchFamily="34" charset="-122"/>
                      </a:endParaRPr>
                    </a:p>
                  </a:txBody>
                  <a:tcPr marL="4763" marR="4763" marT="4763"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algn="ctr" fontAlgn="ctr">
                        <a:buNone/>
                      </a:pPr>
                      <a:r>
                        <a:rPr lang="zh-TW" altLang="en-US" sz="1100" u="none" strike="noStrike">
                          <a:solidFill>
                            <a:schemeClr val="tx1">
                              <a:lumMod val="50000"/>
                            </a:schemeClr>
                          </a:solidFill>
                          <a:effectLst/>
                          <a:latin typeface="微软雅黑" panose="020B0503020204020204" pitchFamily="34" charset="-122"/>
                          <a:ea typeface="微软雅黑" panose="020B0503020204020204" pitchFamily="34" charset="-122"/>
                        </a:rPr>
                        <a:t>約</a:t>
                      </a:r>
                      <a:r>
                        <a:rPr lang="en-US" altLang="zh-TW" sz="1100" u="none" strike="noStrike">
                          <a:solidFill>
                            <a:schemeClr val="tx1">
                              <a:lumMod val="50000"/>
                            </a:schemeClr>
                          </a:solidFill>
                          <a:effectLst/>
                          <a:latin typeface="微软雅黑" panose="020B0503020204020204" pitchFamily="34" charset="-122"/>
                          <a:ea typeface="微软雅黑" panose="020B0503020204020204" pitchFamily="34" charset="-122"/>
                        </a:rPr>
                        <a:t>1,500-2,000</a:t>
                      </a:r>
                      <a:endParaRPr lang="en-US" altLang="zh-TW" sz="1100" b="0" i="0" u="none" strike="noStrike">
                        <a:solidFill>
                          <a:schemeClr val="tx1">
                            <a:lumMod val="50000"/>
                          </a:schemeClr>
                        </a:solidFill>
                        <a:effectLst/>
                        <a:latin typeface="微软雅黑" panose="020B0503020204020204" pitchFamily="34" charset="-122"/>
                        <a:ea typeface="微软雅黑" panose="020B0503020204020204" pitchFamily="34" charset="-122"/>
                      </a:endParaRPr>
                    </a:p>
                  </a:txBody>
                  <a:tcPr marL="4763" marR="4763" marT="4763"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algn="ctr" fontAlgn="ctr">
                        <a:buNone/>
                      </a:pPr>
                      <a:r>
                        <a:rPr lang="en-US" sz="1100" u="none" strike="noStrike">
                          <a:solidFill>
                            <a:schemeClr val="tx1">
                              <a:lumMod val="50000"/>
                            </a:schemeClr>
                          </a:solidFill>
                          <a:effectLst/>
                          <a:latin typeface="微软雅黑" panose="020B0503020204020204" pitchFamily="34" charset="-122"/>
                          <a:ea typeface="微软雅黑" panose="020B0503020204020204" pitchFamily="34" charset="-122"/>
                        </a:rPr>
                        <a:t>1.5-2x</a:t>
                      </a:r>
                      <a:endParaRPr lang="en-US" sz="1100" b="0" i="0" u="none" strike="noStrike">
                        <a:solidFill>
                          <a:schemeClr val="tx1">
                            <a:lumMod val="50000"/>
                          </a:schemeClr>
                        </a:solidFill>
                        <a:effectLst/>
                        <a:latin typeface="微软雅黑" panose="020B0503020204020204" pitchFamily="34" charset="-122"/>
                        <a:ea typeface="微软雅黑" panose="020B0503020204020204" pitchFamily="34" charset="-122"/>
                      </a:endParaRPr>
                    </a:p>
                  </a:txBody>
                  <a:tcPr marL="4763" marR="4763" marT="4763"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1354758393"/>
                  </a:ext>
                </a:extLst>
              </a:tr>
              <a:tr h="406834">
                <a:tc>
                  <a:txBody>
                    <a:bodyPr/>
                    <a:lstStyle/>
                    <a:p>
                      <a:pPr algn="ctr" fontAlgn="ctr">
                        <a:buNone/>
                      </a:pPr>
                      <a:r>
                        <a:rPr lang="zh-TW" altLang="en-US" sz="1100" u="none" strike="noStrike">
                          <a:solidFill>
                            <a:schemeClr val="tx1">
                              <a:lumMod val="50000"/>
                            </a:schemeClr>
                          </a:solidFill>
                          <a:effectLst/>
                          <a:latin typeface="微软雅黑" panose="020B0503020204020204" pitchFamily="34" charset="-122"/>
                          <a:ea typeface="微软雅黑" panose="020B0503020204020204" pitchFamily="34" charset="-122"/>
                        </a:rPr>
                        <a:t>傳統服務器</a:t>
                      </a:r>
                      <a:endParaRPr lang="zh-TW" altLang="en-US" sz="1100" b="0" i="0" u="none" strike="noStrike">
                        <a:solidFill>
                          <a:schemeClr val="tx1">
                            <a:lumMod val="50000"/>
                          </a:schemeClr>
                        </a:solidFill>
                        <a:effectLst/>
                        <a:latin typeface="微软雅黑" panose="020B0503020204020204" pitchFamily="34" charset="-122"/>
                        <a:ea typeface="微软雅黑" panose="020B0503020204020204" pitchFamily="34" charset="-122"/>
                      </a:endParaRPr>
                    </a:p>
                  </a:txBody>
                  <a:tcPr marL="4763" marR="4763" marT="4763"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algn="ctr" fontAlgn="ctr">
                        <a:buNone/>
                      </a:pPr>
                      <a:r>
                        <a:rPr lang="zh-TW" altLang="en-US" sz="1100" u="none" strike="noStrike">
                          <a:solidFill>
                            <a:schemeClr val="tx1">
                              <a:lumMod val="50000"/>
                            </a:schemeClr>
                          </a:solidFill>
                          <a:effectLst/>
                          <a:latin typeface="微软雅黑" panose="020B0503020204020204" pitchFamily="34" charset="-122"/>
                          <a:ea typeface="微软雅黑" panose="020B0503020204020204" pitchFamily="34" charset="-122"/>
                        </a:rPr>
                        <a:t>約</a:t>
                      </a:r>
                      <a:r>
                        <a:rPr lang="en-US" altLang="zh-TW" sz="1100" u="none" strike="noStrike">
                          <a:solidFill>
                            <a:schemeClr val="tx1">
                              <a:lumMod val="50000"/>
                            </a:schemeClr>
                          </a:solidFill>
                          <a:effectLst/>
                          <a:latin typeface="微软雅黑" panose="020B0503020204020204" pitchFamily="34" charset="-122"/>
                          <a:ea typeface="微软雅黑" panose="020B0503020204020204" pitchFamily="34" charset="-122"/>
                        </a:rPr>
                        <a:t>4,000-5,000</a:t>
                      </a:r>
                      <a:endParaRPr lang="en-US" altLang="zh-TW" sz="1100" b="0" i="0" u="none" strike="noStrike">
                        <a:solidFill>
                          <a:schemeClr val="tx1">
                            <a:lumMod val="50000"/>
                          </a:schemeClr>
                        </a:solidFill>
                        <a:effectLst/>
                        <a:latin typeface="微软雅黑" panose="020B0503020204020204" pitchFamily="34" charset="-122"/>
                        <a:ea typeface="微软雅黑" panose="020B0503020204020204" pitchFamily="34" charset="-122"/>
                      </a:endParaRPr>
                    </a:p>
                  </a:txBody>
                  <a:tcPr marL="4763" marR="4763" marT="4763"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algn="ctr" fontAlgn="ctr">
                        <a:buNone/>
                      </a:pPr>
                      <a:r>
                        <a:rPr lang="en-US" sz="1100" u="none" strike="noStrike">
                          <a:solidFill>
                            <a:schemeClr val="tx1">
                              <a:lumMod val="50000"/>
                            </a:schemeClr>
                          </a:solidFill>
                          <a:effectLst/>
                          <a:latin typeface="微软雅黑" panose="020B0503020204020204" pitchFamily="34" charset="-122"/>
                          <a:ea typeface="微软雅黑" panose="020B0503020204020204" pitchFamily="34" charset="-122"/>
                        </a:rPr>
                        <a:t>4-5x</a:t>
                      </a:r>
                      <a:endParaRPr lang="en-US" sz="1100" b="0" i="0" u="none" strike="noStrike">
                        <a:solidFill>
                          <a:schemeClr val="tx1">
                            <a:lumMod val="50000"/>
                          </a:schemeClr>
                        </a:solidFill>
                        <a:effectLst/>
                        <a:latin typeface="微软雅黑" panose="020B0503020204020204" pitchFamily="34" charset="-122"/>
                        <a:ea typeface="微软雅黑" panose="020B0503020204020204" pitchFamily="34" charset="-122"/>
                      </a:endParaRPr>
                    </a:p>
                  </a:txBody>
                  <a:tcPr marL="4763" marR="4763" marT="4763"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3410694817"/>
                  </a:ext>
                </a:extLst>
              </a:tr>
              <a:tr h="406834">
                <a:tc>
                  <a:txBody>
                    <a:bodyPr/>
                    <a:lstStyle/>
                    <a:p>
                      <a:pPr algn="ctr" fontAlgn="ctr">
                        <a:buNone/>
                      </a:pPr>
                      <a:r>
                        <a:rPr lang="zh-CN" altLang="en-US" sz="1100" u="none" strike="noStrike">
                          <a:solidFill>
                            <a:schemeClr val="tx1">
                              <a:lumMod val="50000"/>
                            </a:schemeClr>
                          </a:solidFill>
                          <a:effectLst/>
                          <a:latin typeface="微软雅黑" panose="020B0503020204020204" pitchFamily="34" charset="-122"/>
                          <a:ea typeface="微软雅黑" panose="020B0503020204020204" pitchFamily="34" charset="-122"/>
                        </a:rPr>
                        <a:t>電動汽車</a:t>
                      </a:r>
                      <a:r>
                        <a:rPr lang="en-US" altLang="zh-CN" sz="1100" u="none" strike="noStrike">
                          <a:solidFill>
                            <a:schemeClr val="tx1">
                              <a:lumMod val="50000"/>
                            </a:schemeClr>
                          </a:solidFill>
                          <a:effectLst/>
                          <a:latin typeface="微软雅黑" panose="020B0503020204020204" pitchFamily="34" charset="-122"/>
                          <a:ea typeface="微软雅黑" panose="020B0503020204020204" pitchFamily="34" charset="-122"/>
                        </a:rPr>
                        <a:t>(</a:t>
                      </a:r>
                      <a:r>
                        <a:rPr lang="zh-CN" altLang="en-US" sz="1100" u="none" strike="noStrike">
                          <a:solidFill>
                            <a:schemeClr val="tx1">
                              <a:lumMod val="50000"/>
                            </a:schemeClr>
                          </a:solidFill>
                          <a:effectLst/>
                          <a:latin typeface="微软雅黑" panose="020B0503020204020204" pitchFamily="34" charset="-122"/>
                          <a:ea typeface="微软雅黑" panose="020B0503020204020204" pitchFamily="34" charset="-122"/>
                        </a:rPr>
                        <a:t>整車</a:t>
                      </a:r>
                      <a:r>
                        <a:rPr lang="en-US" altLang="zh-CN" sz="1100" u="none" strike="noStrike">
                          <a:solidFill>
                            <a:schemeClr val="tx1">
                              <a:lumMod val="50000"/>
                            </a:schemeClr>
                          </a:solidFill>
                          <a:effectLst/>
                          <a:latin typeface="微软雅黑" panose="020B0503020204020204" pitchFamily="34" charset="-122"/>
                          <a:ea typeface="微软雅黑" panose="020B0503020204020204" pitchFamily="34" charset="-122"/>
                        </a:rPr>
                        <a:t>)</a:t>
                      </a:r>
                      <a:endParaRPr lang="en-US" altLang="zh-CN" sz="1100" b="0" i="0" u="none" strike="noStrike">
                        <a:solidFill>
                          <a:schemeClr val="tx1">
                            <a:lumMod val="50000"/>
                          </a:schemeClr>
                        </a:solidFill>
                        <a:effectLst/>
                        <a:latin typeface="微软雅黑" panose="020B0503020204020204" pitchFamily="34" charset="-122"/>
                        <a:ea typeface="微软雅黑" panose="020B0503020204020204" pitchFamily="34" charset="-122"/>
                      </a:endParaRPr>
                    </a:p>
                  </a:txBody>
                  <a:tcPr marL="4763" marR="4763" marT="4763"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algn="ctr" fontAlgn="ctr">
                        <a:buNone/>
                      </a:pPr>
                      <a:r>
                        <a:rPr lang="zh-TW" altLang="en-US" sz="1100" u="none" strike="noStrike">
                          <a:solidFill>
                            <a:schemeClr val="tx1">
                              <a:lumMod val="50000"/>
                            </a:schemeClr>
                          </a:solidFill>
                          <a:effectLst/>
                          <a:latin typeface="微软雅黑" panose="020B0503020204020204" pitchFamily="34" charset="-122"/>
                          <a:ea typeface="微软雅黑" panose="020B0503020204020204" pitchFamily="34" charset="-122"/>
                        </a:rPr>
                        <a:t>約</a:t>
                      </a:r>
                      <a:r>
                        <a:rPr lang="en-US" altLang="zh-TW" sz="1100" u="none" strike="noStrike">
                          <a:solidFill>
                            <a:schemeClr val="tx1">
                              <a:lumMod val="50000"/>
                            </a:schemeClr>
                          </a:solidFill>
                          <a:effectLst/>
                          <a:latin typeface="微软雅黑" panose="020B0503020204020204" pitchFamily="34" charset="-122"/>
                          <a:ea typeface="微软雅黑" panose="020B0503020204020204" pitchFamily="34" charset="-122"/>
                        </a:rPr>
                        <a:t>10,000-15,000</a:t>
                      </a:r>
                      <a:endParaRPr lang="en-US" altLang="zh-TW" sz="1100" b="0" i="0" u="none" strike="noStrike" dirty="0">
                        <a:solidFill>
                          <a:schemeClr val="tx1">
                            <a:lumMod val="50000"/>
                          </a:schemeClr>
                        </a:solidFill>
                        <a:effectLst/>
                        <a:latin typeface="微软雅黑" panose="020B0503020204020204" pitchFamily="34" charset="-122"/>
                        <a:ea typeface="微软雅黑" panose="020B0503020204020204" pitchFamily="34" charset="-122"/>
                      </a:endParaRPr>
                    </a:p>
                  </a:txBody>
                  <a:tcPr marL="4763" marR="4763" marT="4763"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algn="ctr" fontAlgn="ctr">
                        <a:buNone/>
                      </a:pPr>
                      <a:r>
                        <a:rPr lang="en-US" sz="1100" u="none" strike="noStrike">
                          <a:solidFill>
                            <a:schemeClr val="tx1">
                              <a:lumMod val="50000"/>
                            </a:schemeClr>
                          </a:solidFill>
                          <a:effectLst/>
                          <a:latin typeface="微软雅黑" panose="020B0503020204020204" pitchFamily="34" charset="-122"/>
                          <a:ea typeface="微软雅黑" panose="020B0503020204020204" pitchFamily="34" charset="-122"/>
                        </a:rPr>
                        <a:t>10-15x</a:t>
                      </a:r>
                      <a:endParaRPr lang="en-US" sz="1100" b="0" i="0" u="none" strike="noStrike">
                        <a:solidFill>
                          <a:schemeClr val="tx1">
                            <a:lumMod val="50000"/>
                          </a:schemeClr>
                        </a:solidFill>
                        <a:effectLst/>
                        <a:latin typeface="微软雅黑" panose="020B0503020204020204" pitchFamily="34" charset="-122"/>
                        <a:ea typeface="微软雅黑" panose="020B0503020204020204" pitchFamily="34" charset="-122"/>
                      </a:endParaRPr>
                    </a:p>
                  </a:txBody>
                  <a:tcPr marL="4763" marR="4763" marT="4763"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2533068079"/>
                  </a:ext>
                </a:extLst>
              </a:tr>
              <a:tr h="406834">
                <a:tc>
                  <a:txBody>
                    <a:bodyPr/>
                    <a:lstStyle/>
                    <a:p>
                      <a:pPr algn="ctr" fontAlgn="ctr">
                        <a:buNone/>
                      </a:pPr>
                      <a:r>
                        <a:rPr lang="en-US" sz="1100" b="1" u="none" strike="noStrike">
                          <a:solidFill>
                            <a:schemeClr val="accent1"/>
                          </a:solidFill>
                          <a:effectLst/>
                          <a:latin typeface="微软雅黑" panose="020B0503020204020204" pitchFamily="34" charset="-122"/>
                          <a:ea typeface="微软雅黑" panose="020B0503020204020204" pitchFamily="34" charset="-122"/>
                        </a:rPr>
                        <a:t>AI</a:t>
                      </a:r>
                      <a:r>
                        <a:rPr lang="zh-TW" altLang="en-US" sz="1100" b="1" u="none" strike="noStrike">
                          <a:solidFill>
                            <a:schemeClr val="accent1"/>
                          </a:solidFill>
                          <a:effectLst/>
                          <a:latin typeface="微软雅黑" panose="020B0503020204020204" pitchFamily="34" charset="-122"/>
                          <a:ea typeface="微软雅黑" panose="020B0503020204020204" pitchFamily="34" charset="-122"/>
                        </a:rPr>
                        <a:t>服務器 </a:t>
                      </a:r>
                      <a:r>
                        <a:rPr lang="en-US" sz="1100" b="1" u="none" strike="noStrike">
                          <a:solidFill>
                            <a:schemeClr val="accent1"/>
                          </a:solidFill>
                          <a:effectLst/>
                          <a:latin typeface="微软雅黑" panose="020B0503020204020204" pitchFamily="34" charset="-122"/>
                          <a:ea typeface="微软雅黑" panose="020B0503020204020204" pitchFamily="34" charset="-122"/>
                        </a:rPr>
                        <a:t>GB200</a:t>
                      </a:r>
                      <a:endParaRPr lang="en-US" sz="1100" b="1" i="0" u="none" strike="noStrike" dirty="0">
                        <a:solidFill>
                          <a:schemeClr val="accent1"/>
                        </a:solidFill>
                        <a:effectLst/>
                        <a:latin typeface="微软雅黑" panose="020B0503020204020204" pitchFamily="34" charset="-122"/>
                        <a:ea typeface="微软雅黑" panose="020B0503020204020204" pitchFamily="34" charset="-122"/>
                      </a:endParaRPr>
                    </a:p>
                  </a:txBody>
                  <a:tcPr marL="4763" marR="4763" marT="4763"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algn="ctr" fontAlgn="ctr">
                        <a:buNone/>
                      </a:pPr>
                      <a:r>
                        <a:rPr lang="zh-TW" altLang="en-US" sz="1100" b="1" u="none" strike="noStrike">
                          <a:solidFill>
                            <a:schemeClr val="accent1"/>
                          </a:solidFill>
                          <a:effectLst/>
                          <a:latin typeface="微软雅黑" panose="020B0503020204020204" pitchFamily="34" charset="-122"/>
                          <a:ea typeface="微软雅黑" panose="020B0503020204020204" pitchFamily="34" charset="-122"/>
                        </a:rPr>
                        <a:t>約</a:t>
                      </a:r>
                      <a:r>
                        <a:rPr lang="en-US" altLang="zh-TW" sz="1100" b="1" u="none" strike="noStrike">
                          <a:solidFill>
                            <a:schemeClr val="accent1"/>
                          </a:solidFill>
                          <a:effectLst/>
                          <a:latin typeface="微软雅黑" panose="020B0503020204020204" pitchFamily="34" charset="-122"/>
                          <a:ea typeface="微软雅黑" panose="020B0503020204020204" pitchFamily="34" charset="-122"/>
                        </a:rPr>
                        <a:t>80,000</a:t>
                      </a:r>
                      <a:endParaRPr lang="en-US" altLang="zh-TW" sz="1100" b="1" i="0" u="none" strike="noStrike" dirty="0">
                        <a:solidFill>
                          <a:schemeClr val="accent1"/>
                        </a:solidFill>
                        <a:effectLst/>
                        <a:latin typeface="微软雅黑" panose="020B0503020204020204" pitchFamily="34" charset="-122"/>
                        <a:ea typeface="微软雅黑" panose="020B0503020204020204" pitchFamily="34" charset="-122"/>
                      </a:endParaRPr>
                    </a:p>
                  </a:txBody>
                  <a:tcPr marL="4763" marR="4763" marT="4763"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algn="ctr" fontAlgn="ctr">
                        <a:buNone/>
                      </a:pPr>
                      <a:r>
                        <a:rPr lang="en-US" sz="1100" b="1" u="none" strike="noStrike">
                          <a:solidFill>
                            <a:schemeClr val="accent1"/>
                          </a:solidFill>
                          <a:effectLst/>
                          <a:latin typeface="微软雅黑" panose="020B0503020204020204" pitchFamily="34" charset="-122"/>
                          <a:ea typeface="微软雅黑" panose="020B0503020204020204" pitchFamily="34" charset="-122"/>
                        </a:rPr>
                        <a:t>80x</a:t>
                      </a:r>
                      <a:endParaRPr lang="en-US" sz="1100" b="1" i="0" u="none" strike="noStrike">
                        <a:solidFill>
                          <a:schemeClr val="accent1"/>
                        </a:solidFill>
                        <a:effectLst/>
                        <a:latin typeface="微软雅黑" panose="020B0503020204020204" pitchFamily="34" charset="-122"/>
                        <a:ea typeface="微软雅黑" panose="020B0503020204020204" pitchFamily="34" charset="-122"/>
                      </a:endParaRPr>
                    </a:p>
                  </a:txBody>
                  <a:tcPr marL="4763" marR="4763" marT="4763"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3526686795"/>
                  </a:ext>
                </a:extLst>
              </a:tr>
              <a:tr h="406834">
                <a:tc>
                  <a:txBody>
                    <a:bodyPr/>
                    <a:lstStyle/>
                    <a:p>
                      <a:pPr algn="ctr" fontAlgn="ctr">
                        <a:buNone/>
                      </a:pPr>
                      <a:r>
                        <a:rPr lang="en-US" sz="1100" b="1" u="none" strike="noStrike">
                          <a:solidFill>
                            <a:schemeClr val="accent1"/>
                          </a:solidFill>
                          <a:effectLst/>
                          <a:latin typeface="微软雅黑" panose="020B0503020204020204" pitchFamily="34" charset="-122"/>
                          <a:ea typeface="微软雅黑" panose="020B0503020204020204" pitchFamily="34" charset="-122"/>
                        </a:rPr>
                        <a:t>AI</a:t>
                      </a:r>
                      <a:r>
                        <a:rPr lang="zh-TW" altLang="en-US" sz="1100" b="1" u="none" strike="noStrike">
                          <a:solidFill>
                            <a:schemeClr val="accent1"/>
                          </a:solidFill>
                          <a:effectLst/>
                          <a:latin typeface="微软雅黑" panose="020B0503020204020204" pitchFamily="34" charset="-122"/>
                          <a:ea typeface="微软雅黑" panose="020B0503020204020204" pitchFamily="34" charset="-122"/>
                        </a:rPr>
                        <a:t>服務器 </a:t>
                      </a:r>
                      <a:r>
                        <a:rPr lang="en-US" sz="1100" b="1" u="none" strike="noStrike">
                          <a:solidFill>
                            <a:schemeClr val="accent1"/>
                          </a:solidFill>
                          <a:effectLst/>
                          <a:latin typeface="微软雅黑" panose="020B0503020204020204" pitchFamily="34" charset="-122"/>
                          <a:ea typeface="微软雅黑" panose="020B0503020204020204" pitchFamily="34" charset="-122"/>
                        </a:rPr>
                        <a:t>GB300</a:t>
                      </a:r>
                      <a:endParaRPr lang="en-US" sz="1100" b="1" i="0" u="none" strike="noStrike">
                        <a:solidFill>
                          <a:schemeClr val="accent1"/>
                        </a:solidFill>
                        <a:effectLst/>
                        <a:latin typeface="微软雅黑" panose="020B0503020204020204" pitchFamily="34" charset="-122"/>
                        <a:ea typeface="微软雅黑" panose="020B0503020204020204" pitchFamily="34" charset="-122"/>
                      </a:endParaRPr>
                    </a:p>
                  </a:txBody>
                  <a:tcPr marL="4763" marR="4763" marT="4763"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algn="ctr" fontAlgn="ctr">
                        <a:buNone/>
                      </a:pPr>
                      <a:r>
                        <a:rPr lang="zh-TW" altLang="en-US" sz="1100" b="1" u="none" strike="noStrike">
                          <a:solidFill>
                            <a:schemeClr val="accent1"/>
                          </a:solidFill>
                          <a:effectLst/>
                          <a:latin typeface="微软雅黑" panose="020B0503020204020204" pitchFamily="34" charset="-122"/>
                          <a:ea typeface="微软雅黑" panose="020B0503020204020204" pitchFamily="34" charset="-122"/>
                        </a:rPr>
                        <a:t>約</a:t>
                      </a:r>
                      <a:r>
                        <a:rPr lang="en-US" altLang="zh-TW" sz="1100" b="1" u="none" strike="noStrike">
                          <a:solidFill>
                            <a:schemeClr val="accent1"/>
                          </a:solidFill>
                          <a:effectLst/>
                          <a:latin typeface="微软雅黑" panose="020B0503020204020204" pitchFamily="34" charset="-122"/>
                          <a:ea typeface="微软雅黑" panose="020B0503020204020204" pitchFamily="34" charset="-122"/>
                        </a:rPr>
                        <a:t>440,000</a:t>
                      </a:r>
                      <a:endParaRPr lang="en-US" altLang="zh-TW" sz="1100" b="1" i="0" u="none" strike="noStrike">
                        <a:solidFill>
                          <a:schemeClr val="accent1"/>
                        </a:solidFill>
                        <a:effectLst/>
                        <a:latin typeface="微软雅黑" panose="020B0503020204020204" pitchFamily="34" charset="-122"/>
                        <a:ea typeface="微软雅黑" panose="020B0503020204020204" pitchFamily="34" charset="-122"/>
                      </a:endParaRPr>
                    </a:p>
                  </a:txBody>
                  <a:tcPr marL="4763" marR="4763" marT="4763"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algn="ctr" fontAlgn="ctr">
                        <a:buNone/>
                      </a:pPr>
                      <a:r>
                        <a:rPr lang="en-US" sz="1100" b="1" u="none" strike="noStrike" dirty="0">
                          <a:solidFill>
                            <a:schemeClr val="accent1"/>
                          </a:solidFill>
                          <a:effectLst/>
                          <a:latin typeface="微软雅黑" panose="020B0503020204020204" pitchFamily="34" charset="-122"/>
                          <a:ea typeface="微软雅黑" panose="020B0503020204020204" pitchFamily="34" charset="-122"/>
                        </a:rPr>
                        <a:t>440x</a:t>
                      </a:r>
                      <a:endParaRPr lang="en-US" sz="1100" b="1" i="0" u="none" strike="noStrike" dirty="0">
                        <a:solidFill>
                          <a:schemeClr val="accent1"/>
                        </a:solidFill>
                        <a:effectLst/>
                        <a:latin typeface="微软雅黑" panose="020B0503020204020204" pitchFamily="34" charset="-122"/>
                        <a:ea typeface="微软雅黑" panose="020B0503020204020204" pitchFamily="34" charset="-122"/>
                      </a:endParaRPr>
                    </a:p>
                  </a:txBody>
                  <a:tcPr marL="4763" marR="4763" marT="4763"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915598715"/>
                  </a:ext>
                </a:extLst>
              </a:tr>
            </a:tbl>
          </a:graphicData>
        </a:graphic>
      </p:graphicFrame>
      <p:sp>
        <p:nvSpPr>
          <p:cNvPr id="9" name="文本框 162">
            <a:extLst>
              <a:ext uri="{FF2B5EF4-FFF2-40B4-BE49-F238E27FC236}">
                <a16:creationId xmlns:a16="http://schemas.microsoft.com/office/drawing/2014/main" id="{E57F0066-E8C4-1152-84E8-B4AC850DE737}"/>
              </a:ext>
            </a:extLst>
          </p:cNvPr>
          <p:cNvSpPr txBox="1"/>
          <p:nvPr/>
        </p:nvSpPr>
        <p:spPr>
          <a:xfrm>
            <a:off x="8182398" y="2455569"/>
            <a:ext cx="3364170"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rPr>
              <a:t>日韓在</a:t>
            </a:r>
            <a:r>
              <a:rPr kumimoji="0" lang="en-US" altLang="zh-CN" sz="1400" b="1" i="0" u="none" strike="noStrike" kern="0" cap="none" spc="0" normalizeH="0" baseline="0" noProof="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rPr>
              <a:t>MLCC</a:t>
            </a:r>
            <a:r>
              <a:rPr kumimoji="0" lang="zh-CN" altLang="en-US" sz="1400" b="1" i="0" u="none" strike="noStrike" kern="0" cap="none" spc="0" normalizeH="0" baseline="0" noProof="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rPr>
              <a:t>市場（尤其是高端部分）占據主要地位</a:t>
            </a:r>
            <a:endParaRPr kumimoji="0" lang="en-US" sz="1400" b="1" i="0" u="none" strike="noStrike" kern="0" cap="none" spc="0" normalizeH="0" baseline="0" noProof="0" dirty="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endParaRPr>
          </a:p>
        </p:txBody>
      </p:sp>
      <p:graphicFrame>
        <p:nvGraphicFramePr>
          <p:cNvPr id="12" name="Chart 11">
            <a:extLst>
              <a:ext uri="{FF2B5EF4-FFF2-40B4-BE49-F238E27FC236}">
                <a16:creationId xmlns:a16="http://schemas.microsoft.com/office/drawing/2014/main" id="{49FC4718-7924-1A77-7B15-10CDB60A9467}"/>
              </a:ext>
            </a:extLst>
          </p:cNvPr>
          <p:cNvGraphicFramePr>
            <a:graphicFrameLocks/>
          </p:cNvGraphicFramePr>
          <p:nvPr/>
        </p:nvGraphicFramePr>
        <p:xfrm>
          <a:off x="7646603" y="2915863"/>
          <a:ext cx="4393502" cy="3117667"/>
        </p:xfrm>
        <a:graphic>
          <a:graphicData uri="http://schemas.openxmlformats.org/drawingml/2006/chart">
            <c:chart xmlns:c="http://schemas.openxmlformats.org/drawingml/2006/chart" xmlns:r="http://schemas.openxmlformats.org/officeDocument/2006/relationships" r:id="rId3"/>
          </a:graphicData>
        </a:graphic>
      </p:graphicFrame>
      <p:sp>
        <p:nvSpPr>
          <p:cNvPr id="44" name="TextBox 43"/>
          <p:cNvSpPr txBox="1"/>
          <p:nvPr/>
        </p:nvSpPr>
        <p:spPr>
          <a:xfrm>
            <a:off x="457200" y="6263640"/>
            <a:ext cx="1097280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404F56"/>
                </a:solidFill>
                <a:effectLst/>
                <a:uLnTx/>
                <a:uFillTx/>
                <a:latin typeface="微软雅黑" panose="020B0503020204020204" pitchFamily="34" charset="-122"/>
                <a:ea typeface="微软雅黑" panose="020B0503020204020204" pitchFamily="34" charset="-122"/>
              </a:rPr>
              <a:t>資料來源：TechInsights，TrendForce、UfCapacitors，JP Morgan</a:t>
            </a:r>
          </a:p>
        </p:txBody>
      </p:sp>
      <p:sp>
        <p:nvSpPr>
          <p:cNvPr id="46" name="TextBox 45"/>
          <p:cNvSpPr txBox="1"/>
          <p:nvPr/>
        </p:nvSpPr>
        <p:spPr>
          <a:xfrm>
            <a:off x="722376" y="411480"/>
            <a:ext cx="1097280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800" b="1" i="0" u="none" strike="noStrike" kern="1200" cap="none" spc="0" normalizeH="0" baseline="0" noProof="0">
                <a:ln>
                  <a:noFill/>
                </a:ln>
                <a:solidFill>
                  <a:srgbClr val="306AB2"/>
                </a:solidFill>
                <a:effectLst/>
                <a:uLnTx/>
                <a:uFillTx/>
                <a:latin typeface="Calibri"/>
                <a:ea typeface="微软雅黑"/>
              </a:rPr>
              <a:t>AI産業鏈：AI半導體産業鏈相關行業（MLCC，TCB）市場顯著增長</a:t>
            </a:r>
          </a:p>
        </p:txBody>
      </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47" name="LogoPic" descr="image.png"/>
          <p:cNvPicPr>
            <a:picLocks noChangeAspect="1"/>
          </p:cNvPicPr>
          <p:nvPr/>
        </p:nvPicPr>
        <p:blipFill rotWithShape="1">
          <a:blip r:embed="rId4"/>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F5F49854-D46C-4113-B2CB-8147833CBA5E}" type="slidenum">
              <a:rPr lang="en-US" sz="1000" dirty="0">
                <a:solidFill>
                  <a:srgbClr val="FFFFFF"/>
                </a:solidFill>
                <a:latin typeface="Calibri"/>
                <a:ea typeface="微软雅黑"/>
              </a:rPr>
              <a:t>46</a:t>
            </a:fld>
            <a:endParaRPr lang="en-US" sz="1000" dirty="0">
              <a:solidFill>
                <a:srgbClr val="FFFFFF"/>
              </a:solidFill>
              <a:latin typeface="Calibri"/>
              <a:ea typeface="微软雅黑"/>
            </a:endParaRPr>
          </a:p>
        </p:txBody>
      </p:sp>
    </p:spTree>
    <p:extLst>
      <p:ext uri="{BB962C8B-B14F-4D97-AF65-F5344CB8AC3E}">
        <p14:creationId xmlns:p14="http://schemas.microsoft.com/office/powerpoint/2010/main" val="42389843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8BE80-174C-53C5-237B-000784A32498}"/>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AA62E3B5-66FA-701D-39A9-9DDDFBBB33C8}"/>
              </a:ext>
            </a:extLst>
          </p:cNvPr>
          <p:cNvSpPr/>
          <p:nvPr/>
        </p:nvSpPr>
        <p:spPr>
          <a:xfrm>
            <a:off x="6165805" y="1727200"/>
            <a:ext cx="5260228" cy="5558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icrosoft JhengHei"/>
              <a:cs typeface="+mn-cs"/>
            </a:endParaRPr>
          </a:p>
        </p:txBody>
      </p:sp>
      <p:sp>
        <p:nvSpPr>
          <p:cNvPr id="7" name="Rectangle 6">
            <a:extLst>
              <a:ext uri="{FF2B5EF4-FFF2-40B4-BE49-F238E27FC236}">
                <a16:creationId xmlns:a16="http://schemas.microsoft.com/office/drawing/2014/main" id="{A095D76C-F092-088D-01B5-D3115057E625}"/>
              </a:ext>
            </a:extLst>
          </p:cNvPr>
          <p:cNvSpPr/>
          <p:nvPr/>
        </p:nvSpPr>
        <p:spPr>
          <a:xfrm>
            <a:off x="542925" y="1727200"/>
            <a:ext cx="5260228" cy="5558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icrosoft JhengHei"/>
              <a:cs typeface="+mn-cs"/>
            </a:endParaRPr>
          </a:p>
        </p:txBody>
      </p:sp>
      <p:sp>
        <p:nvSpPr>
          <p:cNvPr id="6" name="ïṣḻíďê">
            <a:extLst>
              <a:ext uri="{FF2B5EF4-FFF2-40B4-BE49-F238E27FC236}">
                <a16:creationId xmlns:a16="http://schemas.microsoft.com/office/drawing/2014/main" id="{BFE6513F-2DBE-4E93-4466-D3A6A92CE186}"/>
              </a:ext>
            </a:extLst>
          </p:cNvPr>
          <p:cNvSpPr/>
          <p:nvPr/>
        </p:nvSpPr>
        <p:spPr>
          <a:xfrm>
            <a:off x="542925" y="1524732"/>
            <a:ext cx="5260228" cy="4502197"/>
          </a:xfrm>
          <a:prstGeom prst="roundRect">
            <a:avLst>
              <a:gd name="adj" fmla="val 5386"/>
            </a:avLst>
          </a:prstGeom>
          <a:solidFill>
            <a:schemeClr val="accent1">
              <a:alpha val="2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Microsoft JhengHei" panose="020B0604030504040204" pitchFamily="34" charset="-120"/>
              <a:ea typeface="Microsoft JhengHei" panose="020B0604030504040204" pitchFamily="34" charset="-120"/>
              <a:cs typeface="Microsoft GothicNeo" panose="020B0503020000020004" pitchFamily="34" charset="-127"/>
            </a:endParaRPr>
          </a:p>
        </p:txBody>
      </p:sp>
      <p:sp>
        <p:nvSpPr>
          <p:cNvPr id="4" name="TextBox 3">
            <a:extLst>
              <a:ext uri="{FF2B5EF4-FFF2-40B4-BE49-F238E27FC236}">
                <a16:creationId xmlns:a16="http://schemas.microsoft.com/office/drawing/2014/main" id="{E204E8F8-003C-898C-5194-8A39C656D928}"/>
              </a:ext>
            </a:extLst>
          </p:cNvPr>
          <p:cNvSpPr txBox="1"/>
          <p:nvPr/>
        </p:nvSpPr>
        <p:spPr>
          <a:xfrm>
            <a:off x="722312" y="916422"/>
            <a:ext cx="6397806"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與三星</a:t>
            </a:r>
            <a:r>
              <a:rPr kumimoji="0" lang="en-US" altLang="zh-CN" sz="1400" b="1" i="0" u="none" strike="noStrike" kern="1200" cap="none" spc="0" normalizeH="0" baseline="0" noProof="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a:t>
            </a:r>
            <a:r>
              <a:rPr kumimoji="0" lang="zh-CN" altLang="en-US" sz="1400" b="1" i="0" u="none" strike="noStrike" kern="1200" cap="none" spc="0" normalizeH="0" baseline="0" noProof="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海力士共享半導體景氣周期</a:t>
            </a:r>
            <a:endParaRPr kumimoji="0" lang="en-US" altLang="zh-CN" sz="1400" b="1" i="0" u="none" strike="noStrike" kern="1200" cap="none" spc="0" normalizeH="0" baseline="0" noProof="0" dirty="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endParaRPr>
          </a:p>
        </p:txBody>
      </p:sp>
      <p:sp>
        <p:nvSpPr>
          <p:cNvPr id="10" name="ïṣḻíďê">
            <a:extLst>
              <a:ext uri="{FF2B5EF4-FFF2-40B4-BE49-F238E27FC236}">
                <a16:creationId xmlns:a16="http://schemas.microsoft.com/office/drawing/2014/main" id="{0896F0B0-0997-CBE7-8E4F-62194362C210}"/>
              </a:ext>
            </a:extLst>
          </p:cNvPr>
          <p:cNvSpPr/>
          <p:nvPr/>
        </p:nvSpPr>
        <p:spPr>
          <a:xfrm>
            <a:off x="6165805" y="1524731"/>
            <a:ext cx="5260228" cy="4502197"/>
          </a:xfrm>
          <a:prstGeom prst="roundRect">
            <a:avLst>
              <a:gd name="adj" fmla="val 5386"/>
            </a:avLst>
          </a:prstGeom>
          <a:solidFill>
            <a:schemeClr val="accent1">
              <a:alpha val="2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JhengHei" panose="020B0604030504040204" pitchFamily="34" charset="-120"/>
              <a:ea typeface="Microsoft JhengHei" panose="020B0604030504040204" pitchFamily="34" charset="-120"/>
              <a:cs typeface="Microsoft GothicNeo" panose="020B0503020000020004" pitchFamily="34" charset="-127"/>
            </a:endParaRPr>
          </a:p>
        </p:txBody>
      </p:sp>
      <p:sp>
        <p:nvSpPr>
          <p:cNvPr id="11" name="文本框 162">
            <a:extLst>
              <a:ext uri="{FF2B5EF4-FFF2-40B4-BE49-F238E27FC236}">
                <a16:creationId xmlns:a16="http://schemas.microsoft.com/office/drawing/2014/main" id="{17C7E62A-5782-AF18-1EC1-AE17C6164660}"/>
              </a:ext>
            </a:extLst>
          </p:cNvPr>
          <p:cNvSpPr txBox="1"/>
          <p:nvPr/>
        </p:nvSpPr>
        <p:spPr>
          <a:xfrm>
            <a:off x="7068958" y="1851217"/>
            <a:ext cx="3599547"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韓美半導體（</a:t>
            </a:r>
            <a:r>
              <a:rPr kumimoji="0" lang="en-US" altLang="zh-CN" sz="1400" b="1" i="0" u="none" strike="noStrike" kern="0" cap="none" spc="0" normalizeH="0" baseline="0" noProof="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042700 </a:t>
            </a:r>
            <a:r>
              <a:rPr kumimoji="0" lang="en-US" altLang="zh-CN"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KS</a:t>
            </a:r>
            <a:r>
              <a:rPr kumimoji="0" lang="zh-CN" altLang="en-US"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a:t>
            </a:r>
            <a:r>
              <a:rPr kumimoji="0" lang="en-US" altLang="zh-CN"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YTD</a:t>
            </a:r>
            <a:r>
              <a:rPr kumimoji="0" lang="zh-CN" altLang="en-US"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a:t>
            </a:r>
            <a:r>
              <a:rPr kumimoji="0" lang="en-US" altLang="zh-CN"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+190%</a:t>
            </a:r>
            <a:r>
              <a:rPr kumimoji="0" lang="zh-CN" altLang="en-US"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a:t>
            </a:r>
            <a:endParaRPr kumimoji="0" lang="en-US"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endParaRPr>
          </a:p>
        </p:txBody>
      </p:sp>
      <p:sp>
        <p:nvSpPr>
          <p:cNvPr id="16" name="文本框 162">
            <a:extLst>
              <a:ext uri="{FF2B5EF4-FFF2-40B4-BE49-F238E27FC236}">
                <a16:creationId xmlns:a16="http://schemas.microsoft.com/office/drawing/2014/main" id="{CFB2CAE9-83C7-58C8-7A8E-5D3609B72A63}"/>
              </a:ext>
            </a:extLst>
          </p:cNvPr>
          <p:cNvSpPr txBox="1"/>
          <p:nvPr/>
        </p:nvSpPr>
        <p:spPr>
          <a:xfrm>
            <a:off x="1305025" y="1851217"/>
            <a:ext cx="3736027"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三星電機（</a:t>
            </a:r>
            <a:r>
              <a:rPr kumimoji="0" lang="en-US" altLang="zh-CN" sz="1400" b="1" i="0" u="none" strike="noStrike" kern="0" cap="none" spc="0" normalizeH="0" baseline="0" noProof="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009150 </a:t>
            </a:r>
            <a:r>
              <a:rPr kumimoji="0" lang="en-US" altLang="zh-CN"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KS</a:t>
            </a:r>
            <a:r>
              <a:rPr kumimoji="0" lang="zh-CN" altLang="en-US"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a:t>
            </a:r>
            <a:r>
              <a:rPr kumimoji="0" lang="en-US" altLang="zh-CN"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YTD</a:t>
            </a:r>
            <a:r>
              <a:rPr kumimoji="0" lang="zh-CN" altLang="en-US"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a:t>
            </a:r>
            <a:r>
              <a:rPr kumimoji="0" lang="en-US" altLang="zh-CN"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+226%</a:t>
            </a:r>
            <a:r>
              <a:rPr kumimoji="0" lang="zh-CN" altLang="en-US"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a:t>
            </a:r>
            <a:endParaRPr kumimoji="0" lang="en-US"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endParaRPr>
          </a:p>
        </p:txBody>
      </p:sp>
      <p:sp>
        <p:nvSpPr>
          <p:cNvPr id="19" name="TextBox 18">
            <a:extLst>
              <a:ext uri="{FF2B5EF4-FFF2-40B4-BE49-F238E27FC236}">
                <a16:creationId xmlns:a16="http://schemas.microsoft.com/office/drawing/2014/main" id="{D48AD169-D802-EFED-C5B4-D37AE56CBEEF}"/>
              </a:ext>
            </a:extLst>
          </p:cNvPr>
          <p:cNvSpPr txBox="1"/>
          <p:nvPr/>
        </p:nvSpPr>
        <p:spPr>
          <a:xfrm>
            <a:off x="69805" y="2411320"/>
            <a:ext cx="6096000"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AI</a:t>
            </a:r>
            <a:r>
              <a:rPr kumimoji="0" lang="zh-CN" altLang="en-US"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基礎設施的</a:t>
            </a:r>
            <a:r>
              <a:rPr kumimoji="0" lang="en-US" altLang="zh-CN"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賣水人</a:t>
            </a:r>
            <a:r>
              <a:rPr kumimoji="0" lang="en-US" altLang="zh-CN"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從</a:t>
            </a:r>
            <a:r>
              <a:rPr kumimoji="0" lang="en-US" altLang="zh-CN"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MLCC</a:t>
            </a:r>
            <a:r>
              <a:rPr kumimoji="0" lang="zh-CN" altLang="en-US"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到玻璃基板，覆蓋</a:t>
            </a:r>
            <a:r>
              <a:rPr kumimoji="0" lang="en-US" altLang="zh-CN"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AI</a:t>
            </a:r>
            <a:r>
              <a:rPr kumimoji="0" lang="zh-CN" altLang="en-US"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芯片封裝全鏈條</a:t>
            </a:r>
            <a:endParaRPr kumimoji="0" 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endParaRPr>
          </a:p>
        </p:txBody>
      </p:sp>
      <p:sp>
        <p:nvSpPr>
          <p:cNvPr id="21" name="TextBox 20">
            <a:extLst>
              <a:ext uri="{FF2B5EF4-FFF2-40B4-BE49-F238E27FC236}">
                <a16:creationId xmlns:a16="http://schemas.microsoft.com/office/drawing/2014/main" id="{1DD3F125-80A4-973E-A4AE-F5388D3BD10E}"/>
              </a:ext>
            </a:extLst>
          </p:cNvPr>
          <p:cNvSpPr txBox="1"/>
          <p:nvPr/>
        </p:nvSpPr>
        <p:spPr>
          <a:xfrm>
            <a:off x="6592047" y="2411320"/>
            <a:ext cx="6096000"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TC</a:t>
            </a:r>
            <a:r>
              <a:rPr kumimoji="0" lang="zh-CN" altLang="en-US"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鍵合機全球龍頭，直接綁定</a:t>
            </a:r>
            <a:r>
              <a:rPr kumimoji="0" lang="en-US" altLang="zh-CN"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SK</a:t>
            </a:r>
            <a:r>
              <a:rPr kumimoji="0" lang="zh-CN" alt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rPr>
              <a:t>海力士</a:t>
            </a:r>
            <a:r>
              <a:rPr kumimoji="0" lang="en-US" altLang="zh-CN"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rPr>
              <a:t>/NVIDIA AI</a:t>
            </a:r>
            <a:r>
              <a:rPr kumimoji="0" lang="zh-CN" alt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rPr>
              <a:t>算力需求</a:t>
            </a:r>
            <a:endParaRPr kumimoji="0" 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endParaRPr>
          </a:p>
        </p:txBody>
      </p:sp>
      <p:sp>
        <p:nvSpPr>
          <p:cNvPr id="23" name="TextBox 22">
            <a:extLst>
              <a:ext uri="{FF2B5EF4-FFF2-40B4-BE49-F238E27FC236}">
                <a16:creationId xmlns:a16="http://schemas.microsoft.com/office/drawing/2014/main" id="{267F96DB-96F5-113F-4344-7E356B2C4CD9}"/>
              </a:ext>
            </a:extLst>
          </p:cNvPr>
          <p:cNvSpPr txBox="1"/>
          <p:nvPr/>
        </p:nvSpPr>
        <p:spPr>
          <a:xfrm>
            <a:off x="621302" y="2678128"/>
            <a:ext cx="4947860"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三星集團旗下核心電子元器件企業，主營</a:t>
            </a:r>
            <a:r>
              <a:rPr kumimoji="0" lang="en-US" altLang="zh-CN"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MLCC</a:t>
            </a:r>
            <a:r>
              <a:rPr kumimoji="0" lang="zh-CN" altLang="en-US"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（多層陶瓷電容器）、</a:t>
            </a:r>
            <a:r>
              <a:rPr kumimoji="0" lang="en-US" altLang="zh-CN"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IC</a:t>
            </a:r>
            <a:r>
              <a:rPr kumimoji="0" lang="zh-CN" altLang="en-US"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封裝基板和攝像頭模組。公司是全球</a:t>
            </a:r>
            <a:r>
              <a:rPr kumimoji="0" lang="en-US" altLang="zh-CN"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MLCC</a:t>
            </a:r>
            <a:r>
              <a:rPr kumimoji="0" lang="zh-CN" altLang="en-US"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市場前三的供應商，在</a:t>
            </a:r>
            <a:r>
              <a:rPr kumimoji="0" lang="en-US" altLang="zh-CN"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AI</a:t>
            </a:r>
            <a:r>
              <a:rPr kumimoji="0" lang="zh-CN" altLang="en-US"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浪潮中，高端服務器對高規格</a:t>
            </a:r>
            <a:r>
              <a:rPr kumimoji="0" lang="en-US" altLang="zh-CN"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MLCC</a:t>
            </a:r>
            <a:r>
              <a:rPr kumimoji="0" lang="zh-CN" altLang="en-US" sz="1200" b="0"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rPr>
              <a:t>需求大增</a:t>
            </a:r>
            <a:r>
              <a:rPr kumimoji="0" lang="zh-CN" altLang="en-US"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a:t>
            </a:r>
            <a:r>
              <a:rPr kumimoji="0" lang="en-US" altLang="zh-CN"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IC</a:t>
            </a:r>
            <a:r>
              <a:rPr kumimoji="0" lang="zh-CN" altLang="en-US"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封裝基板業務也受益于</a:t>
            </a:r>
            <a:r>
              <a:rPr kumimoji="0" lang="en-US" altLang="zh-CN"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AI</a:t>
            </a:r>
            <a:r>
              <a:rPr kumimoji="0" lang="zh-CN" altLang="en-US"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芯片先進封裝需求爆發。</a:t>
            </a:r>
            <a:endParaRPr kumimoji="0" lang="en-US" sz="1200" b="0"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sp>
        <p:nvSpPr>
          <p:cNvPr id="26" name="TextBox 25">
            <a:extLst>
              <a:ext uri="{FF2B5EF4-FFF2-40B4-BE49-F238E27FC236}">
                <a16:creationId xmlns:a16="http://schemas.microsoft.com/office/drawing/2014/main" id="{2C07977B-1D61-A4B1-C313-854052252DCB}"/>
              </a:ext>
            </a:extLst>
          </p:cNvPr>
          <p:cNvSpPr txBox="1"/>
          <p:nvPr/>
        </p:nvSpPr>
        <p:spPr>
          <a:xfrm>
            <a:off x="1895616" y="3536818"/>
            <a:ext cx="2444377"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收入及利潤表現（</a:t>
            </a:r>
            <a:r>
              <a:rPr kumimoji="0" lang="en-US" altLang="zh-CN"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KRW </a:t>
            </a:r>
            <a:r>
              <a:rPr kumimoji="0" lang="en-US" altLang="zh-CN"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rPr>
              <a:t>trillion</a:t>
            </a:r>
            <a:r>
              <a:rPr kumimoji="0" lang="zh-CN" alt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rPr>
              <a:t>）</a:t>
            </a:r>
            <a:endParaRPr kumimoji="0" 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27" name="Chart 26">
            <a:extLst>
              <a:ext uri="{FF2B5EF4-FFF2-40B4-BE49-F238E27FC236}">
                <a16:creationId xmlns:a16="http://schemas.microsoft.com/office/drawing/2014/main" id="{9A2A0880-A79B-4261-394E-28AF6FA78A85}"/>
              </a:ext>
            </a:extLst>
          </p:cNvPr>
          <p:cNvGraphicFramePr>
            <a:graphicFrameLocks/>
          </p:cNvGraphicFramePr>
          <p:nvPr/>
        </p:nvGraphicFramePr>
        <p:xfrm>
          <a:off x="621302" y="3677502"/>
          <a:ext cx="5062322" cy="2349426"/>
        </p:xfrm>
        <a:graphic>
          <a:graphicData uri="http://schemas.openxmlformats.org/drawingml/2006/chart">
            <c:chart xmlns:c="http://schemas.openxmlformats.org/drawingml/2006/chart" xmlns:r="http://schemas.openxmlformats.org/officeDocument/2006/relationships" r:id="rId2"/>
          </a:graphicData>
        </a:graphic>
      </p:graphicFrame>
      <p:sp>
        <p:nvSpPr>
          <p:cNvPr id="30" name="TextBox 29">
            <a:extLst>
              <a:ext uri="{FF2B5EF4-FFF2-40B4-BE49-F238E27FC236}">
                <a16:creationId xmlns:a16="http://schemas.microsoft.com/office/drawing/2014/main" id="{CAFBDFA0-721E-27EE-B8FC-6DA4904D09D3}"/>
              </a:ext>
            </a:extLst>
          </p:cNvPr>
          <p:cNvSpPr txBox="1"/>
          <p:nvPr/>
        </p:nvSpPr>
        <p:spPr>
          <a:xfrm>
            <a:off x="6276273" y="2678127"/>
            <a:ext cx="5087206" cy="830997"/>
          </a:xfrm>
          <a:prstGeom prst="rect">
            <a:avLst/>
          </a:prstGeom>
          <a:noFill/>
        </p:spPr>
        <p:txBody>
          <a:bodyPr wrap="square">
            <a:spAutoFit/>
          </a:bodyPr>
          <a:lstStyle>
            <a:defPPr>
              <a:defRPr lang="en-US"/>
            </a:defPPr>
            <a:lvl1pPr>
              <a:defRPr sz="1200">
                <a:latin typeface="微软雅黑" panose="020B0503020204020204" pitchFamily="34" charset="-122"/>
                <a:ea typeface="微软雅黑" panose="020B0503020204020204"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韓美半導體是韓國領先的半導體封裝設備企業，在</a:t>
            </a:r>
            <a:r>
              <a:rPr kumimoji="0" lang="en-US" altLang="zh-CN"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HBM</a:t>
            </a:r>
            <a:r>
              <a:rPr kumimoji="0" lang="zh-CN" altLang="en-US"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封裝核心設備領域具有突出競爭優勢。隨著</a:t>
            </a:r>
            <a:r>
              <a:rPr kumimoji="0" lang="en-US" altLang="zh-CN"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SK</a:t>
            </a:r>
            <a:r>
              <a:rPr kumimoji="0" lang="zh-CN" altLang="en-US"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海力士、三星大幅擴産</a:t>
            </a:r>
            <a:r>
              <a:rPr kumimoji="0" lang="en-US" altLang="zh-CN"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HBM</a:t>
            </a:r>
            <a:r>
              <a:rPr kumimoji="0" lang="zh-CN" altLang="en-US"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以滿足</a:t>
            </a:r>
            <a:r>
              <a:rPr kumimoji="0" lang="en-US" altLang="zh-CN"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AI</a:t>
            </a:r>
            <a:r>
              <a:rPr kumimoji="0" lang="zh-CN" altLang="en-US"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芯片需求，公司作爲關鍵設備供應商直接受益。</a:t>
            </a:r>
            <a:r>
              <a:rPr kumimoji="0" lang="en-US" altLang="zh-CN"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HBM</a:t>
            </a:r>
            <a:r>
              <a:rPr kumimoji="0" lang="zh-CN" altLang="en-US"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擴産周期的持續性爲公司業績增長提供了較高的確定性。</a:t>
            </a:r>
            <a:endParaRPr kumimoji="0" lang="en-US" sz="1200" b="0"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sp>
        <p:nvSpPr>
          <p:cNvPr id="31" name="TextBox 30">
            <a:extLst>
              <a:ext uri="{FF2B5EF4-FFF2-40B4-BE49-F238E27FC236}">
                <a16:creationId xmlns:a16="http://schemas.microsoft.com/office/drawing/2014/main" id="{DD370ACB-A907-BDAC-8B92-F8A7CC1554A3}"/>
              </a:ext>
            </a:extLst>
          </p:cNvPr>
          <p:cNvSpPr txBox="1"/>
          <p:nvPr/>
        </p:nvSpPr>
        <p:spPr>
          <a:xfrm>
            <a:off x="7573730" y="3497447"/>
            <a:ext cx="2444377"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收入及利潤表現（</a:t>
            </a:r>
            <a:r>
              <a:rPr kumimoji="0" lang="en-US" altLang="zh-CN"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KRW </a:t>
            </a:r>
            <a:r>
              <a:rPr kumimoji="0" lang="en-US" altLang="zh-CN"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rPr>
              <a:t>trillion</a:t>
            </a:r>
            <a:r>
              <a:rPr kumimoji="0" lang="zh-CN" alt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rPr>
              <a:t>）</a:t>
            </a:r>
            <a:endParaRPr kumimoji="0" 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32" name="Chart 31">
            <a:extLst>
              <a:ext uri="{FF2B5EF4-FFF2-40B4-BE49-F238E27FC236}">
                <a16:creationId xmlns:a16="http://schemas.microsoft.com/office/drawing/2014/main" id="{E89B542D-82CD-83CB-44AE-2B494ABADD6A}"/>
              </a:ext>
            </a:extLst>
          </p:cNvPr>
          <p:cNvGraphicFramePr>
            <a:graphicFrameLocks/>
          </p:cNvGraphicFramePr>
          <p:nvPr/>
        </p:nvGraphicFramePr>
        <p:xfrm>
          <a:off x="6276273" y="3677502"/>
          <a:ext cx="5043162" cy="2293625"/>
        </p:xfrm>
        <a:graphic>
          <a:graphicData uri="http://schemas.openxmlformats.org/drawingml/2006/chart">
            <c:chart xmlns:c="http://schemas.openxmlformats.org/drawingml/2006/chart" xmlns:r="http://schemas.openxmlformats.org/officeDocument/2006/relationships" r:id="rId3"/>
          </a:graphicData>
        </a:graphic>
      </p:graphicFrame>
      <p:sp>
        <p:nvSpPr>
          <p:cNvPr id="44" name="TextBox 43"/>
          <p:cNvSpPr txBox="1"/>
          <p:nvPr/>
        </p:nvSpPr>
        <p:spPr>
          <a:xfrm>
            <a:off x="457200" y="6263640"/>
            <a:ext cx="1097280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404F56"/>
                </a:solidFill>
                <a:effectLst/>
                <a:uLnTx/>
                <a:uFillTx/>
                <a:latin typeface="微软雅黑" panose="020B0503020204020204" pitchFamily="34" charset="-122"/>
                <a:ea typeface="微软雅黑" panose="020B0503020204020204" pitchFamily="34" charset="-122"/>
              </a:rPr>
              <a:t>資料來源：彭博，截至2026年4月</a:t>
            </a:r>
          </a:p>
        </p:txBody>
      </p:sp>
      <p:sp>
        <p:nvSpPr>
          <p:cNvPr id="46" name="TextBox 45"/>
          <p:cNvSpPr txBox="1"/>
          <p:nvPr/>
        </p:nvSpPr>
        <p:spPr>
          <a:xfrm>
            <a:off x="722376" y="411480"/>
            <a:ext cx="1097280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800" b="1" i="0" u="none" strike="noStrike" kern="1200" cap="none" spc="0" normalizeH="0" baseline="0" noProof="0">
                <a:ln>
                  <a:noFill/>
                </a:ln>
                <a:solidFill>
                  <a:srgbClr val="306AB2"/>
                </a:solidFill>
                <a:effectLst/>
                <a:uLnTx/>
                <a:uFillTx/>
                <a:latin typeface="Calibri"/>
                <a:ea typeface="微软雅黑"/>
              </a:rPr>
              <a:t>韓國個股介紹：三星電機 &amp; 韓美半導體</a:t>
            </a:r>
          </a:p>
        </p:txBody>
      </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47" name="LogoPic" descr="image.png"/>
          <p:cNvPicPr>
            <a:picLocks noChangeAspect="1"/>
          </p:cNvPicPr>
          <p:nvPr/>
        </p:nvPicPr>
        <p:blipFill rotWithShape="1">
          <a:blip r:embed="rId4"/>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146D61FD-D778-4A05-9236-6438B14F06C2}" type="slidenum">
              <a:rPr lang="en-US" sz="1000" dirty="0">
                <a:solidFill>
                  <a:srgbClr val="FFFFFF"/>
                </a:solidFill>
                <a:latin typeface="Calibri"/>
                <a:ea typeface="微软雅黑"/>
              </a:rPr>
              <a:t>47</a:t>
            </a:fld>
            <a:endParaRPr lang="en-US" sz="1000" dirty="0">
              <a:solidFill>
                <a:srgbClr val="FFFFFF"/>
              </a:solidFill>
              <a:latin typeface="Calibri"/>
              <a:ea typeface="微软雅黑"/>
            </a:endParaRPr>
          </a:p>
        </p:txBody>
      </p:sp>
    </p:spTree>
    <p:extLst>
      <p:ext uri="{BB962C8B-B14F-4D97-AF65-F5344CB8AC3E}">
        <p14:creationId xmlns:p14="http://schemas.microsoft.com/office/powerpoint/2010/main" val="36498361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2AD41-1B35-A731-A0D3-CD39F212F114}"/>
            </a:ext>
          </a:extLst>
        </p:cNvPr>
        <p:cNvGrpSpPr/>
        <p:nvPr/>
      </p:nvGrpSpPr>
      <p:grpSpPr>
        <a:xfrm>
          <a:off x="0" y="0"/>
          <a:ext cx="0" cy="0"/>
          <a:chOff x="0" y="0"/>
          <a:chExt cx="0" cy="0"/>
        </a:xfrm>
      </p:grpSpPr>
      <p:sp>
        <p:nvSpPr>
          <p:cNvPr id="24" name="TextBox 23">
            <a:extLst>
              <a:ext uri="{FF2B5EF4-FFF2-40B4-BE49-F238E27FC236}">
                <a16:creationId xmlns:a16="http://schemas.microsoft.com/office/drawing/2014/main" id="{A73ED7FB-D4F1-3D44-319A-1CEEE93E28A5}"/>
              </a:ext>
            </a:extLst>
          </p:cNvPr>
          <p:cNvSpPr txBox="1"/>
          <p:nvPr/>
        </p:nvSpPr>
        <p:spPr>
          <a:xfrm>
            <a:off x="699958" y="1270517"/>
            <a:ext cx="11229813" cy="811825"/>
          </a:xfrm>
          <a:prstGeom prst="rect">
            <a:avLst/>
          </a:prstGeom>
          <a:noFill/>
        </p:spPr>
        <p:txBody>
          <a:bodyPr wrap="square">
            <a:spAutoFit/>
          </a:bodyPr>
          <a:lstStyle>
            <a:defPPr>
              <a:defRPr lang="en-US"/>
            </a:defPPr>
            <a:lvl1pPr marL="285750" indent="-285750">
              <a:spcAft>
                <a:spcPts val="600"/>
              </a:spcAft>
              <a:buClr>
                <a:schemeClr val="tx2">
                  <a:lumMod val="50000"/>
                </a:schemeClr>
              </a:buClr>
              <a:buFont typeface="Wingdings" panose="05000000000000000000" pitchFamily="2" charset="2"/>
              <a:buChar char="v"/>
              <a:defRPr sz="1400">
                <a:solidFill>
                  <a:schemeClr val="tx1">
                    <a:lumMod val="75000"/>
                  </a:schemeClr>
                </a:solidFill>
                <a:latin typeface="+mj-lt"/>
                <a:ea typeface="微软雅黑" panose="020B0503020204020204" pitchFamily="34" charset="-122"/>
                <a:cs typeface="Times New Roman" panose="02020603050405020304" pitchFamily="18" charset="0"/>
              </a:defRPr>
            </a:lvl1pPr>
            <a:lvl2pPr marL="742950" lvl="1" indent="-285750">
              <a:spcAft>
                <a:spcPts val="600"/>
              </a:spcAft>
              <a:buClr>
                <a:schemeClr val="tx2">
                  <a:lumMod val="50000"/>
                </a:schemeClr>
              </a:buClr>
              <a:buFont typeface="Wingdings" panose="05000000000000000000" pitchFamily="2" charset="2"/>
              <a:buChar char="v"/>
              <a:defRPr sz="1200"/>
            </a:lvl2pPr>
          </a:lstStyle>
          <a:p>
            <a:pPr marL="171450" marR="0" lvl="2" indent="-171450" algn="l" defTabSz="914400" rtl="0" eaLnBrk="1" fontAlgn="base" latinLnBrk="0" hangingPunct="1">
              <a:lnSpc>
                <a:spcPts val="1500"/>
              </a:lnSpc>
              <a:spcBef>
                <a:spcPts val="0"/>
              </a:spcBef>
              <a:spcAft>
                <a:spcPts val="600"/>
              </a:spcAft>
              <a:buClr>
                <a:srgbClr val="2660AD">
                  <a:lumMod val="50000"/>
                </a:srgbClr>
              </a:buClr>
              <a:buSzTx/>
              <a:buFont typeface="Wingdings" panose="05000000000000000000" pitchFamily="2" charset="2"/>
              <a:buChar char="§"/>
              <a:tabLst/>
              <a:defRPr/>
            </a:pPr>
            <a:r>
              <a:rPr kumimoji="0" lang="en-US" altLang="zh-CN" sz="1200" b="0" i="0" u="none" strike="noStrike" kern="1200" cap="none" spc="0" normalizeH="0" baseline="0" noProof="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AI</a:t>
            </a:r>
            <a:r>
              <a:rPr kumimoji="0" lang="zh-CN" altLang="en-US" sz="1200" b="0" i="0" u="none" strike="noStrike" kern="1200" cap="none" spc="0" normalizeH="0" baseline="0" noProof="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訓練和推理需要海量算力，而算力的背後是巨大的電力消耗。一個大型</a:t>
            </a:r>
            <a:r>
              <a:rPr kumimoji="0" lang="en-US" altLang="zh-CN" sz="1200" b="0" i="0" u="none" strike="noStrike" kern="1200" cap="none" spc="0" normalizeH="0" baseline="0" noProof="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AI</a:t>
            </a:r>
            <a:r>
              <a:rPr kumimoji="0" lang="zh-CN" altLang="en-US" sz="1200" b="0" i="0" u="none" strike="noStrike" kern="1200" cap="none" spc="0" normalizeH="0" baseline="0" noProof="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數據中心的功率需求可達數百兆瓦甚至</a:t>
            </a:r>
            <a:r>
              <a:rPr kumimoji="0" lang="en-US" altLang="zh-CN" sz="1200" b="0" i="0" u="none" strike="noStrike" kern="1200" cap="none" spc="0" normalizeH="0" baseline="0" noProof="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GW</a:t>
            </a:r>
            <a:r>
              <a:rPr kumimoji="0" lang="zh-CN" altLang="en-US" sz="1200" b="0" i="0" u="none" strike="noStrike" kern="1200" cap="none" spc="0" normalizeH="0" baseline="0" noProof="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級別，相當于一座中小型城市的用電量。</a:t>
            </a:r>
            <a:endParaRPr lang="en-US" altLang="zh-CN" sz="1200" dirty="0">
              <a:solidFill>
                <a:srgbClr val="515052">
                  <a:lumMod val="50000"/>
                </a:srgbClr>
              </a:solidFill>
              <a:latin typeface="微软雅黑" panose="020B0503020204020204" pitchFamily="34" charset="-122"/>
              <a:ea typeface="微软雅黑" panose="020B0503020204020204" pitchFamily="34" charset="-122"/>
              <a:cs typeface="Calibri"/>
              <a:sym typeface="+mn-lt"/>
            </a:endParaRPr>
          </a:p>
          <a:p>
            <a:pPr marL="171450" marR="0" lvl="2" indent="-171450" algn="l" defTabSz="914400" rtl="0" eaLnBrk="1" fontAlgn="base" latinLnBrk="0" hangingPunct="1">
              <a:lnSpc>
                <a:spcPts val="1500"/>
              </a:lnSpc>
              <a:spcBef>
                <a:spcPts val="0"/>
              </a:spcBef>
              <a:spcAft>
                <a:spcPts val="600"/>
              </a:spcAft>
              <a:buClr>
                <a:srgbClr val="2660AD">
                  <a:lumMod val="50000"/>
                </a:srgbClr>
              </a:buClr>
              <a:buSzTx/>
              <a:buFont typeface="Wingdings" panose="05000000000000000000" pitchFamily="2" charset="2"/>
              <a:buChar char="§"/>
              <a:tabLst/>
              <a:defRPr/>
            </a:pPr>
            <a:r>
              <a:rPr kumimoji="0" lang="zh-CN" altLang="en-US" sz="1200" b="0" i="0" u="none" strike="noStrike" kern="1200" cap="none" spc="0" normalizeH="0" baseline="0" noProof="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根據摩根士丹利預計，</a:t>
            </a:r>
            <a:r>
              <a:rPr kumimoji="0" lang="en-US" altLang="zh-CN" sz="1200" b="0" i="0" u="none" strike="noStrike" kern="1200" cap="none" spc="0" normalizeH="0" baseline="0" noProof="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2024</a:t>
            </a:r>
            <a:r>
              <a:rPr kumimoji="0" lang="zh-CN" altLang="en-US" sz="1200" b="0" i="0" u="none" strike="noStrike" kern="1200" cap="none" spc="0" normalizeH="0" baseline="0" noProof="0" dirty="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年</a:t>
            </a:r>
            <a:r>
              <a:rPr kumimoji="0" lang="zh-CN" altLang="en-US" sz="1200" b="0" i="0" u="none" strike="noStrike" kern="1200" cap="none" spc="0" normalizeH="0" baseline="0" noProof="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至</a:t>
            </a:r>
            <a:r>
              <a:rPr kumimoji="0" lang="en-US" altLang="zh-CN" sz="1200" b="0" i="0" u="none" strike="noStrike" kern="1200" cap="none" spc="0" normalizeH="0" baseline="0" noProof="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2027</a:t>
            </a:r>
            <a:r>
              <a:rPr kumimoji="0" lang="zh-CN" altLang="en-US" sz="1200" b="0" i="0" u="none" strike="noStrike" kern="1200" cap="none" spc="0" normalizeH="0" baseline="0" noProof="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年數據中心電力消耗的複合年增長率將達到</a:t>
            </a:r>
            <a:r>
              <a:rPr kumimoji="0" lang="en-US" altLang="zh-CN" sz="1200" b="0" i="0" u="none" strike="noStrike" kern="1200" cap="none" spc="0" normalizeH="0" baseline="0" noProof="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25</a:t>
            </a:r>
            <a:r>
              <a:rPr kumimoji="0" lang="en-US" altLang="zh-CN" sz="1200" b="0" i="0" u="none" strike="noStrike" kern="1200" cap="none" spc="0" normalizeH="0" baseline="0" noProof="0" dirty="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a:t>
            </a:r>
            <a:r>
              <a:rPr kumimoji="0" lang="zh-CN" altLang="en-US" sz="1200" b="0" i="0" u="none" strike="noStrike" kern="1200" cap="none" spc="0" normalizeH="0" baseline="0" noProof="0" dirty="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a:t>
            </a:r>
            <a:r>
              <a:rPr kumimoji="0" lang="zh-CN" altLang="en-US" sz="1200" b="0" i="0" u="none" strike="noStrike" kern="1200" cap="none" spc="0" normalizeH="0" baseline="0" noProof="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到</a:t>
            </a:r>
            <a:r>
              <a:rPr kumimoji="0" lang="en-US" altLang="zh-CN" sz="1200" b="0" i="0" u="none" strike="noStrike" kern="1200" cap="none" spc="0" normalizeH="0" baseline="0" noProof="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2030</a:t>
            </a:r>
            <a:r>
              <a:rPr kumimoji="0" lang="zh-CN" altLang="en-US" sz="1200" b="0" i="0" u="none" strike="noStrike" kern="1200" cap="none" spc="0" normalizeH="0" baseline="0" noProof="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年，數據中心將占美國電力需求增長的約</a:t>
            </a:r>
            <a:r>
              <a:rPr kumimoji="0" lang="en-US" altLang="zh-CN" sz="1200" b="0" i="0" u="none" strike="noStrike" kern="1200" cap="none" spc="0" normalizeH="0" baseline="0" noProof="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75%</a:t>
            </a:r>
            <a:r>
              <a:rPr kumimoji="0" lang="zh-CN" altLang="en-US" sz="1200" b="0" i="0" u="none" strike="noStrike" kern="1200" cap="none" spc="0" normalizeH="0" baseline="0" noProof="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a:t>
            </a:r>
            <a:endParaRPr lang="en-US" altLang="zh-CN" sz="1200" dirty="0">
              <a:solidFill>
                <a:srgbClr val="515052">
                  <a:lumMod val="50000"/>
                </a:srgbClr>
              </a:solidFill>
              <a:latin typeface="微软雅黑" panose="020B0503020204020204" pitchFamily="34" charset="-122"/>
              <a:ea typeface="微软雅黑" panose="020B0503020204020204" pitchFamily="34" charset="-122"/>
              <a:cs typeface="Calibri"/>
              <a:sym typeface="+mn-lt"/>
            </a:endParaRPr>
          </a:p>
          <a:p>
            <a:pPr marL="171450" marR="0" lvl="2" indent="-171450" algn="l" defTabSz="914400" rtl="0" eaLnBrk="1" fontAlgn="base" latinLnBrk="0" hangingPunct="1">
              <a:lnSpc>
                <a:spcPts val="1500"/>
              </a:lnSpc>
              <a:spcBef>
                <a:spcPts val="0"/>
              </a:spcBef>
              <a:spcAft>
                <a:spcPts val="600"/>
              </a:spcAft>
              <a:buClr>
                <a:srgbClr val="2660AD">
                  <a:lumMod val="50000"/>
                </a:srgbClr>
              </a:buClr>
              <a:buSzTx/>
              <a:buFont typeface="Wingdings" panose="05000000000000000000" pitchFamily="2" charset="2"/>
              <a:buChar char="§"/>
              <a:tabLst/>
              <a:defRPr/>
            </a:pPr>
            <a:r>
              <a:rPr kumimoji="0" lang="zh-CN" altLang="en-US" sz="1200" b="0" i="0" u="none" strike="noStrike" kern="1200" cap="none" spc="0" normalizeH="0" baseline="0" noProof="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受益于</a:t>
            </a:r>
            <a:r>
              <a:rPr kumimoji="0" lang="en-US" altLang="zh-CN" sz="1200" b="0" i="0" u="none" strike="noStrike" kern="1200" cap="none" spc="0" normalizeH="0" baseline="0" noProof="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AI</a:t>
            </a:r>
            <a:r>
              <a:rPr kumimoji="0" lang="zh-CN" altLang="en-US" sz="1200" b="0" i="0" u="none" strike="noStrike" kern="1200" cap="none" spc="0" normalizeH="0" baseline="0" noProof="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數據中心電力需求爆發，韓國變壓器出口量價齊升，三家韓國變壓器企業</a:t>
            </a:r>
            <a:r>
              <a:rPr kumimoji="0" lang="en-US" altLang="zh-CN" sz="1200" b="0" i="0" u="none" strike="noStrike" kern="1200" cap="none" spc="0" normalizeH="0" baseline="0" noProof="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EBITDA Margin</a:t>
            </a:r>
            <a:r>
              <a:rPr kumimoji="0" lang="zh-CN" altLang="en-US" sz="1200" b="0" i="0" u="none" strike="noStrike" kern="1200" cap="none" spc="0" normalizeH="0" baseline="0" noProof="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rPr>
              <a:t>不斷提高。</a:t>
            </a:r>
            <a:endParaRPr kumimoji="0" lang="zh-CN" altLang="en-US" sz="1200" b="0" i="0" u="none" strike="noStrike" kern="1200" cap="none" spc="0" normalizeH="0" baseline="0" noProof="0" dirty="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Calibri"/>
              <a:sym typeface="+mn-lt"/>
            </a:endParaRPr>
          </a:p>
        </p:txBody>
      </p:sp>
      <p:sp>
        <p:nvSpPr>
          <p:cNvPr id="28" name="文本框 162">
            <a:extLst>
              <a:ext uri="{FF2B5EF4-FFF2-40B4-BE49-F238E27FC236}">
                <a16:creationId xmlns:a16="http://schemas.microsoft.com/office/drawing/2014/main" id="{364DC213-602F-20C1-C565-79E7FC2D370E}"/>
              </a:ext>
            </a:extLst>
          </p:cNvPr>
          <p:cNvSpPr txBox="1"/>
          <p:nvPr/>
        </p:nvSpPr>
        <p:spPr>
          <a:xfrm>
            <a:off x="4753073" y="2424988"/>
            <a:ext cx="3364170"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rPr>
              <a:t>變壓器爲數據中心主要限制因素</a:t>
            </a:r>
            <a:endParaRPr kumimoji="0" lang="en-US" sz="1400" b="1" i="0" u="none" strike="noStrike" kern="0" cap="none" spc="0" normalizeH="0" baseline="0" noProof="0" dirty="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endParaRPr>
          </a:p>
        </p:txBody>
      </p:sp>
      <p:sp>
        <p:nvSpPr>
          <p:cNvPr id="4" name="TextBox 3">
            <a:extLst>
              <a:ext uri="{FF2B5EF4-FFF2-40B4-BE49-F238E27FC236}">
                <a16:creationId xmlns:a16="http://schemas.microsoft.com/office/drawing/2014/main" id="{5151085F-03BA-D123-2E1A-12A6AC8F9AC1}"/>
              </a:ext>
            </a:extLst>
          </p:cNvPr>
          <p:cNvSpPr txBox="1"/>
          <p:nvPr/>
        </p:nvSpPr>
        <p:spPr>
          <a:xfrm>
            <a:off x="722312" y="906897"/>
            <a:ext cx="6397806"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AI</a:t>
            </a:r>
            <a:r>
              <a:rPr kumimoji="0" lang="zh-CN" altLang="en-US" sz="1400" b="1" i="0" u="none" strike="noStrike" kern="1200" cap="none" spc="0" normalizeH="0" baseline="0" noProof="0" dirty="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浪潮中的受益者</a:t>
            </a:r>
            <a:endParaRPr kumimoji="0" lang="en-US" altLang="zh-CN" sz="1400" b="1" i="0" u="none" strike="noStrike" kern="1200" cap="none" spc="0" normalizeH="0" baseline="0" noProof="0" dirty="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endParaRPr>
          </a:p>
        </p:txBody>
      </p:sp>
      <p:sp>
        <p:nvSpPr>
          <p:cNvPr id="9" name="文本框 162">
            <a:extLst>
              <a:ext uri="{FF2B5EF4-FFF2-40B4-BE49-F238E27FC236}">
                <a16:creationId xmlns:a16="http://schemas.microsoft.com/office/drawing/2014/main" id="{D4BBDBD1-81CE-45AE-F73D-E5BFBBF1CA33}"/>
              </a:ext>
            </a:extLst>
          </p:cNvPr>
          <p:cNvSpPr txBox="1"/>
          <p:nvPr/>
        </p:nvSpPr>
        <p:spPr>
          <a:xfrm>
            <a:off x="8217017" y="2422489"/>
            <a:ext cx="3544678"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rPr>
              <a:t>韓國變壓器企業</a:t>
            </a:r>
            <a:r>
              <a:rPr kumimoji="0" lang="en-US" altLang="zh-CN" sz="1400" b="1" i="0" u="none" strike="noStrike" kern="0" cap="none" spc="0" normalizeH="0" baseline="0" noProof="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rPr>
              <a:t>EBITDA Margin</a:t>
            </a:r>
            <a:r>
              <a:rPr kumimoji="0" lang="zh-CN" altLang="en-US" sz="1400" b="1" i="0" u="none" strike="noStrike" kern="0" cap="none" spc="0" normalizeH="0" baseline="0" noProof="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rPr>
              <a:t>不斷提高</a:t>
            </a:r>
            <a:endParaRPr kumimoji="0" lang="en-US" sz="1400" b="1" i="0" u="none" strike="noStrike" kern="0" cap="none" spc="0" normalizeH="0" baseline="0" noProof="0" dirty="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endParaRPr>
          </a:p>
        </p:txBody>
      </p:sp>
      <p:sp>
        <p:nvSpPr>
          <p:cNvPr id="6" name="文本框 162">
            <a:extLst>
              <a:ext uri="{FF2B5EF4-FFF2-40B4-BE49-F238E27FC236}">
                <a16:creationId xmlns:a16="http://schemas.microsoft.com/office/drawing/2014/main" id="{53F86CEC-6FF0-504A-FFD6-7E9702D3E998}"/>
              </a:ext>
            </a:extLst>
          </p:cNvPr>
          <p:cNvSpPr txBox="1"/>
          <p:nvPr/>
        </p:nvSpPr>
        <p:spPr>
          <a:xfrm>
            <a:off x="231340" y="2424988"/>
            <a:ext cx="4278959"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rPr>
              <a:t>數據中心電力需求快速上升，其中</a:t>
            </a:r>
            <a:r>
              <a:rPr kumimoji="0" lang="en-US" altLang="zh-CN" sz="1400" b="1" i="0" u="none" strike="noStrike" kern="0" cap="none" spc="0" normalizeH="0" baseline="0" noProof="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rPr>
              <a:t>AIDC</a:t>
            </a:r>
            <a:r>
              <a:rPr kumimoji="0" lang="zh-CN" altLang="en-US" sz="1400" b="1" i="0" u="none" strike="noStrike" kern="0" cap="none" spc="0" normalizeH="0" baseline="0" noProof="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rPr>
              <a:t>爲主要增量</a:t>
            </a:r>
            <a:endParaRPr kumimoji="0" lang="en-US" sz="1400" b="1" i="0" u="none" strike="noStrike" kern="0" cap="none" spc="0" normalizeH="0" baseline="0" noProof="0" dirty="0">
              <a:ln>
                <a:noFill/>
              </a:ln>
              <a:solidFill>
                <a:srgbClr val="2660AD"/>
              </a:solidFill>
              <a:effectLst/>
              <a:uLnTx/>
              <a:uFillTx/>
              <a:latin typeface="PingFang SC Semibold" panose="020B0400000000000000" charset="-122"/>
              <a:ea typeface="PingFang SC Semibold" panose="020B0400000000000000" charset="-122"/>
              <a:cs typeface="+mn-cs"/>
              <a:sym typeface="Helvetica Neue Medium" panose="02000503000000020004"/>
            </a:endParaRPr>
          </a:p>
        </p:txBody>
      </p:sp>
      <p:graphicFrame>
        <p:nvGraphicFramePr>
          <p:cNvPr id="10" name="Chart 9">
            <a:extLst>
              <a:ext uri="{FF2B5EF4-FFF2-40B4-BE49-F238E27FC236}">
                <a16:creationId xmlns:a16="http://schemas.microsoft.com/office/drawing/2014/main" id="{AC30230E-EC1B-25B1-67FD-0BF8803A5991}"/>
              </a:ext>
            </a:extLst>
          </p:cNvPr>
          <p:cNvGraphicFramePr>
            <a:graphicFrameLocks/>
          </p:cNvGraphicFramePr>
          <p:nvPr/>
        </p:nvGraphicFramePr>
        <p:xfrm>
          <a:off x="156884" y="2907759"/>
          <a:ext cx="4427873" cy="3390474"/>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a:extLst>
              <a:ext uri="{FF2B5EF4-FFF2-40B4-BE49-F238E27FC236}">
                <a16:creationId xmlns:a16="http://schemas.microsoft.com/office/drawing/2014/main" id="{97FF32B1-58CF-00B0-47D4-3732CAFC7A57}"/>
              </a:ext>
            </a:extLst>
          </p:cNvPr>
          <p:cNvSpPr txBox="1"/>
          <p:nvPr/>
        </p:nvSpPr>
        <p:spPr>
          <a:xfrm>
            <a:off x="1225371" y="2776114"/>
            <a:ext cx="2557930"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mn-cs"/>
              </a:rPr>
              <a:t>數據中心電力缺口（</a:t>
            </a:r>
            <a:r>
              <a:rPr kumimoji="0" lang="en-US" altLang="zh-CN" sz="1200" b="1" i="0" u="none" strike="noStrike" kern="1200" cap="none" spc="0" normalizeH="0" baseline="0" noProof="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mn-cs"/>
              </a:rPr>
              <a:t>TWh</a:t>
            </a:r>
            <a:r>
              <a:rPr kumimoji="0" lang="zh-CN" altLang="en-US" sz="1200" b="1" i="0" u="none" strike="noStrike" kern="1200" cap="none" spc="0" normalizeH="0" baseline="0" noProof="0" dirty="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mn-cs"/>
              </a:rPr>
              <a:t>）</a:t>
            </a:r>
            <a:endParaRPr kumimoji="0" lang="en-US" sz="1200" b="1" i="0" u="none" strike="noStrike" kern="1200" cap="none" spc="0" normalizeH="0" baseline="0" noProof="0" dirty="0">
              <a:ln>
                <a:noFill/>
              </a:ln>
              <a:solidFill>
                <a:srgbClr val="515052">
                  <a:lumMod val="50000"/>
                </a:srgbClr>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16" name="Chart 15">
            <a:extLst>
              <a:ext uri="{FF2B5EF4-FFF2-40B4-BE49-F238E27FC236}">
                <a16:creationId xmlns:a16="http://schemas.microsoft.com/office/drawing/2014/main" id="{B5F56928-6C30-3838-857D-9857C9169AA4}"/>
              </a:ext>
            </a:extLst>
          </p:cNvPr>
          <p:cNvGraphicFramePr>
            <a:graphicFrameLocks/>
          </p:cNvGraphicFramePr>
          <p:nvPr/>
        </p:nvGraphicFramePr>
        <p:xfrm>
          <a:off x="4385228" y="2732765"/>
          <a:ext cx="3974790" cy="348206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7" name="Chart 16">
            <a:extLst>
              <a:ext uri="{FF2B5EF4-FFF2-40B4-BE49-F238E27FC236}">
                <a16:creationId xmlns:a16="http://schemas.microsoft.com/office/drawing/2014/main" id="{C3729BFF-0CC5-B3AD-CF3C-4FF6F2B7CE52}"/>
              </a:ext>
            </a:extLst>
          </p:cNvPr>
          <p:cNvGraphicFramePr>
            <a:graphicFrameLocks/>
          </p:cNvGraphicFramePr>
          <p:nvPr/>
        </p:nvGraphicFramePr>
        <p:xfrm>
          <a:off x="8282757" y="2750527"/>
          <a:ext cx="3710523" cy="3482066"/>
        </p:xfrm>
        <a:graphic>
          <a:graphicData uri="http://schemas.openxmlformats.org/drawingml/2006/chart">
            <c:chart xmlns:c="http://schemas.openxmlformats.org/drawingml/2006/chart" xmlns:r="http://schemas.openxmlformats.org/officeDocument/2006/relationships" r:id="rId4"/>
          </a:graphicData>
        </a:graphic>
      </p:graphicFrame>
      <p:cxnSp>
        <p:nvCxnSpPr>
          <p:cNvPr id="19" name="Straight Arrow Connector 18">
            <a:extLst>
              <a:ext uri="{FF2B5EF4-FFF2-40B4-BE49-F238E27FC236}">
                <a16:creationId xmlns:a16="http://schemas.microsoft.com/office/drawing/2014/main" id="{1997F539-ADED-847C-7BFB-D88944AFB3D3}"/>
              </a:ext>
            </a:extLst>
          </p:cNvPr>
          <p:cNvCxnSpPr/>
          <p:nvPr/>
        </p:nvCxnSpPr>
        <p:spPr>
          <a:xfrm flipV="1">
            <a:off x="621302" y="3179482"/>
            <a:ext cx="848910" cy="1924424"/>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B6B605F-5E9C-2A05-9BD3-530B1D31B5E8}"/>
              </a:ext>
            </a:extLst>
          </p:cNvPr>
          <p:cNvCxnSpPr>
            <a:cxnSpLocks/>
          </p:cNvCxnSpPr>
          <p:nvPr/>
        </p:nvCxnSpPr>
        <p:spPr>
          <a:xfrm flipV="1">
            <a:off x="2617694" y="3168875"/>
            <a:ext cx="734481" cy="1857337"/>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6AA452C-8CD4-52B7-F597-7F0DCA0E8631}"/>
              </a:ext>
            </a:extLst>
          </p:cNvPr>
          <p:cNvCxnSpPr>
            <a:cxnSpLocks/>
          </p:cNvCxnSpPr>
          <p:nvPr/>
        </p:nvCxnSpPr>
        <p:spPr>
          <a:xfrm>
            <a:off x="2504336" y="3053113"/>
            <a:ext cx="0" cy="3146402"/>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C0D99678-6EF0-5697-6DFC-256BF13C3449}"/>
              </a:ext>
            </a:extLst>
          </p:cNvPr>
          <p:cNvSpPr txBox="1"/>
          <p:nvPr/>
        </p:nvSpPr>
        <p:spPr>
          <a:xfrm>
            <a:off x="443274" y="2985622"/>
            <a:ext cx="962267"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a:ln>
                  <a:noFill/>
                </a:ln>
                <a:solidFill>
                  <a:srgbClr val="C00000"/>
                </a:solidFill>
                <a:effectLst/>
                <a:uLnTx/>
                <a:uFillTx/>
                <a:latin typeface="Calibri"/>
                <a:ea typeface="Microsoft JhengHei"/>
                <a:cs typeface="+mn-cs"/>
              </a:rPr>
              <a:t>亞洲</a:t>
            </a:r>
            <a:endParaRPr kumimoji="0" lang="en-US" altLang="zh-CN" sz="1200" b="1" i="0" u="none" strike="noStrike" kern="1200" cap="none" spc="0" normalizeH="0" baseline="0" noProof="0" dirty="0">
              <a:ln>
                <a:noFill/>
              </a:ln>
              <a:solidFill>
                <a:srgbClr val="C00000"/>
              </a:solidFill>
              <a:effectLst/>
              <a:uLnTx/>
              <a:uFillTx/>
              <a:latin typeface="Calibri"/>
              <a:ea typeface="Microsoft JhengHei"/>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C00000"/>
                </a:solidFill>
                <a:effectLst/>
                <a:uLnTx/>
                <a:uFillTx/>
                <a:latin typeface="Calibri"/>
                <a:ea typeface="Microsoft JhengHei"/>
                <a:cs typeface="+mn-cs"/>
              </a:rPr>
              <a:t>CAGR</a:t>
            </a:r>
            <a:r>
              <a:rPr kumimoji="0" lang="zh-CN" altLang="en-US" sz="1200" b="1" i="0" u="none" strike="noStrike" kern="1200" cap="none" spc="0" normalizeH="0" baseline="0" noProof="0" dirty="0">
                <a:ln>
                  <a:noFill/>
                </a:ln>
                <a:solidFill>
                  <a:srgbClr val="C00000"/>
                </a:solidFill>
                <a:effectLst/>
                <a:uLnTx/>
                <a:uFillTx/>
                <a:latin typeface="Calibri"/>
                <a:ea typeface="Microsoft JhengHei"/>
                <a:cs typeface="+mn-cs"/>
              </a:rPr>
              <a:t>：</a:t>
            </a:r>
            <a:r>
              <a:rPr kumimoji="0" lang="en-US" altLang="zh-CN" sz="1200" b="1" i="0" u="none" strike="noStrike" kern="1200" cap="none" spc="0" normalizeH="0" baseline="0" noProof="0" dirty="0">
                <a:ln>
                  <a:noFill/>
                </a:ln>
                <a:solidFill>
                  <a:srgbClr val="C00000"/>
                </a:solidFill>
                <a:effectLst/>
                <a:uLnTx/>
                <a:uFillTx/>
                <a:latin typeface="Calibri"/>
                <a:ea typeface="Microsoft JhengHei"/>
                <a:cs typeface="+mn-cs"/>
              </a:rPr>
              <a:t>23%</a:t>
            </a:r>
            <a:endParaRPr kumimoji="0" lang="en-US" sz="1200" b="1" i="0" u="none" strike="noStrike" kern="1200" cap="none" spc="0" normalizeH="0" baseline="0" noProof="0" dirty="0">
              <a:ln>
                <a:noFill/>
              </a:ln>
              <a:solidFill>
                <a:srgbClr val="C00000"/>
              </a:solidFill>
              <a:effectLst/>
              <a:uLnTx/>
              <a:uFillTx/>
              <a:latin typeface="Calibri"/>
              <a:ea typeface="Microsoft JhengHei"/>
              <a:cs typeface="+mn-cs"/>
            </a:endParaRPr>
          </a:p>
        </p:txBody>
      </p:sp>
      <p:sp>
        <p:nvSpPr>
          <p:cNvPr id="31" name="TextBox 30">
            <a:extLst>
              <a:ext uri="{FF2B5EF4-FFF2-40B4-BE49-F238E27FC236}">
                <a16:creationId xmlns:a16="http://schemas.microsoft.com/office/drawing/2014/main" id="{34BE20C4-4218-4EDB-3DCB-920CD530A5D1}"/>
              </a:ext>
            </a:extLst>
          </p:cNvPr>
          <p:cNvSpPr txBox="1"/>
          <p:nvPr/>
        </p:nvSpPr>
        <p:spPr>
          <a:xfrm>
            <a:off x="2432387" y="2997274"/>
            <a:ext cx="962267"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a:ln>
                  <a:noFill/>
                </a:ln>
                <a:solidFill>
                  <a:srgbClr val="C00000"/>
                </a:solidFill>
                <a:effectLst/>
                <a:uLnTx/>
                <a:uFillTx/>
                <a:latin typeface="Calibri"/>
                <a:ea typeface="Microsoft JhengHei"/>
                <a:cs typeface="+mn-cs"/>
              </a:rPr>
              <a:t>美國</a:t>
            </a:r>
            <a:endParaRPr kumimoji="0" lang="en-US" altLang="zh-CN" sz="1200" b="1" i="0" u="none" strike="noStrike" kern="1200" cap="none" spc="0" normalizeH="0" baseline="0" noProof="0" dirty="0">
              <a:ln>
                <a:noFill/>
              </a:ln>
              <a:solidFill>
                <a:srgbClr val="C00000"/>
              </a:solidFill>
              <a:effectLst/>
              <a:uLnTx/>
              <a:uFillTx/>
              <a:latin typeface="Calibri"/>
              <a:ea typeface="Microsoft JhengHei"/>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C00000"/>
                </a:solidFill>
                <a:effectLst/>
                <a:uLnTx/>
                <a:uFillTx/>
                <a:latin typeface="Calibri"/>
                <a:ea typeface="Microsoft JhengHei"/>
                <a:cs typeface="+mn-cs"/>
              </a:rPr>
              <a:t>CAGR</a:t>
            </a:r>
            <a:r>
              <a:rPr kumimoji="0" lang="zh-CN" altLang="en-US" sz="1200" b="1" i="0" u="none" strike="noStrike" kern="1200" cap="none" spc="0" normalizeH="0" baseline="0" noProof="0" dirty="0">
                <a:ln>
                  <a:noFill/>
                </a:ln>
                <a:solidFill>
                  <a:srgbClr val="C00000"/>
                </a:solidFill>
                <a:effectLst/>
                <a:uLnTx/>
                <a:uFillTx/>
                <a:latin typeface="Calibri"/>
                <a:ea typeface="Microsoft JhengHei"/>
                <a:cs typeface="+mn-cs"/>
              </a:rPr>
              <a:t>：</a:t>
            </a:r>
            <a:r>
              <a:rPr kumimoji="0" lang="en-US" altLang="zh-CN" sz="1200" b="1" i="0" u="none" strike="noStrike" kern="1200" cap="none" spc="0" normalizeH="0" baseline="0" noProof="0" dirty="0">
                <a:ln>
                  <a:noFill/>
                </a:ln>
                <a:solidFill>
                  <a:srgbClr val="C00000"/>
                </a:solidFill>
                <a:effectLst/>
                <a:uLnTx/>
                <a:uFillTx/>
                <a:latin typeface="Calibri"/>
                <a:ea typeface="Microsoft JhengHei"/>
                <a:cs typeface="+mn-cs"/>
              </a:rPr>
              <a:t>23%</a:t>
            </a:r>
            <a:endParaRPr kumimoji="0" lang="en-US" sz="1200" b="1" i="0" u="none" strike="noStrike" kern="1200" cap="none" spc="0" normalizeH="0" baseline="0" noProof="0" dirty="0">
              <a:ln>
                <a:noFill/>
              </a:ln>
              <a:solidFill>
                <a:srgbClr val="C00000"/>
              </a:solidFill>
              <a:effectLst/>
              <a:uLnTx/>
              <a:uFillTx/>
              <a:latin typeface="Calibri"/>
              <a:ea typeface="Microsoft JhengHei"/>
              <a:cs typeface="+mn-cs"/>
            </a:endParaRPr>
          </a:p>
        </p:txBody>
      </p:sp>
      <p:sp>
        <p:nvSpPr>
          <p:cNvPr id="44" name="TextBox 43"/>
          <p:cNvSpPr txBox="1"/>
          <p:nvPr/>
        </p:nvSpPr>
        <p:spPr>
          <a:xfrm>
            <a:off x="457200" y="6263640"/>
            <a:ext cx="1097280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404F56"/>
                </a:solidFill>
                <a:effectLst/>
                <a:uLnTx/>
                <a:uFillTx/>
                <a:latin typeface="微软雅黑" panose="020B0503020204020204" pitchFamily="34" charset="-122"/>
                <a:ea typeface="微软雅黑" panose="020B0503020204020204" pitchFamily="34" charset="-122"/>
              </a:rPr>
              <a:t>資料來源：Morgan Stanley，彭博</a:t>
            </a:r>
          </a:p>
        </p:txBody>
      </p:sp>
      <p:sp>
        <p:nvSpPr>
          <p:cNvPr id="46" name="TextBox 45"/>
          <p:cNvSpPr txBox="1"/>
          <p:nvPr/>
        </p:nvSpPr>
        <p:spPr>
          <a:xfrm>
            <a:off x="722376" y="411480"/>
            <a:ext cx="1097280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800" b="1" i="0" u="none" strike="noStrike" kern="1200" cap="none" spc="0" normalizeH="0" baseline="0" noProof="0">
                <a:ln>
                  <a:noFill/>
                </a:ln>
                <a:solidFill>
                  <a:srgbClr val="306AB2"/>
                </a:solidFill>
                <a:effectLst/>
                <a:uLnTx/>
                <a:uFillTx/>
                <a:latin typeface="Calibri"/>
                <a:ea typeface="微软雅黑"/>
              </a:rPr>
              <a:t>AI産業鏈：AI數據中心需求帶動變壓器需求快速上升</a:t>
            </a:r>
          </a:p>
        </p:txBody>
      </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47" name="LogoPic" descr="image.png"/>
          <p:cNvPicPr>
            <a:picLocks noChangeAspect="1"/>
          </p:cNvPicPr>
          <p:nvPr/>
        </p:nvPicPr>
        <p:blipFill rotWithShape="1">
          <a:blip r:embed="rId5"/>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95B100A2-5FFB-4559-9115-A143481B81CE}" type="slidenum">
              <a:rPr lang="en-US" sz="1000" dirty="0">
                <a:solidFill>
                  <a:srgbClr val="FFFFFF"/>
                </a:solidFill>
                <a:latin typeface="Calibri"/>
                <a:ea typeface="微软雅黑"/>
              </a:rPr>
              <a:t>48</a:t>
            </a:fld>
            <a:endParaRPr lang="en-US" sz="1000" dirty="0">
              <a:solidFill>
                <a:srgbClr val="FFFFFF"/>
              </a:solidFill>
              <a:latin typeface="Calibri"/>
              <a:ea typeface="微软雅黑"/>
            </a:endParaRPr>
          </a:p>
        </p:txBody>
      </p:sp>
    </p:spTree>
    <p:extLst>
      <p:ext uri="{BB962C8B-B14F-4D97-AF65-F5344CB8AC3E}">
        <p14:creationId xmlns:p14="http://schemas.microsoft.com/office/powerpoint/2010/main" val="30045097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CF943-1755-6D87-AA6A-18900B7FB0D9}"/>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2168D955-84F6-087C-B618-BC9733712DBF}"/>
              </a:ext>
            </a:extLst>
          </p:cNvPr>
          <p:cNvGrpSpPr/>
          <p:nvPr/>
        </p:nvGrpSpPr>
        <p:grpSpPr>
          <a:xfrm>
            <a:off x="542925" y="1544155"/>
            <a:ext cx="5260228" cy="4502197"/>
            <a:chOff x="542925" y="1544155"/>
            <a:chExt cx="5260228" cy="4502197"/>
          </a:xfrm>
        </p:grpSpPr>
        <p:sp>
          <p:nvSpPr>
            <p:cNvPr id="7" name="Rectangle 6">
              <a:extLst>
                <a:ext uri="{FF2B5EF4-FFF2-40B4-BE49-F238E27FC236}">
                  <a16:creationId xmlns:a16="http://schemas.microsoft.com/office/drawing/2014/main" id="{CE7D0BBB-744A-463F-2216-68B2020511BE}"/>
                </a:ext>
              </a:extLst>
            </p:cNvPr>
            <p:cNvSpPr/>
            <p:nvPr/>
          </p:nvSpPr>
          <p:spPr>
            <a:xfrm>
              <a:off x="542925" y="1727200"/>
              <a:ext cx="5260228" cy="5558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icrosoft JhengHei"/>
                <a:cs typeface="+mn-cs"/>
              </a:endParaRPr>
            </a:p>
          </p:txBody>
        </p:sp>
        <p:sp>
          <p:nvSpPr>
            <p:cNvPr id="6" name="ïṣḻíďê">
              <a:extLst>
                <a:ext uri="{FF2B5EF4-FFF2-40B4-BE49-F238E27FC236}">
                  <a16:creationId xmlns:a16="http://schemas.microsoft.com/office/drawing/2014/main" id="{EE3A7F75-CC7B-ECAB-454D-9593098C1171}"/>
                </a:ext>
              </a:extLst>
            </p:cNvPr>
            <p:cNvSpPr/>
            <p:nvPr/>
          </p:nvSpPr>
          <p:spPr>
            <a:xfrm>
              <a:off x="542925" y="1544155"/>
              <a:ext cx="5260228" cy="4502197"/>
            </a:xfrm>
            <a:prstGeom prst="roundRect">
              <a:avLst>
                <a:gd name="adj" fmla="val 5386"/>
              </a:avLst>
            </a:prstGeom>
            <a:solidFill>
              <a:schemeClr val="accent1">
                <a:alpha val="2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JhengHei" panose="020B0604030504040204" pitchFamily="34" charset="-120"/>
                <a:ea typeface="Microsoft JhengHei" panose="020B0604030504040204" pitchFamily="34" charset="-120"/>
                <a:cs typeface="Microsoft GothicNeo" panose="020B0503020000020004" pitchFamily="34" charset="-127"/>
              </a:endParaRPr>
            </a:p>
          </p:txBody>
        </p:sp>
        <p:sp>
          <p:nvSpPr>
            <p:cNvPr id="25" name="文本框 162">
              <a:extLst>
                <a:ext uri="{FF2B5EF4-FFF2-40B4-BE49-F238E27FC236}">
                  <a16:creationId xmlns:a16="http://schemas.microsoft.com/office/drawing/2014/main" id="{D58DFDD0-2BF3-5D28-4670-F7F6F812F4C5}"/>
                </a:ext>
              </a:extLst>
            </p:cNvPr>
            <p:cNvSpPr txBox="1"/>
            <p:nvPr/>
          </p:nvSpPr>
          <p:spPr>
            <a:xfrm>
              <a:off x="1380565" y="1851217"/>
              <a:ext cx="3550023"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曉星重工（</a:t>
              </a:r>
              <a:r>
                <a:rPr kumimoji="0" lang="en-US" altLang="zh-CN" sz="1400" b="1" i="0" u="none" strike="noStrike" kern="0" cap="none" spc="0" normalizeH="0" baseline="0" noProof="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298040 </a:t>
              </a:r>
              <a:r>
                <a:rPr kumimoji="0" lang="en-US" altLang="zh-CN"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KS</a:t>
              </a:r>
              <a:r>
                <a:rPr kumimoji="0" lang="zh-CN" altLang="en-US"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a:t>
              </a:r>
              <a:r>
                <a:rPr kumimoji="0" lang="en-US" altLang="zh-CN"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YTD</a:t>
              </a:r>
              <a:r>
                <a:rPr kumimoji="0" lang="zh-CN" altLang="en-US"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a:t>
              </a:r>
              <a:r>
                <a:rPr kumimoji="0" lang="en-US" altLang="zh-CN"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+121%</a:t>
              </a:r>
              <a:r>
                <a:rPr kumimoji="0" lang="zh-CN" altLang="en-US"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a:t>
              </a:r>
              <a:endParaRPr kumimoji="0" lang="en-US"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endParaRPr>
            </a:p>
          </p:txBody>
        </p:sp>
      </p:grpSp>
      <p:sp>
        <p:nvSpPr>
          <p:cNvPr id="4" name="TextBox 3">
            <a:extLst>
              <a:ext uri="{FF2B5EF4-FFF2-40B4-BE49-F238E27FC236}">
                <a16:creationId xmlns:a16="http://schemas.microsoft.com/office/drawing/2014/main" id="{6C4E8A13-428E-1512-CD7D-C5A74C71F579}"/>
              </a:ext>
            </a:extLst>
          </p:cNvPr>
          <p:cNvSpPr txBox="1"/>
          <p:nvPr/>
        </p:nvSpPr>
        <p:spPr>
          <a:xfrm>
            <a:off x="722312" y="906897"/>
            <a:ext cx="6397806"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AI</a:t>
            </a:r>
            <a:r>
              <a:rPr kumimoji="0" lang="zh-CN" altLang="en-US" sz="1400" b="1" i="0" u="none" strike="noStrike" kern="1200" cap="none" spc="0" normalizeH="0" baseline="0" noProof="0" dirty="0">
                <a:ln>
                  <a:noFill/>
                </a:ln>
                <a:solidFill>
                  <a:srgbClr val="DAC77D">
                    <a:lumMod val="75000"/>
                  </a:srgbClr>
                </a:solidFill>
                <a:effectLst/>
                <a:uLnTx/>
                <a:uFillTx/>
                <a:latin typeface="微软雅黑" panose="020B0503020204020204" pitchFamily="34" charset="-122"/>
                <a:ea typeface="微软雅黑" panose="020B0503020204020204" pitchFamily="34" charset="-122"/>
                <a:cs typeface="+mn-cs"/>
              </a:rPr>
              <a:t>浪潮中的受益者</a:t>
            </a:r>
          </a:p>
        </p:txBody>
      </p:sp>
      <p:grpSp>
        <p:nvGrpSpPr>
          <p:cNvPr id="9" name="Group 8">
            <a:extLst>
              <a:ext uri="{FF2B5EF4-FFF2-40B4-BE49-F238E27FC236}">
                <a16:creationId xmlns:a16="http://schemas.microsoft.com/office/drawing/2014/main" id="{B5CC0E61-DFA5-185F-15DC-6F4AD645C5DB}"/>
              </a:ext>
            </a:extLst>
          </p:cNvPr>
          <p:cNvGrpSpPr/>
          <p:nvPr/>
        </p:nvGrpSpPr>
        <p:grpSpPr>
          <a:xfrm>
            <a:off x="6207898" y="1544154"/>
            <a:ext cx="5260228" cy="4502197"/>
            <a:chOff x="542925" y="1544155"/>
            <a:chExt cx="5260228" cy="4502197"/>
          </a:xfrm>
        </p:grpSpPr>
        <p:sp>
          <p:nvSpPr>
            <p:cNvPr id="10" name="Rectangle 9">
              <a:extLst>
                <a:ext uri="{FF2B5EF4-FFF2-40B4-BE49-F238E27FC236}">
                  <a16:creationId xmlns:a16="http://schemas.microsoft.com/office/drawing/2014/main" id="{2C46A2D2-E0CE-DC3F-88F4-3E9625A3C1BA}"/>
                </a:ext>
              </a:extLst>
            </p:cNvPr>
            <p:cNvSpPr/>
            <p:nvPr/>
          </p:nvSpPr>
          <p:spPr>
            <a:xfrm>
              <a:off x="542925" y="1727200"/>
              <a:ext cx="5260228" cy="5558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icrosoft JhengHei"/>
                <a:cs typeface="+mn-cs"/>
              </a:endParaRPr>
            </a:p>
          </p:txBody>
        </p:sp>
        <p:sp>
          <p:nvSpPr>
            <p:cNvPr id="11" name="ïṣḻíďê">
              <a:extLst>
                <a:ext uri="{FF2B5EF4-FFF2-40B4-BE49-F238E27FC236}">
                  <a16:creationId xmlns:a16="http://schemas.microsoft.com/office/drawing/2014/main" id="{DA9E91E2-80A1-901B-453F-C5C9E4541B80}"/>
                </a:ext>
              </a:extLst>
            </p:cNvPr>
            <p:cNvSpPr/>
            <p:nvPr/>
          </p:nvSpPr>
          <p:spPr>
            <a:xfrm>
              <a:off x="542925" y="1544155"/>
              <a:ext cx="5260228" cy="4502197"/>
            </a:xfrm>
            <a:prstGeom prst="roundRect">
              <a:avLst>
                <a:gd name="adj" fmla="val 5386"/>
              </a:avLst>
            </a:prstGeom>
            <a:solidFill>
              <a:schemeClr val="accent1">
                <a:alpha val="2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JhengHei" panose="020B0604030504040204" pitchFamily="34" charset="-120"/>
                <a:ea typeface="Microsoft JhengHei" panose="020B0604030504040204" pitchFamily="34" charset="-120"/>
                <a:cs typeface="Microsoft GothicNeo" panose="020B0503020000020004" pitchFamily="34" charset="-127"/>
              </a:endParaRPr>
            </a:p>
          </p:txBody>
        </p:sp>
        <p:sp>
          <p:nvSpPr>
            <p:cNvPr id="12" name="文本框 162">
              <a:extLst>
                <a:ext uri="{FF2B5EF4-FFF2-40B4-BE49-F238E27FC236}">
                  <a16:creationId xmlns:a16="http://schemas.microsoft.com/office/drawing/2014/main" id="{CE0A42CD-92F4-5461-352A-F608C25E97C0}"/>
                </a:ext>
              </a:extLst>
            </p:cNvPr>
            <p:cNvSpPr txBox="1"/>
            <p:nvPr/>
          </p:nvSpPr>
          <p:spPr>
            <a:xfrm>
              <a:off x="1411369" y="1854981"/>
              <a:ext cx="3569407"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LS Electric</a:t>
              </a:r>
              <a:r>
                <a:rPr kumimoji="0" lang="zh-CN" altLang="en-US"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a:t>
              </a:r>
              <a:r>
                <a:rPr kumimoji="0" lang="en-US" altLang="zh-CN"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010120 KS</a:t>
              </a:r>
              <a:r>
                <a:rPr kumimoji="0" lang="zh-CN" altLang="en-US"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a:t>
              </a:r>
              <a:r>
                <a:rPr kumimoji="0" lang="en-US" altLang="zh-CN"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YTD</a:t>
              </a:r>
              <a:r>
                <a:rPr kumimoji="0" lang="zh-CN" altLang="en-US"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a:t>
              </a:r>
              <a:r>
                <a:rPr kumimoji="0" lang="en-US" altLang="zh-CN"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+200%</a:t>
              </a:r>
              <a:r>
                <a:rPr kumimoji="0" lang="zh-CN" altLang="en-US"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rPr>
                <a:t>）</a:t>
              </a:r>
              <a:endParaRPr kumimoji="0" lang="en-US" sz="1400" b="1" i="0" u="none" strike="noStrike" kern="0" cap="none" spc="0" normalizeH="0" baseline="0" noProof="0" dirty="0">
                <a:ln>
                  <a:noFill/>
                </a:ln>
                <a:solidFill>
                  <a:prstClr val="white"/>
                </a:solidFill>
                <a:effectLst/>
                <a:uLnTx/>
                <a:uFillTx/>
                <a:latin typeface="PingFang SC Semibold" panose="020B0400000000000000" charset="-122"/>
                <a:ea typeface="PingFang SC Semibold" panose="020B0400000000000000" charset="-122"/>
                <a:cs typeface="+mn-cs"/>
                <a:sym typeface="Helvetica Neue Medium" panose="02000503000000020004"/>
              </a:endParaRPr>
            </a:p>
          </p:txBody>
        </p:sp>
      </p:grpSp>
      <p:sp>
        <p:nvSpPr>
          <p:cNvPr id="16" name="TextBox 15">
            <a:extLst>
              <a:ext uri="{FF2B5EF4-FFF2-40B4-BE49-F238E27FC236}">
                <a16:creationId xmlns:a16="http://schemas.microsoft.com/office/drawing/2014/main" id="{F5D40961-D6BB-BC62-5D64-53F5E8226D0F}"/>
              </a:ext>
            </a:extLst>
          </p:cNvPr>
          <p:cNvSpPr txBox="1"/>
          <p:nvPr/>
        </p:nvSpPr>
        <p:spPr>
          <a:xfrm>
            <a:off x="69805" y="2411320"/>
            <a:ext cx="6096000"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AI</a:t>
            </a:r>
            <a:r>
              <a:rPr kumimoji="0" lang="zh-CN" altLang="en-US"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數據中心電力基礎設施核心供應商，全球變壓器市場領先企業</a:t>
            </a:r>
            <a:endParaRPr kumimoji="0" 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endParaRPr>
          </a:p>
        </p:txBody>
      </p:sp>
      <p:sp>
        <p:nvSpPr>
          <p:cNvPr id="17" name="TextBox 16">
            <a:extLst>
              <a:ext uri="{FF2B5EF4-FFF2-40B4-BE49-F238E27FC236}">
                <a16:creationId xmlns:a16="http://schemas.microsoft.com/office/drawing/2014/main" id="{C29E6C2C-CCDC-4A95-F68D-88842EB6A559}"/>
              </a:ext>
            </a:extLst>
          </p:cNvPr>
          <p:cNvSpPr txBox="1"/>
          <p:nvPr/>
        </p:nvSpPr>
        <p:spPr>
          <a:xfrm>
            <a:off x="6592047" y="2411320"/>
            <a:ext cx="6096000"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韓國電力設備龍頭，覆蓋從變壓器到配電系統的</a:t>
            </a:r>
            <a:r>
              <a:rPr kumimoji="0" lang="en-US" altLang="zh-CN"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AI</a:t>
            </a:r>
            <a:r>
              <a:rPr kumimoji="0" lang="zh-CN" altLang="en-US"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供電全環節</a:t>
            </a:r>
            <a:endParaRPr kumimoji="0" 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endParaRPr>
          </a:p>
        </p:txBody>
      </p:sp>
      <p:sp>
        <p:nvSpPr>
          <p:cNvPr id="18" name="TextBox 17">
            <a:extLst>
              <a:ext uri="{FF2B5EF4-FFF2-40B4-BE49-F238E27FC236}">
                <a16:creationId xmlns:a16="http://schemas.microsoft.com/office/drawing/2014/main" id="{23E09FB8-CDE8-7433-E955-9DE0E46DD986}"/>
              </a:ext>
            </a:extLst>
          </p:cNvPr>
          <p:cNvSpPr txBox="1"/>
          <p:nvPr/>
        </p:nvSpPr>
        <p:spPr>
          <a:xfrm>
            <a:off x="723874" y="2688319"/>
            <a:ext cx="494786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曉星重工是韓國最大的電力設備製造商之一，核心産品爲電力變壓器。</a:t>
            </a:r>
            <a:r>
              <a:rPr kumimoji="0" lang="en-US" altLang="zh-CN"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AI</a:t>
            </a:r>
            <a:r>
              <a:rPr kumimoji="0" lang="zh-CN" altLang="en-US"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數據中心對電力需求呈指數級增長，而全球變壓器供不應求、交期大幅拉長，公司作爲頭部供應商持續受益。</a:t>
            </a:r>
            <a:endParaRPr kumimoji="0" lang="en-US" sz="1200" b="0"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sp>
        <p:nvSpPr>
          <p:cNvPr id="19" name="TextBox 18">
            <a:extLst>
              <a:ext uri="{FF2B5EF4-FFF2-40B4-BE49-F238E27FC236}">
                <a16:creationId xmlns:a16="http://schemas.microsoft.com/office/drawing/2014/main" id="{F549F9CF-B8F7-06DD-8EC9-26924FF2CECB}"/>
              </a:ext>
            </a:extLst>
          </p:cNvPr>
          <p:cNvSpPr txBox="1"/>
          <p:nvPr/>
        </p:nvSpPr>
        <p:spPr>
          <a:xfrm>
            <a:off x="6346754" y="2688319"/>
            <a:ext cx="4980306" cy="646331"/>
          </a:xfrm>
          <a:prstGeom prst="rect">
            <a:avLst/>
          </a:prstGeom>
          <a:noFill/>
        </p:spPr>
        <p:txBody>
          <a:bodyPr wrap="square">
            <a:spAutoFit/>
          </a:bodyPr>
          <a:lstStyle>
            <a:defPPr>
              <a:defRPr lang="en-US"/>
            </a:defPPr>
            <a:lvl1pPr>
              <a:defRPr sz="1200">
                <a:latin typeface="微软雅黑" panose="020B0503020204020204" pitchFamily="34" charset="-122"/>
                <a:ea typeface="微软雅黑" panose="020B0503020204020204"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LS Electric</a:t>
            </a:r>
            <a:r>
              <a:rPr kumimoji="0" lang="zh-CN" altLang="en-US"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是韓國領先的綜合電力解决方案企業，産品涵蓋變壓器、開關設備及配電系統。公司在韓國本土及北美市場均有布局，能够同時捕捉亞洲與美國</a:t>
            </a:r>
            <a:r>
              <a:rPr kumimoji="0" lang="en-US" altLang="zh-CN"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AI</a:t>
            </a:r>
            <a:r>
              <a:rPr kumimoji="0" lang="zh-CN" altLang="en-US" sz="1200" b="0" i="0" u="none" strike="noStrike" kern="1200" cap="none" spc="0" normalizeH="0" baseline="0" noProof="0">
                <a:ln>
                  <a:noFill/>
                </a:ln>
                <a:solidFill>
                  <a:srgbClr val="515052"/>
                </a:solidFill>
                <a:effectLst/>
                <a:uLnTx/>
                <a:uFillTx/>
                <a:latin typeface="微软雅黑" panose="020B0503020204020204" pitchFamily="34" charset="-122"/>
                <a:ea typeface="微软雅黑" panose="020B0503020204020204" pitchFamily="34" charset="-122"/>
                <a:cs typeface="+mn-cs"/>
              </a:rPr>
              <a:t>資本開支擴張帶來的雙重增長機遇。</a:t>
            </a:r>
            <a:endParaRPr kumimoji="0" lang="en-US" sz="1200" b="0" i="0" u="none" strike="noStrike" kern="1200" cap="none" spc="0" normalizeH="0" baseline="0" noProof="0" dirty="0">
              <a:ln>
                <a:noFill/>
              </a:ln>
              <a:solidFill>
                <a:srgbClr val="515052"/>
              </a:solidFill>
              <a:effectLst/>
              <a:uLnTx/>
              <a:uFillTx/>
              <a:latin typeface="微软雅黑" panose="020B0503020204020204" pitchFamily="34" charset="-122"/>
              <a:ea typeface="微软雅黑" panose="020B0503020204020204" pitchFamily="34" charset="-122"/>
              <a:cs typeface="+mn-cs"/>
            </a:endParaRPr>
          </a:p>
        </p:txBody>
      </p:sp>
      <p:sp>
        <p:nvSpPr>
          <p:cNvPr id="20" name="TextBox 19">
            <a:extLst>
              <a:ext uri="{FF2B5EF4-FFF2-40B4-BE49-F238E27FC236}">
                <a16:creationId xmlns:a16="http://schemas.microsoft.com/office/drawing/2014/main" id="{9349C8A3-C628-80B3-BEAC-2D5F35826157}"/>
              </a:ext>
            </a:extLst>
          </p:cNvPr>
          <p:cNvSpPr txBox="1"/>
          <p:nvPr/>
        </p:nvSpPr>
        <p:spPr>
          <a:xfrm>
            <a:off x="1851472" y="3384851"/>
            <a:ext cx="2444377"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收入及利潤表現（</a:t>
            </a:r>
            <a:r>
              <a:rPr kumimoji="0" lang="en-US" altLang="zh-CN"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KRW </a:t>
            </a:r>
            <a:r>
              <a:rPr kumimoji="0" lang="en-US" altLang="zh-CN"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rPr>
              <a:t>trillion</a:t>
            </a:r>
            <a:r>
              <a:rPr kumimoji="0" lang="zh-CN" alt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rPr>
              <a:t>）</a:t>
            </a:r>
            <a:endParaRPr kumimoji="0" 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endParaRPr>
          </a:p>
        </p:txBody>
      </p:sp>
      <p:sp>
        <p:nvSpPr>
          <p:cNvPr id="21" name="TextBox 20">
            <a:extLst>
              <a:ext uri="{FF2B5EF4-FFF2-40B4-BE49-F238E27FC236}">
                <a16:creationId xmlns:a16="http://schemas.microsoft.com/office/drawing/2014/main" id="{8552C677-447C-9C12-1BC1-EB95E67CA49A}"/>
              </a:ext>
            </a:extLst>
          </p:cNvPr>
          <p:cNvSpPr txBox="1"/>
          <p:nvPr/>
        </p:nvSpPr>
        <p:spPr>
          <a:xfrm>
            <a:off x="7638856" y="3384851"/>
            <a:ext cx="2444377"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收入及利潤表現（</a:t>
            </a:r>
            <a:r>
              <a:rPr kumimoji="0" lang="en-US" altLang="zh-CN" sz="1200" b="1" i="0" u="none" strike="noStrike" kern="1200" cap="none" spc="0" normalizeH="0" baseline="0" noProof="0">
                <a:ln>
                  <a:noFill/>
                </a:ln>
                <a:solidFill>
                  <a:srgbClr val="2660AD"/>
                </a:solidFill>
                <a:effectLst/>
                <a:uLnTx/>
                <a:uFillTx/>
                <a:latin typeface="微软雅黑" panose="020B0503020204020204" pitchFamily="34" charset="-122"/>
                <a:ea typeface="微软雅黑" panose="020B0503020204020204" pitchFamily="34" charset="-122"/>
                <a:cs typeface="+mn-cs"/>
              </a:rPr>
              <a:t>KRW </a:t>
            </a:r>
            <a:r>
              <a:rPr kumimoji="0" lang="en-US" altLang="zh-CN"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rPr>
              <a:t>trillion</a:t>
            </a:r>
            <a:r>
              <a:rPr kumimoji="0" lang="zh-CN" alt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rPr>
              <a:t>）</a:t>
            </a:r>
            <a:endParaRPr kumimoji="0" lang="en-US" sz="1200" b="1" i="0" u="none" strike="noStrike" kern="1200" cap="none" spc="0" normalizeH="0" baseline="0" noProof="0" dirty="0">
              <a:ln>
                <a:noFill/>
              </a:ln>
              <a:solidFill>
                <a:srgbClr val="2660AD"/>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22" name="Chart 21">
            <a:extLst>
              <a:ext uri="{FF2B5EF4-FFF2-40B4-BE49-F238E27FC236}">
                <a16:creationId xmlns:a16="http://schemas.microsoft.com/office/drawing/2014/main" id="{3FDDE206-8DD3-A32D-9A87-564EDFF2192F}"/>
              </a:ext>
            </a:extLst>
          </p:cNvPr>
          <p:cNvGraphicFramePr>
            <a:graphicFrameLocks/>
          </p:cNvGraphicFramePr>
          <p:nvPr/>
        </p:nvGraphicFramePr>
        <p:xfrm>
          <a:off x="681646" y="3623142"/>
          <a:ext cx="4947860" cy="242093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3" name="Chart 22">
            <a:extLst>
              <a:ext uri="{FF2B5EF4-FFF2-40B4-BE49-F238E27FC236}">
                <a16:creationId xmlns:a16="http://schemas.microsoft.com/office/drawing/2014/main" id="{806A0BE6-9C45-3E68-370A-CA173B55362E}"/>
              </a:ext>
            </a:extLst>
          </p:cNvPr>
          <p:cNvGraphicFramePr>
            <a:graphicFrameLocks/>
          </p:cNvGraphicFramePr>
          <p:nvPr/>
        </p:nvGraphicFramePr>
        <p:xfrm>
          <a:off x="6346754" y="3623142"/>
          <a:ext cx="4980306" cy="2321386"/>
        </p:xfrm>
        <a:graphic>
          <a:graphicData uri="http://schemas.openxmlformats.org/drawingml/2006/chart">
            <c:chart xmlns:c="http://schemas.openxmlformats.org/drawingml/2006/chart" xmlns:r="http://schemas.openxmlformats.org/officeDocument/2006/relationships" r:id="rId3"/>
          </a:graphicData>
        </a:graphic>
      </p:graphicFrame>
      <p:sp>
        <p:nvSpPr>
          <p:cNvPr id="44" name="TextBox 43"/>
          <p:cNvSpPr txBox="1"/>
          <p:nvPr/>
        </p:nvSpPr>
        <p:spPr>
          <a:xfrm>
            <a:off x="457200" y="6263640"/>
            <a:ext cx="1097280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404F56"/>
                </a:solidFill>
                <a:effectLst/>
                <a:uLnTx/>
                <a:uFillTx/>
                <a:latin typeface="微软雅黑" panose="020B0503020204020204" pitchFamily="34" charset="-122"/>
                <a:ea typeface="微软雅黑" panose="020B0503020204020204" pitchFamily="34" charset="-122"/>
              </a:rPr>
              <a:t>資料來源：彭博，截至2026年4月</a:t>
            </a:r>
          </a:p>
        </p:txBody>
      </p:sp>
      <p:sp>
        <p:nvSpPr>
          <p:cNvPr id="46" name="TextBox 45"/>
          <p:cNvSpPr txBox="1"/>
          <p:nvPr/>
        </p:nvSpPr>
        <p:spPr>
          <a:xfrm>
            <a:off x="722376" y="411480"/>
            <a:ext cx="1097280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800" b="1" i="0" u="none" strike="noStrike" kern="1200" cap="none" spc="0" normalizeH="0" baseline="0" noProof="0">
                <a:ln>
                  <a:noFill/>
                </a:ln>
                <a:solidFill>
                  <a:srgbClr val="306AB2"/>
                </a:solidFill>
                <a:effectLst/>
                <a:uLnTx/>
                <a:uFillTx/>
                <a:latin typeface="Calibri"/>
                <a:ea typeface="微软雅黑"/>
              </a:rPr>
              <a:t>韓國個股介紹：曉星重工 &amp; LS Electric</a:t>
            </a:r>
          </a:p>
        </p:txBody>
      </p:sp>
      <p:sp>
        <p:nvSpPr>
          <p:cNvPr id="14" name="Rectangle 19">
            <a:extLst>
              <a:ext uri="{FF2B5EF4-FFF2-40B4-BE49-F238E27FC236}">
                <a16:creationId xmlns:a16="http://schemas.microsoft.com/office/drawing/2014/main" id="{166B6046-1CAA-DB7B-EF64-4CC6730A428F}"/>
              </a:ext>
            </a:extLst>
          </p:cNvPr>
          <p:cNvSpPr/>
          <p:nvPr/>
        </p:nvSpPr>
        <p:spPr>
          <a:xfrm>
            <a:off x="9160590" y="6613417"/>
            <a:ext cx="2265443" cy="15388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TW" altLang="en-US" sz="1000" b="0" i="0" u="none" strike="noStrike" kern="1200" cap="none" spc="-30" normalizeH="0" baseline="0" noProof="0" dirty="0">
                <a:ln>
                  <a:noFill/>
                </a:ln>
                <a:solidFill>
                  <a:prstClr val="white"/>
                </a:solidFill>
                <a:effectLst/>
                <a:uLnTx/>
                <a:uFillTx/>
                <a:latin typeface="微软雅黑"/>
                <a:ea typeface="微软雅黑"/>
                <a:cs typeface="+mn-ea"/>
                <a:sym typeface="+mn-lt"/>
              </a:rPr>
              <a:t>南方东英资产管理</a:t>
            </a:r>
            <a:endParaRPr kumimoji="0" lang="zh-CN" altLang="en-US" sz="10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pic>
        <p:nvPicPr>
          <p:cNvPr id="47" name="LogoPic" descr="image.png"/>
          <p:cNvPicPr>
            <a:picLocks noChangeAspect="1"/>
          </p:cNvPicPr>
          <p:nvPr/>
        </p:nvPicPr>
        <p:blipFill rotWithShape="1">
          <a:blip r:embed="rId4"/>
          <a:srcRect r="76699"/>
          <a:stretch/>
        </p:blipFill>
        <p:spPr>
          <a:xfrm>
            <a:off x="11466576" y="6565392"/>
            <a:ext cx="242570" cy="255578"/>
          </a:xfrm>
          <a:prstGeom prst="rect">
            <a:avLst/>
          </a:prstGeom>
        </p:spPr>
      </p:pic>
      <p:sp>
        <p:nvSpPr>
          <p:cNvPr id="99999" name="PageNum"/>
          <p:cNvSpPr txBox="1"/>
          <p:nvPr/>
        </p:nvSpPr>
        <p:spPr>
          <a:xfrm>
            <a:off x="11585448" y="6565392"/>
            <a:ext cx="457200" cy="256032"/>
          </a:xfrm>
          <a:prstGeom prst="rect">
            <a:avLst/>
          </a:prstGeom>
          <a:noFill/>
          <a:ln>
            <a:noFill/>
          </a:ln>
        </p:spPr>
        <p:txBody>
          <a:bodyPr wrap="none" rtlCol="0" anchor="ctr"/>
          <a:lstStyle/>
          <a:p>
            <a:pPr algn="r"/>
            <a:fld id="{7E2A0CC3-0D4D-469C-BFC4-43AD39F9B651}" type="slidenum">
              <a:rPr lang="en-US" sz="1000" dirty="0">
                <a:solidFill>
                  <a:srgbClr val="FFFFFF"/>
                </a:solidFill>
                <a:latin typeface="Calibri"/>
                <a:ea typeface="微软雅黑"/>
              </a:rPr>
              <a:t>49</a:t>
            </a:fld>
            <a:endParaRPr lang="en-US" sz="1000" dirty="0">
              <a:solidFill>
                <a:srgbClr val="FFFFFF"/>
              </a:solidFill>
              <a:latin typeface="Calibri"/>
              <a:ea typeface="微软雅黑"/>
            </a:endParaRPr>
          </a:p>
        </p:txBody>
      </p:sp>
    </p:spTree>
    <p:extLst>
      <p:ext uri="{BB962C8B-B14F-4D97-AF65-F5344CB8AC3E}">
        <p14:creationId xmlns:p14="http://schemas.microsoft.com/office/powerpoint/2010/main" val="17997751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16C88-E47A-7B8E-FF71-4FABE435153B}"/>
              </a:ext>
            </a:extLst>
          </p:cNvPr>
          <p:cNvSpPr>
            <a:spLocks noGrp="1"/>
          </p:cNvSpPr>
          <p:nvPr>
            <p:ph type="title"/>
          </p:nvPr>
        </p:nvSpPr>
        <p:spPr/>
        <p:txBody>
          <a:bodyPr/>
          <a:lstStyle/>
          <a:p>
            <a:r>
              <a:rPr lang="zh-CN" altLang="en-US" dirty="0"/>
              <a:t>風險提示</a:t>
            </a:r>
            <a:endParaRPr lang="en-US" dirty="0"/>
          </a:p>
        </p:txBody>
      </p:sp>
      <p:sp>
        <p:nvSpPr>
          <p:cNvPr id="3" name="TextBox 2">
            <a:extLst>
              <a:ext uri="{FF2B5EF4-FFF2-40B4-BE49-F238E27FC236}">
                <a16:creationId xmlns:a16="http://schemas.microsoft.com/office/drawing/2014/main" id="{FDAB8DAD-6DD6-68B3-E058-B5A406356D5F}"/>
              </a:ext>
            </a:extLst>
          </p:cNvPr>
          <p:cNvSpPr txBox="1"/>
          <p:nvPr/>
        </p:nvSpPr>
        <p:spPr>
          <a:xfrm>
            <a:off x="661987" y="1838325"/>
            <a:ext cx="10868025" cy="2585323"/>
          </a:xfrm>
          <a:prstGeom prst="rect">
            <a:avLst/>
          </a:prstGeom>
          <a:noFill/>
        </p:spPr>
        <p:txBody>
          <a:bodyPr wrap="square" rtlCol="0">
            <a:spAutoFit/>
          </a:bodyPr>
          <a:lstStyle/>
          <a:p>
            <a:r>
              <a:rPr lang="en-US" altLang="zh-CN" b="1" dirty="0"/>
              <a:t>1. </a:t>
            </a:r>
            <a:r>
              <a:rPr lang="zh-TW" altLang="en-US" b="1" dirty="0"/>
              <a:t>指數高度集中 </a:t>
            </a:r>
            <a:r>
              <a:rPr lang="en-US" altLang="zh-TW" b="1" dirty="0"/>
              <a:t>+ </a:t>
            </a:r>
            <a:r>
              <a:rPr lang="zh-TW" altLang="en-US" b="1" dirty="0"/>
              <a:t>外資被動拋售</a:t>
            </a:r>
          </a:p>
          <a:p>
            <a:r>
              <a:rPr lang="zh-TW" altLang="en-US" dirty="0"/>
              <a:t>三星 </a:t>
            </a:r>
            <a:r>
              <a:rPr lang="en-US" altLang="zh-TW" dirty="0"/>
              <a:t>+ SK </a:t>
            </a:r>
            <a:r>
              <a:rPr lang="zh-TW" altLang="en-US" dirty="0"/>
              <a:t>海力士合計權重接近 </a:t>
            </a:r>
            <a:r>
              <a:rPr lang="en-US" altLang="zh-TW" dirty="0"/>
              <a:t>60%</a:t>
            </a:r>
            <a:r>
              <a:rPr lang="zh-TW" altLang="en-US" dirty="0"/>
              <a:t>，權重</a:t>
            </a:r>
            <a:r>
              <a:rPr lang="zh-CN" altLang="en-US" dirty="0"/>
              <a:t>提升會造成歐美</a:t>
            </a:r>
            <a:r>
              <a:rPr lang="zh-TW" altLang="en-US" dirty="0"/>
              <a:t>合規基金被動減持；股價越高、被動賣壓越強</a:t>
            </a:r>
            <a:r>
              <a:rPr lang="zh-CN" altLang="en-US" dirty="0"/>
              <a:t>。</a:t>
            </a:r>
            <a:endParaRPr lang="en-US" altLang="zh-TW" dirty="0"/>
          </a:p>
          <a:p>
            <a:endParaRPr lang="zh-TW" altLang="en-US" dirty="0"/>
          </a:p>
          <a:p>
            <a:r>
              <a:rPr lang="en-US" altLang="zh-CN" b="1" dirty="0"/>
              <a:t>2. </a:t>
            </a:r>
            <a:r>
              <a:rPr lang="zh-TW" altLang="en-US" b="1" dirty="0"/>
              <a:t>散戶高槓桿放大波動</a:t>
            </a:r>
          </a:p>
          <a:p>
            <a:r>
              <a:rPr lang="zh-TW" altLang="en-US" dirty="0"/>
              <a:t>場內槓桿 </a:t>
            </a:r>
            <a:r>
              <a:rPr lang="en-US" altLang="zh-TW" dirty="0"/>
              <a:t>ETF</a:t>
            </a:r>
            <a:r>
              <a:rPr lang="zh-TW" altLang="en-US" dirty="0"/>
              <a:t>、融資交易規模創歷史新高，短期</a:t>
            </a:r>
            <a:r>
              <a:rPr lang="zh-CN" altLang="en-US" dirty="0"/>
              <a:t>回撤</a:t>
            </a:r>
            <a:r>
              <a:rPr lang="zh-TW" altLang="en-US" dirty="0"/>
              <a:t>極易觸發保證金追繳</a:t>
            </a:r>
            <a:r>
              <a:rPr lang="zh-CN" altLang="en-US" dirty="0"/>
              <a:t>。</a:t>
            </a:r>
            <a:endParaRPr lang="en-US" altLang="zh-CN" dirty="0"/>
          </a:p>
          <a:p>
            <a:endParaRPr lang="en-US" altLang="zh-TW" dirty="0"/>
          </a:p>
          <a:p>
            <a:r>
              <a:rPr lang="en-US" altLang="zh-CN" b="1" dirty="0"/>
              <a:t>3. </a:t>
            </a:r>
            <a:r>
              <a:rPr lang="en-US" altLang="zh-TW" b="1" dirty="0"/>
              <a:t>AI </a:t>
            </a:r>
            <a:r>
              <a:rPr lang="zh-TW" altLang="en-US" b="1" dirty="0"/>
              <a:t>需求邊際降溫尾部風險</a:t>
            </a:r>
          </a:p>
          <a:p>
            <a:r>
              <a:rPr lang="zh-TW" altLang="en-US" dirty="0"/>
              <a:t>若北美雲端資本開支放緩，記憶體晶片價格快速回落將直接衝擊龍頭獲利</a:t>
            </a:r>
            <a:endParaRPr lang="en-US" dirty="0"/>
          </a:p>
          <a:p>
            <a:endParaRPr lang="en-US" dirty="0"/>
          </a:p>
        </p:txBody>
      </p:sp>
    </p:spTree>
    <p:extLst>
      <p:ext uri="{BB962C8B-B14F-4D97-AF65-F5344CB8AC3E}">
        <p14:creationId xmlns:p14="http://schemas.microsoft.com/office/powerpoint/2010/main" val="120159834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A7893-893A-52E4-CC94-B4F28EAC7A46}"/>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0CA96C54-9833-335D-36EB-1B245387C3C9}"/>
              </a:ext>
            </a:extLst>
          </p:cNvPr>
          <p:cNvPicPr>
            <a:picLocks noChangeAspect="1"/>
          </p:cNvPicPr>
          <p:nvPr/>
        </p:nvPicPr>
        <p:blipFill>
          <a:blip r:embed="rId2"/>
          <a:stretch>
            <a:fillRect/>
          </a:stretch>
        </p:blipFill>
        <p:spPr>
          <a:xfrm>
            <a:off x="6509483" y="0"/>
            <a:ext cx="5682517" cy="6858000"/>
          </a:xfrm>
          <a:prstGeom prst="rect">
            <a:avLst/>
          </a:prstGeom>
        </p:spPr>
      </p:pic>
      <p:pic>
        <p:nvPicPr>
          <p:cNvPr id="10" name="Picture 9">
            <a:extLst>
              <a:ext uri="{FF2B5EF4-FFF2-40B4-BE49-F238E27FC236}">
                <a16:creationId xmlns:a16="http://schemas.microsoft.com/office/drawing/2014/main" id="{3036DC53-C43C-4835-B31E-43EE9453EB7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349287" y="178191"/>
            <a:ext cx="1440000" cy="354102"/>
          </a:xfrm>
          <a:prstGeom prst="rect">
            <a:avLst/>
          </a:prstGeom>
        </p:spPr>
      </p:pic>
      <p:sp>
        <p:nvSpPr>
          <p:cNvPr id="3" name="TextBox 2">
            <a:extLst>
              <a:ext uri="{FF2B5EF4-FFF2-40B4-BE49-F238E27FC236}">
                <a16:creationId xmlns:a16="http://schemas.microsoft.com/office/drawing/2014/main" id="{E80911FD-B297-1A6A-CEB3-8099EAB4ED1A}"/>
              </a:ext>
            </a:extLst>
          </p:cNvPr>
          <p:cNvSpPr txBox="1"/>
          <p:nvPr/>
        </p:nvSpPr>
        <p:spPr>
          <a:xfrm>
            <a:off x="285076" y="945958"/>
            <a:ext cx="5809459" cy="544764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200" b="0" i="0" u="none" strike="noStrike" kern="1200" cap="none" spc="0" normalizeH="0" baseline="0" noProof="0" dirty="0">
                <a:ln>
                  <a:noFill/>
                </a:ln>
                <a:solidFill>
                  <a:srgbClr val="515052"/>
                </a:solidFill>
                <a:effectLst/>
                <a:uLnTx/>
                <a:uFillTx/>
                <a:latin typeface="Calibri"/>
                <a:ea typeface="微软雅黑"/>
                <a:cs typeface="+mn-cs"/>
              </a:rPr>
              <a:t>本文件所述產品得到香港證券及期貨事務監察委員會（「證監會」）認可。有關認可並不意味著獲得證監會官方推介。​</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a:noFill/>
              </a:ln>
              <a:solidFill>
                <a:srgbClr val="515052"/>
              </a:solidFill>
              <a:effectLst/>
              <a:uLnTx/>
              <a:uFillTx/>
              <a:latin typeface="Calibri"/>
              <a:ea typeface="微软雅黑"/>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200" b="0" i="0" u="none" strike="noStrike" kern="1200" cap="none" spc="0" normalizeH="0" baseline="0" noProof="0" dirty="0">
                <a:ln>
                  <a:noFill/>
                </a:ln>
                <a:solidFill>
                  <a:srgbClr val="515052"/>
                </a:solidFill>
                <a:effectLst/>
                <a:uLnTx/>
                <a:uFillTx/>
                <a:latin typeface="Calibri"/>
                <a:ea typeface="微软雅黑"/>
                <a:cs typeface="+mn-cs"/>
              </a:rPr>
              <a:t>本文件僅供一般參考，並不構成投資或任何方面的意見，亦不應被視為要約或遊說投資於任何投資產品。如欲獲取投資之意見，請諮詢閣下的專業法律，稅務和財務顧問。​</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a:noFill/>
              </a:ln>
              <a:solidFill>
                <a:srgbClr val="515052"/>
              </a:solidFill>
              <a:effectLst/>
              <a:uLnTx/>
              <a:uFillTx/>
              <a:latin typeface="Calibri"/>
              <a:ea typeface="微软雅黑"/>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200" b="0" i="0" u="none" strike="noStrike" kern="1200" cap="none" spc="0" normalizeH="0" baseline="0" noProof="0" dirty="0">
                <a:ln>
                  <a:noFill/>
                </a:ln>
                <a:solidFill>
                  <a:srgbClr val="515052"/>
                </a:solidFill>
                <a:effectLst/>
                <a:uLnTx/>
                <a:uFillTx/>
                <a:latin typeface="Calibri"/>
                <a:ea typeface="微软雅黑"/>
                <a:cs typeface="+mn-cs"/>
              </a:rPr>
              <a:t>投資涉及風險。過往的業績數據並不預示未來的業績表現。投資者應仔細閱讀有關基金的銷售文件及產品資料概要，以獲取進一步資料，包括當中所載之產品特色及所有風險因素。投資者不應僅憑本文件作出投資決定。本文件不適用於禁止其分發或發送的司法管轄區。​</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a:noFill/>
              </a:ln>
              <a:solidFill>
                <a:srgbClr val="515052"/>
              </a:solidFill>
              <a:effectLst/>
              <a:uLnTx/>
              <a:uFillTx/>
              <a:latin typeface="Calibri"/>
              <a:ea typeface="微软雅黑"/>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200" b="0" i="0" u="none" strike="noStrike" kern="1200" cap="none" spc="0" normalizeH="0" baseline="0" noProof="0" dirty="0">
                <a:ln>
                  <a:noFill/>
                </a:ln>
                <a:solidFill>
                  <a:srgbClr val="515052"/>
                </a:solidFill>
                <a:effectLst/>
                <a:uLnTx/>
                <a:uFillTx/>
                <a:latin typeface="Calibri"/>
                <a:ea typeface="微软雅黑"/>
                <a:cs typeface="+mn-cs"/>
              </a:rPr>
              <a:t>所有商標、標識和品牌名稱均屬於其各自所有者。本文件中使用這些商標、標識和品牌名稱，僅用於說明目的，其各自所有者沒有對南方東英或南方東英的金融產品予以認可，或與之存在任何關係。​</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a:noFill/>
              </a:ln>
              <a:solidFill>
                <a:srgbClr val="515052"/>
              </a:solidFill>
              <a:effectLst/>
              <a:uLnTx/>
              <a:uFillTx/>
              <a:latin typeface="Calibri"/>
              <a:ea typeface="微软雅黑"/>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200" b="0" i="0" u="none" strike="noStrike" kern="1200" cap="none" spc="0" normalizeH="0" baseline="0" noProof="0" dirty="0">
                <a:ln>
                  <a:noFill/>
                </a:ln>
                <a:solidFill>
                  <a:srgbClr val="515052"/>
                </a:solidFill>
                <a:effectLst/>
                <a:uLnTx/>
                <a:uFillTx/>
                <a:latin typeface="Calibri"/>
                <a:ea typeface="微软雅黑"/>
                <a:cs typeface="+mn-cs"/>
              </a:rPr>
              <a:t>本文件並不具法律約束力。南方東英對本文件概不負責，並表明不會就因本文件全部或任何部分內容而產生或因依賴該等內容而引致的任何損失承擔任何責任。本文件並不授予收件人任何使用所載資訊的版權或智慧財產權（不論是直接，或非直接，或暗示）。 在未經南方東英書面同意下，不得複印，分發或複製本文件內之任何資料或任何部分。​</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a:noFill/>
              </a:ln>
              <a:solidFill>
                <a:srgbClr val="515052"/>
              </a:solidFill>
              <a:effectLst/>
              <a:uLnTx/>
              <a:uFillTx/>
              <a:latin typeface="Calibri"/>
              <a:ea typeface="微软雅黑"/>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200" b="0" i="0" u="none" strike="noStrike" kern="1200" cap="none" spc="0" normalizeH="0" baseline="0" noProof="0" dirty="0">
                <a:ln>
                  <a:noFill/>
                </a:ln>
                <a:solidFill>
                  <a:srgbClr val="515052"/>
                </a:solidFill>
                <a:effectLst/>
                <a:uLnTx/>
                <a:uFillTx/>
                <a:latin typeface="Calibri"/>
                <a:ea typeface="微软雅黑"/>
                <a:cs typeface="+mn-cs"/>
              </a:rPr>
              <a:t>本文件所述產品或面臨地域、市場、行業或投資工具集中風險。相比具有更多元化投資組合的基金，本文件所述產品的價值波動可能更大。​</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a:noFill/>
              </a:ln>
              <a:solidFill>
                <a:srgbClr val="515052"/>
              </a:solidFill>
              <a:effectLst/>
              <a:uLnTx/>
              <a:uFillTx/>
              <a:latin typeface="Calibri"/>
              <a:ea typeface="微软雅黑"/>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200" b="0" i="0" u="none" strike="noStrike" kern="1200" cap="none" spc="0" normalizeH="0" baseline="0" noProof="0" dirty="0">
                <a:ln>
                  <a:noFill/>
                </a:ln>
                <a:solidFill>
                  <a:srgbClr val="515052"/>
                </a:solidFill>
                <a:effectLst/>
                <a:uLnTx/>
                <a:uFillTx/>
                <a:latin typeface="Calibri"/>
                <a:ea typeface="微软雅黑"/>
                <a:cs typeface="+mn-cs"/>
              </a:rPr>
              <a:t>有關指數提供者免責聲明，請參閱相關基金的發售文件。本文件由南方東英編制，並未經證監會審閱。​</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a:noFill/>
              </a:ln>
              <a:solidFill>
                <a:srgbClr val="515052"/>
              </a:solidFill>
              <a:effectLst/>
              <a:uLnTx/>
              <a:uFillTx/>
              <a:latin typeface="Calibri"/>
              <a:ea typeface="微软雅黑"/>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200" b="0" i="0" u="none" strike="noStrike" kern="1200" cap="none" spc="0" normalizeH="0" baseline="0" noProof="0" dirty="0">
                <a:ln>
                  <a:noFill/>
                </a:ln>
                <a:solidFill>
                  <a:srgbClr val="515052"/>
                </a:solidFill>
                <a:effectLst/>
                <a:uLnTx/>
                <a:uFillTx/>
                <a:latin typeface="Calibri"/>
                <a:ea typeface="微软雅黑"/>
                <a:cs typeface="+mn-cs"/>
              </a:rPr>
              <a:t>發行人：南方東英資產管理有限公司 </a:t>
            </a:r>
            <a:r>
              <a:rPr kumimoji="0" lang="en-US" altLang="zh-TW" sz="1200" b="0" i="0" u="none" strike="noStrike" kern="1200" cap="none" spc="0" normalizeH="0" baseline="0" noProof="0" dirty="0">
                <a:ln>
                  <a:noFill/>
                </a:ln>
                <a:solidFill>
                  <a:srgbClr val="515052"/>
                </a:solidFill>
                <a:effectLst/>
                <a:uLnTx/>
                <a:uFillTx/>
                <a:latin typeface="Calibri"/>
                <a:ea typeface="微软雅黑"/>
                <a:cs typeface="+mn-cs"/>
              </a:rPr>
              <a:t>Compliance code: : LH2026060401​</a:t>
            </a:r>
            <a:endParaRPr kumimoji="0" lang="en-US" sz="1200" b="0" i="0" u="none" strike="noStrike" kern="1200" cap="none" spc="0" normalizeH="0" baseline="0" noProof="0" dirty="0">
              <a:ln>
                <a:noFill/>
              </a:ln>
              <a:solidFill>
                <a:srgbClr val="515052"/>
              </a:solidFill>
              <a:effectLst/>
              <a:uLnTx/>
              <a:uFillTx/>
              <a:latin typeface="Calibri"/>
              <a:ea typeface="微软雅黑"/>
              <a:cs typeface="+mn-cs"/>
            </a:endParaRPr>
          </a:p>
        </p:txBody>
      </p:sp>
      <p:sp>
        <p:nvSpPr>
          <p:cNvPr id="4" name="Rectangle 3">
            <a:extLst>
              <a:ext uri="{FF2B5EF4-FFF2-40B4-BE49-F238E27FC236}">
                <a16:creationId xmlns:a16="http://schemas.microsoft.com/office/drawing/2014/main" id="{4BBC0FB2-17D0-A984-8620-1B9998E255AC}"/>
              </a:ext>
            </a:extLst>
          </p:cNvPr>
          <p:cNvSpPr/>
          <p:nvPr/>
        </p:nvSpPr>
        <p:spPr>
          <a:xfrm>
            <a:off x="285076" y="472740"/>
            <a:ext cx="10972800" cy="475488"/>
          </a:xfrm>
          <a:prstGeom prst="rect">
            <a:avLst/>
          </a:prstGeom>
        </p:spPr>
        <p:txBody>
          <a:bodyPr wrap="none" lIns="0" tIns="0" rIns="0" bIns="0" anchor="t">
            <a:noAutofit/>
          </a:bodyPr>
          <a:lstStyle/>
          <a:p>
            <a:pPr marL="0" marR="0" lvl="0" indent="0" algn="l" defTabSz="914400" rtl="0" eaLnBrk="0" fontAlgn="base" latinLnBrk="0" hangingPunct="0">
              <a:lnSpc>
                <a:spcPts val="28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285FAF"/>
                </a:solidFill>
                <a:effectLst/>
                <a:uLnTx/>
                <a:uFillTx/>
                <a:latin typeface="微软雅黑"/>
                <a:ea typeface="微软雅黑"/>
                <a:cs typeface="+mn-cs"/>
              </a:rPr>
              <a:t>免責聲明</a:t>
            </a:r>
            <a:endParaRPr kumimoji="0" lang="en-US" sz="1800" b="0" i="0" u="none" strike="noStrike" kern="1200" cap="none" spc="0" normalizeH="0" baseline="0" noProof="0" dirty="0">
              <a:ln>
                <a:noFill/>
              </a:ln>
              <a:solidFill>
                <a:prstClr val="black"/>
              </a:solidFill>
              <a:effectLst/>
              <a:uLnTx/>
              <a:uFillTx/>
              <a:latin typeface="微软雅黑"/>
              <a:ea typeface="微软雅黑"/>
              <a:cs typeface="+mn-cs"/>
            </a:endParaRPr>
          </a:p>
        </p:txBody>
      </p:sp>
    </p:spTree>
    <p:extLst>
      <p:ext uri="{BB962C8B-B14F-4D97-AF65-F5344CB8AC3E}">
        <p14:creationId xmlns:p14="http://schemas.microsoft.com/office/powerpoint/2010/main" val="419913928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MM_SLIDE_TYPE" val="6"/>
</p:tagLst>
</file>

<file path=ppt/tags/tag10.xml><?xml version="1.0" encoding="utf-8"?>
<p:tagLst xmlns:a="http://schemas.openxmlformats.org/drawingml/2006/main" xmlns:r="http://schemas.openxmlformats.org/officeDocument/2006/relationships" xmlns:p="http://schemas.openxmlformats.org/presentationml/2006/main">
  <p:tag name="MM_SLIDE_TYPE" val="6"/>
</p:tagLst>
</file>

<file path=ppt/tags/tag11.xml><?xml version="1.0" encoding="utf-8"?>
<p:tagLst xmlns:a="http://schemas.openxmlformats.org/drawingml/2006/main" xmlns:r="http://schemas.openxmlformats.org/officeDocument/2006/relationships" xmlns:p="http://schemas.openxmlformats.org/presentationml/2006/main">
  <p:tag name="MM_SLIDE_TYPE" val="6"/>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MM_SLIDE_TYPE" val="6"/>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MM_SLIDE_TYPE" val="6"/>
</p:tagLst>
</file>

<file path=ppt/tags/tag19.xml><?xml version="1.0" encoding="utf-8"?>
<p:tagLst xmlns:a="http://schemas.openxmlformats.org/drawingml/2006/main" xmlns:r="http://schemas.openxmlformats.org/officeDocument/2006/relationships" xmlns:p="http://schemas.openxmlformats.org/presentationml/2006/main">
  <p:tag name="MM_SLIDE_TYPE" val="6"/>
</p:tagLst>
</file>

<file path=ppt/tags/tag20.xml><?xml version="1.0" encoding="utf-8"?>
<p:tagLst xmlns:a="http://schemas.openxmlformats.org/drawingml/2006/main" xmlns:r="http://schemas.openxmlformats.org/officeDocument/2006/relationships" xmlns:p="http://schemas.openxmlformats.org/presentationml/2006/main">
  <p:tag name="ISLIDE.PICTURE" val="#VCG41182176329;#VCG41N906577940;#VCG41N510102765;"/>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ISLIDE.ICON" val="#8991;"/>
  <p:tag name="ISLIDE.VECTOR" val="#242202;"/>
</p:tagLst>
</file>

<file path=ppt/tags/tag23.xml><?xml version="1.0" encoding="utf-8"?>
<p:tagLst xmlns:a="http://schemas.openxmlformats.org/drawingml/2006/main" xmlns:r="http://schemas.openxmlformats.org/officeDocument/2006/relationships" xmlns:p="http://schemas.openxmlformats.org/presentationml/2006/main">
  <p:tag name="ISLIDE.ICON" val="#60562;#403015;#60562;"/>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ISLIDE.ICON" val="#393580;"/>
</p:tagLst>
</file>

<file path=ppt/tags/tag31.xml><?xml version="1.0" encoding="utf-8"?>
<p:tagLst xmlns:a="http://schemas.openxmlformats.org/drawingml/2006/main" xmlns:r="http://schemas.openxmlformats.org/officeDocument/2006/relationships" xmlns:p="http://schemas.openxmlformats.org/presentationml/2006/main">
  <p:tag name="ISLIDE.ICON" val="#60562;#403015;#60562;"/>
</p:tagLst>
</file>

<file path=ppt/tags/tag32.xml><?xml version="1.0" encoding="utf-8"?>
<p:tagLst xmlns:a="http://schemas.openxmlformats.org/drawingml/2006/main" xmlns:r="http://schemas.openxmlformats.org/officeDocument/2006/relationships" xmlns:p="http://schemas.openxmlformats.org/presentationml/2006/main">
  <p:tag name="ISLIDE.ICON" val="#8991;"/>
  <p:tag name="ISLIDE.VECTOR" val="#242202;"/>
</p:tagLst>
</file>

<file path=ppt/tags/tag33.xml><?xml version="1.0" encoding="utf-8"?>
<p:tagLst xmlns:a="http://schemas.openxmlformats.org/drawingml/2006/main" xmlns:r="http://schemas.openxmlformats.org/officeDocument/2006/relationships" xmlns:p="http://schemas.openxmlformats.org/presentationml/2006/main">
  <p:tag name="ISLIDE.ICON" val="#60562;#403015;#60562;"/>
</p:tagLst>
</file>

<file path=ppt/tags/tag34.xml><?xml version="1.0" encoding="utf-8"?>
<p:tagLst xmlns:a="http://schemas.openxmlformats.org/drawingml/2006/main" xmlns:r="http://schemas.openxmlformats.org/officeDocument/2006/relationships" xmlns:p="http://schemas.openxmlformats.org/presentationml/2006/main">
  <p:tag name="ISLIDE.ICON" val="#393580;"/>
</p:tagLst>
</file>

<file path=ppt/tags/tag35.xml><?xml version="1.0" encoding="utf-8"?>
<p:tagLst xmlns:a="http://schemas.openxmlformats.org/drawingml/2006/main" xmlns:r="http://schemas.openxmlformats.org/officeDocument/2006/relationships" xmlns:p="http://schemas.openxmlformats.org/presentationml/2006/main">
  <p:tag name="ISLIDE.ICON" val="#393580;"/>
</p:tagLst>
</file>

<file path=ppt/tags/tag36.xml><?xml version="1.0" encoding="utf-8"?>
<p:tagLst xmlns:a="http://schemas.openxmlformats.org/drawingml/2006/main" xmlns:r="http://schemas.openxmlformats.org/officeDocument/2006/relationships" xmlns:p="http://schemas.openxmlformats.org/presentationml/2006/main">
  <p:tag name="ISLIDE.ICON" val="#60562;#403015;#60562;"/>
</p:tagLst>
</file>

<file path=ppt/tags/tag37.xml><?xml version="1.0" encoding="utf-8"?>
<p:tagLst xmlns:a="http://schemas.openxmlformats.org/drawingml/2006/main" xmlns:r="http://schemas.openxmlformats.org/officeDocument/2006/relationships" xmlns:p="http://schemas.openxmlformats.org/presentationml/2006/main">
  <p:tag name="ISLIDE.DIAGRAM" val="#892051;"/>
</p:tagLst>
</file>

<file path=ppt/theme/theme1.xml><?xml version="1.0" encoding="utf-8"?>
<a:theme xmlns:a="http://schemas.openxmlformats.org/drawingml/2006/main" name="2_Office Theme">
  <a:themeElements>
    <a:clrScheme name="CSOP Color">
      <a:dk1>
        <a:srgbClr val="515052"/>
      </a:dk1>
      <a:lt1>
        <a:sysClr val="window" lastClr="FFFFFF"/>
      </a:lt1>
      <a:dk2>
        <a:srgbClr val="2660AD"/>
      </a:dk2>
      <a:lt2>
        <a:srgbClr val="DAC77D"/>
      </a:lt2>
      <a:accent1>
        <a:srgbClr val="2660AD"/>
      </a:accent1>
      <a:accent2>
        <a:srgbClr val="629DD1"/>
      </a:accent2>
      <a:accent3>
        <a:srgbClr val="5AA2AE"/>
      </a:accent3>
      <a:accent4>
        <a:srgbClr val="7F8FA9"/>
      </a:accent4>
      <a:accent5>
        <a:srgbClr val="FF9999"/>
      </a:accent5>
      <a:accent6>
        <a:srgbClr val="2ACCEC"/>
      </a:accent6>
      <a:hlink>
        <a:srgbClr val="3477B2"/>
      </a:hlink>
      <a:folHlink>
        <a:srgbClr val="996600"/>
      </a:folHlink>
    </a:clrScheme>
    <a:fontScheme name="th1zng03">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Office Theme">
  <a:themeElements>
    <a:clrScheme name="Custom 3">
      <a:dk1>
        <a:srgbClr val="515052"/>
      </a:dk1>
      <a:lt1>
        <a:sysClr val="window" lastClr="FFFFFF"/>
      </a:lt1>
      <a:dk2>
        <a:srgbClr val="2660AD"/>
      </a:dk2>
      <a:lt2>
        <a:srgbClr val="DAC77D"/>
      </a:lt2>
      <a:accent1>
        <a:srgbClr val="2660AD"/>
      </a:accent1>
      <a:accent2>
        <a:srgbClr val="629DD1"/>
      </a:accent2>
      <a:accent3>
        <a:srgbClr val="5AA2AE"/>
      </a:accent3>
      <a:accent4>
        <a:srgbClr val="7F8FA9"/>
      </a:accent4>
      <a:accent5>
        <a:srgbClr val="FF9999"/>
      </a:accent5>
      <a:accent6>
        <a:srgbClr val="2ACCEC"/>
      </a:accent6>
      <a:hlink>
        <a:srgbClr val="3477B2"/>
      </a:hlink>
      <a:folHlink>
        <a:srgbClr val="660000"/>
      </a:folHlink>
    </a:clrScheme>
    <a:fontScheme name="th1zng03">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New Template-V2" id="{3D07A4C9-F706-4D46-9426-6BE568FDC383}" vid="{85154775-3647-4C00-B029-15EC6CBDCC90}"/>
    </a:ext>
  </a:extLst>
</a:theme>
</file>

<file path=ppt/theme/theme3.xml><?xml version="1.0" encoding="utf-8"?>
<a:theme xmlns:a="http://schemas.openxmlformats.org/drawingml/2006/main" name="3_Office Theme">
  <a:themeElements>
    <a:clrScheme name="Custom 8">
      <a:dk1>
        <a:srgbClr val="000000"/>
      </a:dk1>
      <a:lt1>
        <a:sysClr val="window" lastClr="FFFFFF"/>
      </a:lt1>
      <a:dk2>
        <a:srgbClr val="2660AD"/>
      </a:dk2>
      <a:lt2>
        <a:srgbClr val="DAC77D"/>
      </a:lt2>
      <a:accent1>
        <a:srgbClr val="2660AD"/>
      </a:accent1>
      <a:accent2>
        <a:srgbClr val="629DD1"/>
      </a:accent2>
      <a:accent3>
        <a:srgbClr val="5AA2AE"/>
      </a:accent3>
      <a:accent4>
        <a:srgbClr val="7F8FA9"/>
      </a:accent4>
      <a:accent5>
        <a:srgbClr val="FF9999"/>
      </a:accent5>
      <a:accent6>
        <a:srgbClr val="2ACCEC"/>
      </a:accent6>
      <a:hlink>
        <a:srgbClr val="3477B2"/>
      </a:hlink>
      <a:folHlink>
        <a:srgbClr val="996600"/>
      </a:folHlink>
    </a:clrScheme>
    <a:fontScheme name="Custom 3">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8_Office Theme">
  <a:themeElements>
    <a:clrScheme name="CSOP Color">
      <a:dk1>
        <a:srgbClr val="515052"/>
      </a:dk1>
      <a:lt1>
        <a:sysClr val="window" lastClr="FFFFFF"/>
      </a:lt1>
      <a:dk2>
        <a:srgbClr val="2660AD"/>
      </a:dk2>
      <a:lt2>
        <a:srgbClr val="DAC77D"/>
      </a:lt2>
      <a:accent1>
        <a:srgbClr val="2660AD"/>
      </a:accent1>
      <a:accent2>
        <a:srgbClr val="629DD1"/>
      </a:accent2>
      <a:accent3>
        <a:srgbClr val="5AA2AE"/>
      </a:accent3>
      <a:accent4>
        <a:srgbClr val="7F8FA9"/>
      </a:accent4>
      <a:accent5>
        <a:srgbClr val="FF9999"/>
      </a:accent5>
      <a:accent6>
        <a:srgbClr val="2ACCEC"/>
      </a:accent6>
      <a:hlink>
        <a:srgbClr val="3477B2"/>
      </a:hlink>
      <a:folHlink>
        <a:srgbClr val="996600"/>
      </a:folHlink>
    </a:clrScheme>
    <a:fontScheme name="vbcneazi">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4_Office Theme">
  <a:themeElements>
    <a:clrScheme name="Custom 3">
      <a:dk1>
        <a:srgbClr val="515052"/>
      </a:dk1>
      <a:lt1>
        <a:sysClr val="window" lastClr="FFFFFF"/>
      </a:lt1>
      <a:dk2>
        <a:srgbClr val="2660AD"/>
      </a:dk2>
      <a:lt2>
        <a:srgbClr val="DAC77D"/>
      </a:lt2>
      <a:accent1>
        <a:srgbClr val="2660AD"/>
      </a:accent1>
      <a:accent2>
        <a:srgbClr val="629DD1"/>
      </a:accent2>
      <a:accent3>
        <a:srgbClr val="5AA2AE"/>
      </a:accent3>
      <a:accent4>
        <a:srgbClr val="7F8FA9"/>
      </a:accent4>
      <a:accent5>
        <a:srgbClr val="FF9999"/>
      </a:accent5>
      <a:accent6>
        <a:srgbClr val="2ACCEC"/>
      </a:accent6>
      <a:hlink>
        <a:srgbClr val="3477B2"/>
      </a:hlink>
      <a:folHlink>
        <a:srgbClr val="660000"/>
      </a:folHlink>
    </a:clrScheme>
    <a:fontScheme name="02bbe0de-f2ff-4c65-8d67-8e5b4174c5b3">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New Template-V2" id="{3D07A4C9-F706-4D46-9426-6BE568FDC383}" vid="{85154775-3647-4C00-B029-15EC6CBDCC90}"/>
    </a:ext>
  </a:extLst>
</a:theme>
</file>

<file path=ppt/theme/theme6.xml><?xml version="1.0" encoding="utf-8"?>
<a:theme xmlns:a="http://schemas.openxmlformats.org/drawingml/2006/main" name="Shujin Theme">
  <a:themeElements>
    <a:clrScheme name="Summer Fun">
      <a:dk1>
        <a:sysClr val="windowText" lastClr="000000"/>
      </a:dk1>
      <a:lt1>
        <a:sysClr val="window" lastClr="FFFFFF"/>
      </a:lt1>
      <a:dk2>
        <a:srgbClr val="335B74"/>
      </a:dk2>
      <a:lt2>
        <a:srgbClr val="DFE3E5"/>
      </a:lt2>
      <a:accent1>
        <a:srgbClr val="8ECAE6"/>
      </a:accent1>
      <a:accent2>
        <a:srgbClr val="2660AD"/>
      </a:accent2>
      <a:accent3>
        <a:srgbClr val="023047"/>
      </a:accent3>
      <a:accent4>
        <a:srgbClr val="FFB703"/>
      </a:accent4>
      <a:accent5>
        <a:srgbClr val="FB8500"/>
      </a:accent5>
      <a:accent6>
        <a:srgbClr val="679436"/>
      </a:accent6>
      <a:hlink>
        <a:srgbClr val="CD3952"/>
      </a:hlink>
      <a:folHlink>
        <a:srgbClr val="413620"/>
      </a:folHlink>
    </a:clrScheme>
    <a:fontScheme name="SegoeYahei">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lumMod val="50000"/>
            </a:schemeClr>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202601_FX_CN_revised-compliance 0204" id="{2DAFF956-DE79-4552-9833-16CE4C18D5D3}" vid="{E394872A-9757-4274-949D-58E1C2C3E630}"/>
    </a:ext>
  </a:extLst>
</a:theme>
</file>

<file path=ppt/theme/theme7.xml><?xml version="1.0" encoding="utf-8"?>
<a:theme xmlns:a="http://schemas.openxmlformats.org/drawingml/2006/main" name="1_Shujin Theme">
  <a:themeElements>
    <a:clrScheme name="Summer Fun">
      <a:dk1>
        <a:sysClr val="windowText" lastClr="000000"/>
      </a:dk1>
      <a:lt1>
        <a:sysClr val="window" lastClr="FFFFFF"/>
      </a:lt1>
      <a:dk2>
        <a:srgbClr val="335B74"/>
      </a:dk2>
      <a:lt2>
        <a:srgbClr val="DFE3E5"/>
      </a:lt2>
      <a:accent1>
        <a:srgbClr val="8ECAE6"/>
      </a:accent1>
      <a:accent2>
        <a:srgbClr val="2660AD"/>
      </a:accent2>
      <a:accent3>
        <a:srgbClr val="023047"/>
      </a:accent3>
      <a:accent4>
        <a:srgbClr val="FFB703"/>
      </a:accent4>
      <a:accent5>
        <a:srgbClr val="FB8500"/>
      </a:accent5>
      <a:accent6>
        <a:srgbClr val="679436"/>
      </a:accent6>
      <a:hlink>
        <a:srgbClr val="CD3952"/>
      </a:hlink>
      <a:folHlink>
        <a:srgbClr val="413620"/>
      </a:folHlink>
    </a:clrScheme>
    <a:fontScheme name="SegoeYahei">
      <a:majorFont>
        <a:latin typeface="Segoe UI"/>
        <a:ea typeface="微软雅黑"/>
        <a:cs typeface=""/>
      </a:majorFont>
      <a:minorFont>
        <a:latin typeface="Segoe UI"/>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lumMod val="50000"/>
            </a:schemeClr>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202601_FX_CN_revised-compliance 0204" id="{2DAFF956-DE79-4552-9833-16CE4C18D5D3}" vid="{E394872A-9757-4274-949D-58E1C2C3E630}"/>
    </a:ext>
  </a:extLst>
</a:theme>
</file>

<file path=ppt/theme/theme8.xml><?xml version="1.0" encoding="utf-8"?>
<a:theme xmlns:a="http://schemas.openxmlformats.org/drawingml/2006/main" name="10_Office Theme">
  <a:themeElements>
    <a:clrScheme name="Custom 3">
      <a:dk1>
        <a:srgbClr val="515052"/>
      </a:dk1>
      <a:lt1>
        <a:sysClr val="window" lastClr="FFFFFF"/>
      </a:lt1>
      <a:dk2>
        <a:srgbClr val="2660AD"/>
      </a:dk2>
      <a:lt2>
        <a:srgbClr val="DAC77D"/>
      </a:lt2>
      <a:accent1>
        <a:srgbClr val="2660AD"/>
      </a:accent1>
      <a:accent2>
        <a:srgbClr val="629DD1"/>
      </a:accent2>
      <a:accent3>
        <a:srgbClr val="5AA2AE"/>
      </a:accent3>
      <a:accent4>
        <a:srgbClr val="7F8FA9"/>
      </a:accent4>
      <a:accent5>
        <a:srgbClr val="FF9999"/>
      </a:accent5>
      <a:accent6>
        <a:srgbClr val="2ACCEC"/>
      </a:accent6>
      <a:hlink>
        <a:srgbClr val="3477B2"/>
      </a:hlink>
      <a:folHlink>
        <a:srgbClr val="660000"/>
      </a:folHlink>
    </a:clrScheme>
    <a:fontScheme name="Custom 70">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New Template-V2" id="{3D07A4C9-F706-4D46-9426-6BE568FDC383}" vid="{85154775-3647-4C00-B029-15EC6CBDCC90}"/>
    </a:ext>
  </a:extLst>
</a:theme>
</file>

<file path=ppt/theme/theme9.xml><?xml version="1.0" encoding="utf-8"?>
<a:theme xmlns:a="http://schemas.openxmlformats.org/drawingml/2006/main" name="2_Shujin Theme">
  <a:themeElements>
    <a:clrScheme name="Summer Fun">
      <a:dk1>
        <a:sysClr val="windowText" lastClr="000000"/>
      </a:dk1>
      <a:lt1>
        <a:sysClr val="window" lastClr="FFFFFF"/>
      </a:lt1>
      <a:dk2>
        <a:srgbClr val="335B74"/>
      </a:dk2>
      <a:lt2>
        <a:srgbClr val="DFE3E5"/>
      </a:lt2>
      <a:accent1>
        <a:srgbClr val="8ECAE6"/>
      </a:accent1>
      <a:accent2>
        <a:srgbClr val="2660AD"/>
      </a:accent2>
      <a:accent3>
        <a:srgbClr val="023047"/>
      </a:accent3>
      <a:accent4>
        <a:srgbClr val="FFB703"/>
      </a:accent4>
      <a:accent5>
        <a:srgbClr val="FB8500"/>
      </a:accent5>
      <a:accent6>
        <a:srgbClr val="679436"/>
      </a:accent6>
      <a:hlink>
        <a:srgbClr val="CD3952"/>
      </a:hlink>
      <a:folHlink>
        <a:srgbClr val="413620"/>
      </a:folHlink>
    </a:clrScheme>
    <a:fontScheme name="Custom 2">
      <a:majorFont>
        <a:latin typeface="Calibri"/>
        <a:ea typeface="微软雅黑"/>
        <a:cs typeface=""/>
      </a:majorFont>
      <a:minorFont>
        <a:latin typeface="Calibri"/>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lumMod val="50000"/>
            </a:schemeClr>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202601_FX_CN_revised-compliance 0204" id="{2DAFF956-DE79-4552-9833-16CE4C18D5D3}" vid="{E394872A-9757-4274-949D-58E1C2C3E630}"/>
    </a:ext>
  </a:extLst>
</a:theme>
</file>

<file path=ppt/theme/theme10.xml><?xml version="1.0" encoding="utf-8"?>
<a:theme xmlns:a="http://schemas.openxmlformats.org/drawingml/2006/main" name="11_Office Theme">
  <a:themeElements>
    <a:clrScheme name="CSOP Color">
      <a:dk1>
        <a:srgbClr val="515052"/>
      </a:dk1>
      <a:lt1>
        <a:sysClr val="window" lastClr="FFFFFF"/>
      </a:lt1>
      <a:dk2>
        <a:srgbClr val="2660AD"/>
      </a:dk2>
      <a:lt2>
        <a:srgbClr val="DAC77D"/>
      </a:lt2>
      <a:accent1>
        <a:srgbClr val="2660AD"/>
      </a:accent1>
      <a:accent2>
        <a:srgbClr val="629DD1"/>
      </a:accent2>
      <a:accent3>
        <a:srgbClr val="5AA2AE"/>
      </a:accent3>
      <a:accent4>
        <a:srgbClr val="7F8FA9"/>
      </a:accent4>
      <a:accent5>
        <a:srgbClr val="FF9999"/>
      </a:accent5>
      <a:accent6>
        <a:srgbClr val="2ACCEC"/>
      </a:accent6>
      <a:hlink>
        <a:srgbClr val="3477B2"/>
      </a:hlink>
      <a:folHlink>
        <a:srgbClr val="996600"/>
      </a:folHlink>
    </a:clrScheme>
    <a:fontScheme name="473b0a38-d6df-4907-a294-965565a24fea">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Summer Fun">
    <a:dk1>
      <a:sysClr val="windowText" lastClr="000000"/>
    </a:dk1>
    <a:lt1>
      <a:sysClr val="window" lastClr="FFFFFF"/>
    </a:lt1>
    <a:dk2>
      <a:srgbClr val="335B74"/>
    </a:dk2>
    <a:lt2>
      <a:srgbClr val="DFE3E5"/>
    </a:lt2>
    <a:accent1>
      <a:srgbClr val="8ECAE6"/>
    </a:accent1>
    <a:accent2>
      <a:srgbClr val="2660AD"/>
    </a:accent2>
    <a:accent3>
      <a:srgbClr val="023047"/>
    </a:accent3>
    <a:accent4>
      <a:srgbClr val="FFB703"/>
    </a:accent4>
    <a:accent5>
      <a:srgbClr val="FB8500"/>
    </a:accent5>
    <a:accent6>
      <a:srgbClr val="679436"/>
    </a:accent6>
    <a:hlink>
      <a:srgbClr val="CD3952"/>
    </a:hlink>
    <a:folHlink>
      <a:srgbClr val="413620"/>
    </a:folHlink>
  </a:clrScheme>
  <a:fontScheme name="SegoeYahei">
    <a:majorFont>
      <a:latin typeface="Segoe UI"/>
      <a:ea typeface="微软雅黑"/>
      <a:cs typeface=""/>
    </a:majorFont>
    <a:minorFont>
      <a:latin typeface="Segoe UI"/>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Summer Fun">
    <a:dk1>
      <a:sysClr val="windowText" lastClr="000000"/>
    </a:dk1>
    <a:lt1>
      <a:sysClr val="window" lastClr="FFFFFF"/>
    </a:lt1>
    <a:dk2>
      <a:srgbClr val="335B74"/>
    </a:dk2>
    <a:lt2>
      <a:srgbClr val="DFE3E5"/>
    </a:lt2>
    <a:accent1>
      <a:srgbClr val="8ECAE6"/>
    </a:accent1>
    <a:accent2>
      <a:srgbClr val="2660AD"/>
    </a:accent2>
    <a:accent3>
      <a:srgbClr val="023047"/>
    </a:accent3>
    <a:accent4>
      <a:srgbClr val="FFB703"/>
    </a:accent4>
    <a:accent5>
      <a:srgbClr val="FB8500"/>
    </a:accent5>
    <a:accent6>
      <a:srgbClr val="679436"/>
    </a:accent6>
    <a:hlink>
      <a:srgbClr val="CD3952"/>
    </a:hlink>
    <a:folHlink>
      <a:srgbClr val="413620"/>
    </a:folHlink>
  </a:clrScheme>
  <a:fontScheme name="SegoeYahei">
    <a:majorFont>
      <a:latin typeface="Segoe UI"/>
      <a:ea typeface="微软雅黑"/>
      <a:cs typeface=""/>
    </a:majorFont>
    <a:minorFont>
      <a:latin typeface="Segoe UI"/>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Summer Fun">
    <a:dk1>
      <a:sysClr val="windowText" lastClr="000000"/>
    </a:dk1>
    <a:lt1>
      <a:sysClr val="window" lastClr="FFFFFF"/>
    </a:lt1>
    <a:dk2>
      <a:srgbClr val="335B74"/>
    </a:dk2>
    <a:lt2>
      <a:srgbClr val="DFE3E5"/>
    </a:lt2>
    <a:accent1>
      <a:srgbClr val="8ECAE6"/>
    </a:accent1>
    <a:accent2>
      <a:srgbClr val="2660AD"/>
    </a:accent2>
    <a:accent3>
      <a:srgbClr val="023047"/>
    </a:accent3>
    <a:accent4>
      <a:srgbClr val="FFB703"/>
    </a:accent4>
    <a:accent5>
      <a:srgbClr val="FB8500"/>
    </a:accent5>
    <a:accent6>
      <a:srgbClr val="679436"/>
    </a:accent6>
    <a:hlink>
      <a:srgbClr val="CD3952"/>
    </a:hlink>
    <a:folHlink>
      <a:srgbClr val="41362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4.xml><?xml version="1.0" encoding="utf-8"?>
<a:themeOverride xmlns:a="http://schemas.openxmlformats.org/drawingml/2006/main">
  <a:clrScheme name="Summer Fun">
    <a:dk1>
      <a:sysClr val="windowText" lastClr="000000"/>
    </a:dk1>
    <a:lt1>
      <a:sysClr val="window" lastClr="FFFFFF"/>
    </a:lt1>
    <a:dk2>
      <a:srgbClr val="335B74"/>
    </a:dk2>
    <a:lt2>
      <a:srgbClr val="DFE3E5"/>
    </a:lt2>
    <a:accent1>
      <a:srgbClr val="8ECAE6"/>
    </a:accent1>
    <a:accent2>
      <a:srgbClr val="2660AD"/>
    </a:accent2>
    <a:accent3>
      <a:srgbClr val="023047"/>
    </a:accent3>
    <a:accent4>
      <a:srgbClr val="FFB703"/>
    </a:accent4>
    <a:accent5>
      <a:srgbClr val="FB8500"/>
    </a:accent5>
    <a:accent6>
      <a:srgbClr val="679436"/>
    </a:accent6>
    <a:hlink>
      <a:srgbClr val="CD3952"/>
    </a:hlink>
    <a:folHlink>
      <a:srgbClr val="413620"/>
    </a:folHlink>
  </a:clrScheme>
  <a:fontScheme name="SegoeYahei">
    <a:majorFont>
      <a:latin typeface="Segoe UI"/>
      <a:ea typeface="微软雅黑"/>
      <a:cs typeface=""/>
    </a:majorFont>
    <a:minorFont>
      <a:latin typeface="Segoe UI"/>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8.xml><?xml version="1.0" encoding="utf-8"?>
<a:themeOverride xmlns:a="http://schemas.openxmlformats.org/drawingml/2006/main">
  <a:clrScheme name="CSOP Color">
    <a:dk1>
      <a:srgbClr val="515052"/>
    </a:dk1>
    <a:lt1>
      <a:sysClr val="window" lastClr="FFFFFF"/>
    </a:lt1>
    <a:dk2>
      <a:srgbClr val="2660AD"/>
    </a:dk2>
    <a:lt2>
      <a:srgbClr val="DAC77D"/>
    </a:lt2>
    <a:accent1>
      <a:srgbClr val="2660AD"/>
    </a:accent1>
    <a:accent2>
      <a:srgbClr val="629DD1"/>
    </a:accent2>
    <a:accent3>
      <a:srgbClr val="5AA2AE"/>
    </a:accent3>
    <a:accent4>
      <a:srgbClr val="7F8FA9"/>
    </a:accent4>
    <a:accent5>
      <a:srgbClr val="FF9999"/>
    </a:accent5>
    <a:accent6>
      <a:srgbClr val="2ACCEC"/>
    </a:accent6>
    <a:hlink>
      <a:srgbClr val="3477B2"/>
    </a:hlink>
    <a:folHlink>
      <a:srgbClr val="996600"/>
    </a:folHlink>
  </a:clrScheme>
</a:themeOverride>
</file>

<file path=ppt/theme/themeOverride9.xml><?xml version="1.0" encoding="utf-8"?>
<a:themeOverride xmlns:a="http://schemas.openxmlformats.org/drawingml/2006/main">
  <a:clrScheme name="CSOP Color">
    <a:dk1>
      <a:srgbClr val="515052"/>
    </a:dk1>
    <a:lt1>
      <a:sysClr val="window" lastClr="FFFFFF"/>
    </a:lt1>
    <a:dk2>
      <a:srgbClr val="2660AD"/>
    </a:dk2>
    <a:lt2>
      <a:srgbClr val="DAC77D"/>
    </a:lt2>
    <a:accent1>
      <a:srgbClr val="2660AD"/>
    </a:accent1>
    <a:accent2>
      <a:srgbClr val="629DD1"/>
    </a:accent2>
    <a:accent3>
      <a:srgbClr val="5AA2AE"/>
    </a:accent3>
    <a:accent4>
      <a:srgbClr val="7F8FA9"/>
    </a:accent4>
    <a:accent5>
      <a:srgbClr val="FF9999"/>
    </a:accent5>
    <a:accent6>
      <a:srgbClr val="2ACCEC"/>
    </a:accent6>
    <a:hlink>
      <a:srgbClr val="3477B2"/>
    </a:hlink>
    <a:folHlink>
      <a:srgbClr val="996600"/>
    </a:folHlink>
  </a:clrScheme>
</a:themeOverride>
</file>

<file path=ppt/theme/themeOverride10.xml><?xml version="1.0" encoding="utf-8"?>
<a:themeOverride xmlns:a="http://schemas.openxmlformats.org/drawingml/2006/main">
  <a:clrScheme name="Custom 3">
    <a:dk1>
      <a:srgbClr val="515052"/>
    </a:dk1>
    <a:lt1>
      <a:sysClr val="window" lastClr="FFFFFF"/>
    </a:lt1>
    <a:dk2>
      <a:srgbClr val="2660AD"/>
    </a:dk2>
    <a:lt2>
      <a:srgbClr val="DAC77D"/>
    </a:lt2>
    <a:accent1>
      <a:srgbClr val="2660AD"/>
    </a:accent1>
    <a:accent2>
      <a:srgbClr val="629DD1"/>
    </a:accent2>
    <a:accent3>
      <a:srgbClr val="5AA2AE"/>
    </a:accent3>
    <a:accent4>
      <a:srgbClr val="7F8FA9"/>
    </a:accent4>
    <a:accent5>
      <a:srgbClr val="FF9999"/>
    </a:accent5>
    <a:accent6>
      <a:srgbClr val="2ACCEC"/>
    </a:accent6>
    <a:hlink>
      <a:srgbClr val="3477B2"/>
    </a:hlink>
    <a:folHlink>
      <a:srgbClr val="660000"/>
    </a:folHlink>
  </a:clrScheme>
  <a:fontScheme name="CSOP Font">
    <a:majorFont>
      <a:latin typeface="Calibri"/>
      <a:ea typeface="微软雅黑"/>
      <a:cs typeface=""/>
    </a:majorFont>
    <a:minorFont>
      <a:latin typeface="Calibri"/>
      <a:ea typeface="Microsoft Jheng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1.xml><?xml version="1.0" encoding="utf-8"?>
<a:themeOverride xmlns:a="http://schemas.openxmlformats.org/drawingml/2006/main">
  <a:clrScheme name="Custom 3">
    <a:dk1>
      <a:srgbClr val="515052"/>
    </a:dk1>
    <a:lt1>
      <a:sysClr val="window" lastClr="FFFFFF"/>
    </a:lt1>
    <a:dk2>
      <a:srgbClr val="2660AD"/>
    </a:dk2>
    <a:lt2>
      <a:srgbClr val="DAC77D"/>
    </a:lt2>
    <a:accent1>
      <a:srgbClr val="2660AD"/>
    </a:accent1>
    <a:accent2>
      <a:srgbClr val="629DD1"/>
    </a:accent2>
    <a:accent3>
      <a:srgbClr val="5AA2AE"/>
    </a:accent3>
    <a:accent4>
      <a:srgbClr val="7F8FA9"/>
    </a:accent4>
    <a:accent5>
      <a:srgbClr val="FF9999"/>
    </a:accent5>
    <a:accent6>
      <a:srgbClr val="2ACCEC"/>
    </a:accent6>
    <a:hlink>
      <a:srgbClr val="3477B2"/>
    </a:hlink>
    <a:folHlink>
      <a:srgbClr val="660000"/>
    </a:folHlink>
  </a:clrScheme>
  <a:fontScheme name="CSOP Font">
    <a:majorFont>
      <a:latin typeface="Calibri"/>
      <a:ea typeface="微软雅黑"/>
      <a:cs typeface=""/>
    </a:majorFont>
    <a:minorFont>
      <a:latin typeface="Calibri"/>
      <a:ea typeface="Microsoft Jheng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2.xml><?xml version="1.0" encoding="utf-8"?>
<a:themeOverride xmlns:a="http://schemas.openxmlformats.org/drawingml/2006/main">
  <a:clrScheme name="Custom 3">
    <a:dk1>
      <a:srgbClr val="515052"/>
    </a:dk1>
    <a:lt1>
      <a:sysClr val="window" lastClr="FFFFFF"/>
    </a:lt1>
    <a:dk2>
      <a:srgbClr val="2660AD"/>
    </a:dk2>
    <a:lt2>
      <a:srgbClr val="DAC77D"/>
    </a:lt2>
    <a:accent1>
      <a:srgbClr val="2660AD"/>
    </a:accent1>
    <a:accent2>
      <a:srgbClr val="629DD1"/>
    </a:accent2>
    <a:accent3>
      <a:srgbClr val="5AA2AE"/>
    </a:accent3>
    <a:accent4>
      <a:srgbClr val="7F8FA9"/>
    </a:accent4>
    <a:accent5>
      <a:srgbClr val="FF9999"/>
    </a:accent5>
    <a:accent6>
      <a:srgbClr val="2ACCEC"/>
    </a:accent6>
    <a:hlink>
      <a:srgbClr val="3477B2"/>
    </a:hlink>
    <a:folHlink>
      <a:srgbClr val="660000"/>
    </a:folHlink>
  </a:clrScheme>
  <a:fontScheme name="CSOP Font">
    <a:majorFont>
      <a:latin typeface="Calibri"/>
      <a:ea typeface="微软雅黑"/>
      <a:cs typeface=""/>
    </a:majorFont>
    <a:minorFont>
      <a:latin typeface="Calibri"/>
      <a:ea typeface="Microsoft Jheng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3.xml><?xml version="1.0" encoding="utf-8"?>
<a:themeOverride xmlns:a="http://schemas.openxmlformats.org/drawingml/2006/main">
  <a:clrScheme name="Custom 3">
    <a:dk1>
      <a:srgbClr val="515052"/>
    </a:dk1>
    <a:lt1>
      <a:sysClr val="window" lastClr="FFFFFF"/>
    </a:lt1>
    <a:dk2>
      <a:srgbClr val="2660AD"/>
    </a:dk2>
    <a:lt2>
      <a:srgbClr val="DAC77D"/>
    </a:lt2>
    <a:accent1>
      <a:srgbClr val="2660AD"/>
    </a:accent1>
    <a:accent2>
      <a:srgbClr val="629DD1"/>
    </a:accent2>
    <a:accent3>
      <a:srgbClr val="5AA2AE"/>
    </a:accent3>
    <a:accent4>
      <a:srgbClr val="7F8FA9"/>
    </a:accent4>
    <a:accent5>
      <a:srgbClr val="FF9999"/>
    </a:accent5>
    <a:accent6>
      <a:srgbClr val="2ACCEC"/>
    </a:accent6>
    <a:hlink>
      <a:srgbClr val="3477B2"/>
    </a:hlink>
    <a:folHlink>
      <a:srgbClr val="660000"/>
    </a:folHlink>
  </a:clrScheme>
  <a:fontScheme name="CSOP Font">
    <a:majorFont>
      <a:latin typeface="Calibri"/>
      <a:ea typeface="微软雅黑"/>
      <a:cs typeface=""/>
    </a:majorFont>
    <a:minorFont>
      <a:latin typeface="Calibri"/>
      <a:ea typeface="Microsoft Jheng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4.xml><?xml version="1.0" encoding="utf-8"?>
<a:themeOverride xmlns:a="http://schemas.openxmlformats.org/drawingml/2006/main">
  <a:clrScheme name="Custom 3">
    <a:dk1>
      <a:srgbClr val="515052"/>
    </a:dk1>
    <a:lt1>
      <a:sysClr val="window" lastClr="FFFFFF"/>
    </a:lt1>
    <a:dk2>
      <a:srgbClr val="2660AD"/>
    </a:dk2>
    <a:lt2>
      <a:srgbClr val="DAC77D"/>
    </a:lt2>
    <a:accent1>
      <a:srgbClr val="2660AD"/>
    </a:accent1>
    <a:accent2>
      <a:srgbClr val="629DD1"/>
    </a:accent2>
    <a:accent3>
      <a:srgbClr val="5AA2AE"/>
    </a:accent3>
    <a:accent4>
      <a:srgbClr val="7F8FA9"/>
    </a:accent4>
    <a:accent5>
      <a:srgbClr val="FF9999"/>
    </a:accent5>
    <a:accent6>
      <a:srgbClr val="2ACCEC"/>
    </a:accent6>
    <a:hlink>
      <a:srgbClr val="3477B2"/>
    </a:hlink>
    <a:folHlink>
      <a:srgbClr val="660000"/>
    </a:folHlink>
  </a:clrScheme>
  <a:fontScheme name="CSOP Font">
    <a:majorFont>
      <a:latin typeface="Calibri"/>
      <a:ea typeface="微软雅黑"/>
      <a:cs typeface=""/>
    </a:majorFont>
    <a:minorFont>
      <a:latin typeface="Calibri"/>
      <a:ea typeface="Microsoft Jheng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5.xml><?xml version="1.0" encoding="utf-8"?>
<a:themeOverride xmlns:a="http://schemas.openxmlformats.org/drawingml/2006/main">
  <a:clrScheme name="Custom 3">
    <a:dk1>
      <a:srgbClr val="515052"/>
    </a:dk1>
    <a:lt1>
      <a:sysClr val="window" lastClr="FFFFFF"/>
    </a:lt1>
    <a:dk2>
      <a:srgbClr val="2660AD"/>
    </a:dk2>
    <a:lt2>
      <a:srgbClr val="DAC77D"/>
    </a:lt2>
    <a:accent1>
      <a:srgbClr val="2660AD"/>
    </a:accent1>
    <a:accent2>
      <a:srgbClr val="629DD1"/>
    </a:accent2>
    <a:accent3>
      <a:srgbClr val="5AA2AE"/>
    </a:accent3>
    <a:accent4>
      <a:srgbClr val="7F8FA9"/>
    </a:accent4>
    <a:accent5>
      <a:srgbClr val="FF9999"/>
    </a:accent5>
    <a:accent6>
      <a:srgbClr val="2ACCEC"/>
    </a:accent6>
    <a:hlink>
      <a:srgbClr val="3477B2"/>
    </a:hlink>
    <a:folHlink>
      <a:srgbClr val="660000"/>
    </a:folHlink>
  </a:clrScheme>
  <a:fontScheme name="CSOP Font">
    <a:majorFont>
      <a:latin typeface="Calibri"/>
      <a:ea typeface="微软雅黑"/>
      <a:cs typeface=""/>
    </a:majorFont>
    <a:minorFont>
      <a:latin typeface="Calibri"/>
      <a:ea typeface="Microsoft Jheng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6.xml><?xml version="1.0" encoding="utf-8"?>
<a:themeOverride xmlns:a="http://schemas.openxmlformats.org/drawingml/2006/main">
  <a:clrScheme name="CSOP Color">
    <a:dk1>
      <a:srgbClr val="515052"/>
    </a:dk1>
    <a:lt1>
      <a:sysClr val="window" lastClr="FFFFFF"/>
    </a:lt1>
    <a:dk2>
      <a:srgbClr val="2660AD"/>
    </a:dk2>
    <a:lt2>
      <a:srgbClr val="DAC77D"/>
    </a:lt2>
    <a:accent1>
      <a:srgbClr val="2660AD"/>
    </a:accent1>
    <a:accent2>
      <a:srgbClr val="629DD1"/>
    </a:accent2>
    <a:accent3>
      <a:srgbClr val="5AA2AE"/>
    </a:accent3>
    <a:accent4>
      <a:srgbClr val="7F8FA9"/>
    </a:accent4>
    <a:accent5>
      <a:srgbClr val="FF9999"/>
    </a:accent5>
    <a:accent6>
      <a:srgbClr val="2ACCEC"/>
    </a:accent6>
    <a:hlink>
      <a:srgbClr val="3477B2"/>
    </a:hlink>
    <a:folHlink>
      <a:srgbClr val="996600"/>
    </a:folHlink>
  </a:clrScheme>
  <a:fontScheme name="vbcneazi">
    <a:majorFont>
      <a:latin typeface="Calibri"/>
      <a:ea typeface="Microsoft JhengHei"/>
      <a:cs typeface=""/>
    </a:majorFont>
    <a:minorFont>
      <a:latin typeface="Calibri"/>
      <a:ea typeface="Microsoft Jheng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7.xml><?xml version="1.0" encoding="utf-8"?>
<a:themeOverride xmlns:a="http://schemas.openxmlformats.org/drawingml/2006/main">
  <a:clrScheme name="CSOP Color">
    <a:dk1>
      <a:srgbClr val="515052"/>
    </a:dk1>
    <a:lt1>
      <a:sysClr val="window" lastClr="FFFFFF"/>
    </a:lt1>
    <a:dk2>
      <a:srgbClr val="2660AD"/>
    </a:dk2>
    <a:lt2>
      <a:srgbClr val="DAC77D"/>
    </a:lt2>
    <a:accent1>
      <a:srgbClr val="2660AD"/>
    </a:accent1>
    <a:accent2>
      <a:srgbClr val="629DD1"/>
    </a:accent2>
    <a:accent3>
      <a:srgbClr val="5AA2AE"/>
    </a:accent3>
    <a:accent4>
      <a:srgbClr val="7F8FA9"/>
    </a:accent4>
    <a:accent5>
      <a:srgbClr val="FF9999"/>
    </a:accent5>
    <a:accent6>
      <a:srgbClr val="2ACCEC"/>
    </a:accent6>
    <a:hlink>
      <a:srgbClr val="3477B2"/>
    </a:hlink>
    <a:folHlink>
      <a:srgbClr val="996600"/>
    </a:folHlink>
  </a:clrScheme>
  <a:fontScheme name="vbcneazi">
    <a:majorFont>
      <a:latin typeface="Calibri"/>
      <a:ea typeface="Microsoft JhengHei"/>
      <a:cs typeface=""/>
    </a:majorFont>
    <a:minorFont>
      <a:latin typeface="Calibri"/>
      <a:ea typeface="Microsoft Jheng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8.xml><?xml version="1.0" encoding="utf-8"?>
<a:themeOverride xmlns:a="http://schemas.openxmlformats.org/drawingml/2006/main">
  <a:clrScheme name="CSOP Color">
    <a:dk1>
      <a:srgbClr val="515052"/>
    </a:dk1>
    <a:lt1>
      <a:sysClr val="window" lastClr="FFFFFF"/>
    </a:lt1>
    <a:dk2>
      <a:srgbClr val="2660AD"/>
    </a:dk2>
    <a:lt2>
      <a:srgbClr val="DAC77D"/>
    </a:lt2>
    <a:accent1>
      <a:srgbClr val="2660AD"/>
    </a:accent1>
    <a:accent2>
      <a:srgbClr val="629DD1"/>
    </a:accent2>
    <a:accent3>
      <a:srgbClr val="5AA2AE"/>
    </a:accent3>
    <a:accent4>
      <a:srgbClr val="7F8FA9"/>
    </a:accent4>
    <a:accent5>
      <a:srgbClr val="FF9999"/>
    </a:accent5>
    <a:accent6>
      <a:srgbClr val="2ACCEC"/>
    </a:accent6>
    <a:hlink>
      <a:srgbClr val="3477B2"/>
    </a:hlink>
    <a:folHlink>
      <a:srgbClr val="996600"/>
    </a:folHlink>
  </a:clrScheme>
  <a:fontScheme name="vbcneazi">
    <a:majorFont>
      <a:latin typeface="Calibri"/>
      <a:ea typeface="Microsoft JhengHei"/>
      <a:cs typeface=""/>
    </a:majorFont>
    <a:minorFont>
      <a:latin typeface="Calibri"/>
      <a:ea typeface="Microsoft Jheng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23024</TotalTime>
  <Words>10608</Words>
  <Application>Microsoft Office PowerPoint</Application>
  <PresentationFormat>Widescreen</PresentationFormat>
  <Paragraphs>976</Paragraphs>
  <Slides>51</Slides>
  <Notes>17</Notes>
  <HiddenSlides>0</HiddenSlides>
  <MMClips>0</MMClips>
  <ScaleCrop>false</ScaleCrop>
  <HeadingPairs>
    <vt:vector size="4" baseType="variant">
      <vt:variant>
        <vt:lpstr>Theme</vt:lpstr>
      </vt:variant>
      <vt:variant>
        <vt:i4>10</vt:i4>
      </vt:variant>
      <vt:variant>
        <vt:lpstr>Slide Titles</vt:lpstr>
      </vt:variant>
      <vt:variant>
        <vt:i4>51</vt:i4>
      </vt:variant>
    </vt:vector>
  </HeadingPairs>
  <TitlesOfParts>
    <vt:vector size="61" baseType="lpstr">
      <vt:lpstr>2_Office Theme</vt:lpstr>
      <vt:lpstr>5_Office Theme</vt:lpstr>
      <vt:lpstr>3_Office Theme</vt:lpstr>
      <vt:lpstr>8_Office Theme</vt:lpstr>
      <vt:lpstr>14_Office Theme</vt:lpstr>
      <vt:lpstr>Shujin Theme</vt:lpstr>
      <vt:lpstr>1_Shujin Theme</vt:lpstr>
      <vt:lpstr>10_Office Theme</vt:lpstr>
      <vt:lpstr>2_Shujin Theme</vt:lpstr>
      <vt:lpstr>11_Office Theme</vt:lpstr>
      <vt:lpstr>韓芯存勢：拆解三星與 SK 海力士核心競爭力  南方東英資産管理有限公司</vt:lpstr>
      <vt:lpstr>PowerPoint Presentation</vt:lpstr>
      <vt:lpstr>PowerPoint Presentation</vt:lpstr>
      <vt:lpstr>PowerPoint Presentation</vt:lpstr>
      <vt:lpstr>PowerPoint Presentation</vt:lpstr>
      <vt:lpstr>AI産業鏈的價值分配出現了斷層</vt:lpstr>
      <vt:lpstr>市場正在獎勵AI産業鏈上堵點環節的賣方</vt:lpstr>
      <vt:lpstr>全球AI市場集中上游硬件</vt:lpstr>
      <vt:lpstr>英偉達AI GPU性能升級帶動硬件需求升級</vt:lpstr>
      <vt:lpstr>AI芯片結構的升級迭代，造成部分元件需求的指數級提升</vt:lpstr>
      <vt:lpstr>台積電CoWoS封裝産能制約全球AI芯片出貨</vt:lpstr>
      <vt:lpstr>亞洲供應鏈為中流砥柱</vt:lpstr>
      <vt:lpstr>PowerPoint Presentation</vt:lpstr>
      <vt:lpstr>PowerPoint Presentation</vt:lpstr>
      <vt:lpstr>PowerPoint Presentation</vt:lpstr>
      <vt:lpstr>模型端：Anthropic的野蠻生長</vt:lpstr>
      <vt:lpstr>大模型的需求結構在發生劇烈變化</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存儲芯片: TAM持續擴張，AI相關成爲最大增長動力</vt:lpstr>
      <vt:lpstr>存儲：行業供需偏緊，格局穩固壁壘高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風險提示</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Arifa Zanom</dc:creator>
  <cp:lastModifiedBy>Leanna Liang</cp:lastModifiedBy>
  <cp:revision>188</cp:revision>
  <dcterms:created xsi:type="dcterms:W3CDTF">2021-04-19T08:47:19Z</dcterms:created>
  <dcterms:modified xsi:type="dcterms:W3CDTF">2026-07-17T09:02:07Z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e487ca1-3ae9-46d9-9f4f-bccbf4ee90d6_Enabled">
    <vt:lpwstr>true</vt:lpwstr>
  </property>
  <property fmtid="{D5CDD505-2E9C-101B-9397-08002B2CF9AE}" pid="3" name="MSIP_Label_ce487ca1-3ae9-46d9-9f4f-bccbf4ee90d6_SetDate">
    <vt:lpwstr>2022-09-05T01:38:49Z</vt:lpwstr>
  </property>
  <property fmtid="{D5CDD505-2E9C-101B-9397-08002B2CF9AE}" pid="4" name="MSIP_Label_ce487ca1-3ae9-46d9-9f4f-bccbf4ee90d6_Method">
    <vt:lpwstr>Standard</vt:lpwstr>
  </property>
  <property fmtid="{D5CDD505-2E9C-101B-9397-08002B2CF9AE}" pid="5" name="MSIP_Label_ce487ca1-3ae9-46d9-9f4f-bccbf4ee90d6_Name">
    <vt:lpwstr>defa4170-0d19-0005-0004-bc88714345d2</vt:lpwstr>
  </property>
  <property fmtid="{D5CDD505-2E9C-101B-9397-08002B2CF9AE}" pid="6" name="MSIP_Label_ce487ca1-3ae9-46d9-9f4f-bccbf4ee90d6_SiteId">
    <vt:lpwstr>912c1411-7216-4f78-a1e1-a38aea5c33fd</vt:lpwstr>
  </property>
  <property fmtid="{D5CDD505-2E9C-101B-9397-08002B2CF9AE}" pid="7" name="MSIP_Label_ce487ca1-3ae9-46d9-9f4f-bccbf4ee90d6_ActionId">
    <vt:lpwstr>89695c72-6c73-450d-a2fa-e4c5ffee71b0</vt:lpwstr>
  </property>
  <property fmtid="{D5CDD505-2E9C-101B-9397-08002B2CF9AE}" pid="8" name="MSIP_Label_ce487ca1-3ae9-46d9-9f4f-bccbf4ee90d6_ContentBits">
    <vt:lpwstr>0</vt:lpwstr>
  </property>
</Properties>
</file>